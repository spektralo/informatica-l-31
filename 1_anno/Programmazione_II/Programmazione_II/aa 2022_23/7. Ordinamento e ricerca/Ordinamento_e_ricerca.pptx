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7" r:id="rId1"/>
  </p:sldMasterIdLst>
  <p:notesMasterIdLst>
    <p:notesMasterId r:id="rId18"/>
  </p:notesMasterIdLst>
  <p:sldIdLst>
    <p:sldId id="286" r:id="rId2"/>
    <p:sldId id="257" r:id="rId3"/>
    <p:sldId id="258" r:id="rId4"/>
    <p:sldId id="259" r:id="rId5"/>
    <p:sldId id="260" r:id="rId6"/>
    <p:sldId id="261" r:id="rId7"/>
    <p:sldId id="262" r:id="rId8"/>
    <p:sldId id="263" r:id="rId9"/>
    <p:sldId id="264" r:id="rId10"/>
    <p:sldId id="265" r:id="rId11"/>
    <p:sldId id="266" r:id="rId12"/>
    <p:sldId id="267" r:id="rId13"/>
    <p:sldId id="268" r:id="rId14"/>
    <p:sldId id="318" r:id="rId15"/>
    <p:sldId id="368" r:id="rId16"/>
    <p:sldId id="371" r:id="rId17"/>
  </p:sldIdLst>
  <p:sldSz cx="9144000" cy="6858000" type="screen4x3"/>
  <p:notesSz cx="6858000" cy="91900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655" autoAdjust="0"/>
  </p:normalViewPr>
  <p:slideViewPr>
    <p:cSldViewPr showGuides="1">
      <p:cViewPr varScale="1">
        <p:scale>
          <a:sx n="89" d="100"/>
          <a:sy n="89" d="100"/>
        </p:scale>
        <p:origin x="2244" y="66"/>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simo Orazio Spata" userId="cc365b76-c41f-4401-a5bc-1d5b99d6e750" providerId="ADAL" clId="{274CF012-52E9-40BE-A3D9-D5E43FB36D47}"/>
    <pc:docChg chg="undo custSel modSld">
      <pc:chgData name="Massimo Orazio Spata" userId="cc365b76-c41f-4401-a5bc-1d5b99d6e750" providerId="ADAL" clId="{274CF012-52E9-40BE-A3D9-D5E43FB36D47}" dt="2023-02-01T10:14:18.973" v="3" actId="1076"/>
      <pc:docMkLst>
        <pc:docMk/>
      </pc:docMkLst>
      <pc:sldChg chg="addSp modSp mod">
        <pc:chgData name="Massimo Orazio Spata" userId="cc365b76-c41f-4401-a5bc-1d5b99d6e750" providerId="ADAL" clId="{274CF012-52E9-40BE-A3D9-D5E43FB36D47}" dt="2023-02-01T10:14:18.973" v="3" actId="1076"/>
        <pc:sldMkLst>
          <pc:docMk/>
          <pc:sldMk cId="0" sldId="286"/>
        </pc:sldMkLst>
        <pc:spChg chg="add mod">
          <ac:chgData name="Massimo Orazio Spata" userId="cc365b76-c41f-4401-a5bc-1d5b99d6e750" providerId="ADAL" clId="{274CF012-52E9-40BE-A3D9-D5E43FB36D47}" dt="2023-02-01T10:14:18.973" v="3" actId="1076"/>
          <ac:spMkLst>
            <pc:docMk/>
            <pc:sldMk cId="0" sldId="286"/>
            <ac:spMk id="5" creationId="{B7794ECC-2E3A-409D-A656-CFCB111E127F}"/>
          </ac:spMkLst>
        </pc:spChg>
        <pc:spChg chg="mod">
          <ac:chgData name="Massimo Orazio Spata" userId="cc365b76-c41f-4401-a5bc-1d5b99d6e750" providerId="ADAL" clId="{274CF012-52E9-40BE-A3D9-D5E43FB36D47}" dt="2023-02-01T10:14:14.881" v="2" actId="1076"/>
          <ac:spMkLst>
            <pc:docMk/>
            <pc:sldMk cId="0" sldId="286"/>
            <ac:spMk id="104" creationId="{00000000-0000-0000-0000-000000000000}"/>
          </ac:spMkLst>
        </pc:spChg>
      </pc:sldChg>
    </pc:docChg>
  </pc:docChgLst>
  <pc:docChgLst>
    <pc:chgData name="Natale, Luigi" userId="0bb35f83-ebdf-4526-ae9a-c3e8393a1d1b" providerId="ADAL" clId="{E5AB3468-BDC1-4939-8415-283035D80A99}"/>
    <pc:docChg chg="undo custSel addSld delSld modSld modMainMaster">
      <pc:chgData name="Natale, Luigi" userId="0bb35f83-ebdf-4526-ae9a-c3e8393a1d1b" providerId="ADAL" clId="{E5AB3468-BDC1-4939-8415-283035D80A99}" dt="2021-09-01T13:45:58.497" v="170" actId="478"/>
      <pc:docMkLst>
        <pc:docMk/>
      </pc:docMkLst>
      <pc:sldChg chg="del mod modClrScheme chgLayout modNotes">
        <pc:chgData name="Natale, Luigi" userId="0bb35f83-ebdf-4526-ae9a-c3e8393a1d1b" providerId="ADAL" clId="{E5AB3468-BDC1-4939-8415-283035D80A99}" dt="2021-09-01T13:41:01.363" v="13" actId="47"/>
        <pc:sldMkLst>
          <pc:docMk/>
          <pc:sldMk cId="0" sldId="256"/>
        </pc:sldMkLst>
      </pc:sldChg>
      <pc:sldChg chg="addSp delSp modSp mod modClrScheme chgLayout">
        <pc:chgData name="Natale, Luigi" userId="0bb35f83-ebdf-4526-ae9a-c3e8393a1d1b" providerId="ADAL" clId="{E5AB3468-BDC1-4939-8415-283035D80A99}" dt="2021-09-01T13:45:58.497" v="170" actId="478"/>
        <pc:sldMkLst>
          <pc:docMk/>
          <pc:sldMk cId="0" sldId="257"/>
        </pc:sldMkLst>
        <pc:spChg chg="add mod">
          <ac:chgData name="Natale, Luigi" userId="0bb35f83-ebdf-4526-ae9a-c3e8393a1d1b" providerId="ADAL" clId="{E5AB3468-BDC1-4939-8415-283035D80A99}" dt="2021-09-01T13:45:56.689" v="169"/>
          <ac:spMkLst>
            <pc:docMk/>
            <pc:sldMk cId="0" sldId="257"/>
            <ac:spMk id="4" creationId="{96685C7F-8DC4-45B8-A665-2FEB55535B3C}"/>
          </ac:spMkLst>
        </pc:spChg>
        <pc:spChg chg="del mod">
          <ac:chgData name="Natale, Luigi" userId="0bb35f83-ebdf-4526-ae9a-c3e8393a1d1b" providerId="ADAL" clId="{E5AB3468-BDC1-4939-8415-283035D80A99}" dt="2021-09-01T13:45:58.497" v="170" actId="478"/>
          <ac:spMkLst>
            <pc:docMk/>
            <pc:sldMk cId="0" sldId="257"/>
            <ac:spMk id="145" creationId="{00000000-0000-0000-0000-000000000000}"/>
          </ac:spMkLst>
        </pc:spChg>
      </pc:sldChg>
      <pc:sldChg chg="addSp delSp modSp mod modClrScheme chgLayout">
        <pc:chgData name="Natale, Luigi" userId="0bb35f83-ebdf-4526-ae9a-c3e8393a1d1b" providerId="ADAL" clId="{E5AB3468-BDC1-4939-8415-283035D80A99}" dt="2021-09-01T13:45:49.906" v="168" actId="478"/>
        <pc:sldMkLst>
          <pc:docMk/>
          <pc:sldMk cId="0" sldId="258"/>
        </pc:sldMkLst>
        <pc:spChg chg="add mod">
          <ac:chgData name="Natale, Luigi" userId="0bb35f83-ebdf-4526-ae9a-c3e8393a1d1b" providerId="ADAL" clId="{E5AB3468-BDC1-4939-8415-283035D80A99}" dt="2021-09-01T13:45:47.226" v="167"/>
          <ac:spMkLst>
            <pc:docMk/>
            <pc:sldMk cId="0" sldId="258"/>
            <ac:spMk id="4" creationId="{6C0F43EC-9D24-4B26-AA13-8DA13EECD56C}"/>
          </ac:spMkLst>
        </pc:spChg>
        <pc:spChg chg="del mod">
          <ac:chgData name="Natale, Luigi" userId="0bb35f83-ebdf-4526-ae9a-c3e8393a1d1b" providerId="ADAL" clId="{E5AB3468-BDC1-4939-8415-283035D80A99}" dt="2021-09-01T13:45:49.906" v="168" actId="478"/>
          <ac:spMkLst>
            <pc:docMk/>
            <pc:sldMk cId="0" sldId="258"/>
            <ac:spMk id="147" creationId="{00000000-0000-0000-0000-000000000000}"/>
          </ac:spMkLst>
        </pc:spChg>
      </pc:sldChg>
      <pc:sldChg chg="addSp delSp modSp mod modClrScheme chgLayout">
        <pc:chgData name="Natale, Luigi" userId="0bb35f83-ebdf-4526-ae9a-c3e8393a1d1b" providerId="ADAL" clId="{E5AB3468-BDC1-4939-8415-283035D80A99}" dt="2021-09-01T13:45:40.518" v="166" actId="478"/>
        <pc:sldMkLst>
          <pc:docMk/>
          <pc:sldMk cId="0" sldId="259"/>
        </pc:sldMkLst>
        <pc:spChg chg="add mod">
          <ac:chgData name="Natale, Luigi" userId="0bb35f83-ebdf-4526-ae9a-c3e8393a1d1b" providerId="ADAL" clId="{E5AB3468-BDC1-4939-8415-283035D80A99}" dt="2021-09-01T13:45:38.658" v="165"/>
          <ac:spMkLst>
            <pc:docMk/>
            <pc:sldMk cId="0" sldId="259"/>
            <ac:spMk id="4" creationId="{6E196787-99DF-4C6D-8707-F83C81695B1C}"/>
          </ac:spMkLst>
        </pc:spChg>
        <pc:spChg chg="del mod">
          <ac:chgData name="Natale, Luigi" userId="0bb35f83-ebdf-4526-ae9a-c3e8393a1d1b" providerId="ADAL" clId="{E5AB3468-BDC1-4939-8415-283035D80A99}" dt="2021-09-01T13:45:40.518" v="166" actId="478"/>
          <ac:spMkLst>
            <pc:docMk/>
            <pc:sldMk cId="0" sldId="259"/>
            <ac:spMk id="149" creationId="{00000000-0000-0000-0000-000000000000}"/>
          </ac:spMkLst>
        </pc:spChg>
      </pc:sldChg>
      <pc:sldChg chg="addSp delSp modSp mod modClrScheme chgLayout">
        <pc:chgData name="Natale, Luigi" userId="0bb35f83-ebdf-4526-ae9a-c3e8393a1d1b" providerId="ADAL" clId="{E5AB3468-BDC1-4939-8415-283035D80A99}" dt="2021-09-01T13:45:33.201" v="164" actId="1037"/>
        <pc:sldMkLst>
          <pc:docMk/>
          <pc:sldMk cId="0" sldId="260"/>
        </pc:sldMkLst>
        <pc:spChg chg="add mod">
          <ac:chgData name="Natale, Luigi" userId="0bb35f83-ebdf-4526-ae9a-c3e8393a1d1b" providerId="ADAL" clId="{E5AB3468-BDC1-4939-8415-283035D80A99}" dt="2021-09-01T13:45:20.417" v="144"/>
          <ac:spMkLst>
            <pc:docMk/>
            <pc:sldMk cId="0" sldId="260"/>
            <ac:spMk id="4" creationId="{94129921-B600-4C2F-BFD5-AFF5501633E2}"/>
          </ac:spMkLst>
        </pc:spChg>
        <pc:spChg chg="del mod">
          <ac:chgData name="Natale, Luigi" userId="0bb35f83-ebdf-4526-ae9a-c3e8393a1d1b" providerId="ADAL" clId="{E5AB3468-BDC1-4939-8415-283035D80A99}" dt="2021-09-01T13:45:21.944" v="145" actId="478"/>
          <ac:spMkLst>
            <pc:docMk/>
            <pc:sldMk cId="0" sldId="260"/>
            <ac:spMk id="151" creationId="{00000000-0000-0000-0000-000000000000}"/>
          </ac:spMkLst>
        </pc:spChg>
        <pc:picChg chg="mod">
          <ac:chgData name="Natale, Luigi" userId="0bb35f83-ebdf-4526-ae9a-c3e8393a1d1b" providerId="ADAL" clId="{E5AB3468-BDC1-4939-8415-283035D80A99}" dt="2021-09-01T13:45:33.201" v="164" actId="1037"/>
          <ac:picMkLst>
            <pc:docMk/>
            <pc:sldMk cId="0" sldId="260"/>
            <ac:picMk id="152" creationId="{00000000-0000-0000-0000-000000000000}"/>
          </ac:picMkLst>
        </pc:picChg>
      </pc:sldChg>
      <pc:sldChg chg="addSp delSp modSp mod modClrScheme chgLayout">
        <pc:chgData name="Natale, Luigi" userId="0bb35f83-ebdf-4526-ae9a-c3e8393a1d1b" providerId="ADAL" clId="{E5AB3468-BDC1-4939-8415-283035D80A99}" dt="2021-09-01T13:45:14.709" v="143" actId="1035"/>
        <pc:sldMkLst>
          <pc:docMk/>
          <pc:sldMk cId="0" sldId="261"/>
        </pc:sldMkLst>
        <pc:spChg chg="add mod">
          <ac:chgData name="Natale, Luigi" userId="0bb35f83-ebdf-4526-ae9a-c3e8393a1d1b" providerId="ADAL" clId="{E5AB3468-BDC1-4939-8415-283035D80A99}" dt="2021-09-01T13:45:06.767" v="134"/>
          <ac:spMkLst>
            <pc:docMk/>
            <pc:sldMk cId="0" sldId="261"/>
            <ac:spMk id="4" creationId="{D8D07046-A02B-43D8-99CB-BB2A3A718CD9}"/>
          </ac:spMkLst>
        </pc:spChg>
        <pc:spChg chg="del mod">
          <ac:chgData name="Natale, Luigi" userId="0bb35f83-ebdf-4526-ae9a-c3e8393a1d1b" providerId="ADAL" clId="{E5AB3468-BDC1-4939-8415-283035D80A99}" dt="2021-09-01T13:45:08.741" v="135" actId="478"/>
          <ac:spMkLst>
            <pc:docMk/>
            <pc:sldMk cId="0" sldId="261"/>
            <ac:spMk id="153" creationId="{00000000-0000-0000-0000-000000000000}"/>
          </ac:spMkLst>
        </pc:spChg>
        <pc:picChg chg="mod">
          <ac:chgData name="Natale, Luigi" userId="0bb35f83-ebdf-4526-ae9a-c3e8393a1d1b" providerId="ADAL" clId="{E5AB3468-BDC1-4939-8415-283035D80A99}" dt="2021-09-01T13:45:14.709" v="143" actId="1035"/>
          <ac:picMkLst>
            <pc:docMk/>
            <pc:sldMk cId="0" sldId="261"/>
            <ac:picMk id="154" creationId="{00000000-0000-0000-0000-000000000000}"/>
          </ac:picMkLst>
        </pc:picChg>
      </pc:sldChg>
      <pc:sldChg chg="addSp delSp modSp mod modClrScheme chgLayout">
        <pc:chgData name="Natale, Luigi" userId="0bb35f83-ebdf-4526-ae9a-c3e8393a1d1b" providerId="ADAL" clId="{E5AB3468-BDC1-4939-8415-283035D80A99}" dt="2021-09-01T13:45:01.496" v="133" actId="1076"/>
        <pc:sldMkLst>
          <pc:docMk/>
          <pc:sldMk cId="0" sldId="262"/>
        </pc:sldMkLst>
        <pc:spChg chg="add mod">
          <ac:chgData name="Natale, Luigi" userId="0bb35f83-ebdf-4526-ae9a-c3e8393a1d1b" providerId="ADAL" clId="{E5AB3468-BDC1-4939-8415-283035D80A99}" dt="2021-09-01T13:44:35.988" v="113"/>
          <ac:spMkLst>
            <pc:docMk/>
            <pc:sldMk cId="0" sldId="262"/>
            <ac:spMk id="4" creationId="{3ADE7E38-7110-4225-A2A7-1CAAB6E00402}"/>
          </ac:spMkLst>
        </pc:spChg>
        <pc:spChg chg="del mod">
          <ac:chgData name="Natale, Luigi" userId="0bb35f83-ebdf-4526-ae9a-c3e8393a1d1b" providerId="ADAL" clId="{E5AB3468-BDC1-4939-8415-283035D80A99}" dt="2021-09-01T13:44:37.712" v="114" actId="478"/>
          <ac:spMkLst>
            <pc:docMk/>
            <pc:sldMk cId="0" sldId="262"/>
            <ac:spMk id="155" creationId="{00000000-0000-0000-0000-000000000000}"/>
          </ac:spMkLst>
        </pc:spChg>
        <pc:picChg chg="mod">
          <ac:chgData name="Natale, Luigi" userId="0bb35f83-ebdf-4526-ae9a-c3e8393a1d1b" providerId="ADAL" clId="{E5AB3468-BDC1-4939-8415-283035D80A99}" dt="2021-09-01T13:45:01.496" v="133" actId="1076"/>
          <ac:picMkLst>
            <pc:docMk/>
            <pc:sldMk cId="0" sldId="262"/>
            <ac:picMk id="156" creationId="{00000000-0000-0000-0000-000000000000}"/>
          </ac:picMkLst>
        </pc:picChg>
      </pc:sldChg>
      <pc:sldChg chg="addSp delSp modSp mod modClrScheme chgLayout">
        <pc:chgData name="Natale, Luigi" userId="0bb35f83-ebdf-4526-ae9a-c3e8393a1d1b" providerId="ADAL" clId="{E5AB3468-BDC1-4939-8415-283035D80A99}" dt="2021-09-01T13:44:30.409" v="112" actId="1036"/>
        <pc:sldMkLst>
          <pc:docMk/>
          <pc:sldMk cId="0" sldId="263"/>
        </pc:sldMkLst>
        <pc:spChg chg="add mod">
          <ac:chgData name="Natale, Luigi" userId="0bb35f83-ebdf-4526-ae9a-c3e8393a1d1b" providerId="ADAL" clId="{E5AB3468-BDC1-4939-8415-283035D80A99}" dt="2021-09-01T13:44:27.472" v="110"/>
          <ac:spMkLst>
            <pc:docMk/>
            <pc:sldMk cId="0" sldId="263"/>
            <ac:spMk id="5" creationId="{F62C9513-1B85-4921-9647-28D59554EEE4}"/>
          </ac:spMkLst>
        </pc:spChg>
        <pc:spChg chg="del mod">
          <ac:chgData name="Natale, Luigi" userId="0bb35f83-ebdf-4526-ae9a-c3e8393a1d1b" providerId="ADAL" clId="{E5AB3468-BDC1-4939-8415-283035D80A99}" dt="2021-09-01T13:44:28.797" v="111" actId="478"/>
          <ac:spMkLst>
            <pc:docMk/>
            <pc:sldMk cId="0" sldId="263"/>
            <ac:spMk id="157" creationId="{00000000-0000-0000-0000-000000000000}"/>
          </ac:spMkLst>
        </pc:spChg>
        <pc:picChg chg="mod">
          <ac:chgData name="Natale, Luigi" userId="0bb35f83-ebdf-4526-ae9a-c3e8393a1d1b" providerId="ADAL" clId="{E5AB3468-BDC1-4939-8415-283035D80A99}" dt="2021-09-01T13:44:30.409" v="112" actId="1036"/>
          <ac:picMkLst>
            <pc:docMk/>
            <pc:sldMk cId="0" sldId="263"/>
            <ac:picMk id="158" creationId="{00000000-0000-0000-0000-000000000000}"/>
          </ac:picMkLst>
        </pc:picChg>
      </pc:sldChg>
      <pc:sldChg chg="addSp delSp modSp mod modClrScheme chgLayout">
        <pc:chgData name="Natale, Luigi" userId="0bb35f83-ebdf-4526-ae9a-c3e8393a1d1b" providerId="ADAL" clId="{E5AB3468-BDC1-4939-8415-283035D80A99}" dt="2021-09-01T13:44:21.749" v="109" actId="1035"/>
        <pc:sldMkLst>
          <pc:docMk/>
          <pc:sldMk cId="0" sldId="264"/>
        </pc:sldMkLst>
        <pc:spChg chg="add mod">
          <ac:chgData name="Natale, Luigi" userId="0bb35f83-ebdf-4526-ae9a-c3e8393a1d1b" providerId="ADAL" clId="{E5AB3468-BDC1-4939-8415-283035D80A99}" dt="2021-09-01T13:44:08.044" v="91"/>
          <ac:spMkLst>
            <pc:docMk/>
            <pc:sldMk cId="0" sldId="264"/>
            <ac:spMk id="5" creationId="{8A3D14AC-3400-48A4-BF5F-4570A1ACB5A9}"/>
          </ac:spMkLst>
        </pc:spChg>
        <pc:spChg chg="del mod">
          <ac:chgData name="Natale, Luigi" userId="0bb35f83-ebdf-4526-ae9a-c3e8393a1d1b" providerId="ADAL" clId="{E5AB3468-BDC1-4939-8415-283035D80A99}" dt="2021-09-01T13:44:17.537" v="94" actId="478"/>
          <ac:spMkLst>
            <pc:docMk/>
            <pc:sldMk cId="0" sldId="264"/>
            <ac:spMk id="160" creationId="{00000000-0000-0000-0000-000000000000}"/>
          </ac:spMkLst>
        </pc:spChg>
        <pc:picChg chg="mod">
          <ac:chgData name="Natale, Luigi" userId="0bb35f83-ebdf-4526-ae9a-c3e8393a1d1b" providerId="ADAL" clId="{E5AB3468-BDC1-4939-8415-283035D80A99}" dt="2021-09-01T13:44:21.749" v="109" actId="1035"/>
          <ac:picMkLst>
            <pc:docMk/>
            <pc:sldMk cId="0" sldId="264"/>
            <ac:picMk id="162" creationId="{00000000-0000-0000-0000-000000000000}"/>
          </ac:picMkLst>
        </pc:picChg>
      </pc:sldChg>
      <pc:sldChg chg="addSp delSp modSp mod modClrScheme chgLayout">
        <pc:chgData name="Natale, Luigi" userId="0bb35f83-ebdf-4526-ae9a-c3e8393a1d1b" providerId="ADAL" clId="{E5AB3468-BDC1-4939-8415-283035D80A99}" dt="2021-09-01T13:43:47.263" v="79" actId="1036"/>
        <pc:sldMkLst>
          <pc:docMk/>
          <pc:sldMk cId="0" sldId="265"/>
        </pc:sldMkLst>
        <pc:spChg chg="add mod">
          <ac:chgData name="Natale, Luigi" userId="0bb35f83-ebdf-4526-ae9a-c3e8393a1d1b" providerId="ADAL" clId="{E5AB3468-BDC1-4939-8415-283035D80A99}" dt="2021-09-01T13:42:40.048" v="53"/>
          <ac:spMkLst>
            <pc:docMk/>
            <pc:sldMk cId="0" sldId="265"/>
            <ac:spMk id="5" creationId="{4953EA6F-7902-4499-B208-929C586E7409}"/>
          </ac:spMkLst>
        </pc:spChg>
        <pc:spChg chg="del mod">
          <ac:chgData name="Natale, Luigi" userId="0bb35f83-ebdf-4526-ae9a-c3e8393a1d1b" providerId="ADAL" clId="{E5AB3468-BDC1-4939-8415-283035D80A99}" dt="2021-09-01T13:42:41.772" v="54" actId="478"/>
          <ac:spMkLst>
            <pc:docMk/>
            <pc:sldMk cId="0" sldId="265"/>
            <ac:spMk id="163" creationId="{00000000-0000-0000-0000-000000000000}"/>
          </ac:spMkLst>
        </pc:spChg>
        <pc:picChg chg="mod">
          <ac:chgData name="Natale, Luigi" userId="0bb35f83-ebdf-4526-ae9a-c3e8393a1d1b" providerId="ADAL" clId="{E5AB3468-BDC1-4939-8415-283035D80A99}" dt="2021-09-01T13:43:47.263" v="79" actId="1036"/>
          <ac:picMkLst>
            <pc:docMk/>
            <pc:sldMk cId="0" sldId="265"/>
            <ac:picMk id="165" creationId="{00000000-0000-0000-0000-000000000000}"/>
          </ac:picMkLst>
        </pc:picChg>
      </pc:sldChg>
      <pc:sldChg chg="addSp delSp modSp mod modClrScheme chgLayout">
        <pc:chgData name="Natale, Luigi" userId="0bb35f83-ebdf-4526-ae9a-c3e8393a1d1b" providerId="ADAL" clId="{E5AB3468-BDC1-4939-8415-283035D80A99}" dt="2021-09-01T13:43:40.871" v="69" actId="1035"/>
        <pc:sldMkLst>
          <pc:docMk/>
          <pc:sldMk cId="0" sldId="266"/>
        </pc:sldMkLst>
        <pc:spChg chg="add mod">
          <ac:chgData name="Natale, Luigi" userId="0bb35f83-ebdf-4526-ae9a-c3e8393a1d1b" providerId="ADAL" clId="{E5AB3468-BDC1-4939-8415-283035D80A99}" dt="2021-09-01T13:43:35.316" v="63" actId="164"/>
          <ac:spMkLst>
            <pc:docMk/>
            <pc:sldMk cId="0" sldId="266"/>
            <ac:spMk id="2" creationId="{98CBF2A8-F7C6-446A-8E78-FF9BD281F2DF}"/>
          </ac:spMkLst>
        </pc:spChg>
        <pc:spChg chg="add del mod">
          <ac:chgData name="Natale, Luigi" userId="0bb35f83-ebdf-4526-ae9a-c3e8393a1d1b" providerId="ADAL" clId="{E5AB3468-BDC1-4939-8415-283035D80A99}" dt="2021-09-01T13:42:02.414" v="39"/>
          <ac:spMkLst>
            <pc:docMk/>
            <pc:sldMk cId="0" sldId="266"/>
            <ac:spMk id="6" creationId="{4DE2E753-5E8E-4574-BADC-DF4E5760F515}"/>
          </ac:spMkLst>
        </pc:spChg>
        <pc:spChg chg="add mod">
          <ac:chgData name="Natale, Luigi" userId="0bb35f83-ebdf-4526-ae9a-c3e8393a1d1b" providerId="ADAL" clId="{E5AB3468-BDC1-4939-8415-283035D80A99}" dt="2021-09-01T13:42:33.359" v="51"/>
          <ac:spMkLst>
            <pc:docMk/>
            <pc:sldMk cId="0" sldId="266"/>
            <ac:spMk id="7" creationId="{6E40290A-8A69-4B65-AC96-904A0D14C96F}"/>
          </ac:spMkLst>
        </pc:spChg>
        <pc:spChg chg="add del mod">
          <ac:chgData name="Natale, Luigi" userId="0bb35f83-ebdf-4526-ae9a-c3e8393a1d1b" providerId="ADAL" clId="{E5AB3468-BDC1-4939-8415-283035D80A99}" dt="2021-09-01T13:42:35.259" v="52" actId="478"/>
          <ac:spMkLst>
            <pc:docMk/>
            <pc:sldMk cId="0" sldId="266"/>
            <ac:spMk id="166" creationId="{00000000-0000-0000-0000-000000000000}"/>
          </ac:spMkLst>
        </pc:spChg>
        <pc:grpChg chg="add mod">
          <ac:chgData name="Natale, Luigi" userId="0bb35f83-ebdf-4526-ae9a-c3e8393a1d1b" providerId="ADAL" clId="{E5AB3468-BDC1-4939-8415-283035D80A99}" dt="2021-09-01T13:43:40.871" v="69" actId="1035"/>
          <ac:grpSpMkLst>
            <pc:docMk/>
            <pc:sldMk cId="0" sldId="266"/>
            <ac:grpSpMk id="3" creationId="{CD846D07-4A8A-4B0E-B1EC-CFFBAE501DB5}"/>
          </ac:grpSpMkLst>
        </pc:grpChg>
        <pc:picChg chg="mod">
          <ac:chgData name="Natale, Luigi" userId="0bb35f83-ebdf-4526-ae9a-c3e8393a1d1b" providerId="ADAL" clId="{E5AB3468-BDC1-4939-8415-283035D80A99}" dt="2021-09-01T13:43:35.316" v="63" actId="164"/>
          <ac:picMkLst>
            <pc:docMk/>
            <pc:sldMk cId="0" sldId="266"/>
            <ac:picMk id="168" creationId="{00000000-0000-0000-0000-000000000000}"/>
          </ac:picMkLst>
        </pc:picChg>
        <pc:picChg chg="del">
          <ac:chgData name="Natale, Luigi" userId="0bb35f83-ebdf-4526-ae9a-c3e8393a1d1b" providerId="ADAL" clId="{E5AB3468-BDC1-4939-8415-283035D80A99}" dt="2021-09-01T13:41:53.126" v="36" actId="478"/>
          <ac:picMkLst>
            <pc:docMk/>
            <pc:sldMk cId="0" sldId="266"/>
            <ac:picMk id="169" creationId="{00000000-0000-0000-0000-000000000000}"/>
          </ac:picMkLst>
        </pc:picChg>
      </pc:sldChg>
      <pc:sldChg chg="addSp delSp modSp mod modClrScheme chgLayout">
        <pc:chgData name="Natale, Luigi" userId="0bb35f83-ebdf-4526-ae9a-c3e8393a1d1b" providerId="ADAL" clId="{E5AB3468-BDC1-4939-8415-283035D80A99}" dt="2021-09-01T13:44:12.301" v="93" actId="1035"/>
        <pc:sldMkLst>
          <pc:docMk/>
          <pc:sldMk cId="0" sldId="267"/>
        </pc:sldMkLst>
        <pc:spChg chg="add mod">
          <ac:chgData name="Natale, Luigi" userId="0bb35f83-ebdf-4526-ae9a-c3e8393a1d1b" providerId="ADAL" clId="{E5AB3468-BDC1-4939-8415-283035D80A99}" dt="2021-09-01T13:42:26.933" v="49"/>
          <ac:spMkLst>
            <pc:docMk/>
            <pc:sldMk cId="0" sldId="267"/>
            <ac:spMk id="5" creationId="{E9AAFE49-B31B-41D1-AEAD-77223E268386}"/>
          </ac:spMkLst>
        </pc:spChg>
        <pc:spChg chg="del mod">
          <ac:chgData name="Natale, Luigi" userId="0bb35f83-ebdf-4526-ae9a-c3e8393a1d1b" providerId="ADAL" clId="{E5AB3468-BDC1-4939-8415-283035D80A99}" dt="2021-09-01T13:42:28.727" v="50" actId="478"/>
          <ac:spMkLst>
            <pc:docMk/>
            <pc:sldMk cId="0" sldId="267"/>
            <ac:spMk id="170" creationId="{00000000-0000-0000-0000-000000000000}"/>
          </ac:spMkLst>
        </pc:spChg>
        <pc:picChg chg="mod">
          <ac:chgData name="Natale, Luigi" userId="0bb35f83-ebdf-4526-ae9a-c3e8393a1d1b" providerId="ADAL" clId="{E5AB3468-BDC1-4939-8415-283035D80A99}" dt="2021-09-01T13:44:12.301" v="93" actId="1035"/>
          <ac:picMkLst>
            <pc:docMk/>
            <pc:sldMk cId="0" sldId="267"/>
            <ac:picMk id="172" creationId="{00000000-0000-0000-0000-000000000000}"/>
          </ac:picMkLst>
        </pc:picChg>
      </pc:sldChg>
      <pc:sldChg chg="addSp delSp modSp mod modClrScheme chgLayout">
        <pc:chgData name="Natale, Luigi" userId="0bb35f83-ebdf-4526-ae9a-c3e8393a1d1b" providerId="ADAL" clId="{E5AB3468-BDC1-4939-8415-283035D80A99}" dt="2021-09-01T13:44:00.648" v="90" actId="1038"/>
        <pc:sldMkLst>
          <pc:docMk/>
          <pc:sldMk cId="0" sldId="268"/>
        </pc:sldMkLst>
        <pc:spChg chg="add mod">
          <ac:chgData name="Natale, Luigi" userId="0bb35f83-ebdf-4526-ae9a-c3e8393a1d1b" providerId="ADAL" clId="{E5AB3468-BDC1-4939-8415-283035D80A99}" dt="2021-09-01T13:42:20.915" v="48" actId="14100"/>
          <ac:spMkLst>
            <pc:docMk/>
            <pc:sldMk cId="0" sldId="268"/>
            <ac:spMk id="5" creationId="{890280F0-E9A1-4054-B7A2-D275B2D60A54}"/>
          </ac:spMkLst>
        </pc:spChg>
        <pc:spChg chg="del">
          <ac:chgData name="Natale, Luigi" userId="0bb35f83-ebdf-4526-ae9a-c3e8393a1d1b" providerId="ADAL" clId="{E5AB3468-BDC1-4939-8415-283035D80A99}" dt="2021-09-01T13:42:16.942" v="47" actId="478"/>
          <ac:spMkLst>
            <pc:docMk/>
            <pc:sldMk cId="0" sldId="268"/>
            <ac:spMk id="173" creationId="{00000000-0000-0000-0000-000000000000}"/>
          </ac:spMkLst>
        </pc:spChg>
        <pc:picChg chg="mod">
          <ac:chgData name="Natale, Luigi" userId="0bb35f83-ebdf-4526-ae9a-c3e8393a1d1b" providerId="ADAL" clId="{E5AB3468-BDC1-4939-8415-283035D80A99}" dt="2021-09-01T13:44:00.648" v="90" actId="1038"/>
          <ac:picMkLst>
            <pc:docMk/>
            <pc:sldMk cId="0" sldId="268"/>
            <ac:picMk id="175" creationId="{00000000-0000-0000-0000-000000000000}"/>
          </ac:picMkLst>
        </pc:picChg>
      </pc:sldChg>
      <pc:sldChg chg="modSp add mod">
        <pc:chgData name="Natale, Luigi" userId="0bb35f83-ebdf-4526-ae9a-c3e8393a1d1b" providerId="ADAL" clId="{E5AB3468-BDC1-4939-8415-283035D80A99}" dt="2021-09-01T13:40:59.470" v="12" actId="20577"/>
        <pc:sldMkLst>
          <pc:docMk/>
          <pc:sldMk cId="0" sldId="286"/>
        </pc:sldMkLst>
        <pc:spChg chg="mod">
          <ac:chgData name="Natale, Luigi" userId="0bb35f83-ebdf-4526-ae9a-c3e8393a1d1b" providerId="ADAL" clId="{E5AB3468-BDC1-4939-8415-283035D80A99}" dt="2021-09-01T13:40:59.470" v="12" actId="20577"/>
          <ac:spMkLst>
            <pc:docMk/>
            <pc:sldMk cId="0" sldId="286"/>
            <ac:spMk id="104" creationId="{00000000-0000-0000-0000-000000000000}"/>
          </ac:spMkLst>
        </pc:spChg>
      </pc:sldChg>
      <pc:sldMasterChg chg="delSldLayout modSldLayout">
        <pc:chgData name="Natale, Luigi" userId="0bb35f83-ebdf-4526-ae9a-c3e8393a1d1b" providerId="ADAL" clId="{E5AB3468-BDC1-4939-8415-283035D80A99}" dt="2021-09-01T13:41:13.015" v="17" actId="20577"/>
        <pc:sldMasterMkLst>
          <pc:docMk/>
          <pc:sldMasterMk cId="3265856986" sldId="2147483687"/>
        </pc:sldMasterMkLst>
        <pc:sldLayoutChg chg="modSp mod">
          <pc:chgData name="Natale, Luigi" userId="0bb35f83-ebdf-4526-ae9a-c3e8393a1d1b" providerId="ADAL" clId="{E5AB3468-BDC1-4939-8415-283035D80A99}" dt="2021-09-01T13:41:13.015" v="17" actId="20577"/>
          <pc:sldLayoutMkLst>
            <pc:docMk/>
            <pc:sldMasterMk cId="3265856986" sldId="2147483687"/>
            <pc:sldLayoutMk cId="759743175" sldId="2147483688"/>
          </pc:sldLayoutMkLst>
          <pc:spChg chg="mod">
            <ac:chgData name="Natale, Luigi" userId="0bb35f83-ebdf-4526-ae9a-c3e8393a1d1b" providerId="ADAL" clId="{E5AB3468-BDC1-4939-8415-283035D80A99}" dt="2021-09-01T13:41:13.015" v="17" actId="20577"/>
            <ac:spMkLst>
              <pc:docMk/>
              <pc:sldMasterMk cId="3265856986" sldId="2147483687"/>
              <pc:sldLayoutMk cId="759743175" sldId="2147483688"/>
              <ac:spMk id="8" creationId="{39337AFF-2B3D-43A8-B024-4B73D336750A}"/>
            </ac:spMkLst>
          </pc:spChg>
        </pc:sldLayoutChg>
        <pc:sldLayoutChg chg="delSp del mod">
          <pc:chgData name="Natale, Luigi" userId="0bb35f83-ebdf-4526-ae9a-c3e8393a1d1b" providerId="ADAL" clId="{E5AB3468-BDC1-4939-8415-283035D80A99}" dt="2021-09-01T13:39:24.432" v="6" actId="2696"/>
          <pc:sldLayoutMkLst>
            <pc:docMk/>
            <pc:sldMasterMk cId="3265856986" sldId="2147483687"/>
            <pc:sldLayoutMk cId="673423679" sldId="2147483689"/>
          </pc:sldLayoutMkLst>
          <pc:picChg chg="del">
            <ac:chgData name="Natale, Luigi" userId="0bb35f83-ebdf-4526-ae9a-c3e8393a1d1b" providerId="ADAL" clId="{E5AB3468-BDC1-4939-8415-283035D80A99}" dt="2021-09-01T13:39:21.984" v="4" actId="21"/>
            <ac:picMkLst>
              <pc:docMk/>
              <pc:sldMasterMk cId="3265856986" sldId="2147483687"/>
              <pc:sldLayoutMk cId="673423679" sldId="2147483689"/>
              <ac:picMk id="5" creationId="{2C852528-98ED-4EF8-94D2-65154EB73827}"/>
            </ac:picMkLst>
          </pc:picChg>
        </pc:sldLayoutChg>
        <pc:sldLayoutChg chg="del">
          <pc:chgData name="Natale, Luigi" userId="0bb35f83-ebdf-4526-ae9a-c3e8393a1d1b" providerId="ADAL" clId="{E5AB3468-BDC1-4939-8415-283035D80A99}" dt="2021-09-01T13:39:14.697" v="1" actId="2696"/>
          <pc:sldLayoutMkLst>
            <pc:docMk/>
            <pc:sldMasterMk cId="3265856986" sldId="2147483687"/>
            <pc:sldLayoutMk cId="2251695291" sldId="2147483690"/>
          </pc:sldLayoutMkLst>
        </pc:sldLayoutChg>
        <pc:sldLayoutChg chg="addSp delSp modSp mod">
          <pc:chgData name="Natale, Luigi" userId="0bb35f83-ebdf-4526-ae9a-c3e8393a1d1b" providerId="ADAL" clId="{E5AB3468-BDC1-4939-8415-283035D80A99}" dt="2021-09-01T13:39:22.990" v="5"/>
          <pc:sldLayoutMkLst>
            <pc:docMk/>
            <pc:sldMasterMk cId="3265856986" sldId="2147483687"/>
            <pc:sldLayoutMk cId="3256594917" sldId="2147483691"/>
          </pc:sldLayoutMkLst>
          <pc:spChg chg="del">
            <ac:chgData name="Natale, Luigi" userId="0bb35f83-ebdf-4526-ae9a-c3e8393a1d1b" providerId="ADAL" clId="{E5AB3468-BDC1-4939-8415-283035D80A99}" dt="2021-09-01T13:39:16.655" v="2" actId="478"/>
            <ac:spMkLst>
              <pc:docMk/>
              <pc:sldMasterMk cId="3265856986" sldId="2147483687"/>
              <pc:sldLayoutMk cId="3256594917" sldId="2147483691"/>
              <ac:spMk id="11" creationId="{00000000-0000-0000-0000-000000000000}"/>
            </ac:spMkLst>
          </pc:spChg>
          <pc:spChg chg="del">
            <ac:chgData name="Natale, Luigi" userId="0bb35f83-ebdf-4526-ae9a-c3e8393a1d1b" providerId="ADAL" clId="{E5AB3468-BDC1-4939-8415-283035D80A99}" dt="2021-09-01T13:39:16.655" v="2" actId="478"/>
            <ac:spMkLst>
              <pc:docMk/>
              <pc:sldMasterMk cId="3265856986" sldId="2147483687"/>
              <pc:sldLayoutMk cId="3256594917" sldId="2147483691"/>
              <ac:spMk id="12" creationId="{00000000-0000-0000-0000-000000000000}"/>
            </ac:spMkLst>
          </pc:spChg>
          <pc:picChg chg="add mod">
            <ac:chgData name="Natale, Luigi" userId="0bb35f83-ebdf-4526-ae9a-c3e8393a1d1b" providerId="ADAL" clId="{E5AB3468-BDC1-4939-8415-283035D80A99}" dt="2021-09-01T13:39:22.990" v="5"/>
            <ac:picMkLst>
              <pc:docMk/>
              <pc:sldMasterMk cId="3265856986" sldId="2147483687"/>
              <pc:sldLayoutMk cId="3256594917" sldId="2147483691"/>
              <ac:picMk id="4" creationId="{409B820A-FD54-4F13-8B35-5B959438F164}"/>
            </ac:picMkLst>
          </pc:picChg>
        </pc:sldLayoutChg>
        <pc:sldLayoutChg chg="delSp mod">
          <pc:chgData name="Natale, Luigi" userId="0bb35f83-ebdf-4526-ae9a-c3e8393a1d1b" providerId="ADAL" clId="{E5AB3468-BDC1-4939-8415-283035D80A99}" dt="2021-09-01T13:39:18.717" v="3" actId="478"/>
          <pc:sldLayoutMkLst>
            <pc:docMk/>
            <pc:sldMasterMk cId="3265856986" sldId="2147483687"/>
            <pc:sldLayoutMk cId="2016559798" sldId="2147483692"/>
          </pc:sldLayoutMkLst>
          <pc:spChg chg="del">
            <ac:chgData name="Natale, Luigi" userId="0bb35f83-ebdf-4526-ae9a-c3e8393a1d1b" providerId="ADAL" clId="{E5AB3468-BDC1-4939-8415-283035D80A99}" dt="2021-09-01T13:39:18.717" v="3" actId="478"/>
            <ac:spMkLst>
              <pc:docMk/>
              <pc:sldMasterMk cId="3265856986" sldId="2147483687"/>
              <pc:sldLayoutMk cId="2016559798" sldId="2147483692"/>
              <ac:spMk id="59" creationId="{00000000-0000-0000-0000-000000000000}"/>
            </ac:spMkLst>
          </pc:spChg>
          <pc:spChg chg="del">
            <ac:chgData name="Natale, Luigi" userId="0bb35f83-ebdf-4526-ae9a-c3e8393a1d1b" providerId="ADAL" clId="{E5AB3468-BDC1-4939-8415-283035D80A99}" dt="2021-09-01T13:39:18.717" v="3" actId="478"/>
            <ac:spMkLst>
              <pc:docMk/>
              <pc:sldMasterMk cId="3265856986" sldId="2147483687"/>
              <pc:sldLayoutMk cId="2016559798" sldId="2147483692"/>
              <ac:spMk id="60" creationId="{00000000-0000-0000-0000-000000000000}"/>
            </ac:spMkLst>
          </pc:spChg>
          <pc:spChg chg="del">
            <ac:chgData name="Natale, Luigi" userId="0bb35f83-ebdf-4526-ae9a-c3e8393a1d1b" providerId="ADAL" clId="{E5AB3468-BDC1-4939-8415-283035D80A99}" dt="2021-09-01T13:39:18.717" v="3" actId="478"/>
            <ac:spMkLst>
              <pc:docMk/>
              <pc:sldMasterMk cId="3265856986" sldId="2147483687"/>
              <pc:sldLayoutMk cId="2016559798" sldId="2147483692"/>
              <ac:spMk id="61"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it-IT" sz="4400" b="0" strike="noStrike" spc="-1">
                <a:latin typeface="Arial"/>
              </a:rPr>
              <a:t>Fai clic per spostare la diapositiva</a:t>
            </a:r>
          </a:p>
        </p:txBody>
      </p:sp>
      <p:sp>
        <p:nvSpPr>
          <p:cNvPr id="13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it-IT" sz="2000" b="0" strike="noStrike" spc="-1">
                <a:latin typeface="Arial"/>
              </a:rPr>
              <a:t>Fai clic per modificare il formato delle note</a:t>
            </a:r>
          </a:p>
        </p:txBody>
      </p:sp>
      <p:sp>
        <p:nvSpPr>
          <p:cNvPr id="13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it-IT" sz="1400" b="0" strike="noStrike" spc="-1">
                <a:latin typeface="Times New Roman"/>
              </a:rPr>
              <a:t>&lt;intestazione&gt;</a:t>
            </a:r>
          </a:p>
        </p:txBody>
      </p:sp>
      <p:sp>
        <p:nvSpPr>
          <p:cNvPr id="140" name="PlaceHolder 4"/>
          <p:cNvSpPr>
            <a:spLocks noGrp="1"/>
          </p:cNvSpPr>
          <p:nvPr>
            <p:ph type="dt"/>
          </p:nvPr>
        </p:nvSpPr>
        <p:spPr>
          <a:xfrm>
            <a:off x="4278960" y="0"/>
            <a:ext cx="3280680" cy="534240"/>
          </a:xfrm>
          <a:prstGeom prst="rect">
            <a:avLst/>
          </a:prstGeom>
          <a:noFill/>
          <a:ln w="0">
            <a:noFill/>
          </a:ln>
        </p:spPr>
        <p:txBody>
          <a:bodyPr lIns="0" tIns="0" rIns="0" bIns="0" anchor="t">
            <a:noAutofit/>
          </a:bodyPr>
          <a:lstStyle/>
          <a:p>
            <a:pPr algn="r"/>
            <a:r>
              <a:rPr lang="it-IT" sz="1400" b="0" strike="noStrike" spc="-1">
                <a:latin typeface="Times New Roman"/>
              </a:rPr>
              <a:t>&lt;data/ora&gt;</a:t>
            </a:r>
          </a:p>
        </p:txBody>
      </p:sp>
      <p:sp>
        <p:nvSpPr>
          <p:cNvPr id="141" name="PlaceHolder 5"/>
          <p:cNvSpPr>
            <a:spLocks noGrp="1"/>
          </p:cNvSpPr>
          <p:nvPr>
            <p:ph type="ftr"/>
          </p:nvPr>
        </p:nvSpPr>
        <p:spPr>
          <a:xfrm>
            <a:off x="0" y="10157400"/>
            <a:ext cx="3280680" cy="534240"/>
          </a:xfrm>
          <a:prstGeom prst="rect">
            <a:avLst/>
          </a:prstGeom>
          <a:noFill/>
          <a:ln w="0">
            <a:noFill/>
          </a:ln>
        </p:spPr>
        <p:txBody>
          <a:bodyPr lIns="0" tIns="0" rIns="0" bIns="0" anchor="b">
            <a:noAutofit/>
          </a:bodyPr>
          <a:lstStyle/>
          <a:p>
            <a:r>
              <a:rPr lang="it-IT" sz="1400" b="0" strike="noStrike" spc="-1">
                <a:latin typeface="Times New Roman"/>
              </a:rPr>
              <a:t>&lt;piè di pagina&gt;</a:t>
            </a:r>
          </a:p>
        </p:txBody>
      </p:sp>
      <p:sp>
        <p:nvSpPr>
          <p:cNvPr id="142" name="PlaceHolder 6"/>
          <p:cNvSpPr>
            <a:spLocks noGrp="1"/>
          </p:cNvSpPr>
          <p:nvPr>
            <p:ph type="sldNum"/>
          </p:nvPr>
        </p:nvSpPr>
        <p:spPr>
          <a:xfrm>
            <a:off x="4278960" y="10157400"/>
            <a:ext cx="3280680" cy="534240"/>
          </a:xfrm>
          <a:prstGeom prst="rect">
            <a:avLst/>
          </a:prstGeom>
          <a:noFill/>
          <a:ln w="0">
            <a:noFill/>
          </a:ln>
        </p:spPr>
        <p:txBody>
          <a:bodyPr lIns="0" tIns="0" rIns="0" bIns="0" anchor="b">
            <a:noAutofit/>
          </a:bodyPr>
          <a:lstStyle/>
          <a:p>
            <a:pPr algn="r"/>
            <a:fld id="{AE8F551D-B424-4CDB-9B44-C0E9C7D4B3D3}" type="slidenum">
              <a:rPr lang="it-IT" sz="1400" b="0" strike="noStrike" spc="-1">
                <a:latin typeface="Times New Roman"/>
              </a:rPr>
              <a:t>‹N›</a:t>
            </a:fld>
            <a:endParaRPr lang="it-IT"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Shape 1"/>
          <p:cNvSpPr txBox="1"/>
          <p:nvPr/>
        </p:nvSpPr>
        <p:spPr>
          <a:xfrm>
            <a:off x="3886200" y="8731080"/>
            <a:ext cx="2971440" cy="458280"/>
          </a:xfrm>
          <a:prstGeom prst="rect">
            <a:avLst/>
          </a:prstGeom>
          <a:noFill/>
          <a:ln>
            <a:noFill/>
          </a:ln>
        </p:spPr>
        <p:txBody>
          <a:bodyPr anchor="b">
            <a:noAutofit/>
          </a:bodyPr>
          <a:lstStyle/>
          <a:p>
            <a:pPr algn="r">
              <a:lnSpc>
                <a:spcPct val="100000"/>
              </a:lnSpc>
            </a:pPr>
            <a:fld id="{691A6927-7EC0-4837-8C9E-FE19125D3E56}" type="slidenum">
              <a:rPr lang="en-US" sz="1200" b="0" strike="noStrike" spc="-1">
                <a:solidFill>
                  <a:srgbClr val="000000"/>
                </a:solidFill>
                <a:latin typeface="Times New Roman"/>
              </a:rPr>
              <a:t>1</a:t>
            </a:fld>
            <a:endParaRPr lang="it-IT" sz="1200" b="0" strike="noStrike" spc="-1">
              <a:latin typeface="Times New Roman"/>
            </a:endParaRPr>
          </a:p>
        </p:txBody>
      </p:sp>
      <p:sp>
        <p:nvSpPr>
          <p:cNvPr id="168" name="PlaceHolder 2"/>
          <p:cNvSpPr>
            <a:spLocks noGrp="1" noRot="1" noChangeAspect="1"/>
          </p:cNvSpPr>
          <p:nvPr>
            <p:ph type="sldImg"/>
          </p:nvPr>
        </p:nvSpPr>
        <p:spPr>
          <a:xfrm>
            <a:off x="1131888" y="688975"/>
            <a:ext cx="4594225" cy="3446463"/>
          </a:xfrm>
          <a:prstGeom prst="rect">
            <a:avLst/>
          </a:prstGeom>
        </p:spPr>
      </p:sp>
      <p:sp>
        <p:nvSpPr>
          <p:cNvPr id="169" name="PlaceHolder 3"/>
          <p:cNvSpPr>
            <a:spLocks noGrp="1"/>
          </p:cNvSpPr>
          <p:nvPr>
            <p:ph type="body"/>
          </p:nvPr>
        </p:nvSpPr>
        <p:spPr>
          <a:xfrm>
            <a:off x="914400" y="4365720"/>
            <a:ext cx="5028840" cy="4134960"/>
          </a:xfrm>
          <a:prstGeom prst="rect">
            <a:avLst/>
          </a:prstGeom>
        </p:spPr>
        <p:txBody>
          <a:bodyPr>
            <a:noAutofit/>
          </a:bodyPr>
          <a:lstStyle/>
          <a:p>
            <a:endParaRPr lang="it-IT" sz="20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08075" y="812800"/>
            <a:ext cx="5343525" cy="4008438"/>
          </a:xfrm>
        </p:spPr>
      </p:sp>
      <p:sp>
        <p:nvSpPr>
          <p:cNvPr id="3" name="Segnaposto note 2"/>
          <p:cNvSpPr>
            <a:spLocks noGrp="1"/>
          </p:cNvSpPr>
          <p:nvPr>
            <p:ph type="body" idx="1"/>
          </p:nvPr>
        </p:nvSpPr>
        <p:spPr/>
        <p:txBody>
          <a:bodyPr/>
          <a:lstStyle/>
          <a:p>
            <a:pPr algn="l" fontAlgn="base"/>
            <a:r>
              <a:rPr lang="it-IT" b="0" i="0">
                <a:solidFill>
                  <a:srgbClr val="2C45A3"/>
                </a:solidFill>
                <a:effectLst/>
                <a:latin typeface="Roboto Slab"/>
              </a:rPr>
              <a:t>Ricerca </a:t>
            </a:r>
            <a:r>
              <a:rPr lang="it-IT" b="0" i="0" dirty="0">
                <a:solidFill>
                  <a:srgbClr val="2C45A3"/>
                </a:solidFill>
                <a:effectLst/>
                <a:latin typeface="Roboto Slab"/>
              </a:rPr>
              <a:t>binaria</a:t>
            </a:r>
          </a:p>
          <a:p>
            <a:pPr algn="l" fontAlgn="base"/>
            <a:r>
              <a:rPr lang="it-IT" b="0" i="0" dirty="0">
                <a:solidFill>
                  <a:srgbClr val="444444"/>
                </a:solidFill>
                <a:effectLst/>
                <a:latin typeface="Raleway" pitchFamily="2" charset="0"/>
              </a:rPr>
              <a:t>L’algoritmo di </a:t>
            </a:r>
            <a:r>
              <a:rPr lang="it-IT" b="1" i="0" dirty="0">
                <a:solidFill>
                  <a:srgbClr val="444444"/>
                </a:solidFill>
                <a:effectLst/>
                <a:latin typeface="inherit"/>
              </a:rPr>
              <a:t>ricerca binaria</a:t>
            </a:r>
            <a:r>
              <a:rPr lang="it-IT" b="0" i="0" dirty="0">
                <a:solidFill>
                  <a:srgbClr val="444444"/>
                </a:solidFill>
                <a:effectLst/>
                <a:latin typeface="Raleway" pitchFamily="2" charset="0"/>
              </a:rPr>
              <a:t> o </a:t>
            </a:r>
            <a:r>
              <a:rPr lang="it-IT" b="1" i="0" dirty="0">
                <a:solidFill>
                  <a:srgbClr val="444444"/>
                </a:solidFill>
                <a:effectLst/>
                <a:latin typeface="inherit"/>
              </a:rPr>
              <a:t>dicotomica </a:t>
            </a:r>
            <a:r>
              <a:rPr lang="it-IT" b="0" i="0" dirty="0">
                <a:solidFill>
                  <a:srgbClr val="444444"/>
                </a:solidFill>
                <a:effectLst/>
                <a:latin typeface="Raleway" pitchFamily="2" charset="0"/>
              </a:rPr>
              <a:t>è un algoritmo che viene utilizzato per trovare elementi in un array ordinato. Si usa il termine dicotomica (dal greco: tagliare in due) perché si procede a divisioni successive dell’array.</a:t>
            </a:r>
          </a:p>
          <a:p>
            <a:pPr algn="l" fontAlgn="base"/>
            <a:r>
              <a:rPr lang="it-IT" b="0" i="0" dirty="0">
                <a:solidFill>
                  <a:srgbClr val="444444"/>
                </a:solidFill>
                <a:effectLst/>
                <a:latin typeface="Raleway" pitchFamily="2" charset="0"/>
              </a:rPr>
              <a:t>Questo algoritmo rientra dunque nella famiglia degli algoritmi che utilizzano il metodo </a:t>
            </a:r>
            <a:r>
              <a:rPr lang="it-IT" b="0" i="1" dirty="0">
                <a:solidFill>
                  <a:srgbClr val="444444"/>
                </a:solidFill>
                <a:effectLst/>
                <a:latin typeface="inherit"/>
              </a:rPr>
              <a:t>divide et impera</a:t>
            </a:r>
            <a:r>
              <a:rPr lang="it-IT" b="0" i="0" dirty="0">
                <a:solidFill>
                  <a:srgbClr val="444444"/>
                </a:solidFill>
                <a:effectLst/>
                <a:latin typeface="Raleway" pitchFamily="2" charset="0"/>
              </a:rPr>
              <a:t>.</a:t>
            </a:r>
          </a:p>
          <a:p>
            <a:pPr algn="l" fontAlgn="base"/>
            <a:r>
              <a:rPr lang="it-IT" b="0" i="0" dirty="0">
                <a:solidFill>
                  <a:srgbClr val="444444"/>
                </a:solidFill>
                <a:effectLst/>
                <a:latin typeface="Raleway" pitchFamily="2" charset="0"/>
              </a:rPr>
              <a:t>Utilizzare la </a:t>
            </a:r>
            <a:r>
              <a:rPr lang="it-IT" b="1" i="0" dirty="0">
                <a:solidFill>
                  <a:srgbClr val="444444"/>
                </a:solidFill>
                <a:effectLst/>
                <a:latin typeface="inherit"/>
              </a:rPr>
              <a:t>ricerca binaria</a:t>
            </a:r>
            <a:r>
              <a:rPr lang="it-IT" b="0" i="0" dirty="0">
                <a:solidFill>
                  <a:srgbClr val="444444"/>
                </a:solidFill>
                <a:effectLst/>
                <a:latin typeface="Raleway" pitchFamily="2" charset="0"/>
              </a:rPr>
              <a:t> in un array ordinato è molto più efficiente rispetto alla ricerca sequenziale, in special modo se l’array contiene tanti elementi.</a:t>
            </a:r>
          </a:p>
          <a:p>
            <a:pPr algn="l" fontAlgn="base"/>
            <a:r>
              <a:rPr lang="it-IT" b="0" i="0" dirty="0">
                <a:solidFill>
                  <a:srgbClr val="444444"/>
                </a:solidFill>
                <a:effectLst/>
                <a:latin typeface="Raleway" pitchFamily="2" charset="0"/>
              </a:rPr>
              <a:t>Questo algoritmo viene utilizzato in molte applicazioni in maniera naturale, come ad esempio il gioco indovina numero, la ricerca di una parola in un vocabolario o la ricerca di un contatto telefonico in una rubrica. Quindi ad esempio in quest’ultimo caso, si apre la rubrica, verso l’elemento centrale (poi vedremo come migliorare la ricerca con un algoritmo di ricerca interpolato), quindi si confronta il valore trovato con la chiave da cercare.</a:t>
            </a:r>
          </a:p>
          <a:p>
            <a:pPr algn="l" fontAlgn="base"/>
            <a:r>
              <a:rPr lang="it-IT" b="0" i="0" dirty="0">
                <a:solidFill>
                  <a:srgbClr val="444444"/>
                </a:solidFill>
                <a:effectLst/>
                <a:latin typeface="Raleway" pitchFamily="2" charset="0"/>
              </a:rPr>
              <a:t>Se la </a:t>
            </a:r>
            <a:r>
              <a:rPr lang="it-IT" b="0" i="1" dirty="0">
                <a:solidFill>
                  <a:srgbClr val="444444"/>
                </a:solidFill>
                <a:effectLst/>
                <a:latin typeface="inherit"/>
              </a:rPr>
              <a:t>chiave </a:t>
            </a:r>
            <a:r>
              <a:rPr lang="it-IT" b="0" i="0" dirty="0">
                <a:solidFill>
                  <a:srgbClr val="444444"/>
                </a:solidFill>
                <a:effectLst/>
                <a:latin typeface="Raleway" pitchFamily="2" charset="0"/>
              </a:rPr>
              <a:t>è </a:t>
            </a:r>
            <a:r>
              <a:rPr lang="it-IT" b="1" i="0" dirty="0">
                <a:solidFill>
                  <a:srgbClr val="444444"/>
                </a:solidFill>
                <a:effectLst/>
                <a:latin typeface="inherit"/>
              </a:rPr>
              <a:t>uguale </a:t>
            </a:r>
            <a:r>
              <a:rPr lang="it-IT" b="0" i="0" dirty="0">
                <a:solidFill>
                  <a:srgbClr val="444444"/>
                </a:solidFill>
                <a:effectLst/>
                <a:latin typeface="Raleway" pitchFamily="2" charset="0"/>
              </a:rPr>
              <a:t>abbiamo trovato subito l’elemento.</a:t>
            </a:r>
          </a:p>
          <a:p>
            <a:pPr algn="l" fontAlgn="base"/>
            <a:r>
              <a:rPr lang="it-IT" b="0" i="0" dirty="0">
                <a:solidFill>
                  <a:srgbClr val="444444"/>
                </a:solidFill>
                <a:effectLst/>
                <a:latin typeface="Raleway" pitchFamily="2" charset="0"/>
              </a:rPr>
              <a:t>Altrimenti, se la </a:t>
            </a:r>
            <a:r>
              <a:rPr lang="it-IT" b="0" i="1" dirty="0">
                <a:solidFill>
                  <a:srgbClr val="444444"/>
                </a:solidFill>
                <a:effectLst/>
                <a:latin typeface="inherit"/>
              </a:rPr>
              <a:t>chiave </a:t>
            </a:r>
            <a:r>
              <a:rPr lang="it-IT" b="0" i="0" dirty="0">
                <a:solidFill>
                  <a:srgbClr val="444444"/>
                </a:solidFill>
                <a:effectLst/>
                <a:latin typeface="Raleway" pitchFamily="2" charset="0"/>
              </a:rPr>
              <a:t>è </a:t>
            </a:r>
            <a:r>
              <a:rPr lang="it-IT" b="1" i="0" dirty="0">
                <a:solidFill>
                  <a:srgbClr val="444444"/>
                </a:solidFill>
                <a:effectLst/>
                <a:latin typeface="inherit"/>
              </a:rPr>
              <a:t>maggiore </a:t>
            </a:r>
            <a:r>
              <a:rPr lang="it-IT" b="0" i="0" dirty="0">
                <a:solidFill>
                  <a:srgbClr val="444444"/>
                </a:solidFill>
                <a:effectLst/>
                <a:latin typeface="Raleway" pitchFamily="2" charset="0"/>
              </a:rPr>
              <a:t>allora si confronta con i valori successivi, scartando quelli precedenti, cioè gli elementi a destra del valore centrale.</a:t>
            </a:r>
          </a:p>
          <a:p>
            <a:pPr algn="l" fontAlgn="base"/>
            <a:r>
              <a:rPr lang="it-IT" b="0" i="0" dirty="0">
                <a:solidFill>
                  <a:srgbClr val="444444"/>
                </a:solidFill>
                <a:effectLst/>
                <a:latin typeface="Raleway" pitchFamily="2" charset="0"/>
              </a:rPr>
              <a:t>Infine se la </a:t>
            </a:r>
            <a:r>
              <a:rPr lang="it-IT" b="0" i="1" dirty="0">
                <a:solidFill>
                  <a:srgbClr val="444444"/>
                </a:solidFill>
                <a:effectLst/>
                <a:latin typeface="inherit"/>
              </a:rPr>
              <a:t>chiave </a:t>
            </a:r>
            <a:r>
              <a:rPr lang="it-IT" b="0" i="0" dirty="0">
                <a:solidFill>
                  <a:srgbClr val="444444"/>
                </a:solidFill>
                <a:effectLst/>
                <a:latin typeface="Raleway" pitchFamily="2" charset="0"/>
              </a:rPr>
              <a:t>è </a:t>
            </a:r>
            <a:r>
              <a:rPr lang="it-IT" b="1" i="0" dirty="0">
                <a:solidFill>
                  <a:srgbClr val="444444"/>
                </a:solidFill>
                <a:effectLst/>
                <a:latin typeface="inherit"/>
              </a:rPr>
              <a:t>minore </a:t>
            </a:r>
            <a:r>
              <a:rPr lang="it-IT" b="0" i="0" dirty="0">
                <a:solidFill>
                  <a:srgbClr val="444444"/>
                </a:solidFill>
                <a:effectLst/>
                <a:latin typeface="Raleway" pitchFamily="2" charset="0"/>
              </a:rPr>
              <a:t>si confronta con i valori precedenti, scartando i successivi, cioè gli elementi a sinistra del valore centrale.</a:t>
            </a:r>
          </a:p>
          <a:p>
            <a:pPr algn="l" fontAlgn="base"/>
            <a:r>
              <a:rPr lang="it-IT" b="0" i="0" dirty="0">
                <a:solidFill>
                  <a:srgbClr val="444444"/>
                </a:solidFill>
                <a:effectLst/>
                <a:latin typeface="Raleway" pitchFamily="2" charset="0"/>
              </a:rPr>
              <a:t>Questo chiaramente per un array ordinato in ordine crescente.</a:t>
            </a:r>
          </a:p>
          <a:p>
            <a:endParaRPr lang="it-IT" dirty="0"/>
          </a:p>
        </p:txBody>
      </p:sp>
      <p:sp>
        <p:nvSpPr>
          <p:cNvPr id="4" name="Segnaposto numero diapositiva 3"/>
          <p:cNvSpPr>
            <a:spLocks noGrp="1"/>
          </p:cNvSpPr>
          <p:nvPr>
            <p:ph type="sldNum"/>
          </p:nvPr>
        </p:nvSpPr>
        <p:spPr/>
        <p:txBody>
          <a:bodyPr/>
          <a:lstStyle/>
          <a:p>
            <a:pPr algn="r"/>
            <a:fld id="{AE8F551D-B424-4CDB-9B44-C0E9C7D4B3D3}" type="slidenum">
              <a:rPr lang="it-IT" sz="1400" b="0" strike="noStrike" spc="-1" smtClean="0">
                <a:latin typeface="Times New Roman"/>
              </a:rPr>
              <a:t>3</a:t>
            </a:fld>
            <a:endParaRPr lang="it-IT" sz="1400" b="0" strike="noStrike" spc="-1">
              <a:latin typeface="Times New Roman"/>
            </a:endParaRPr>
          </a:p>
        </p:txBody>
      </p:sp>
    </p:spTree>
    <p:extLst>
      <p:ext uri="{BB962C8B-B14F-4D97-AF65-F5344CB8AC3E}">
        <p14:creationId xmlns:p14="http://schemas.microsoft.com/office/powerpoint/2010/main" val="6724606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8" name="CustomShape 1">
            <a:extLst>
              <a:ext uri="{FF2B5EF4-FFF2-40B4-BE49-F238E27FC236}">
                <a16:creationId xmlns:a16="http://schemas.microsoft.com/office/drawing/2014/main" id="{39337AFF-2B3D-43A8-B024-4B73D336750A}"/>
              </a:ext>
            </a:extLst>
          </p:cNvPr>
          <p:cNvSpPr/>
          <p:nvPr userDrawn="1"/>
        </p:nvSpPr>
        <p:spPr>
          <a:xfrm>
            <a:off x="0" y="0"/>
            <a:ext cx="9144000" cy="460211"/>
          </a:xfrm>
          <a:prstGeom prst="rect">
            <a:avLst/>
          </a:prstGeom>
          <a:solidFill>
            <a:srgbClr val="2893D1"/>
          </a:solid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it-IT" sz="2400" b="1" strike="noStrike" spc="0" dirty="0">
                <a:solidFill>
                  <a:srgbClr val="FFFFFF"/>
                </a:solidFill>
                <a:latin typeface="Tahoma"/>
                <a:ea typeface="Tahoma"/>
              </a:rPr>
              <a:t>Capitolo 16. Ordinamento e ricerca</a:t>
            </a:r>
          </a:p>
        </p:txBody>
      </p:sp>
      <p:sp>
        <p:nvSpPr>
          <p:cNvPr id="9" name="Line 2">
            <a:extLst>
              <a:ext uri="{FF2B5EF4-FFF2-40B4-BE49-F238E27FC236}">
                <a16:creationId xmlns:a16="http://schemas.microsoft.com/office/drawing/2014/main" id="{15AE6D9E-DF10-40C5-8429-9386A2B34B28}"/>
              </a:ext>
            </a:extLst>
          </p:cNvPr>
          <p:cNvSpPr/>
          <p:nvPr userDrawn="1"/>
        </p:nvSpPr>
        <p:spPr>
          <a:xfrm>
            <a:off x="0" y="444170"/>
            <a:ext cx="7808760" cy="0"/>
          </a:xfrm>
          <a:prstGeom prst="line">
            <a:avLst/>
          </a:prstGeom>
          <a:ln w="9360">
            <a:solidFill>
              <a:schemeClr val="tx2"/>
            </a:solidFill>
            <a:round/>
          </a:ln>
        </p:spPr>
        <p:style>
          <a:lnRef idx="0">
            <a:scrgbClr r="0" g="0" b="0"/>
          </a:lnRef>
          <a:fillRef idx="0">
            <a:scrgbClr r="0" g="0" b="0"/>
          </a:fillRef>
          <a:effectRef idx="0">
            <a:scrgbClr r="0" g="0" b="0"/>
          </a:effectRef>
          <a:fontRef idx="minor"/>
        </p:style>
        <p:txBody>
          <a:bodyPr/>
          <a:lstStyle/>
          <a:p>
            <a:endParaRPr lang="it-IT" dirty="0"/>
          </a:p>
        </p:txBody>
      </p:sp>
      <p:pic>
        <p:nvPicPr>
          <p:cNvPr id="10" name="Immagine 2">
            <a:extLst>
              <a:ext uri="{FF2B5EF4-FFF2-40B4-BE49-F238E27FC236}">
                <a16:creationId xmlns:a16="http://schemas.microsoft.com/office/drawing/2014/main" id="{34C3AAF7-DEFB-44BD-A9A4-FB105D3862A8}"/>
              </a:ext>
            </a:extLst>
          </p:cNvPr>
          <p:cNvPicPr/>
          <p:nvPr userDrawn="1"/>
        </p:nvPicPr>
        <p:blipFill>
          <a:blip r:embed="rId2"/>
          <a:stretch/>
        </p:blipFill>
        <p:spPr>
          <a:xfrm>
            <a:off x="7782120" y="0"/>
            <a:ext cx="1361880" cy="1924560"/>
          </a:xfrm>
          <a:prstGeom prst="rect">
            <a:avLst/>
          </a:prstGeom>
          <a:ln>
            <a:solidFill>
              <a:schemeClr val="bg2"/>
            </a:solidFill>
          </a:ln>
        </p:spPr>
      </p:pic>
    </p:spTree>
    <p:extLst>
      <p:ext uri="{BB962C8B-B14F-4D97-AF65-F5344CB8AC3E}">
        <p14:creationId xmlns:p14="http://schemas.microsoft.com/office/powerpoint/2010/main" val="759743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Content">
    <p:spTree>
      <p:nvGrpSpPr>
        <p:cNvPr id="1" name=""/>
        <p:cNvGrpSpPr/>
        <p:nvPr/>
      </p:nvGrpSpPr>
      <p:grpSpPr>
        <a:xfrm>
          <a:off x="0" y="0"/>
          <a:ext cx="0" cy="0"/>
          <a:chOff x="0" y="0"/>
          <a:chExt cx="0" cy="0"/>
        </a:xfrm>
      </p:grpSpPr>
      <p:pic>
        <p:nvPicPr>
          <p:cNvPr id="4" name="Immagine 2">
            <a:extLst>
              <a:ext uri="{FF2B5EF4-FFF2-40B4-BE49-F238E27FC236}">
                <a16:creationId xmlns:a16="http://schemas.microsoft.com/office/drawing/2014/main" id="{409B820A-FD54-4F13-8B35-5B959438F164}"/>
              </a:ext>
            </a:extLst>
          </p:cNvPr>
          <p:cNvPicPr/>
          <p:nvPr userDrawn="1"/>
        </p:nvPicPr>
        <p:blipFill>
          <a:blip r:embed="rId2"/>
          <a:stretch/>
        </p:blipFill>
        <p:spPr>
          <a:xfrm>
            <a:off x="7782120" y="0"/>
            <a:ext cx="1361880" cy="1924560"/>
          </a:xfrm>
          <a:prstGeom prst="rect">
            <a:avLst/>
          </a:prstGeom>
          <a:ln>
            <a:solidFill>
              <a:schemeClr val="bg2"/>
            </a:solidFill>
          </a:ln>
        </p:spPr>
      </p:pic>
    </p:spTree>
    <p:extLst>
      <p:ext uri="{BB962C8B-B14F-4D97-AF65-F5344CB8AC3E}">
        <p14:creationId xmlns:p14="http://schemas.microsoft.com/office/powerpoint/2010/main" val="3256594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2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559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86F7B3D-123F-44BE-B2B6-D07C85E714E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A41466B-ECAE-4FCC-A616-72AE631FB5D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piè di pagina 3">
            <a:extLst>
              <a:ext uri="{FF2B5EF4-FFF2-40B4-BE49-F238E27FC236}">
                <a16:creationId xmlns:a16="http://schemas.microsoft.com/office/drawing/2014/main" id="{E37481E1-54B3-4E54-A62A-3D7F434E04FB}"/>
              </a:ext>
            </a:extLst>
          </p:cNvPr>
          <p:cNvSpPr>
            <a:spLocks noGrp="1"/>
          </p:cNvSpPr>
          <p:nvPr>
            <p:ph type="ftr" sz="quarter" idx="10"/>
          </p:nvPr>
        </p:nvSpPr>
        <p:spPr/>
        <p:txBody>
          <a:bodyPr/>
          <a:lstStyle>
            <a:lvl1pPr>
              <a:defRPr/>
            </a:lvl1pPr>
          </a:lstStyle>
          <a:p>
            <a:r>
              <a:rPr lang="it-IT" altLang="it-IT"/>
              <a:t>Copyright © 2004 - The McGraw</a:t>
            </a:r>
            <a:r>
              <a:rPr lang="it-IT" altLang="it-IT" sz="800"/>
              <a:t> </a:t>
            </a:r>
            <a:r>
              <a:rPr lang="it-IT" altLang="it-IT"/>
              <a:t>-</a:t>
            </a:r>
            <a:r>
              <a:rPr lang="it-IT" altLang="it-IT" sz="800"/>
              <a:t> </a:t>
            </a:r>
            <a:r>
              <a:rPr lang="it-IT" altLang="it-IT"/>
              <a:t>Hill Companies, srl</a:t>
            </a:r>
          </a:p>
        </p:txBody>
      </p:sp>
      <p:sp>
        <p:nvSpPr>
          <p:cNvPr id="5" name="Segnaposto numero diapositiva 4">
            <a:extLst>
              <a:ext uri="{FF2B5EF4-FFF2-40B4-BE49-F238E27FC236}">
                <a16:creationId xmlns:a16="http://schemas.microsoft.com/office/drawing/2014/main" id="{F2F8F2AB-4DF9-41E8-87C2-FE90602A9117}"/>
              </a:ext>
            </a:extLst>
          </p:cNvPr>
          <p:cNvSpPr>
            <a:spLocks noGrp="1"/>
          </p:cNvSpPr>
          <p:nvPr>
            <p:ph type="sldNum" sz="quarter" idx="11"/>
          </p:nvPr>
        </p:nvSpPr>
        <p:spPr/>
        <p:txBody>
          <a:bodyPr/>
          <a:lstStyle>
            <a:lvl1pPr>
              <a:defRPr/>
            </a:lvl1pPr>
          </a:lstStyle>
          <a:p>
            <a:fld id="{36010545-8E4C-4057-B472-B3517A7A10C5}" type="slidenum">
              <a:rPr lang="it-IT" altLang="it-IT"/>
              <a:pPr/>
              <a:t>‹N›</a:t>
            </a:fld>
            <a:endParaRPr lang="it-IT" altLang="it-IT"/>
          </a:p>
        </p:txBody>
      </p:sp>
    </p:spTree>
    <p:extLst>
      <p:ext uri="{BB962C8B-B14F-4D97-AF65-F5344CB8AC3E}">
        <p14:creationId xmlns:p14="http://schemas.microsoft.com/office/powerpoint/2010/main" val="30578954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CustomShape 3"/>
          <p:cNvSpPr/>
          <p:nvPr/>
        </p:nvSpPr>
        <p:spPr>
          <a:xfrm>
            <a:off x="0" y="6453360"/>
            <a:ext cx="9143640" cy="431280"/>
          </a:xfrm>
          <a:prstGeom prst="rect">
            <a:avLst/>
          </a:prstGeom>
          <a:solidFill>
            <a:srgbClr val="2893D1"/>
          </a:solidFill>
          <a:ln w="9360">
            <a:solidFill>
              <a:schemeClr val="tx2"/>
            </a:solidFill>
            <a:miter/>
          </a:ln>
        </p:spPr>
        <p:style>
          <a:lnRef idx="0">
            <a:scrgbClr r="0" g="0" b="0"/>
          </a:lnRef>
          <a:fillRef idx="0">
            <a:scrgbClr r="0" g="0" b="0"/>
          </a:fillRef>
          <a:effectRef idx="0">
            <a:scrgbClr r="0" g="0" b="0"/>
          </a:effectRef>
          <a:fontRef idx="minor"/>
        </p:style>
      </p:sp>
      <p:sp>
        <p:nvSpPr>
          <p:cNvPr id="3" name="CustomShape 4"/>
          <p:cNvSpPr/>
          <p:nvPr/>
        </p:nvSpPr>
        <p:spPr>
          <a:xfrm>
            <a:off x="59040" y="6472440"/>
            <a:ext cx="4368960" cy="394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it-IT" sz="1000" b="1" strike="noStrike" spc="-1">
                <a:solidFill>
                  <a:srgbClr val="FFFFFF"/>
                </a:solidFill>
                <a:latin typeface="Tahoma"/>
                <a:ea typeface="Tahoma"/>
              </a:rPr>
              <a:t>Fondamenti di programmazione in C++ – Seconda edizione</a:t>
            </a:r>
            <a:br/>
            <a:r>
              <a:rPr lang="it-IT" sz="1000" b="0" strike="noStrike" spc="-1">
                <a:solidFill>
                  <a:srgbClr val="FFFFFF"/>
                </a:solidFill>
                <a:latin typeface="Tahoma"/>
                <a:ea typeface="Tahoma"/>
              </a:rPr>
              <a:t>Luis Joyanes Aguilar, Aldo Franco Dragoni (a cura di)</a:t>
            </a:r>
            <a:endParaRPr lang="it-IT" sz="1000" b="0" strike="noStrike" spc="-1">
              <a:latin typeface="Arial"/>
            </a:endParaRPr>
          </a:p>
        </p:txBody>
      </p:sp>
      <p:sp>
        <p:nvSpPr>
          <p:cNvPr id="4" name="CustomShape 5"/>
          <p:cNvSpPr/>
          <p:nvPr/>
        </p:nvSpPr>
        <p:spPr>
          <a:xfrm>
            <a:off x="6156000" y="6453360"/>
            <a:ext cx="2499120" cy="54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pPr>
            <a:r>
              <a:rPr lang="it-IT" sz="1000" b="1" strike="noStrike" spc="-1">
                <a:solidFill>
                  <a:srgbClr val="FFFFFF"/>
                </a:solidFill>
                <a:latin typeface="Tahoma"/>
                <a:ea typeface="Tahoma"/>
              </a:rPr>
              <a:t>Copyright © 2021</a:t>
            </a:r>
            <a:endParaRPr lang="it-IT" sz="1000" b="0" strike="noStrike" spc="-1">
              <a:latin typeface="Arial"/>
            </a:endParaRPr>
          </a:p>
          <a:p>
            <a:pPr algn="r">
              <a:lnSpc>
                <a:spcPct val="100000"/>
              </a:lnSpc>
            </a:pPr>
            <a:r>
              <a:rPr lang="it-IT" sz="1000" b="1" strike="noStrike" spc="-1">
                <a:solidFill>
                  <a:srgbClr val="FFFFFF"/>
                </a:solidFill>
                <a:latin typeface="Tahoma"/>
                <a:ea typeface="Tahoma"/>
              </a:rPr>
              <a:t>McGraw-Hill Education (Italy) S.r.l. </a:t>
            </a:r>
            <a:endParaRPr lang="it-IT" sz="1000" b="0" strike="noStrike" spc="-1">
              <a:latin typeface="Arial"/>
            </a:endParaRPr>
          </a:p>
        </p:txBody>
      </p:sp>
      <p:pic>
        <p:nvPicPr>
          <p:cNvPr id="5" name="Immagine 15" descr="Immagine che contiene segnale, arresto, disegnando, camion&#10;&#10;Descrizione generata automaticamente"/>
          <p:cNvPicPr/>
          <p:nvPr/>
        </p:nvPicPr>
        <p:blipFill>
          <a:blip r:embed="rId6"/>
          <a:stretch/>
        </p:blipFill>
        <p:spPr>
          <a:xfrm>
            <a:off x="8623440" y="6362640"/>
            <a:ext cx="520200" cy="522000"/>
          </a:xfrm>
          <a:prstGeom prst="rect">
            <a:avLst/>
          </a:prstGeom>
          <a:ln>
            <a:noFill/>
          </a:ln>
        </p:spPr>
      </p:pic>
    </p:spTree>
    <p:extLst>
      <p:ext uri="{BB962C8B-B14F-4D97-AF65-F5344CB8AC3E}">
        <p14:creationId xmlns:p14="http://schemas.microsoft.com/office/powerpoint/2010/main" val="3265856986"/>
      </p:ext>
    </p:extLst>
  </p:cSld>
  <p:clrMap bg1="lt1" tx1="dk1" bg2="lt2" tx2="dk2" accent1="accent1" accent2="accent2" accent3="accent3" accent4="accent4" accent5="accent5" accent6="accent6" hlink="hlink" folHlink="folHlink"/>
  <p:sldLayoutIdLst>
    <p:sldLayoutId id="2147483688" r:id="rId1"/>
    <p:sldLayoutId id="2147483691" r:id="rId2"/>
    <p:sldLayoutId id="2147483692" r:id="rId3"/>
    <p:sldLayoutId id="2147483693"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CustomShape 1"/>
          <p:cNvSpPr/>
          <p:nvPr/>
        </p:nvSpPr>
        <p:spPr>
          <a:xfrm>
            <a:off x="8317080" y="6093000"/>
            <a:ext cx="647280" cy="431280"/>
          </a:xfrm>
          <a:prstGeom prst="actionButtonBlank">
            <a:avLst/>
          </a:prstGeom>
          <a:noFill/>
          <a:ln>
            <a:noFill/>
          </a:ln>
        </p:spPr>
        <p:style>
          <a:lnRef idx="0">
            <a:scrgbClr r="0" g="0" b="0"/>
          </a:lnRef>
          <a:fillRef idx="0">
            <a:scrgbClr r="0" g="0" b="0"/>
          </a:fillRef>
          <a:effectRef idx="0">
            <a:scrgbClr r="0" g="0" b="0"/>
          </a:effectRef>
          <a:fontRef idx="minor"/>
        </p:style>
      </p:sp>
      <p:sp>
        <p:nvSpPr>
          <p:cNvPr id="104" name="CustomShape 2"/>
          <p:cNvSpPr/>
          <p:nvPr/>
        </p:nvSpPr>
        <p:spPr>
          <a:xfrm>
            <a:off x="4572000" y="1139299"/>
            <a:ext cx="3619500" cy="255309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lnSpc>
                <a:spcPct val="100000"/>
              </a:lnSpc>
            </a:pPr>
            <a:r>
              <a:rPr lang="it-IT" sz="4000" b="1" strike="noStrike" spc="-1" dirty="0">
                <a:solidFill>
                  <a:srgbClr val="2893D1"/>
                </a:solidFill>
                <a:latin typeface="Calibri"/>
              </a:rPr>
              <a:t>Capitolo 16</a:t>
            </a:r>
            <a:endParaRPr lang="it-IT" sz="4000" b="0" strike="noStrike" spc="-1" dirty="0">
              <a:latin typeface="Arial"/>
            </a:endParaRPr>
          </a:p>
          <a:p>
            <a:pPr algn="ctr">
              <a:lnSpc>
                <a:spcPct val="100000"/>
              </a:lnSpc>
            </a:pPr>
            <a:endParaRPr lang="it-IT" sz="4000" b="0" strike="noStrike" spc="-1" dirty="0">
              <a:latin typeface="Arial"/>
            </a:endParaRPr>
          </a:p>
          <a:p>
            <a:pPr algn="ctr">
              <a:lnSpc>
                <a:spcPct val="100000"/>
              </a:lnSpc>
            </a:pPr>
            <a:r>
              <a:rPr lang="it-IT" sz="4000" b="1" spc="-100" dirty="0">
                <a:solidFill>
                  <a:srgbClr val="E21A24"/>
                </a:solidFill>
                <a:latin typeface="Calibri"/>
              </a:rPr>
              <a:t>Ordinamento e ricerca</a:t>
            </a:r>
          </a:p>
        </p:txBody>
      </p:sp>
      <p:pic>
        <p:nvPicPr>
          <p:cNvPr id="7" name="Immagine 6">
            <a:extLst>
              <a:ext uri="{FF2B5EF4-FFF2-40B4-BE49-F238E27FC236}">
                <a16:creationId xmlns:a16="http://schemas.microsoft.com/office/drawing/2014/main" id="{740FA196-2483-41FD-A148-0D19FA9F75E8}"/>
              </a:ext>
            </a:extLst>
          </p:cNvPr>
          <p:cNvPicPr>
            <a:picLocks noChangeAspect="1"/>
          </p:cNvPicPr>
          <p:nvPr/>
        </p:nvPicPr>
        <p:blipFill>
          <a:blip r:embed="rId3"/>
          <a:stretch>
            <a:fillRect/>
          </a:stretch>
        </p:blipFill>
        <p:spPr>
          <a:xfrm>
            <a:off x="952500" y="636397"/>
            <a:ext cx="3619500" cy="5114925"/>
          </a:xfrm>
          <a:prstGeom prst="rect">
            <a:avLst/>
          </a:prstGeom>
          <a:solidFill>
            <a:schemeClr val="bg2"/>
          </a:solidFill>
          <a:ln>
            <a:solidFill>
              <a:schemeClr val="bg2"/>
            </a:solidFill>
          </a:ln>
        </p:spPr>
      </p:pic>
      <p:sp>
        <p:nvSpPr>
          <p:cNvPr id="5" name="CasellaDiTesto 1">
            <a:extLst>
              <a:ext uri="{FF2B5EF4-FFF2-40B4-BE49-F238E27FC236}">
                <a16:creationId xmlns:a16="http://schemas.microsoft.com/office/drawing/2014/main" id="{B7794ECC-2E3A-409D-A656-CFCB111E127F}"/>
              </a:ext>
            </a:extLst>
          </p:cNvPr>
          <p:cNvSpPr txBox="1"/>
          <p:nvPr/>
        </p:nvSpPr>
        <p:spPr>
          <a:xfrm>
            <a:off x="4644000" y="4797000"/>
            <a:ext cx="4147289" cy="369332"/>
          </a:xfrm>
          <a:prstGeom prst="rect">
            <a:avLst/>
          </a:prstGeom>
          <a:noFill/>
        </p:spPr>
        <p:txBody>
          <a:bodyPr wrap="none" rtlCol="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dirty="0"/>
              <a:t>Presenta: Massimo Orazio Spata,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 name="Immagine 145"/>
          <p:cNvPicPr/>
          <p:nvPr/>
        </p:nvPicPr>
        <p:blipFill>
          <a:blip r:embed="rId2"/>
          <a:stretch/>
        </p:blipFill>
        <p:spPr>
          <a:xfrm>
            <a:off x="540000" y="2621880"/>
            <a:ext cx="6895800" cy="2238120"/>
          </a:xfrm>
          <a:prstGeom prst="rect">
            <a:avLst/>
          </a:prstGeom>
          <a:ln w="0">
            <a:noFill/>
          </a:ln>
        </p:spPr>
      </p:pic>
      <p:sp>
        <p:nvSpPr>
          <p:cNvPr id="4" name="CustomShape 1">
            <a:extLst>
              <a:ext uri="{FF2B5EF4-FFF2-40B4-BE49-F238E27FC236}">
                <a16:creationId xmlns:a16="http://schemas.microsoft.com/office/drawing/2014/main" id="{96685C7F-8DC4-45B8-A665-2FEB55535B3C}"/>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ricerca sequenziale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Immagine 147"/>
          <p:cNvPicPr/>
          <p:nvPr/>
        </p:nvPicPr>
        <p:blipFill>
          <a:blip r:embed="rId3"/>
          <a:stretch/>
        </p:blipFill>
        <p:spPr>
          <a:xfrm>
            <a:off x="183240" y="1260000"/>
            <a:ext cx="7586640" cy="5180760"/>
          </a:xfrm>
          <a:prstGeom prst="rect">
            <a:avLst/>
          </a:prstGeom>
          <a:ln w="0">
            <a:noFill/>
          </a:ln>
        </p:spPr>
      </p:pic>
      <p:sp>
        <p:nvSpPr>
          <p:cNvPr id="4" name="CustomShape 1">
            <a:extLst>
              <a:ext uri="{FF2B5EF4-FFF2-40B4-BE49-F238E27FC236}">
                <a16:creationId xmlns:a16="http://schemas.microsoft.com/office/drawing/2014/main" id="{6C0F43EC-9D24-4B26-AA13-8DA13EECD56C}"/>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ricerca binaria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asellaDiTesto 149"/>
          <p:cNvSpPr txBox="1"/>
          <p:nvPr/>
        </p:nvSpPr>
        <p:spPr>
          <a:xfrm>
            <a:off x="652680" y="2160000"/>
            <a:ext cx="6547320" cy="3333960"/>
          </a:xfrm>
          <a:prstGeom prst="rect">
            <a:avLst/>
          </a:prstGeom>
          <a:noFill/>
          <a:ln w="0">
            <a:noFill/>
          </a:ln>
        </p:spPr>
        <p:txBody>
          <a:bodyPr lIns="0" tIns="0" rIns="0" bIns="0" anchor="t">
            <a:noAutofit/>
          </a:bodyPr>
          <a:lstStyle/>
          <a:p>
            <a:pPr marL="306000" indent="-270000">
              <a:buSzPct val="100000"/>
              <a:buBlip>
                <a:blip r:embed="rId2"/>
              </a:buBlip>
            </a:pPr>
            <a:r>
              <a:rPr lang="it-IT" sz="2800" b="0" strike="noStrike" spc="-1">
                <a:solidFill>
                  <a:srgbClr val="000000"/>
                </a:solidFill>
                <a:latin typeface="Arial"/>
                <a:ea typeface="Arial"/>
              </a:rPr>
              <a:t>per inserimento diretto (</a:t>
            </a:r>
            <a:r>
              <a:rPr lang="it-IT" sz="2800" b="0" i="1" strike="noStrike" spc="-1">
                <a:solidFill>
                  <a:srgbClr val="000000"/>
                </a:solidFill>
                <a:latin typeface="Arial"/>
                <a:ea typeface="Arial"/>
              </a:rPr>
              <a:t>insertionsort</a:t>
            </a:r>
            <a:r>
              <a:rPr lang="it-IT" sz="2800" b="0" strike="noStrike" spc="-1">
                <a:solidFill>
                  <a:srgbClr val="000000"/>
                </a:solidFill>
                <a:latin typeface="Arial"/>
                <a:ea typeface="Arial"/>
              </a:rPr>
              <a:t>)</a:t>
            </a:r>
            <a:br/>
            <a:r>
              <a:rPr lang="it-IT" sz="2800" b="0" strike="noStrike" spc="-1">
                <a:solidFill>
                  <a:srgbClr val="000000"/>
                </a:solidFill>
                <a:latin typeface="Arial"/>
              </a:rPr>
              <a:t> </a:t>
            </a:r>
            <a:endParaRPr lang="it-IT" sz="2800" b="0" strike="noStrike" spc="-1">
              <a:latin typeface="Arial"/>
            </a:endParaRPr>
          </a:p>
          <a:p>
            <a:pPr marL="306000" indent="-270000">
              <a:buSzPct val="100000"/>
              <a:buBlip>
                <a:blip r:embed="rId2"/>
              </a:buBlip>
            </a:pPr>
            <a:r>
              <a:rPr lang="it-IT" sz="2800" b="0" strike="noStrike" spc="-1">
                <a:solidFill>
                  <a:srgbClr val="000000"/>
                </a:solidFill>
                <a:latin typeface="Arial"/>
                <a:ea typeface="Arial"/>
              </a:rPr>
              <a:t>per selezione diretta (</a:t>
            </a:r>
            <a:r>
              <a:rPr lang="it-IT" sz="2800" b="0" i="1" strike="noStrike" spc="-1">
                <a:solidFill>
                  <a:srgbClr val="000000"/>
                </a:solidFill>
                <a:latin typeface="Arial"/>
                <a:ea typeface="Arial"/>
              </a:rPr>
              <a:t>selectionsort</a:t>
            </a:r>
            <a:r>
              <a:rPr lang="it-IT" sz="2800" b="0" strike="noStrike" spc="-1">
                <a:solidFill>
                  <a:srgbClr val="000000"/>
                </a:solidFill>
                <a:latin typeface="Arial"/>
                <a:ea typeface="Arial"/>
              </a:rPr>
              <a:t>)</a:t>
            </a:r>
            <a:br/>
            <a:r>
              <a:rPr lang="it-IT" sz="2800" b="0" strike="noStrike" spc="-1">
                <a:solidFill>
                  <a:srgbClr val="000000"/>
                </a:solidFill>
                <a:latin typeface="Arial"/>
              </a:rPr>
              <a:t> </a:t>
            </a:r>
            <a:endParaRPr lang="it-IT" sz="2800" b="0" strike="noStrike" spc="-1">
              <a:latin typeface="Arial"/>
            </a:endParaRPr>
          </a:p>
          <a:p>
            <a:pPr marL="306000" indent="-270000">
              <a:buSzPct val="100000"/>
              <a:buBlip>
                <a:blip r:embed="rId2"/>
              </a:buBlip>
            </a:pPr>
            <a:r>
              <a:rPr lang="it-IT" sz="2800" b="0" strike="noStrike" spc="-1">
                <a:solidFill>
                  <a:srgbClr val="000000"/>
                </a:solidFill>
                <a:latin typeface="Arial"/>
                <a:ea typeface="Arial"/>
              </a:rPr>
              <a:t>per scambio diretto (</a:t>
            </a:r>
            <a:r>
              <a:rPr lang="it-IT" sz="2800" b="0" i="1" strike="noStrike" spc="-1">
                <a:solidFill>
                  <a:srgbClr val="000000"/>
                </a:solidFill>
                <a:latin typeface="Arial"/>
                <a:ea typeface="Arial"/>
              </a:rPr>
              <a:t>bubblesort</a:t>
            </a:r>
            <a:r>
              <a:rPr lang="it-IT" sz="2800" b="0" strike="noStrike" spc="-1">
                <a:solidFill>
                  <a:srgbClr val="000000"/>
                </a:solidFill>
                <a:latin typeface="Arial"/>
                <a:ea typeface="Arial"/>
              </a:rPr>
              <a:t>)</a:t>
            </a:r>
            <a:br/>
            <a:r>
              <a:rPr lang="it-IT" sz="2800" b="0" strike="noStrike" spc="-1">
                <a:solidFill>
                  <a:srgbClr val="000000"/>
                </a:solidFill>
                <a:latin typeface="Arial"/>
              </a:rPr>
              <a:t> </a:t>
            </a:r>
            <a:endParaRPr lang="it-IT" sz="2800" b="0" strike="noStrike" spc="-1">
              <a:latin typeface="Arial"/>
            </a:endParaRPr>
          </a:p>
          <a:p>
            <a:pPr marL="306000" indent="-270000">
              <a:buSzPct val="100000"/>
              <a:buBlip>
                <a:blip r:embed="rId2"/>
              </a:buBlip>
            </a:pPr>
            <a:r>
              <a:rPr lang="it-IT" sz="2800" b="0" strike="noStrike" spc="-1">
                <a:solidFill>
                  <a:srgbClr val="000000"/>
                </a:solidFill>
                <a:latin typeface="Arial"/>
                <a:ea typeface="Arial"/>
              </a:rPr>
              <a:t>per partizione (</a:t>
            </a:r>
            <a:r>
              <a:rPr lang="it-IT" sz="2800" b="0" i="1" strike="noStrike" spc="-1">
                <a:solidFill>
                  <a:srgbClr val="FF0000"/>
                </a:solidFill>
                <a:latin typeface="Arial"/>
                <a:ea typeface="Arial"/>
              </a:rPr>
              <a:t>quicksort</a:t>
            </a:r>
            <a:r>
              <a:rPr lang="it-IT" sz="2800" b="0" strike="noStrike" spc="-1">
                <a:solidFill>
                  <a:srgbClr val="000000"/>
                </a:solidFill>
                <a:latin typeface="Arial"/>
                <a:ea typeface="Arial"/>
              </a:rPr>
              <a:t>)</a:t>
            </a:r>
            <a:endParaRPr lang="it-IT" sz="2800" b="0" strike="noStrike" spc="-1">
              <a:latin typeface="Arial"/>
            </a:endParaRPr>
          </a:p>
        </p:txBody>
      </p:sp>
      <p:sp>
        <p:nvSpPr>
          <p:cNvPr id="4" name="CustomShape 1">
            <a:extLst>
              <a:ext uri="{FF2B5EF4-FFF2-40B4-BE49-F238E27FC236}">
                <a16:creationId xmlns:a16="http://schemas.microsoft.com/office/drawing/2014/main" id="{6E196787-99DF-4C6D-8707-F83C81695B1C}"/>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ordinamenti di vettori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Immagine 151"/>
          <p:cNvPicPr/>
          <p:nvPr/>
        </p:nvPicPr>
        <p:blipFill>
          <a:blip r:embed="rId2"/>
          <a:stretch/>
        </p:blipFill>
        <p:spPr>
          <a:xfrm>
            <a:off x="1476000" y="1485000"/>
            <a:ext cx="6204745" cy="4896000"/>
          </a:xfrm>
          <a:prstGeom prst="rect">
            <a:avLst/>
          </a:prstGeom>
          <a:ln w="0">
            <a:noFill/>
          </a:ln>
        </p:spPr>
      </p:pic>
      <p:sp>
        <p:nvSpPr>
          <p:cNvPr id="4" name="CustomShape 1">
            <a:extLst>
              <a:ext uri="{FF2B5EF4-FFF2-40B4-BE49-F238E27FC236}">
                <a16:creationId xmlns:a16="http://schemas.microsoft.com/office/drawing/2014/main" id="{94129921-B600-4C2F-BFD5-AFF5501633E2}"/>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inserimento diretto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Immagine 153"/>
          <p:cNvPicPr/>
          <p:nvPr/>
        </p:nvPicPr>
        <p:blipFill>
          <a:blip r:embed="rId2"/>
          <a:stretch/>
        </p:blipFill>
        <p:spPr>
          <a:xfrm>
            <a:off x="36000" y="1845000"/>
            <a:ext cx="7728120" cy="4568760"/>
          </a:xfrm>
          <a:prstGeom prst="rect">
            <a:avLst/>
          </a:prstGeom>
          <a:ln w="0">
            <a:noFill/>
          </a:ln>
        </p:spPr>
      </p:pic>
      <p:sp>
        <p:nvSpPr>
          <p:cNvPr id="4" name="CustomShape 1">
            <a:extLst>
              <a:ext uri="{FF2B5EF4-FFF2-40B4-BE49-F238E27FC236}">
                <a16:creationId xmlns:a16="http://schemas.microsoft.com/office/drawing/2014/main" id="{D8D07046-A02B-43D8-99CB-BB2A3A718CD9}"/>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inserimento diretto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 name="Immagine 155"/>
          <p:cNvPicPr/>
          <p:nvPr/>
        </p:nvPicPr>
        <p:blipFill>
          <a:blip r:embed="rId2"/>
          <a:stretch/>
        </p:blipFill>
        <p:spPr>
          <a:xfrm>
            <a:off x="1367350" y="1413000"/>
            <a:ext cx="6409300" cy="5023057"/>
          </a:xfrm>
          <a:prstGeom prst="rect">
            <a:avLst/>
          </a:prstGeom>
          <a:ln w="0">
            <a:noFill/>
          </a:ln>
        </p:spPr>
      </p:pic>
      <p:sp>
        <p:nvSpPr>
          <p:cNvPr id="4" name="CustomShape 1">
            <a:extLst>
              <a:ext uri="{FF2B5EF4-FFF2-40B4-BE49-F238E27FC236}">
                <a16:creationId xmlns:a16="http://schemas.microsoft.com/office/drawing/2014/main" id="{3ADE7E38-7110-4225-A2A7-1CAAB6E00402}"/>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selezione diretta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 name="Immagine 157"/>
          <p:cNvPicPr/>
          <p:nvPr/>
        </p:nvPicPr>
        <p:blipFill>
          <a:blip r:embed="rId2"/>
          <a:stretch/>
        </p:blipFill>
        <p:spPr>
          <a:xfrm>
            <a:off x="180000" y="1369440"/>
            <a:ext cx="7560000" cy="5083560"/>
          </a:xfrm>
          <a:prstGeom prst="rect">
            <a:avLst/>
          </a:prstGeom>
          <a:ln w="0">
            <a:noFill/>
          </a:ln>
        </p:spPr>
      </p:pic>
      <p:sp>
        <p:nvSpPr>
          <p:cNvPr id="159" name="Rettangolo 158"/>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sp>
        <p:nvSpPr>
          <p:cNvPr id="5" name="CustomShape 1">
            <a:extLst>
              <a:ext uri="{FF2B5EF4-FFF2-40B4-BE49-F238E27FC236}">
                <a16:creationId xmlns:a16="http://schemas.microsoft.com/office/drawing/2014/main" id="{F62C9513-1B85-4921-9647-28D59554EEE4}"/>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selezione diretta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Rettangolo 160"/>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pic>
        <p:nvPicPr>
          <p:cNvPr id="162" name="Immagine 161"/>
          <p:cNvPicPr/>
          <p:nvPr/>
        </p:nvPicPr>
        <p:blipFill>
          <a:blip r:embed="rId2"/>
          <a:stretch/>
        </p:blipFill>
        <p:spPr>
          <a:xfrm>
            <a:off x="1980000" y="1413000"/>
            <a:ext cx="5220000" cy="4999680"/>
          </a:xfrm>
          <a:prstGeom prst="rect">
            <a:avLst/>
          </a:prstGeom>
          <a:ln w="0">
            <a:noFill/>
          </a:ln>
        </p:spPr>
      </p:pic>
      <p:sp>
        <p:nvSpPr>
          <p:cNvPr id="5" name="CustomShape 1">
            <a:extLst>
              <a:ext uri="{FF2B5EF4-FFF2-40B4-BE49-F238E27FC236}">
                <a16:creationId xmlns:a16="http://schemas.microsoft.com/office/drawing/2014/main" id="{8A3D14AC-3400-48A4-BF5F-4570A1ACB5A9}"/>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err="1">
                <a:solidFill>
                  <a:srgbClr val="FF0000"/>
                </a:solidFill>
                <a:latin typeface="Calibri" panose="020F0502020204030204" pitchFamily="34" charset="0"/>
                <a:cs typeface="Calibri" panose="020F0502020204030204" pitchFamily="34" charset="0"/>
              </a:rPr>
              <a:t>BubbleSort</a:t>
            </a:r>
            <a:endParaRPr lang="it-IT" sz="4000" spc="-1" dirty="0">
              <a:solidFill>
                <a:srgbClr val="FF0000"/>
              </a:solidFill>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Rettangolo 163"/>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pic>
        <p:nvPicPr>
          <p:cNvPr id="165" name="Immagine 164"/>
          <p:cNvPicPr/>
          <p:nvPr/>
        </p:nvPicPr>
        <p:blipFill>
          <a:blip r:embed="rId2"/>
          <a:stretch/>
        </p:blipFill>
        <p:spPr>
          <a:xfrm>
            <a:off x="1858320" y="1400760"/>
            <a:ext cx="5521680" cy="5052240"/>
          </a:xfrm>
          <a:prstGeom prst="rect">
            <a:avLst/>
          </a:prstGeom>
          <a:ln w="0">
            <a:noFill/>
          </a:ln>
        </p:spPr>
      </p:pic>
      <p:sp>
        <p:nvSpPr>
          <p:cNvPr id="5" name="CustomShape 1">
            <a:extLst>
              <a:ext uri="{FF2B5EF4-FFF2-40B4-BE49-F238E27FC236}">
                <a16:creationId xmlns:a16="http://schemas.microsoft.com/office/drawing/2014/main" id="{4953EA6F-7902-4499-B208-929C586E7409}"/>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err="1">
                <a:solidFill>
                  <a:srgbClr val="FF0000"/>
                </a:solidFill>
                <a:latin typeface="Calibri" panose="020F0502020204030204" pitchFamily="34" charset="0"/>
                <a:cs typeface="Calibri" panose="020F0502020204030204" pitchFamily="34" charset="0"/>
              </a:rPr>
              <a:t>BubbleSort</a:t>
            </a:r>
            <a:endParaRPr lang="it-IT" sz="4000" spc="-1" dirty="0">
              <a:solidFill>
                <a:srgbClr val="FF0000"/>
              </a:solidFill>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Rettangolo 166"/>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sp>
        <p:nvSpPr>
          <p:cNvPr id="7" name="CustomShape 1">
            <a:extLst>
              <a:ext uri="{FF2B5EF4-FFF2-40B4-BE49-F238E27FC236}">
                <a16:creationId xmlns:a16="http://schemas.microsoft.com/office/drawing/2014/main" id="{6E40290A-8A69-4B65-AC96-904A0D14C96F}"/>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err="1">
                <a:solidFill>
                  <a:srgbClr val="FF0000"/>
                </a:solidFill>
                <a:latin typeface="Calibri" panose="020F0502020204030204" pitchFamily="34" charset="0"/>
                <a:cs typeface="Calibri" panose="020F0502020204030204" pitchFamily="34" charset="0"/>
              </a:rPr>
              <a:t>QuickSort</a:t>
            </a:r>
            <a:endParaRPr lang="it-IT" sz="4000" spc="-1" dirty="0">
              <a:solidFill>
                <a:srgbClr val="FF0000"/>
              </a:solidFill>
              <a:latin typeface="Calibri" panose="020F0502020204030204" pitchFamily="34" charset="0"/>
              <a:cs typeface="Calibri" panose="020F0502020204030204" pitchFamily="34" charset="0"/>
            </a:endParaRPr>
          </a:p>
        </p:txBody>
      </p:sp>
      <p:grpSp>
        <p:nvGrpSpPr>
          <p:cNvPr id="3" name="Gruppo 2">
            <a:extLst>
              <a:ext uri="{FF2B5EF4-FFF2-40B4-BE49-F238E27FC236}">
                <a16:creationId xmlns:a16="http://schemas.microsoft.com/office/drawing/2014/main" id="{CD846D07-4A8A-4B0E-B1EC-CFFBAE501DB5}"/>
              </a:ext>
            </a:extLst>
          </p:cNvPr>
          <p:cNvGrpSpPr/>
          <p:nvPr/>
        </p:nvGrpSpPr>
        <p:grpSpPr>
          <a:xfrm>
            <a:off x="180360" y="2061000"/>
            <a:ext cx="8423640" cy="4167000"/>
            <a:chOff x="36360" y="2160000"/>
            <a:chExt cx="8423640" cy="4167000"/>
          </a:xfrm>
        </p:grpSpPr>
        <p:pic>
          <p:nvPicPr>
            <p:cNvPr id="168" name="Immagine 167"/>
            <p:cNvPicPr/>
            <p:nvPr/>
          </p:nvPicPr>
          <p:blipFill>
            <a:blip r:embed="rId2"/>
            <a:stretch/>
          </p:blipFill>
          <p:spPr>
            <a:xfrm>
              <a:off x="36360" y="2160000"/>
              <a:ext cx="8423640" cy="4167000"/>
            </a:xfrm>
            <a:prstGeom prst="rect">
              <a:avLst/>
            </a:prstGeom>
            <a:ln w="0">
              <a:noFill/>
            </a:ln>
          </p:spPr>
        </p:pic>
        <p:sp>
          <p:nvSpPr>
            <p:cNvPr id="2" name="Rettangolo 1">
              <a:extLst>
                <a:ext uri="{FF2B5EF4-FFF2-40B4-BE49-F238E27FC236}">
                  <a16:creationId xmlns:a16="http://schemas.microsoft.com/office/drawing/2014/main" id="{98CBF2A8-F7C6-446A-8E78-FF9BD281F2DF}"/>
                </a:ext>
              </a:extLst>
            </p:cNvPr>
            <p:cNvSpPr/>
            <p:nvPr/>
          </p:nvSpPr>
          <p:spPr>
            <a:xfrm>
              <a:off x="5364000" y="2160000"/>
              <a:ext cx="3096000" cy="324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Rettangolo 170"/>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pic>
        <p:nvPicPr>
          <p:cNvPr id="172" name="Immagine 171"/>
          <p:cNvPicPr/>
          <p:nvPr/>
        </p:nvPicPr>
        <p:blipFill>
          <a:blip r:embed="rId2"/>
          <a:stretch/>
        </p:blipFill>
        <p:spPr>
          <a:xfrm>
            <a:off x="1889280" y="1413000"/>
            <a:ext cx="5346720" cy="4955400"/>
          </a:xfrm>
          <a:prstGeom prst="rect">
            <a:avLst/>
          </a:prstGeom>
          <a:ln w="0">
            <a:noFill/>
          </a:ln>
        </p:spPr>
      </p:pic>
      <p:sp>
        <p:nvSpPr>
          <p:cNvPr id="5" name="CustomShape 1">
            <a:extLst>
              <a:ext uri="{FF2B5EF4-FFF2-40B4-BE49-F238E27FC236}">
                <a16:creationId xmlns:a16="http://schemas.microsoft.com/office/drawing/2014/main" id="{E9AAFE49-B31B-41D1-AEAD-77223E268386}"/>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err="1">
                <a:solidFill>
                  <a:srgbClr val="FF0000"/>
                </a:solidFill>
                <a:latin typeface="Calibri" panose="020F0502020204030204" pitchFamily="34" charset="0"/>
                <a:cs typeface="Calibri" panose="020F0502020204030204" pitchFamily="34" charset="0"/>
              </a:rPr>
              <a:t>QuickSort</a:t>
            </a:r>
            <a:endParaRPr lang="it-IT" sz="4000" spc="-1" dirty="0">
              <a:solidFill>
                <a:srgbClr val="FF0000"/>
              </a:solidFill>
              <a:latin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Rettangolo 173"/>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pic>
        <p:nvPicPr>
          <p:cNvPr id="175" name="Immagine 174"/>
          <p:cNvPicPr/>
          <p:nvPr/>
        </p:nvPicPr>
        <p:blipFill>
          <a:blip r:embed="rId2"/>
          <a:stretch/>
        </p:blipFill>
        <p:spPr>
          <a:xfrm>
            <a:off x="0" y="534600"/>
            <a:ext cx="6120000" cy="5905440"/>
          </a:xfrm>
          <a:prstGeom prst="rect">
            <a:avLst/>
          </a:prstGeom>
          <a:ln w="0">
            <a:noFill/>
          </a:ln>
        </p:spPr>
      </p:pic>
      <p:sp>
        <p:nvSpPr>
          <p:cNvPr id="5" name="CustomShape 1">
            <a:extLst>
              <a:ext uri="{FF2B5EF4-FFF2-40B4-BE49-F238E27FC236}">
                <a16:creationId xmlns:a16="http://schemas.microsoft.com/office/drawing/2014/main" id="{890280F0-E9A1-4054-B7A2-D275B2D60A54}"/>
              </a:ext>
            </a:extLst>
          </p:cNvPr>
          <p:cNvSpPr/>
          <p:nvPr/>
        </p:nvSpPr>
        <p:spPr>
          <a:xfrm>
            <a:off x="4572000" y="836613"/>
            <a:ext cx="316865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err="1">
                <a:solidFill>
                  <a:srgbClr val="FF0000"/>
                </a:solidFill>
                <a:latin typeface="Calibri" panose="020F0502020204030204" pitchFamily="34" charset="0"/>
                <a:cs typeface="Calibri" panose="020F0502020204030204" pitchFamily="34" charset="0"/>
              </a:rPr>
              <a:t>QuickSort</a:t>
            </a:r>
            <a:endParaRPr lang="it-IT" sz="4000" spc="-1" dirty="0">
              <a:solidFill>
                <a:srgbClr val="FF0000"/>
              </a:solidFill>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piè di pagina 3">
            <a:extLst>
              <a:ext uri="{FF2B5EF4-FFF2-40B4-BE49-F238E27FC236}">
                <a16:creationId xmlns:a16="http://schemas.microsoft.com/office/drawing/2014/main" id="{3256D43F-4618-4CFE-B4E7-D6E51A6F6705}"/>
              </a:ext>
            </a:extLst>
          </p:cNvPr>
          <p:cNvSpPr>
            <a:spLocks noGrp="1"/>
          </p:cNvSpPr>
          <p:nvPr>
            <p:ph type="ftr" sz="quarter" idx="10"/>
          </p:nvPr>
        </p:nvSpPr>
        <p:spPr/>
        <p:txBody>
          <a:bodyPr/>
          <a:lstStyle/>
          <a:p>
            <a:endParaRPr lang="it-IT" altLang="it-IT" dirty="0"/>
          </a:p>
        </p:txBody>
      </p:sp>
      <p:sp>
        <p:nvSpPr>
          <p:cNvPr id="6" name="Segnaposto numero diapositiva 4">
            <a:extLst>
              <a:ext uri="{FF2B5EF4-FFF2-40B4-BE49-F238E27FC236}">
                <a16:creationId xmlns:a16="http://schemas.microsoft.com/office/drawing/2014/main" id="{64019BC5-C367-47B5-A593-A00CA8CE250F}"/>
              </a:ext>
            </a:extLst>
          </p:cNvPr>
          <p:cNvSpPr>
            <a:spLocks noGrp="1"/>
          </p:cNvSpPr>
          <p:nvPr>
            <p:ph type="sldNum" sz="quarter" idx="11"/>
          </p:nvPr>
        </p:nvSpPr>
        <p:spPr/>
        <p:txBody>
          <a:bodyPr/>
          <a:lstStyle/>
          <a:p>
            <a:fld id="{F3F397C5-E3E9-4252-B8A2-7F40DC439D02}" type="slidenum">
              <a:rPr lang="it-IT" altLang="it-IT"/>
              <a:pPr/>
              <a:t>14</a:t>
            </a:fld>
            <a:endParaRPr lang="it-IT" altLang="it-IT"/>
          </a:p>
        </p:txBody>
      </p:sp>
      <p:sp>
        <p:nvSpPr>
          <p:cNvPr id="71682" name="Rectangle 2">
            <a:extLst>
              <a:ext uri="{FF2B5EF4-FFF2-40B4-BE49-F238E27FC236}">
                <a16:creationId xmlns:a16="http://schemas.microsoft.com/office/drawing/2014/main" id="{7EBE627D-4C76-4250-A65D-03F1750BD166}"/>
              </a:ext>
            </a:extLst>
          </p:cNvPr>
          <p:cNvSpPr>
            <a:spLocks noGrp="1" noChangeArrowheads="1"/>
          </p:cNvSpPr>
          <p:nvPr>
            <p:ph type="body" idx="1"/>
          </p:nvPr>
        </p:nvSpPr>
        <p:spPr>
          <a:xfrm>
            <a:off x="685800" y="1600200"/>
            <a:ext cx="8077200" cy="3916363"/>
          </a:xfrm>
        </p:spPr>
        <p:txBody>
          <a:bodyPr/>
          <a:lstStyle/>
          <a:p>
            <a:pPr>
              <a:lnSpc>
                <a:spcPct val="80000"/>
              </a:lnSpc>
            </a:pPr>
            <a:r>
              <a:rPr lang="it-IT" altLang="it-IT" sz="2800"/>
              <a:t>Nel caso peggiore, il perno scelto ad ogni passo è il minimo o il massimo degli elementi nell’array</a:t>
            </a:r>
          </a:p>
          <a:p>
            <a:pPr>
              <a:lnSpc>
                <a:spcPct val="80000"/>
              </a:lnSpc>
            </a:pPr>
            <a:endParaRPr lang="it-IT" altLang="it-IT" sz="1200"/>
          </a:p>
          <a:p>
            <a:pPr>
              <a:lnSpc>
                <a:spcPct val="80000"/>
              </a:lnSpc>
            </a:pPr>
            <a:r>
              <a:rPr lang="it-IT" altLang="it-IT" sz="2800"/>
              <a:t>Il numero di confronti è pertanto:</a:t>
            </a:r>
          </a:p>
          <a:p>
            <a:pPr algn="ctr">
              <a:lnSpc>
                <a:spcPct val="80000"/>
              </a:lnSpc>
              <a:buFontTx/>
              <a:buNone/>
            </a:pPr>
            <a:r>
              <a:rPr lang="it-IT" altLang="it-IT" sz="2800"/>
              <a:t>C(n)=C(n-1) + C(0) + O(n)</a:t>
            </a:r>
          </a:p>
          <a:p>
            <a:pPr algn="ctr">
              <a:lnSpc>
                <a:spcPct val="80000"/>
              </a:lnSpc>
              <a:buFontTx/>
              <a:buNone/>
            </a:pPr>
            <a:r>
              <a:rPr lang="it-IT" altLang="it-IT" sz="2800"/>
              <a:t>=C(n-1)+O(1)+O(n)</a:t>
            </a:r>
          </a:p>
          <a:p>
            <a:pPr algn="ctr">
              <a:lnSpc>
                <a:spcPct val="80000"/>
              </a:lnSpc>
              <a:buFontTx/>
              <a:buNone/>
            </a:pPr>
            <a:r>
              <a:rPr lang="it-IT" altLang="it-IT" sz="2800"/>
              <a:t>=C(n-1)+O(n)</a:t>
            </a:r>
          </a:p>
          <a:p>
            <a:pPr>
              <a:lnSpc>
                <a:spcPct val="80000"/>
              </a:lnSpc>
            </a:pPr>
            <a:endParaRPr lang="it-IT" altLang="it-IT" sz="1200"/>
          </a:p>
          <a:p>
            <a:pPr>
              <a:lnSpc>
                <a:spcPct val="80000"/>
              </a:lnSpc>
            </a:pPr>
            <a:r>
              <a:rPr lang="it-IT" altLang="it-IT" sz="2800"/>
              <a:t>Svolgendo per iterazione si ottiene </a:t>
            </a:r>
          </a:p>
          <a:p>
            <a:pPr algn="ctr">
              <a:lnSpc>
                <a:spcPct val="80000"/>
              </a:lnSpc>
              <a:buFontTx/>
              <a:buNone/>
            </a:pPr>
            <a:r>
              <a:rPr lang="it-IT" altLang="it-IT" sz="2800"/>
              <a:t>C(n) = O(n</a:t>
            </a:r>
            <a:r>
              <a:rPr lang="it-IT" altLang="it-IT" sz="2800" baseline="30000"/>
              <a:t>2</a:t>
            </a:r>
            <a:r>
              <a:rPr lang="it-IT" altLang="it-IT" sz="2800"/>
              <a:t>)</a:t>
            </a:r>
          </a:p>
        </p:txBody>
      </p:sp>
      <p:sp>
        <p:nvSpPr>
          <p:cNvPr id="71683" name="Rectangle 3">
            <a:extLst>
              <a:ext uri="{FF2B5EF4-FFF2-40B4-BE49-F238E27FC236}">
                <a16:creationId xmlns:a16="http://schemas.microsoft.com/office/drawing/2014/main" id="{E2C6D031-8DB5-42A5-B804-1F57B8570DDF}"/>
              </a:ext>
            </a:extLst>
          </p:cNvPr>
          <p:cNvSpPr>
            <a:spLocks noChangeArrowheads="1"/>
          </p:cNvSpPr>
          <p:nvPr/>
        </p:nvSpPr>
        <p:spPr bwMode="black">
          <a:xfrm>
            <a:off x="457200" y="533400"/>
            <a:ext cx="8458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bg1"/>
                </a:solidFill>
                <a:latin typeface="Times New Roman" panose="02020603050405020304" pitchFamily="18" charset="0"/>
              </a:defRPr>
            </a:lvl1pPr>
            <a:lvl2pPr marL="742950" indent="-285750">
              <a:spcBef>
                <a:spcPct val="20000"/>
              </a:spcBef>
              <a:buChar char="–"/>
              <a:defRPr sz="2800">
                <a:solidFill>
                  <a:schemeClr val="bg1"/>
                </a:solidFill>
                <a:latin typeface="Times New Roman" panose="02020603050405020304" pitchFamily="18" charset="0"/>
              </a:defRPr>
            </a:lvl2pPr>
            <a:lvl3pPr marL="1143000" indent="-228600">
              <a:spcBef>
                <a:spcPct val="20000"/>
              </a:spcBef>
              <a:buChar char="•"/>
              <a:defRPr sz="2400">
                <a:solidFill>
                  <a:schemeClr val="bg1"/>
                </a:solidFill>
                <a:latin typeface="Times New Roman" panose="02020603050405020304" pitchFamily="18" charset="0"/>
              </a:defRPr>
            </a:lvl3pPr>
            <a:lvl4pPr marL="1600200" indent="-228600">
              <a:spcBef>
                <a:spcPct val="20000"/>
              </a:spcBef>
              <a:buChar char="–"/>
              <a:defRPr sz="2000">
                <a:solidFill>
                  <a:schemeClr val="bg1"/>
                </a:solidFill>
                <a:latin typeface="Times New Roman" panose="02020603050405020304" pitchFamily="18" charset="0"/>
              </a:defRPr>
            </a:lvl4pPr>
            <a:lvl5pPr marL="2057400" indent="-228600">
              <a:spcBef>
                <a:spcPct val="20000"/>
              </a:spcBef>
              <a:buChar char="»"/>
              <a:defRPr sz="2000">
                <a:solidFill>
                  <a:schemeClr val="bg1"/>
                </a:solidFill>
                <a:latin typeface="Times New Roman" panose="02020603050405020304" pitchFamily="18" charset="0"/>
              </a:defRPr>
            </a:lvl5pPr>
            <a:lvl6pPr marL="2514600" indent="-228600" fontAlgn="base">
              <a:spcBef>
                <a:spcPct val="20000"/>
              </a:spcBef>
              <a:spcAft>
                <a:spcPct val="0"/>
              </a:spcAft>
              <a:buChar char="»"/>
              <a:defRPr sz="2000">
                <a:solidFill>
                  <a:schemeClr val="bg1"/>
                </a:solidFill>
                <a:latin typeface="Times New Roman" panose="02020603050405020304" pitchFamily="18" charset="0"/>
              </a:defRPr>
            </a:lvl6pPr>
            <a:lvl7pPr marL="2971800" indent="-228600" fontAlgn="base">
              <a:spcBef>
                <a:spcPct val="20000"/>
              </a:spcBef>
              <a:spcAft>
                <a:spcPct val="0"/>
              </a:spcAft>
              <a:buChar char="»"/>
              <a:defRPr sz="2000">
                <a:solidFill>
                  <a:schemeClr val="bg1"/>
                </a:solidFill>
                <a:latin typeface="Times New Roman" panose="02020603050405020304" pitchFamily="18" charset="0"/>
              </a:defRPr>
            </a:lvl7pPr>
            <a:lvl8pPr marL="3429000" indent="-228600" fontAlgn="base">
              <a:spcBef>
                <a:spcPct val="20000"/>
              </a:spcBef>
              <a:spcAft>
                <a:spcPct val="0"/>
              </a:spcAft>
              <a:buChar char="»"/>
              <a:defRPr sz="2000">
                <a:solidFill>
                  <a:schemeClr val="bg1"/>
                </a:solidFill>
                <a:latin typeface="Times New Roman" panose="02020603050405020304" pitchFamily="18" charset="0"/>
              </a:defRPr>
            </a:lvl8pPr>
            <a:lvl9pPr marL="3886200" indent="-228600" fontAlgn="base">
              <a:spcBef>
                <a:spcPct val="20000"/>
              </a:spcBef>
              <a:spcAft>
                <a:spcPct val="0"/>
              </a:spcAft>
              <a:buChar char="»"/>
              <a:defRPr sz="2000">
                <a:solidFill>
                  <a:schemeClr val="bg1"/>
                </a:solidFill>
                <a:latin typeface="Times New Roman" panose="02020603050405020304" pitchFamily="18" charset="0"/>
              </a:defRPr>
            </a:lvl9pPr>
          </a:lstStyle>
          <a:p>
            <a:pPr algn="r" eaLnBrk="1" hangingPunct="1">
              <a:buFontTx/>
              <a:buNone/>
            </a:pPr>
            <a:r>
              <a:rPr lang="it-IT" altLang="it-IT" sz="3800" b="1">
                <a:solidFill>
                  <a:schemeClr val="tx1"/>
                </a:solidFill>
              </a:rPr>
              <a:t>Analisi nel caso peggiore</a:t>
            </a:r>
          </a:p>
        </p:txBody>
      </p:sp>
      <p:sp>
        <p:nvSpPr>
          <p:cNvPr id="71684" name="Text Box 4">
            <a:extLst>
              <a:ext uri="{FF2B5EF4-FFF2-40B4-BE49-F238E27FC236}">
                <a16:creationId xmlns:a16="http://schemas.microsoft.com/office/drawing/2014/main" id="{C374D359-8279-4940-9385-D15F3D5D2D5A}"/>
              </a:ext>
            </a:extLst>
          </p:cNvPr>
          <p:cNvSpPr txBox="1">
            <a:spLocks noChangeArrowheads="1"/>
          </p:cNvSpPr>
          <p:nvPr/>
        </p:nvSpPr>
        <p:spPr bwMode="auto">
          <a:xfrm>
            <a:off x="1908175" y="5949950"/>
            <a:ext cx="57647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it-IT" altLang="it-IT" sz="3200"/>
              <a:t>complessità nel caso migliore?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684"/>
                                        </p:tgtEl>
                                        <p:attrNameLst>
                                          <p:attrName>style.visibility</p:attrName>
                                        </p:attrNameLst>
                                      </p:cBhvr>
                                      <p:to>
                                        <p:strVal val="visible"/>
                                      </p:to>
                                    </p:set>
                                    <p:animEffect transition="in" filter="fade">
                                      <p:cBhvr>
                                        <p:cTn id="7" dur="2000"/>
                                        <p:tgtEl>
                                          <p:spTgt spid="7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piè di pagina 3">
            <a:extLst>
              <a:ext uri="{FF2B5EF4-FFF2-40B4-BE49-F238E27FC236}">
                <a16:creationId xmlns:a16="http://schemas.microsoft.com/office/drawing/2014/main" id="{78C479F6-1A31-4C87-84E7-3D8C2422C23A}"/>
              </a:ext>
            </a:extLst>
          </p:cNvPr>
          <p:cNvSpPr>
            <a:spLocks noGrp="1"/>
          </p:cNvSpPr>
          <p:nvPr>
            <p:ph type="ftr" sz="quarter" idx="10"/>
          </p:nvPr>
        </p:nvSpPr>
        <p:spPr/>
        <p:txBody>
          <a:bodyPr/>
          <a:lstStyle/>
          <a:p>
            <a:endParaRPr lang="it-IT" altLang="it-IT" dirty="0"/>
          </a:p>
        </p:txBody>
      </p:sp>
      <p:sp>
        <p:nvSpPr>
          <p:cNvPr id="6" name="Segnaposto numero diapositiva 4">
            <a:extLst>
              <a:ext uri="{FF2B5EF4-FFF2-40B4-BE49-F238E27FC236}">
                <a16:creationId xmlns:a16="http://schemas.microsoft.com/office/drawing/2014/main" id="{88B1E449-09EF-4A9A-AAF5-8210C233FD9D}"/>
              </a:ext>
            </a:extLst>
          </p:cNvPr>
          <p:cNvSpPr>
            <a:spLocks noGrp="1"/>
          </p:cNvSpPr>
          <p:nvPr>
            <p:ph type="sldNum" sz="quarter" idx="11"/>
          </p:nvPr>
        </p:nvSpPr>
        <p:spPr/>
        <p:txBody>
          <a:bodyPr/>
          <a:lstStyle/>
          <a:p>
            <a:fld id="{3FE20842-7A9A-4582-BF4E-21F36C3049B5}" type="slidenum">
              <a:rPr lang="it-IT" altLang="it-IT"/>
              <a:pPr/>
              <a:t>15</a:t>
            </a:fld>
            <a:endParaRPr lang="it-IT" altLang="it-IT"/>
          </a:p>
        </p:txBody>
      </p:sp>
      <p:pic>
        <p:nvPicPr>
          <p:cNvPr id="139268" name="Picture 4">
            <a:extLst>
              <a:ext uri="{FF2B5EF4-FFF2-40B4-BE49-F238E27FC236}">
                <a16:creationId xmlns:a16="http://schemas.microsoft.com/office/drawing/2014/main" id="{AAB0350A-A2EB-4847-894C-A415649B4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76300"/>
            <a:ext cx="7488237"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9269" name="Text Box 5">
            <a:extLst>
              <a:ext uri="{FF2B5EF4-FFF2-40B4-BE49-F238E27FC236}">
                <a16:creationId xmlns:a16="http://schemas.microsoft.com/office/drawing/2014/main" id="{6CDAB76B-12DB-4580-8077-A4C1FBD6D53A}"/>
              </a:ext>
            </a:extLst>
          </p:cNvPr>
          <p:cNvSpPr txBox="1">
            <a:spLocks noChangeArrowheads="1"/>
          </p:cNvSpPr>
          <p:nvPr/>
        </p:nvSpPr>
        <p:spPr bwMode="auto">
          <a:xfrm>
            <a:off x="0" y="260350"/>
            <a:ext cx="9144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it-IT" altLang="it-IT" sz="2800"/>
              <a:t>Caso migliore: O(n log n), partizionamento sempre bilanciato</a:t>
            </a:r>
          </a:p>
        </p:txBody>
      </p:sp>
      <p:sp>
        <p:nvSpPr>
          <p:cNvPr id="139270" name="Text Box 6">
            <a:extLst>
              <a:ext uri="{FF2B5EF4-FFF2-40B4-BE49-F238E27FC236}">
                <a16:creationId xmlns:a16="http://schemas.microsoft.com/office/drawing/2014/main" id="{58906B2C-42E7-429B-8E77-8CF2F74217E0}"/>
              </a:ext>
            </a:extLst>
          </p:cNvPr>
          <p:cNvSpPr txBox="1">
            <a:spLocks noChangeArrowheads="1"/>
          </p:cNvSpPr>
          <p:nvPr/>
        </p:nvSpPr>
        <p:spPr bwMode="auto">
          <a:xfrm>
            <a:off x="6102350" y="6080125"/>
            <a:ext cx="1998663" cy="396875"/>
          </a:xfrm>
          <a:prstGeom prst="rect">
            <a:avLst/>
          </a:prstGeom>
          <a:solidFill>
            <a:schemeClr val="bg1"/>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it-IT" sz="2000"/>
              <a:t>Totale: </a:t>
            </a:r>
            <a:r>
              <a:rPr lang="en-US" altLang="it-IT" sz="2000" i="1"/>
              <a:t>cn </a:t>
            </a:r>
            <a:r>
              <a:rPr lang="en-US" altLang="it-IT" sz="2000"/>
              <a:t>log </a:t>
            </a:r>
            <a:r>
              <a:rPr lang="en-US" altLang="it-IT" sz="2000" i="1"/>
              <a:t>n</a:t>
            </a:r>
            <a:endParaRPr lang="en-US" altLang="it-IT"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piè di pagina 3">
            <a:extLst>
              <a:ext uri="{FF2B5EF4-FFF2-40B4-BE49-F238E27FC236}">
                <a16:creationId xmlns:a16="http://schemas.microsoft.com/office/drawing/2014/main" id="{22A8F4A1-A634-49BE-BEF7-E96DD9CD6069}"/>
              </a:ext>
            </a:extLst>
          </p:cNvPr>
          <p:cNvSpPr>
            <a:spLocks noGrp="1"/>
          </p:cNvSpPr>
          <p:nvPr>
            <p:ph type="ftr" sz="quarter" idx="10"/>
          </p:nvPr>
        </p:nvSpPr>
        <p:spPr/>
        <p:txBody>
          <a:bodyPr/>
          <a:lstStyle/>
          <a:p>
            <a:endParaRPr lang="it-IT" altLang="it-IT" dirty="0"/>
          </a:p>
        </p:txBody>
      </p:sp>
      <p:sp>
        <p:nvSpPr>
          <p:cNvPr id="5" name="Segnaposto numero diapositiva 4">
            <a:extLst>
              <a:ext uri="{FF2B5EF4-FFF2-40B4-BE49-F238E27FC236}">
                <a16:creationId xmlns:a16="http://schemas.microsoft.com/office/drawing/2014/main" id="{69F21840-0DA3-4125-9F41-E46A8774B9A0}"/>
              </a:ext>
            </a:extLst>
          </p:cNvPr>
          <p:cNvSpPr>
            <a:spLocks noGrp="1"/>
          </p:cNvSpPr>
          <p:nvPr>
            <p:ph type="sldNum" sz="quarter" idx="11"/>
          </p:nvPr>
        </p:nvSpPr>
        <p:spPr/>
        <p:txBody>
          <a:bodyPr/>
          <a:lstStyle/>
          <a:p>
            <a:fld id="{F480D31B-6226-44BC-A014-E8C9FCD2BBA0}" type="slidenum">
              <a:rPr lang="it-IT" altLang="it-IT"/>
              <a:pPr/>
              <a:t>16</a:t>
            </a:fld>
            <a:endParaRPr lang="it-IT" altLang="it-IT"/>
          </a:p>
        </p:txBody>
      </p:sp>
      <p:sp>
        <p:nvSpPr>
          <p:cNvPr id="142338" name="Rectangle 2">
            <a:extLst>
              <a:ext uri="{FF2B5EF4-FFF2-40B4-BE49-F238E27FC236}">
                <a16:creationId xmlns:a16="http://schemas.microsoft.com/office/drawing/2014/main" id="{71DA78DC-ACB7-4E24-9D73-EA29111F5E70}"/>
              </a:ext>
            </a:extLst>
          </p:cNvPr>
          <p:cNvSpPr>
            <a:spLocks noGrp="1" noChangeArrowheads="1"/>
          </p:cNvSpPr>
          <p:nvPr>
            <p:ph type="title"/>
          </p:nvPr>
        </p:nvSpPr>
        <p:spPr>
          <a:xfrm>
            <a:off x="685800" y="320675"/>
            <a:ext cx="7772400" cy="731838"/>
          </a:xfrm>
        </p:spPr>
        <p:txBody>
          <a:bodyPr/>
          <a:lstStyle/>
          <a:p>
            <a:r>
              <a:rPr lang="it-IT" altLang="it-IT" sz="3600"/>
              <a:t>…intuizioni sul caso medio…</a:t>
            </a:r>
          </a:p>
        </p:txBody>
      </p:sp>
      <p:sp>
        <p:nvSpPr>
          <p:cNvPr id="142339" name="Rectangle 3">
            <a:extLst>
              <a:ext uri="{FF2B5EF4-FFF2-40B4-BE49-F238E27FC236}">
                <a16:creationId xmlns:a16="http://schemas.microsoft.com/office/drawing/2014/main" id="{5419726F-0737-49C8-9A8F-87FF169ACABF}"/>
              </a:ext>
            </a:extLst>
          </p:cNvPr>
          <p:cNvSpPr>
            <a:spLocks noGrp="1" noChangeArrowheads="1"/>
          </p:cNvSpPr>
          <p:nvPr>
            <p:ph type="body" idx="1"/>
          </p:nvPr>
        </p:nvSpPr>
        <p:spPr>
          <a:xfrm>
            <a:off x="395288" y="1268413"/>
            <a:ext cx="8424862" cy="4392612"/>
          </a:xfrm>
        </p:spPr>
        <p:txBody>
          <a:bodyPr/>
          <a:lstStyle/>
          <a:p>
            <a:pPr>
              <a:lnSpc>
                <a:spcPct val="90000"/>
              </a:lnSpc>
            </a:pPr>
            <a:r>
              <a:rPr lang="it-IT" altLang="it-IT" sz="2800" dirty="0"/>
              <a:t>problema: la partizione può essere sbilanciata</a:t>
            </a:r>
          </a:p>
          <a:p>
            <a:pPr>
              <a:lnSpc>
                <a:spcPct val="90000"/>
              </a:lnSpc>
            </a:pPr>
            <a:r>
              <a:rPr lang="it-IT" altLang="it-IT" sz="2800" dirty="0"/>
              <a:t>la probabilità che ad ogni passo si presenti la partizione peggiore è molto bassa</a:t>
            </a:r>
          </a:p>
          <a:p>
            <a:pPr>
              <a:lnSpc>
                <a:spcPct val="90000"/>
              </a:lnSpc>
            </a:pPr>
            <a:r>
              <a:rPr lang="it-IT" altLang="it-IT" sz="2800" dirty="0"/>
              <a:t>per partizioni che non sono “troppo sbilanciate” l’algoritmo è veloce</a:t>
            </a:r>
          </a:p>
          <a:p>
            <a:pPr>
              <a:lnSpc>
                <a:spcPct val="90000"/>
              </a:lnSpc>
            </a:pPr>
            <a:r>
              <a:rPr lang="it-IT" altLang="it-IT" sz="2800" dirty="0"/>
              <a:t>…la complessità è ancora O(n log n)</a:t>
            </a:r>
          </a:p>
          <a:p>
            <a:pPr>
              <a:lnSpc>
                <a:spcPct val="90000"/>
              </a:lnSpc>
            </a:pPr>
            <a:endParaRPr lang="it-IT" altLang="it-IT" sz="2800" dirty="0"/>
          </a:p>
          <a:p>
            <a:pPr>
              <a:lnSpc>
                <a:spcPct val="90000"/>
              </a:lnSpc>
            </a:pPr>
            <a:endParaRPr lang="it-IT" altLang="it-IT" sz="2800" dirty="0"/>
          </a:p>
          <a:p>
            <a:pPr>
              <a:lnSpc>
                <a:spcPct val="90000"/>
              </a:lnSpc>
            </a:pPr>
            <a:endParaRPr lang="it-IT" altLang="it-IT" sz="2800" dirty="0"/>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9CE4ACF4375A4C8C0602FFE49177BE" ma:contentTypeVersion="6" ma:contentTypeDescription="Create a new document." ma:contentTypeScope="" ma:versionID="82a94c78be15446697ccc96dbbd817c7">
  <xsd:schema xmlns:xsd="http://www.w3.org/2001/XMLSchema" xmlns:xs="http://www.w3.org/2001/XMLSchema" xmlns:p="http://schemas.microsoft.com/office/2006/metadata/properties" xmlns:ns2="9f742c12-864c-4ce5-b6f6-1feb9fbefa8b" xmlns:ns3="368b7124-ee9b-43bd-a59a-62348eb2d076" targetNamespace="http://schemas.microsoft.com/office/2006/metadata/properties" ma:root="true" ma:fieldsID="3d066933c85ad0744444035c00985e91" ns2:_="" ns3:_="">
    <xsd:import namespace="9f742c12-864c-4ce5-b6f6-1feb9fbefa8b"/>
    <xsd:import namespace="368b7124-ee9b-43bd-a59a-62348eb2d07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742c12-864c-4ce5-b6f6-1feb9fbefa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8b7124-ee9b-43bd-a59a-62348eb2d07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7ABD339-2FED-417A-B6E6-4B7C8CECA736}"/>
</file>

<file path=customXml/itemProps2.xml><?xml version="1.0" encoding="utf-8"?>
<ds:datastoreItem xmlns:ds="http://schemas.openxmlformats.org/officeDocument/2006/customXml" ds:itemID="{877D6BDA-9C7E-49AC-A408-94F60051063E}"/>
</file>

<file path=customXml/itemProps3.xml><?xml version="1.0" encoding="utf-8"?>
<ds:datastoreItem xmlns:ds="http://schemas.openxmlformats.org/officeDocument/2006/customXml" ds:itemID="{C189F9B1-3C14-4264-BBE2-B80FAE7BBA9C}"/>
</file>

<file path=docProps/app.xml><?xml version="1.0" encoding="utf-8"?>
<Properties xmlns="http://schemas.openxmlformats.org/officeDocument/2006/extended-properties" xmlns:vt="http://schemas.openxmlformats.org/officeDocument/2006/docPropsVTypes">
  <Template/>
  <TotalTime>10</TotalTime>
  <Words>460</Words>
  <Application>Microsoft Office PowerPoint</Application>
  <PresentationFormat>Presentazione su schermo (4:3)</PresentationFormat>
  <Paragraphs>53</Paragraphs>
  <Slides>16</Slides>
  <Notes>2</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16</vt:i4>
      </vt:variant>
    </vt:vector>
  </HeadingPairs>
  <TitlesOfParts>
    <vt:vector size="24" baseType="lpstr">
      <vt:lpstr>Arial</vt:lpstr>
      <vt:lpstr>Calibri</vt:lpstr>
      <vt:lpstr>inherit</vt:lpstr>
      <vt:lpstr>Raleway</vt:lpstr>
      <vt:lpstr>Roboto Slab</vt:lpstr>
      <vt:lpstr>Tahoma</vt:lpstr>
      <vt:lpstr>Times New Roman</vt:lpstr>
      <vt:lpstr>1_Office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…intuizioni sul caso medio…</vt:lpstr>
    </vt:vector>
  </TitlesOfParts>
  <Company>ucl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Tecnica industriale e commerciale Market-driven Management Professore J.J. Lambin</dc:title>
  <dc:subject/>
  <dc:creator>lambin</dc:creator>
  <dc:description/>
  <cp:lastModifiedBy>Massimo Orazio Spata</cp:lastModifiedBy>
  <cp:revision>344</cp:revision>
  <cp:lastPrinted>1999-03-05T00:48:02Z</cp:lastPrinted>
  <dcterms:created xsi:type="dcterms:W3CDTF">1999-01-19T02:07:12Z</dcterms:created>
  <dcterms:modified xsi:type="dcterms:W3CDTF">2023-04-27T06:12:24Z</dcterms:modified>
  <dc:language>it-IT</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false</vt:bool>
  </property>
  <property fmtid="{D5CDD505-2E9C-101B-9397-08002B2CF9AE}" pid="4" name="LinksUpToDate">
    <vt:bool>false</vt:bool>
  </property>
  <property fmtid="{D5CDD505-2E9C-101B-9397-08002B2CF9AE}" pid="5" name="MMClips">
    <vt:r8>0</vt:r8>
  </property>
  <property fmtid="{D5CDD505-2E9C-101B-9397-08002B2CF9AE}" pid="6" name="Notes">
    <vt:r8>1</vt:r8>
  </property>
  <property fmtid="{D5CDD505-2E9C-101B-9397-08002B2CF9AE}" pid="7" name="PresentationFormat">
    <vt:lpwstr>Presentazione su schermo (4:3)</vt:lpwstr>
  </property>
  <property fmtid="{D5CDD505-2E9C-101B-9397-08002B2CF9AE}" pid="8" name="ScaleCrop">
    <vt:bool>false</vt:bool>
  </property>
  <property fmtid="{D5CDD505-2E9C-101B-9397-08002B2CF9AE}" pid="9" name="ShareDoc">
    <vt:bool>false</vt:bool>
  </property>
  <property fmtid="{D5CDD505-2E9C-101B-9397-08002B2CF9AE}" pid="10" name="Slides">
    <vt:r8>2</vt:r8>
  </property>
  <property fmtid="{D5CDD505-2E9C-101B-9397-08002B2CF9AE}" pid="11" name="ContentTypeId">
    <vt:lpwstr>0x010100CD9CE4ACF4375A4C8C0602FFE49177BE</vt:lpwstr>
  </property>
</Properties>
</file>