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1"/>
  </p:notesMasterIdLst>
  <p:sldIdLst>
    <p:sldId id="314" r:id="rId2"/>
    <p:sldId id="315" r:id="rId3"/>
    <p:sldId id="261" r:id="rId4"/>
    <p:sldId id="258" r:id="rId5"/>
    <p:sldId id="259" r:id="rId6"/>
    <p:sldId id="321" r:id="rId7"/>
    <p:sldId id="322" r:id="rId8"/>
    <p:sldId id="263" r:id="rId9"/>
    <p:sldId id="316" r:id="rId10"/>
    <p:sldId id="338" r:id="rId11"/>
    <p:sldId id="337" r:id="rId12"/>
    <p:sldId id="324" r:id="rId13"/>
    <p:sldId id="325" r:id="rId14"/>
    <p:sldId id="264" r:id="rId15"/>
    <p:sldId id="266" r:id="rId16"/>
    <p:sldId id="262" r:id="rId17"/>
    <p:sldId id="272" r:id="rId18"/>
    <p:sldId id="267" r:id="rId19"/>
    <p:sldId id="269" r:id="rId20"/>
    <p:sldId id="326" r:id="rId21"/>
    <p:sldId id="327" r:id="rId22"/>
    <p:sldId id="328" r:id="rId23"/>
    <p:sldId id="330" r:id="rId24"/>
    <p:sldId id="329" r:id="rId25"/>
    <p:sldId id="331" r:id="rId26"/>
    <p:sldId id="332" r:id="rId27"/>
    <p:sldId id="333" r:id="rId28"/>
    <p:sldId id="334" r:id="rId29"/>
    <p:sldId id="336" r:id="rId30"/>
    <p:sldId id="323" r:id="rId31"/>
    <p:sldId id="342" r:id="rId32"/>
    <p:sldId id="287" r:id="rId33"/>
    <p:sldId id="340" r:id="rId34"/>
    <p:sldId id="341" r:id="rId35"/>
    <p:sldId id="343" r:id="rId36"/>
    <p:sldId id="345" r:id="rId37"/>
    <p:sldId id="344" r:id="rId38"/>
    <p:sldId id="346" r:id="rId39"/>
    <p:sldId id="347" r:id="rId40"/>
    <p:sldId id="351" r:id="rId41"/>
    <p:sldId id="350" r:id="rId42"/>
    <p:sldId id="349" r:id="rId43"/>
    <p:sldId id="348" r:id="rId44"/>
    <p:sldId id="352" r:id="rId45"/>
    <p:sldId id="353" r:id="rId46"/>
    <p:sldId id="317" r:id="rId47"/>
    <p:sldId id="320" r:id="rId48"/>
    <p:sldId id="319" r:id="rId49"/>
    <p:sldId id="318" r:id="rId50"/>
  </p:sldIdLst>
  <p:sldSz cx="9144000" cy="6858000" type="screen4x3"/>
  <p:notesSz cx="6858000" cy="9144000"/>
  <p:defaultTextStyle>
    <a:defPPr>
      <a:defRPr lang="it-IT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Stile chiaro 3 - Colore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B4B98B0-60AC-42C2-AFA5-B58CD77FA1E5}" styleName="Stile chiaro 1 - Color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1562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8" Type="http://schemas.openxmlformats.org/officeDocument/2006/relationships/customXml" Target="../customXml/item2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customXml" Target="../customXml/item3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customXml" Target="../customXml/item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ssandro Ortis" userId="dcdc90ed-3509-45f7-ac48-ad038638580b" providerId="ADAL" clId="{A574EEF2-3C59-4755-932E-FBFC8812608C}"/>
    <pc:docChg chg="modSld">
      <pc:chgData name="Alessandro Ortis" userId="dcdc90ed-3509-45f7-ac48-ad038638580b" providerId="ADAL" clId="{A574EEF2-3C59-4755-932E-FBFC8812608C}" dt="2022-03-21T06:43:35.986" v="0" actId="947"/>
      <pc:docMkLst>
        <pc:docMk/>
      </pc:docMkLst>
      <pc:sldChg chg="modSp mod">
        <pc:chgData name="Alessandro Ortis" userId="dcdc90ed-3509-45f7-ac48-ad038638580b" providerId="ADAL" clId="{A574EEF2-3C59-4755-932E-FBFC8812608C}" dt="2022-03-21T06:43:35.986" v="0" actId="947"/>
        <pc:sldMkLst>
          <pc:docMk/>
          <pc:sldMk cId="575883652" sldId="316"/>
        </pc:sldMkLst>
        <pc:spChg chg="mod">
          <ac:chgData name="Alessandro Ortis" userId="dcdc90ed-3509-45f7-ac48-ad038638580b" providerId="ADAL" clId="{A574EEF2-3C59-4755-932E-FBFC8812608C}" dt="2022-03-21T06:43:35.986" v="0" actId="947"/>
          <ac:spMkLst>
            <pc:docMk/>
            <pc:sldMk cId="575883652" sldId="316"/>
            <ac:spMk id="4" creationId="{00000000-0000-0000-0000-000000000000}"/>
          </ac:spMkLst>
        </pc:spChg>
      </pc:sldChg>
    </pc:docChg>
  </pc:docChgLst>
  <pc:docChgLst>
    <pc:chgData name="Alessandro Ortis" userId="dcdc90ed-3509-45f7-ac48-ad038638580b" providerId="ADAL" clId="{0862F533-0299-4001-B8B3-3C685F8319E7}"/>
    <pc:docChg chg="undo custSel addSld delSld modSld sldOrd">
      <pc:chgData name="Alessandro Ortis" userId="dcdc90ed-3509-45f7-ac48-ad038638580b" providerId="ADAL" clId="{0862F533-0299-4001-B8B3-3C685F8319E7}" dt="2022-03-16T09:41:07.424" v="3044" actId="47"/>
      <pc:docMkLst>
        <pc:docMk/>
      </pc:docMkLst>
      <pc:sldChg chg="del">
        <pc:chgData name="Alessandro Ortis" userId="dcdc90ed-3509-45f7-ac48-ad038638580b" providerId="ADAL" clId="{0862F533-0299-4001-B8B3-3C685F8319E7}" dt="2022-03-03T10:03:42.929" v="0" actId="47"/>
        <pc:sldMkLst>
          <pc:docMk/>
          <pc:sldMk cId="3719132681" sldId="256"/>
        </pc:sldMkLst>
      </pc:sldChg>
      <pc:sldChg chg="addSp delSp modSp del mod">
        <pc:chgData name="Alessandro Ortis" userId="dcdc90ed-3509-45f7-ac48-ad038638580b" providerId="ADAL" clId="{0862F533-0299-4001-B8B3-3C685F8319E7}" dt="2022-03-14T10:54:35.719" v="33" actId="47"/>
        <pc:sldMkLst>
          <pc:docMk/>
          <pc:sldMk cId="4286813226" sldId="257"/>
        </pc:sldMkLst>
        <pc:spChg chg="mod">
          <ac:chgData name="Alessandro Ortis" userId="dcdc90ed-3509-45f7-ac48-ad038638580b" providerId="ADAL" clId="{0862F533-0299-4001-B8B3-3C685F8319E7}" dt="2022-03-14T10:54:08.327" v="32" actId="14100"/>
          <ac:spMkLst>
            <pc:docMk/>
            <pc:sldMk cId="4286813226" sldId="257"/>
            <ac:spMk id="3" creationId="{00000000-0000-0000-0000-000000000000}"/>
          </ac:spMkLst>
        </pc:spChg>
        <pc:spChg chg="add del">
          <ac:chgData name="Alessandro Ortis" userId="dcdc90ed-3509-45f7-ac48-ad038638580b" providerId="ADAL" clId="{0862F533-0299-4001-B8B3-3C685F8319E7}" dt="2022-03-14T10:52:35.849" v="30" actId="22"/>
          <ac:spMkLst>
            <pc:docMk/>
            <pc:sldMk cId="4286813226" sldId="257"/>
            <ac:spMk id="5" creationId="{42C8B2A7-8080-4763-B94E-98EADA9FCDED}"/>
          </ac:spMkLst>
        </pc:spChg>
      </pc:sldChg>
      <pc:sldChg chg="ord">
        <pc:chgData name="Alessandro Ortis" userId="dcdc90ed-3509-45f7-ac48-ad038638580b" providerId="ADAL" clId="{0862F533-0299-4001-B8B3-3C685F8319E7}" dt="2022-03-14T10:58:40.283" v="357"/>
        <pc:sldMkLst>
          <pc:docMk/>
          <pc:sldMk cId="1881356657" sldId="259"/>
        </pc:sldMkLst>
      </pc:sldChg>
      <pc:sldChg chg="modSp mod">
        <pc:chgData name="Alessandro Ortis" userId="dcdc90ed-3509-45f7-ac48-ad038638580b" providerId="ADAL" clId="{0862F533-0299-4001-B8B3-3C685F8319E7}" dt="2022-03-14T10:46:17.706" v="28" actId="20577"/>
        <pc:sldMkLst>
          <pc:docMk/>
          <pc:sldMk cId="251957735" sldId="261"/>
        </pc:sldMkLst>
        <pc:spChg chg="mod">
          <ac:chgData name="Alessandro Ortis" userId="dcdc90ed-3509-45f7-ac48-ad038638580b" providerId="ADAL" clId="{0862F533-0299-4001-B8B3-3C685F8319E7}" dt="2022-03-14T10:46:14.699" v="26" actId="20577"/>
          <ac:spMkLst>
            <pc:docMk/>
            <pc:sldMk cId="251957735" sldId="261"/>
            <ac:spMk id="8" creationId="{00000000-0000-0000-0000-000000000000}"/>
          </ac:spMkLst>
        </pc:spChg>
        <pc:spChg chg="mod">
          <ac:chgData name="Alessandro Ortis" userId="dcdc90ed-3509-45f7-ac48-ad038638580b" providerId="ADAL" clId="{0862F533-0299-4001-B8B3-3C685F8319E7}" dt="2022-03-14T10:46:17.706" v="28" actId="20577"/>
          <ac:spMkLst>
            <pc:docMk/>
            <pc:sldMk cId="251957735" sldId="261"/>
            <ac:spMk id="9" creationId="{00000000-0000-0000-0000-000000000000}"/>
          </ac:spMkLst>
        </pc:spChg>
      </pc:sldChg>
      <pc:sldChg chg="modSp add mod">
        <pc:chgData name="Alessandro Ortis" userId="dcdc90ed-3509-45f7-ac48-ad038638580b" providerId="ADAL" clId="{0862F533-0299-4001-B8B3-3C685F8319E7}" dt="2022-03-14T10:57:41.547" v="353" actId="404"/>
        <pc:sldMkLst>
          <pc:docMk/>
          <pc:sldMk cId="671297568" sldId="263"/>
        </pc:sldMkLst>
        <pc:spChg chg="mod">
          <ac:chgData name="Alessandro Ortis" userId="dcdc90ed-3509-45f7-ac48-ad038638580b" providerId="ADAL" clId="{0862F533-0299-4001-B8B3-3C685F8319E7}" dt="2022-03-14T10:57:41.547" v="353" actId="404"/>
          <ac:spMkLst>
            <pc:docMk/>
            <pc:sldMk cId="671297568" sldId="263"/>
            <ac:spMk id="4" creationId="{00000000-0000-0000-0000-000000000000}"/>
          </ac:spMkLst>
        </pc:spChg>
      </pc:sldChg>
      <pc:sldChg chg="del">
        <pc:chgData name="Alessandro Ortis" userId="dcdc90ed-3509-45f7-ac48-ad038638580b" providerId="ADAL" clId="{0862F533-0299-4001-B8B3-3C685F8319E7}" dt="2022-03-14T10:55:36.201" v="34" actId="2696"/>
        <pc:sldMkLst>
          <pc:docMk/>
          <pc:sldMk cId="1165222029" sldId="263"/>
        </pc:sldMkLst>
      </pc:sldChg>
      <pc:sldChg chg="del">
        <pc:chgData name="Alessandro Ortis" userId="dcdc90ed-3509-45f7-ac48-ad038638580b" providerId="ADAL" clId="{0862F533-0299-4001-B8B3-3C685F8319E7}" dt="2022-03-16T09:41:07.424" v="3044" actId="47"/>
        <pc:sldMkLst>
          <pc:docMk/>
          <pc:sldMk cId="425712942" sldId="270"/>
        </pc:sldMkLst>
      </pc:sldChg>
      <pc:sldChg chg="del">
        <pc:chgData name="Alessandro Ortis" userId="dcdc90ed-3509-45f7-ac48-ad038638580b" providerId="ADAL" clId="{0862F533-0299-4001-B8B3-3C685F8319E7}" dt="2022-03-16T09:41:07.424" v="3044" actId="47"/>
        <pc:sldMkLst>
          <pc:docMk/>
          <pc:sldMk cId="1163251793" sldId="271"/>
        </pc:sldMkLst>
      </pc:sldChg>
      <pc:sldChg chg="del ord">
        <pc:chgData name="Alessandro Ortis" userId="dcdc90ed-3509-45f7-ac48-ad038638580b" providerId="ADAL" clId="{0862F533-0299-4001-B8B3-3C685F8319E7}" dt="2022-03-16T09:41:07.424" v="3044" actId="47"/>
        <pc:sldMkLst>
          <pc:docMk/>
          <pc:sldMk cId="1502613601" sldId="273"/>
        </pc:sldMkLst>
      </pc:sldChg>
      <pc:sldChg chg="del">
        <pc:chgData name="Alessandro Ortis" userId="dcdc90ed-3509-45f7-ac48-ad038638580b" providerId="ADAL" clId="{0862F533-0299-4001-B8B3-3C685F8319E7}" dt="2022-03-16T09:41:07.424" v="3044" actId="47"/>
        <pc:sldMkLst>
          <pc:docMk/>
          <pc:sldMk cId="3485883847" sldId="274"/>
        </pc:sldMkLst>
      </pc:sldChg>
      <pc:sldChg chg="del">
        <pc:chgData name="Alessandro Ortis" userId="dcdc90ed-3509-45f7-ac48-ad038638580b" providerId="ADAL" clId="{0862F533-0299-4001-B8B3-3C685F8319E7}" dt="2022-03-16T09:41:07.424" v="3044" actId="47"/>
        <pc:sldMkLst>
          <pc:docMk/>
          <pc:sldMk cId="2202830551" sldId="275"/>
        </pc:sldMkLst>
      </pc:sldChg>
      <pc:sldChg chg="del">
        <pc:chgData name="Alessandro Ortis" userId="dcdc90ed-3509-45f7-ac48-ad038638580b" providerId="ADAL" clId="{0862F533-0299-4001-B8B3-3C685F8319E7}" dt="2022-03-16T09:41:07.424" v="3044" actId="47"/>
        <pc:sldMkLst>
          <pc:docMk/>
          <pc:sldMk cId="1604279071" sldId="276"/>
        </pc:sldMkLst>
      </pc:sldChg>
      <pc:sldChg chg="del">
        <pc:chgData name="Alessandro Ortis" userId="dcdc90ed-3509-45f7-ac48-ad038638580b" providerId="ADAL" clId="{0862F533-0299-4001-B8B3-3C685F8319E7}" dt="2022-03-16T09:41:07.424" v="3044" actId="47"/>
        <pc:sldMkLst>
          <pc:docMk/>
          <pc:sldMk cId="1824781470" sldId="277"/>
        </pc:sldMkLst>
      </pc:sldChg>
      <pc:sldChg chg="del">
        <pc:chgData name="Alessandro Ortis" userId="dcdc90ed-3509-45f7-ac48-ad038638580b" providerId="ADAL" clId="{0862F533-0299-4001-B8B3-3C685F8319E7}" dt="2022-03-16T09:41:07.424" v="3044" actId="47"/>
        <pc:sldMkLst>
          <pc:docMk/>
          <pc:sldMk cId="2579572834" sldId="278"/>
        </pc:sldMkLst>
      </pc:sldChg>
      <pc:sldChg chg="del">
        <pc:chgData name="Alessandro Ortis" userId="dcdc90ed-3509-45f7-ac48-ad038638580b" providerId="ADAL" clId="{0862F533-0299-4001-B8B3-3C685F8319E7}" dt="2022-03-16T09:41:07.424" v="3044" actId="47"/>
        <pc:sldMkLst>
          <pc:docMk/>
          <pc:sldMk cId="832053013" sldId="279"/>
        </pc:sldMkLst>
      </pc:sldChg>
      <pc:sldChg chg="del">
        <pc:chgData name="Alessandro Ortis" userId="dcdc90ed-3509-45f7-ac48-ad038638580b" providerId="ADAL" clId="{0862F533-0299-4001-B8B3-3C685F8319E7}" dt="2022-03-16T09:41:07.424" v="3044" actId="47"/>
        <pc:sldMkLst>
          <pc:docMk/>
          <pc:sldMk cId="1519861360" sldId="280"/>
        </pc:sldMkLst>
      </pc:sldChg>
      <pc:sldChg chg="del">
        <pc:chgData name="Alessandro Ortis" userId="dcdc90ed-3509-45f7-ac48-ad038638580b" providerId="ADAL" clId="{0862F533-0299-4001-B8B3-3C685F8319E7}" dt="2022-03-16T09:41:07.424" v="3044" actId="47"/>
        <pc:sldMkLst>
          <pc:docMk/>
          <pc:sldMk cId="2880080466" sldId="281"/>
        </pc:sldMkLst>
      </pc:sldChg>
      <pc:sldChg chg="del">
        <pc:chgData name="Alessandro Ortis" userId="dcdc90ed-3509-45f7-ac48-ad038638580b" providerId="ADAL" clId="{0862F533-0299-4001-B8B3-3C685F8319E7}" dt="2022-03-16T09:41:07.424" v="3044" actId="47"/>
        <pc:sldMkLst>
          <pc:docMk/>
          <pc:sldMk cId="97517811" sldId="282"/>
        </pc:sldMkLst>
      </pc:sldChg>
      <pc:sldChg chg="del">
        <pc:chgData name="Alessandro Ortis" userId="dcdc90ed-3509-45f7-ac48-ad038638580b" providerId="ADAL" clId="{0862F533-0299-4001-B8B3-3C685F8319E7}" dt="2022-03-16T09:41:07.424" v="3044" actId="47"/>
        <pc:sldMkLst>
          <pc:docMk/>
          <pc:sldMk cId="1066016077" sldId="283"/>
        </pc:sldMkLst>
      </pc:sldChg>
      <pc:sldChg chg="del">
        <pc:chgData name="Alessandro Ortis" userId="dcdc90ed-3509-45f7-ac48-ad038638580b" providerId="ADAL" clId="{0862F533-0299-4001-B8B3-3C685F8319E7}" dt="2022-03-16T09:41:07.424" v="3044" actId="47"/>
        <pc:sldMkLst>
          <pc:docMk/>
          <pc:sldMk cId="2432513643" sldId="284"/>
        </pc:sldMkLst>
      </pc:sldChg>
      <pc:sldChg chg="del">
        <pc:chgData name="Alessandro Ortis" userId="dcdc90ed-3509-45f7-ac48-ad038638580b" providerId="ADAL" clId="{0862F533-0299-4001-B8B3-3C685F8319E7}" dt="2022-03-16T09:41:07.424" v="3044" actId="47"/>
        <pc:sldMkLst>
          <pc:docMk/>
          <pc:sldMk cId="679572198" sldId="285"/>
        </pc:sldMkLst>
      </pc:sldChg>
      <pc:sldChg chg="del">
        <pc:chgData name="Alessandro Ortis" userId="dcdc90ed-3509-45f7-ac48-ad038638580b" providerId="ADAL" clId="{0862F533-0299-4001-B8B3-3C685F8319E7}" dt="2022-03-16T09:41:07.424" v="3044" actId="47"/>
        <pc:sldMkLst>
          <pc:docMk/>
          <pc:sldMk cId="46596434" sldId="286"/>
        </pc:sldMkLst>
      </pc:sldChg>
      <pc:sldChg chg="addSp delSp modSp mod">
        <pc:chgData name="Alessandro Ortis" userId="dcdc90ed-3509-45f7-ac48-ad038638580b" providerId="ADAL" clId="{0862F533-0299-4001-B8B3-3C685F8319E7}" dt="2022-03-15T09:30:13.888" v="739"/>
        <pc:sldMkLst>
          <pc:docMk/>
          <pc:sldMk cId="2946504290" sldId="287"/>
        </pc:sldMkLst>
        <pc:spChg chg="mod">
          <ac:chgData name="Alessandro Ortis" userId="dcdc90ed-3509-45f7-ac48-ad038638580b" providerId="ADAL" clId="{0862F533-0299-4001-B8B3-3C685F8319E7}" dt="2022-03-15T09:26:30.027" v="737" actId="20577"/>
          <ac:spMkLst>
            <pc:docMk/>
            <pc:sldMk cId="2946504290" sldId="287"/>
            <ac:spMk id="2" creationId="{00000000-0000-0000-0000-000000000000}"/>
          </ac:spMkLst>
        </pc:spChg>
        <pc:spChg chg="mod">
          <ac:chgData name="Alessandro Ortis" userId="dcdc90ed-3509-45f7-ac48-ad038638580b" providerId="ADAL" clId="{0862F533-0299-4001-B8B3-3C685F8319E7}" dt="2022-03-15T09:21:17.907" v="686" actId="20577"/>
          <ac:spMkLst>
            <pc:docMk/>
            <pc:sldMk cId="2946504290" sldId="287"/>
            <ac:spMk id="3" creationId="{00000000-0000-0000-0000-000000000000}"/>
          </ac:spMkLst>
        </pc:spChg>
        <pc:picChg chg="add del mod">
          <ac:chgData name="Alessandro Ortis" userId="dcdc90ed-3509-45f7-ac48-ad038638580b" providerId="ADAL" clId="{0862F533-0299-4001-B8B3-3C685F8319E7}" dt="2022-03-15T09:30:13.888" v="739"/>
          <ac:picMkLst>
            <pc:docMk/>
            <pc:sldMk cId="2946504290" sldId="287"/>
            <ac:picMk id="4" creationId="{35F8DBF5-74B2-42A2-8217-6CDB52DC6272}"/>
          </ac:picMkLst>
        </pc:picChg>
      </pc:sldChg>
      <pc:sldChg chg="del">
        <pc:chgData name="Alessandro Ortis" userId="dcdc90ed-3509-45f7-ac48-ad038638580b" providerId="ADAL" clId="{0862F533-0299-4001-B8B3-3C685F8319E7}" dt="2022-03-16T09:41:07.424" v="3044" actId="47"/>
        <pc:sldMkLst>
          <pc:docMk/>
          <pc:sldMk cId="592070583" sldId="288"/>
        </pc:sldMkLst>
      </pc:sldChg>
      <pc:sldChg chg="del">
        <pc:chgData name="Alessandro Ortis" userId="dcdc90ed-3509-45f7-ac48-ad038638580b" providerId="ADAL" clId="{0862F533-0299-4001-B8B3-3C685F8319E7}" dt="2022-03-16T09:41:07.424" v="3044" actId="47"/>
        <pc:sldMkLst>
          <pc:docMk/>
          <pc:sldMk cId="3254434861" sldId="289"/>
        </pc:sldMkLst>
      </pc:sldChg>
      <pc:sldChg chg="modSp add mod ord">
        <pc:chgData name="Alessandro Ortis" userId="dcdc90ed-3509-45f7-ac48-ad038638580b" providerId="ADAL" clId="{0862F533-0299-4001-B8B3-3C685F8319E7}" dt="2022-03-15T11:20:46.317" v="3026" actId="6549"/>
        <pc:sldMkLst>
          <pc:docMk/>
          <pc:sldMk cId="0" sldId="314"/>
        </pc:sldMkLst>
        <pc:spChg chg="mod">
          <ac:chgData name="Alessandro Ortis" userId="dcdc90ed-3509-45f7-ac48-ad038638580b" providerId="ADAL" clId="{0862F533-0299-4001-B8B3-3C685F8319E7}" dt="2022-03-15T11:20:46.317" v="3026" actId="6549"/>
          <ac:spMkLst>
            <pc:docMk/>
            <pc:sldMk cId="0" sldId="314"/>
            <ac:spMk id="2" creationId="{00000000-0000-0000-0000-000000000000}"/>
          </ac:spMkLst>
        </pc:spChg>
      </pc:sldChg>
      <pc:sldChg chg="add">
        <pc:chgData name="Alessandro Ortis" userId="dcdc90ed-3509-45f7-ac48-ad038638580b" providerId="ADAL" clId="{0862F533-0299-4001-B8B3-3C685F8319E7}" dt="2022-03-14T10:52:37.087" v="31"/>
        <pc:sldMkLst>
          <pc:docMk/>
          <pc:sldMk cId="2739694708" sldId="315"/>
        </pc:sldMkLst>
      </pc:sldChg>
      <pc:sldChg chg="add">
        <pc:chgData name="Alessandro Ortis" userId="dcdc90ed-3509-45f7-ac48-ad038638580b" providerId="ADAL" clId="{0862F533-0299-4001-B8B3-3C685F8319E7}" dt="2022-03-14T10:55:42.601" v="36"/>
        <pc:sldMkLst>
          <pc:docMk/>
          <pc:sldMk cId="575883652" sldId="316"/>
        </pc:sldMkLst>
      </pc:sldChg>
      <pc:sldChg chg="mod modShow">
        <pc:chgData name="Alessandro Ortis" userId="dcdc90ed-3509-45f7-ac48-ad038638580b" providerId="ADAL" clId="{0862F533-0299-4001-B8B3-3C685F8319E7}" dt="2022-03-15T11:12:27.441" v="2611" actId="729"/>
        <pc:sldMkLst>
          <pc:docMk/>
          <pc:sldMk cId="2556990449" sldId="317"/>
        </pc:sldMkLst>
      </pc:sldChg>
      <pc:sldChg chg="addSp delSp modSp add mod modShow">
        <pc:chgData name="Alessandro Ortis" userId="dcdc90ed-3509-45f7-ac48-ad038638580b" providerId="ADAL" clId="{0862F533-0299-4001-B8B3-3C685F8319E7}" dt="2022-03-14T11:09:55.810" v="685" actId="729"/>
        <pc:sldMkLst>
          <pc:docMk/>
          <pc:sldMk cId="4106206963" sldId="317"/>
        </pc:sldMkLst>
        <pc:spChg chg="mod">
          <ac:chgData name="Alessandro Ortis" userId="dcdc90ed-3509-45f7-ac48-ad038638580b" providerId="ADAL" clId="{0862F533-0299-4001-B8B3-3C685F8319E7}" dt="2022-03-14T10:58:47.941" v="365" actId="20577"/>
          <ac:spMkLst>
            <pc:docMk/>
            <pc:sldMk cId="4106206963" sldId="317"/>
            <ac:spMk id="2" creationId="{00000000-0000-0000-0000-000000000000}"/>
          </ac:spMkLst>
        </pc:spChg>
        <pc:spChg chg="mod">
          <ac:chgData name="Alessandro Ortis" userId="dcdc90ed-3509-45f7-ac48-ad038638580b" providerId="ADAL" clId="{0862F533-0299-4001-B8B3-3C685F8319E7}" dt="2022-03-14T11:00:32.522" v="421" actId="20577"/>
          <ac:spMkLst>
            <pc:docMk/>
            <pc:sldMk cId="4106206963" sldId="317"/>
            <ac:spMk id="4" creationId="{00000000-0000-0000-0000-000000000000}"/>
          </ac:spMkLst>
        </pc:spChg>
        <pc:spChg chg="add mod">
          <ac:chgData name="Alessandro Ortis" userId="dcdc90ed-3509-45f7-ac48-ad038638580b" providerId="ADAL" clId="{0862F533-0299-4001-B8B3-3C685F8319E7}" dt="2022-03-14T11:01:06.436" v="439" actId="1076"/>
          <ac:spMkLst>
            <pc:docMk/>
            <pc:sldMk cId="4106206963" sldId="317"/>
            <ac:spMk id="6" creationId="{7E5274E1-FD79-4F55-AC63-4E9A65E318A5}"/>
          </ac:spMkLst>
        </pc:spChg>
        <pc:spChg chg="add mod">
          <ac:chgData name="Alessandro Ortis" userId="dcdc90ed-3509-45f7-ac48-ad038638580b" providerId="ADAL" clId="{0862F533-0299-4001-B8B3-3C685F8319E7}" dt="2022-03-14T11:01:37.908" v="548" actId="14100"/>
          <ac:spMkLst>
            <pc:docMk/>
            <pc:sldMk cId="4106206963" sldId="317"/>
            <ac:spMk id="7" creationId="{6112C059-0F96-4360-BE9B-F07AF75D5CB7}"/>
          </ac:spMkLst>
        </pc:spChg>
        <pc:spChg chg="add mod">
          <ac:chgData name="Alessandro Ortis" userId="dcdc90ed-3509-45f7-ac48-ad038638580b" providerId="ADAL" clId="{0862F533-0299-4001-B8B3-3C685F8319E7}" dt="2022-03-14T11:07:43.914" v="670" actId="20577"/>
          <ac:spMkLst>
            <pc:docMk/>
            <pc:sldMk cId="4106206963" sldId="317"/>
            <ac:spMk id="9" creationId="{20ADF7E0-BF5A-401F-8856-32DB50FFF67D}"/>
          </ac:spMkLst>
        </pc:spChg>
        <pc:graphicFrameChg chg="add mod modGraphic">
          <ac:chgData name="Alessandro Ortis" userId="dcdc90ed-3509-45f7-ac48-ad038638580b" providerId="ADAL" clId="{0862F533-0299-4001-B8B3-3C685F8319E7}" dt="2022-03-14T11:00:36.707" v="422" actId="1076"/>
          <ac:graphicFrameMkLst>
            <pc:docMk/>
            <pc:sldMk cId="4106206963" sldId="317"/>
            <ac:graphicFrameMk id="5" creationId="{5205B00C-C5E7-48C8-8EF5-1D6FE48B97A9}"/>
          </ac:graphicFrameMkLst>
        </pc:graphicFrameChg>
        <pc:picChg chg="add mod">
          <ac:chgData name="Alessandro Ortis" userId="dcdc90ed-3509-45f7-ac48-ad038638580b" providerId="ADAL" clId="{0862F533-0299-4001-B8B3-3C685F8319E7}" dt="2022-03-14T11:05:29.490" v="655" actId="1076"/>
          <ac:picMkLst>
            <pc:docMk/>
            <pc:sldMk cId="4106206963" sldId="317"/>
            <ac:picMk id="8" creationId="{EBF1427D-AE35-4557-826A-F32E66FF991C}"/>
          </ac:picMkLst>
        </pc:picChg>
        <pc:picChg chg="add del mod modCrop">
          <ac:chgData name="Alessandro Ortis" userId="dcdc90ed-3509-45f7-ac48-ad038638580b" providerId="ADAL" clId="{0862F533-0299-4001-B8B3-3C685F8319E7}" dt="2022-03-14T11:09:49.815" v="684" actId="478"/>
          <ac:picMkLst>
            <pc:docMk/>
            <pc:sldMk cId="4106206963" sldId="317"/>
            <ac:picMk id="11" creationId="{B6CA56B9-14F2-4845-940E-318D1B4085AE}"/>
          </ac:picMkLst>
        </pc:picChg>
        <pc:picChg chg="add del mod">
          <ac:chgData name="Alessandro Ortis" userId="dcdc90ed-3509-45f7-ac48-ad038638580b" providerId="ADAL" clId="{0862F533-0299-4001-B8B3-3C685F8319E7}" dt="2022-03-14T11:09:12.118" v="677"/>
          <ac:picMkLst>
            <pc:docMk/>
            <pc:sldMk cId="4106206963" sldId="317"/>
            <ac:picMk id="12" creationId="{5499D8CB-248E-4BE8-8E80-2BA8A6B16A7E}"/>
          </ac:picMkLst>
        </pc:picChg>
      </pc:sldChg>
      <pc:sldChg chg="addSp modSp mod ord modShow">
        <pc:chgData name="Alessandro Ortis" userId="dcdc90ed-3509-45f7-ac48-ad038638580b" providerId="ADAL" clId="{0862F533-0299-4001-B8B3-3C685F8319E7}" dt="2022-03-15T11:14:08.939" v="2617"/>
        <pc:sldMkLst>
          <pc:docMk/>
          <pc:sldMk cId="1187735878" sldId="318"/>
        </pc:sldMkLst>
        <pc:picChg chg="add mod">
          <ac:chgData name="Alessandro Ortis" userId="dcdc90ed-3509-45f7-ac48-ad038638580b" providerId="ADAL" clId="{0862F533-0299-4001-B8B3-3C685F8319E7}" dt="2022-03-15T09:21:50.052" v="687"/>
          <ac:picMkLst>
            <pc:docMk/>
            <pc:sldMk cId="1187735878" sldId="318"/>
            <ac:picMk id="10" creationId="{7BEE60AB-382E-43CC-8C38-9AAFD39DCB5F}"/>
          </ac:picMkLst>
        </pc:picChg>
      </pc:sldChg>
      <pc:sldChg chg="add mod modShow">
        <pc:chgData name="Alessandro Ortis" userId="dcdc90ed-3509-45f7-ac48-ad038638580b" providerId="ADAL" clId="{0862F533-0299-4001-B8B3-3C685F8319E7}" dt="2022-03-14T11:09:55.810" v="685" actId="729"/>
        <pc:sldMkLst>
          <pc:docMk/>
          <pc:sldMk cId="2344769950" sldId="318"/>
        </pc:sldMkLst>
      </pc:sldChg>
      <pc:sldChg chg="add del">
        <pc:chgData name="Alessandro Ortis" userId="dcdc90ed-3509-45f7-ac48-ad038638580b" providerId="ADAL" clId="{0862F533-0299-4001-B8B3-3C685F8319E7}" dt="2022-03-14T11:07:19.700" v="660"/>
        <pc:sldMkLst>
          <pc:docMk/>
          <pc:sldMk cId="4239251504" sldId="318"/>
        </pc:sldMkLst>
      </pc:sldChg>
      <pc:sldChg chg="add mod modShow">
        <pc:chgData name="Alessandro Ortis" userId="dcdc90ed-3509-45f7-ac48-ad038638580b" providerId="ADAL" clId="{0862F533-0299-4001-B8B3-3C685F8319E7}" dt="2022-03-14T11:09:55.810" v="685" actId="729"/>
        <pc:sldMkLst>
          <pc:docMk/>
          <pc:sldMk cId="357320764" sldId="319"/>
        </pc:sldMkLst>
      </pc:sldChg>
      <pc:sldChg chg="add del">
        <pc:chgData name="Alessandro Ortis" userId="dcdc90ed-3509-45f7-ac48-ad038638580b" providerId="ADAL" clId="{0862F533-0299-4001-B8B3-3C685F8319E7}" dt="2022-03-14T11:09:19.469" v="679"/>
        <pc:sldMkLst>
          <pc:docMk/>
          <pc:sldMk cId="1891272997" sldId="319"/>
        </pc:sldMkLst>
      </pc:sldChg>
      <pc:sldChg chg="mod modShow">
        <pc:chgData name="Alessandro Ortis" userId="dcdc90ed-3509-45f7-ac48-ad038638580b" providerId="ADAL" clId="{0862F533-0299-4001-B8B3-3C685F8319E7}" dt="2022-03-15T11:12:27.441" v="2611" actId="729"/>
        <pc:sldMkLst>
          <pc:docMk/>
          <pc:sldMk cId="2540264350" sldId="319"/>
        </pc:sldMkLst>
      </pc:sldChg>
      <pc:sldChg chg="mod modShow">
        <pc:chgData name="Alessandro Ortis" userId="dcdc90ed-3509-45f7-ac48-ad038638580b" providerId="ADAL" clId="{0862F533-0299-4001-B8B3-3C685F8319E7}" dt="2022-03-15T11:12:27.441" v="2611" actId="729"/>
        <pc:sldMkLst>
          <pc:docMk/>
          <pc:sldMk cId="580655310" sldId="320"/>
        </pc:sldMkLst>
      </pc:sldChg>
      <pc:sldChg chg="add mod modShow">
        <pc:chgData name="Alessandro Ortis" userId="dcdc90ed-3509-45f7-ac48-ad038638580b" providerId="ADAL" clId="{0862F533-0299-4001-B8B3-3C685F8319E7}" dt="2022-03-14T11:09:55.810" v="685" actId="729"/>
        <pc:sldMkLst>
          <pc:docMk/>
          <pc:sldMk cId="1297134440" sldId="320"/>
        </pc:sldMkLst>
      </pc:sldChg>
      <pc:sldChg chg="addSp delSp modSp mod">
        <pc:chgData name="Alessandro Ortis" userId="dcdc90ed-3509-45f7-ac48-ad038638580b" providerId="ADAL" clId="{0862F533-0299-4001-B8B3-3C685F8319E7}" dt="2022-03-15T09:24:05.729" v="698"/>
        <pc:sldMkLst>
          <pc:docMk/>
          <pc:sldMk cId="456388586" sldId="334"/>
        </pc:sldMkLst>
        <pc:spChg chg="mod">
          <ac:chgData name="Alessandro Ortis" userId="dcdc90ed-3509-45f7-ac48-ad038638580b" providerId="ADAL" clId="{0862F533-0299-4001-B8B3-3C685F8319E7}" dt="2022-03-15T09:23:56.029" v="696" actId="20577"/>
          <ac:spMkLst>
            <pc:docMk/>
            <pc:sldMk cId="456388586" sldId="334"/>
            <ac:spMk id="4" creationId="{00000000-0000-0000-0000-000000000000}"/>
          </ac:spMkLst>
        </pc:spChg>
        <pc:picChg chg="del">
          <ac:chgData name="Alessandro Ortis" userId="dcdc90ed-3509-45f7-ac48-ad038638580b" providerId="ADAL" clId="{0862F533-0299-4001-B8B3-3C685F8319E7}" dt="2022-03-15T09:23:41.863" v="691" actId="478"/>
          <ac:picMkLst>
            <pc:docMk/>
            <pc:sldMk cId="456388586" sldId="334"/>
            <ac:picMk id="5" creationId="{0322CADB-BCDA-40E2-9791-18F6F06E75BF}"/>
          </ac:picMkLst>
        </pc:picChg>
        <pc:picChg chg="add del mod">
          <ac:chgData name="Alessandro Ortis" userId="dcdc90ed-3509-45f7-ac48-ad038638580b" providerId="ADAL" clId="{0862F533-0299-4001-B8B3-3C685F8319E7}" dt="2022-03-15T09:23:48.130" v="693"/>
          <ac:picMkLst>
            <pc:docMk/>
            <pc:sldMk cId="456388586" sldId="334"/>
            <ac:picMk id="6" creationId="{F1E5DC78-A366-48EB-AB93-241785620382}"/>
          </ac:picMkLst>
        </pc:picChg>
        <pc:picChg chg="add del mod">
          <ac:chgData name="Alessandro Ortis" userId="dcdc90ed-3509-45f7-ac48-ad038638580b" providerId="ADAL" clId="{0862F533-0299-4001-B8B3-3C685F8319E7}" dt="2022-03-15T09:24:02.217" v="697" actId="478"/>
          <ac:picMkLst>
            <pc:docMk/>
            <pc:sldMk cId="456388586" sldId="334"/>
            <ac:picMk id="7" creationId="{D5FBF50F-7AE7-4484-B639-0CD3C47AA88C}"/>
          </ac:picMkLst>
        </pc:picChg>
        <pc:picChg chg="add mod">
          <ac:chgData name="Alessandro Ortis" userId="dcdc90ed-3509-45f7-ac48-ad038638580b" providerId="ADAL" clId="{0862F533-0299-4001-B8B3-3C685F8319E7}" dt="2022-03-15T09:24:05.729" v="698"/>
          <ac:picMkLst>
            <pc:docMk/>
            <pc:sldMk cId="456388586" sldId="334"/>
            <ac:picMk id="8" creationId="{8BCA5D48-EFCD-41EA-9EA0-7C2A577D7E43}"/>
          </ac:picMkLst>
        </pc:picChg>
      </pc:sldChg>
      <pc:sldChg chg="modSp mod">
        <pc:chgData name="Alessandro Ortis" userId="dcdc90ed-3509-45f7-ac48-ad038638580b" providerId="ADAL" clId="{0862F533-0299-4001-B8B3-3C685F8319E7}" dt="2022-03-16T09:40:45.005" v="3043" actId="947"/>
        <pc:sldMkLst>
          <pc:docMk/>
          <pc:sldMk cId="853378783" sldId="338"/>
        </pc:sldMkLst>
        <pc:spChg chg="mod">
          <ac:chgData name="Alessandro Ortis" userId="dcdc90ed-3509-45f7-ac48-ad038638580b" providerId="ADAL" clId="{0862F533-0299-4001-B8B3-3C685F8319E7}" dt="2022-03-16T09:40:45.005" v="3043" actId="947"/>
          <ac:spMkLst>
            <pc:docMk/>
            <pc:sldMk cId="853378783" sldId="338"/>
            <ac:spMk id="4" creationId="{00000000-0000-0000-0000-000000000000}"/>
          </ac:spMkLst>
        </pc:spChg>
      </pc:sldChg>
      <pc:sldChg chg="modSp del mod ord">
        <pc:chgData name="Alessandro Ortis" userId="dcdc90ed-3509-45f7-ac48-ad038638580b" providerId="ADAL" clId="{0862F533-0299-4001-B8B3-3C685F8319E7}" dt="2022-03-16T09:41:07.424" v="3044" actId="47"/>
        <pc:sldMkLst>
          <pc:docMk/>
          <pc:sldMk cId="965368216" sldId="339"/>
        </pc:sldMkLst>
        <pc:spChg chg="mod">
          <ac:chgData name="Alessandro Ortis" userId="dcdc90ed-3509-45f7-ac48-ad038638580b" providerId="ADAL" clId="{0862F533-0299-4001-B8B3-3C685F8319E7}" dt="2022-03-15T11:21:12.732" v="3040" actId="20577"/>
          <ac:spMkLst>
            <pc:docMk/>
            <pc:sldMk cId="965368216" sldId="339"/>
            <ac:spMk id="4" creationId="{00000000-0000-0000-0000-000000000000}"/>
          </ac:spMkLst>
        </pc:spChg>
      </pc:sldChg>
      <pc:sldChg chg="modSp add mod">
        <pc:chgData name="Alessandro Ortis" userId="dcdc90ed-3509-45f7-ac48-ad038638580b" providerId="ADAL" clId="{0862F533-0299-4001-B8B3-3C685F8319E7}" dt="2022-03-15T09:31:35.372" v="882" actId="123"/>
        <pc:sldMkLst>
          <pc:docMk/>
          <pc:sldMk cId="2655164474" sldId="340"/>
        </pc:sldMkLst>
        <pc:spChg chg="mod">
          <ac:chgData name="Alessandro Ortis" userId="dcdc90ed-3509-45f7-ac48-ad038638580b" providerId="ADAL" clId="{0862F533-0299-4001-B8B3-3C685F8319E7}" dt="2022-03-15T09:31:35.372" v="882" actId="123"/>
          <ac:spMkLst>
            <pc:docMk/>
            <pc:sldMk cId="2655164474" sldId="340"/>
            <ac:spMk id="3" creationId="{00000000-0000-0000-0000-000000000000}"/>
          </ac:spMkLst>
        </pc:spChg>
      </pc:sldChg>
      <pc:sldChg chg="modSp add mod">
        <pc:chgData name="Alessandro Ortis" userId="dcdc90ed-3509-45f7-ac48-ad038638580b" providerId="ADAL" clId="{0862F533-0299-4001-B8B3-3C685F8319E7}" dt="2022-03-15T09:33:21.771" v="1045" actId="20577"/>
        <pc:sldMkLst>
          <pc:docMk/>
          <pc:sldMk cId="498439705" sldId="341"/>
        </pc:sldMkLst>
        <pc:spChg chg="mod">
          <ac:chgData name="Alessandro Ortis" userId="dcdc90ed-3509-45f7-ac48-ad038638580b" providerId="ADAL" clId="{0862F533-0299-4001-B8B3-3C685F8319E7}" dt="2022-03-15T09:33:21.771" v="1045" actId="20577"/>
          <ac:spMkLst>
            <pc:docMk/>
            <pc:sldMk cId="498439705" sldId="341"/>
            <ac:spMk id="3" creationId="{00000000-0000-0000-0000-000000000000}"/>
          </ac:spMkLst>
        </pc:spChg>
      </pc:sldChg>
      <pc:sldChg chg="modSp add mod">
        <pc:chgData name="Alessandro Ortis" userId="dcdc90ed-3509-45f7-ac48-ad038638580b" providerId="ADAL" clId="{0862F533-0299-4001-B8B3-3C685F8319E7}" dt="2022-03-15T09:42:49.611" v="1177" actId="20577"/>
        <pc:sldMkLst>
          <pc:docMk/>
          <pc:sldMk cId="3332984812" sldId="342"/>
        </pc:sldMkLst>
        <pc:spChg chg="mod">
          <ac:chgData name="Alessandro Ortis" userId="dcdc90ed-3509-45f7-ac48-ad038638580b" providerId="ADAL" clId="{0862F533-0299-4001-B8B3-3C685F8319E7}" dt="2022-03-15T09:42:49.611" v="1177" actId="20577"/>
          <ac:spMkLst>
            <pc:docMk/>
            <pc:sldMk cId="3332984812" sldId="342"/>
            <ac:spMk id="4" creationId="{00000000-0000-0000-0000-000000000000}"/>
          </ac:spMkLst>
        </pc:spChg>
      </pc:sldChg>
      <pc:sldChg chg="add del">
        <pc:chgData name="Alessandro Ortis" userId="dcdc90ed-3509-45f7-ac48-ad038638580b" providerId="ADAL" clId="{0862F533-0299-4001-B8B3-3C685F8319E7}" dt="2022-03-15T09:44:07.338" v="1181"/>
        <pc:sldMkLst>
          <pc:docMk/>
          <pc:sldMk cId="448304477" sldId="343"/>
        </pc:sldMkLst>
      </pc:sldChg>
      <pc:sldChg chg="modSp add mod">
        <pc:chgData name="Alessandro Ortis" userId="dcdc90ed-3509-45f7-ac48-ad038638580b" providerId="ADAL" clId="{0862F533-0299-4001-B8B3-3C685F8319E7}" dt="2022-03-15T09:52:46.514" v="1880" actId="27636"/>
        <pc:sldMkLst>
          <pc:docMk/>
          <pc:sldMk cId="1202266677" sldId="343"/>
        </pc:sldMkLst>
        <pc:spChg chg="mod">
          <ac:chgData name="Alessandro Ortis" userId="dcdc90ed-3509-45f7-ac48-ad038638580b" providerId="ADAL" clId="{0862F533-0299-4001-B8B3-3C685F8319E7}" dt="2022-03-15T09:50:12.423" v="1535" actId="20577"/>
          <ac:spMkLst>
            <pc:docMk/>
            <pc:sldMk cId="1202266677" sldId="343"/>
            <ac:spMk id="2" creationId="{00000000-0000-0000-0000-000000000000}"/>
          </ac:spMkLst>
        </pc:spChg>
        <pc:spChg chg="mod">
          <ac:chgData name="Alessandro Ortis" userId="dcdc90ed-3509-45f7-ac48-ad038638580b" providerId="ADAL" clId="{0862F533-0299-4001-B8B3-3C685F8319E7}" dt="2022-03-15T09:52:46.514" v="1880" actId="27636"/>
          <ac:spMkLst>
            <pc:docMk/>
            <pc:sldMk cId="1202266677" sldId="343"/>
            <ac:spMk id="3" creationId="{00000000-0000-0000-0000-000000000000}"/>
          </ac:spMkLst>
        </pc:spChg>
      </pc:sldChg>
      <pc:sldChg chg="modSp add del mod">
        <pc:chgData name="Alessandro Ortis" userId="dcdc90ed-3509-45f7-ac48-ad038638580b" providerId="ADAL" clId="{0862F533-0299-4001-B8B3-3C685F8319E7}" dt="2022-03-15T09:49:55.954" v="1519" actId="47"/>
        <pc:sldMkLst>
          <pc:docMk/>
          <pc:sldMk cId="107634648" sldId="344"/>
        </pc:sldMkLst>
        <pc:spChg chg="mod">
          <ac:chgData name="Alessandro Ortis" userId="dcdc90ed-3509-45f7-ac48-ad038638580b" providerId="ADAL" clId="{0862F533-0299-4001-B8B3-3C685F8319E7}" dt="2022-03-15T09:47:32.657" v="1518" actId="20577"/>
          <ac:spMkLst>
            <pc:docMk/>
            <pc:sldMk cId="107634648" sldId="344"/>
            <ac:spMk id="3" creationId="{00000000-0000-0000-0000-000000000000}"/>
          </ac:spMkLst>
        </pc:spChg>
      </pc:sldChg>
      <pc:sldChg chg="modSp add mod">
        <pc:chgData name="Alessandro Ortis" userId="dcdc90ed-3509-45f7-ac48-ad038638580b" providerId="ADAL" clId="{0862F533-0299-4001-B8B3-3C685F8319E7}" dt="2022-03-16T09:39:41.836" v="3042" actId="20577"/>
        <pc:sldMkLst>
          <pc:docMk/>
          <pc:sldMk cId="178212444" sldId="344"/>
        </pc:sldMkLst>
        <pc:spChg chg="mod">
          <ac:chgData name="Alessandro Ortis" userId="dcdc90ed-3509-45f7-ac48-ad038638580b" providerId="ADAL" clId="{0862F533-0299-4001-B8B3-3C685F8319E7}" dt="2022-03-16T09:39:41.836" v="3042" actId="20577"/>
          <ac:spMkLst>
            <pc:docMk/>
            <pc:sldMk cId="178212444" sldId="344"/>
            <ac:spMk id="3" creationId="{00000000-0000-0000-0000-000000000000}"/>
          </ac:spMkLst>
        </pc:spChg>
      </pc:sldChg>
      <pc:sldChg chg="addSp delSp modSp add mod">
        <pc:chgData name="Alessandro Ortis" userId="dcdc90ed-3509-45f7-ac48-ad038638580b" providerId="ADAL" clId="{0862F533-0299-4001-B8B3-3C685F8319E7}" dt="2022-03-15T10:56:27.090" v="2303" actId="947"/>
        <pc:sldMkLst>
          <pc:docMk/>
          <pc:sldMk cId="2338446226" sldId="345"/>
        </pc:sldMkLst>
        <pc:spChg chg="add del mod">
          <ac:chgData name="Alessandro Ortis" userId="dcdc90ed-3509-45f7-ac48-ad038638580b" providerId="ADAL" clId="{0862F533-0299-4001-B8B3-3C685F8319E7}" dt="2022-03-15T10:55:52.259" v="2293" actId="1076"/>
          <ac:spMkLst>
            <pc:docMk/>
            <pc:sldMk cId="2338446226" sldId="345"/>
            <ac:spMk id="3" creationId="{00000000-0000-0000-0000-000000000000}"/>
          </ac:spMkLst>
        </pc:spChg>
        <pc:spChg chg="add del mod">
          <ac:chgData name="Alessandro Ortis" userId="dcdc90ed-3509-45f7-ac48-ad038638580b" providerId="ADAL" clId="{0862F533-0299-4001-B8B3-3C685F8319E7}" dt="2022-03-15T09:55:34.352" v="2115"/>
          <ac:spMkLst>
            <pc:docMk/>
            <pc:sldMk cId="2338446226" sldId="345"/>
            <ac:spMk id="4" creationId="{8726FFF4-0C2B-4187-81C2-A439380A62A1}"/>
          </ac:spMkLst>
        </pc:spChg>
        <pc:spChg chg="add mod">
          <ac:chgData name="Alessandro Ortis" userId="dcdc90ed-3509-45f7-ac48-ad038638580b" providerId="ADAL" clId="{0862F533-0299-4001-B8B3-3C685F8319E7}" dt="2022-03-15T10:55:54.745" v="2294" actId="1076"/>
          <ac:spMkLst>
            <pc:docMk/>
            <pc:sldMk cId="2338446226" sldId="345"/>
            <ac:spMk id="5" creationId="{18C5CF70-4182-4994-8FCD-72A350D39999}"/>
          </ac:spMkLst>
        </pc:spChg>
        <pc:spChg chg="add mod">
          <ac:chgData name="Alessandro Ortis" userId="dcdc90ed-3509-45f7-ac48-ad038638580b" providerId="ADAL" clId="{0862F533-0299-4001-B8B3-3C685F8319E7}" dt="2022-03-15T10:56:14.843" v="2299" actId="14100"/>
          <ac:spMkLst>
            <pc:docMk/>
            <pc:sldMk cId="2338446226" sldId="345"/>
            <ac:spMk id="7" creationId="{77AE8FC8-6A97-4FCD-8E50-127EC8FA5289}"/>
          </ac:spMkLst>
        </pc:spChg>
        <pc:spChg chg="add mod">
          <ac:chgData name="Alessandro Ortis" userId="dcdc90ed-3509-45f7-ac48-ad038638580b" providerId="ADAL" clId="{0862F533-0299-4001-B8B3-3C685F8319E7}" dt="2022-03-15T10:56:27.090" v="2303" actId="947"/>
          <ac:spMkLst>
            <pc:docMk/>
            <pc:sldMk cId="2338446226" sldId="345"/>
            <ac:spMk id="8" creationId="{780F037B-4E63-46E6-9CF3-ACBBBE25F3F3}"/>
          </ac:spMkLst>
        </pc:spChg>
      </pc:sldChg>
      <pc:sldChg chg="addSp delSp modSp add mod">
        <pc:chgData name="Alessandro Ortis" userId="dcdc90ed-3509-45f7-ac48-ad038638580b" providerId="ADAL" clId="{0862F533-0299-4001-B8B3-3C685F8319E7}" dt="2022-03-15T10:58:46.411" v="2363" actId="14100"/>
        <pc:sldMkLst>
          <pc:docMk/>
          <pc:sldMk cId="3190568872" sldId="346"/>
        </pc:sldMkLst>
        <pc:spChg chg="mod">
          <ac:chgData name="Alessandro Ortis" userId="dcdc90ed-3509-45f7-ac48-ad038638580b" providerId="ADAL" clId="{0862F533-0299-4001-B8B3-3C685F8319E7}" dt="2022-03-15T10:58:27.867" v="2351" actId="20577"/>
          <ac:spMkLst>
            <pc:docMk/>
            <pc:sldMk cId="3190568872" sldId="346"/>
            <ac:spMk id="3" creationId="{00000000-0000-0000-0000-000000000000}"/>
          </ac:spMkLst>
        </pc:spChg>
        <pc:spChg chg="mod">
          <ac:chgData name="Alessandro Ortis" userId="dcdc90ed-3509-45f7-ac48-ad038638580b" providerId="ADAL" clId="{0862F533-0299-4001-B8B3-3C685F8319E7}" dt="2022-03-15T10:58:31.859" v="2352" actId="14100"/>
          <ac:spMkLst>
            <pc:docMk/>
            <pc:sldMk cId="3190568872" sldId="346"/>
            <ac:spMk id="5" creationId="{18C5CF70-4182-4994-8FCD-72A350D39999}"/>
          </ac:spMkLst>
        </pc:spChg>
        <pc:spChg chg="mod">
          <ac:chgData name="Alessandro Ortis" userId="dcdc90ed-3509-45f7-ac48-ad038638580b" providerId="ADAL" clId="{0862F533-0299-4001-B8B3-3C685F8319E7}" dt="2022-03-15T10:57:04.768" v="2311" actId="20577"/>
          <ac:spMkLst>
            <pc:docMk/>
            <pc:sldMk cId="3190568872" sldId="346"/>
            <ac:spMk id="7" creationId="{77AE8FC8-6A97-4FCD-8E50-127EC8FA5289}"/>
          </ac:spMkLst>
        </pc:spChg>
        <pc:spChg chg="mod">
          <ac:chgData name="Alessandro Ortis" userId="dcdc90ed-3509-45f7-ac48-ad038638580b" providerId="ADAL" clId="{0862F533-0299-4001-B8B3-3C685F8319E7}" dt="2022-03-15T10:58:46.411" v="2363" actId="14100"/>
          <ac:spMkLst>
            <pc:docMk/>
            <pc:sldMk cId="3190568872" sldId="346"/>
            <ac:spMk id="8" creationId="{780F037B-4E63-46E6-9CF3-ACBBBE25F3F3}"/>
          </ac:spMkLst>
        </pc:spChg>
        <pc:spChg chg="add del">
          <ac:chgData name="Alessandro Ortis" userId="dcdc90ed-3509-45f7-ac48-ad038638580b" providerId="ADAL" clId="{0862F533-0299-4001-B8B3-3C685F8319E7}" dt="2022-03-15T10:58:13.429" v="2345" actId="22"/>
          <ac:spMkLst>
            <pc:docMk/>
            <pc:sldMk cId="3190568872" sldId="346"/>
            <ac:spMk id="9" creationId="{9DB95F7E-F902-443E-A3B9-72AAA6D4D9FF}"/>
          </ac:spMkLst>
        </pc:spChg>
      </pc:sldChg>
      <pc:sldChg chg="addSp delSp modSp add mod modShow">
        <pc:chgData name="Alessandro Ortis" userId="dcdc90ed-3509-45f7-ac48-ad038638580b" providerId="ADAL" clId="{0862F533-0299-4001-B8B3-3C685F8319E7}" dt="2022-03-15T11:07:15.950" v="2499" actId="478"/>
        <pc:sldMkLst>
          <pc:docMk/>
          <pc:sldMk cId="1033801758" sldId="347"/>
        </pc:sldMkLst>
        <pc:spChg chg="mod">
          <ac:chgData name="Alessandro Ortis" userId="dcdc90ed-3509-45f7-ac48-ad038638580b" providerId="ADAL" clId="{0862F533-0299-4001-B8B3-3C685F8319E7}" dt="2022-03-15T11:03:39.435" v="2423" actId="20577"/>
          <ac:spMkLst>
            <pc:docMk/>
            <pc:sldMk cId="1033801758" sldId="347"/>
            <ac:spMk id="4" creationId="{00000000-0000-0000-0000-000000000000}"/>
          </ac:spMkLst>
        </pc:spChg>
        <pc:spChg chg="del mod">
          <ac:chgData name="Alessandro Ortis" userId="dcdc90ed-3509-45f7-ac48-ad038638580b" providerId="ADAL" clId="{0862F533-0299-4001-B8B3-3C685F8319E7}" dt="2022-03-15T11:03:29.756" v="2368" actId="478"/>
          <ac:spMkLst>
            <pc:docMk/>
            <pc:sldMk cId="1033801758" sldId="347"/>
            <ac:spMk id="6" creationId="{7E5274E1-FD79-4F55-AC63-4E9A65E318A5}"/>
          </ac:spMkLst>
        </pc:spChg>
        <pc:spChg chg="del mod">
          <ac:chgData name="Alessandro Ortis" userId="dcdc90ed-3509-45f7-ac48-ad038638580b" providerId="ADAL" clId="{0862F533-0299-4001-B8B3-3C685F8319E7}" dt="2022-03-15T11:03:29.756" v="2368" actId="478"/>
          <ac:spMkLst>
            <pc:docMk/>
            <pc:sldMk cId="1033801758" sldId="347"/>
            <ac:spMk id="7" creationId="{6112C059-0F96-4360-BE9B-F07AF75D5CB7}"/>
          </ac:spMkLst>
        </pc:spChg>
        <pc:spChg chg="del mod">
          <ac:chgData name="Alessandro Ortis" userId="dcdc90ed-3509-45f7-ac48-ad038638580b" providerId="ADAL" clId="{0862F533-0299-4001-B8B3-3C685F8319E7}" dt="2022-03-15T11:03:29.756" v="2368" actId="478"/>
          <ac:spMkLst>
            <pc:docMk/>
            <pc:sldMk cId="1033801758" sldId="347"/>
            <ac:spMk id="9" creationId="{20ADF7E0-BF5A-401F-8856-32DB50FFF67D}"/>
          </ac:spMkLst>
        </pc:spChg>
        <pc:spChg chg="add mod">
          <ac:chgData name="Alessandro Ortis" userId="dcdc90ed-3509-45f7-ac48-ad038638580b" providerId="ADAL" clId="{0862F533-0299-4001-B8B3-3C685F8319E7}" dt="2022-03-15T11:05:10.624" v="2451" actId="2710"/>
          <ac:spMkLst>
            <pc:docMk/>
            <pc:sldMk cId="1033801758" sldId="347"/>
            <ac:spMk id="10" creationId="{5820F623-C5FE-41A2-B00A-D43BEAE8A7A8}"/>
          </ac:spMkLst>
        </pc:spChg>
        <pc:spChg chg="add del mod">
          <ac:chgData name="Alessandro Ortis" userId="dcdc90ed-3509-45f7-ac48-ad038638580b" providerId="ADAL" clId="{0862F533-0299-4001-B8B3-3C685F8319E7}" dt="2022-03-15T11:07:15.950" v="2499" actId="478"/>
          <ac:spMkLst>
            <pc:docMk/>
            <pc:sldMk cId="1033801758" sldId="347"/>
            <ac:spMk id="17" creationId="{41E567BA-A3FE-4699-984C-BF37082AA4AA}"/>
          </ac:spMkLst>
        </pc:spChg>
        <pc:spChg chg="add del mod">
          <ac:chgData name="Alessandro Ortis" userId="dcdc90ed-3509-45f7-ac48-ad038638580b" providerId="ADAL" clId="{0862F533-0299-4001-B8B3-3C685F8319E7}" dt="2022-03-15T11:07:09.414" v="2496" actId="478"/>
          <ac:spMkLst>
            <pc:docMk/>
            <pc:sldMk cId="1033801758" sldId="347"/>
            <ac:spMk id="18" creationId="{259134F6-CDF6-44A5-9F56-CF61BACF79FA}"/>
          </ac:spMkLst>
        </pc:spChg>
        <pc:spChg chg="add del mod">
          <ac:chgData name="Alessandro Ortis" userId="dcdc90ed-3509-45f7-ac48-ad038638580b" providerId="ADAL" clId="{0862F533-0299-4001-B8B3-3C685F8319E7}" dt="2022-03-15T11:07:01.110" v="2493" actId="478"/>
          <ac:spMkLst>
            <pc:docMk/>
            <pc:sldMk cId="1033801758" sldId="347"/>
            <ac:spMk id="19" creationId="{D4B59159-A305-4F75-A366-C052822889F2}"/>
          </ac:spMkLst>
        </pc:spChg>
        <pc:spChg chg="add del mod">
          <ac:chgData name="Alessandro Ortis" userId="dcdc90ed-3509-45f7-ac48-ad038638580b" providerId="ADAL" clId="{0862F533-0299-4001-B8B3-3C685F8319E7}" dt="2022-03-15T11:06:52.284" v="2491" actId="478"/>
          <ac:spMkLst>
            <pc:docMk/>
            <pc:sldMk cId="1033801758" sldId="347"/>
            <ac:spMk id="20" creationId="{049D9DE3-8C09-450E-BD78-8F0B17CD2BFA}"/>
          </ac:spMkLst>
        </pc:spChg>
        <pc:graphicFrameChg chg="del mod">
          <ac:chgData name="Alessandro Ortis" userId="dcdc90ed-3509-45f7-ac48-ad038638580b" providerId="ADAL" clId="{0862F533-0299-4001-B8B3-3C685F8319E7}" dt="2022-03-15T11:03:29.756" v="2368" actId="478"/>
          <ac:graphicFrameMkLst>
            <pc:docMk/>
            <pc:sldMk cId="1033801758" sldId="347"/>
            <ac:graphicFrameMk id="5" creationId="{5205B00C-C5E7-48C8-8EF5-1D6FE48B97A9}"/>
          </ac:graphicFrameMkLst>
        </pc:graphicFrameChg>
        <pc:picChg chg="del mod">
          <ac:chgData name="Alessandro Ortis" userId="dcdc90ed-3509-45f7-ac48-ad038638580b" providerId="ADAL" clId="{0862F533-0299-4001-B8B3-3C685F8319E7}" dt="2022-03-15T11:03:29.756" v="2368" actId="478"/>
          <ac:picMkLst>
            <pc:docMk/>
            <pc:sldMk cId="1033801758" sldId="347"/>
            <ac:picMk id="8" creationId="{EBF1427D-AE35-4557-826A-F32E66FF991C}"/>
          </ac:picMkLst>
        </pc:picChg>
        <pc:cxnChg chg="add del mod">
          <ac:chgData name="Alessandro Ortis" userId="dcdc90ed-3509-45f7-ac48-ad038638580b" providerId="ADAL" clId="{0862F533-0299-4001-B8B3-3C685F8319E7}" dt="2022-03-15T11:07:13.755" v="2498" actId="478"/>
          <ac:cxnSpMkLst>
            <pc:docMk/>
            <pc:sldMk cId="1033801758" sldId="347"/>
            <ac:cxnSpMk id="12" creationId="{35C58331-0290-4B56-926B-B971D601ECB1}"/>
          </ac:cxnSpMkLst>
        </pc:cxnChg>
        <pc:cxnChg chg="add del mod">
          <ac:chgData name="Alessandro Ortis" userId="dcdc90ed-3509-45f7-ac48-ad038638580b" providerId="ADAL" clId="{0862F533-0299-4001-B8B3-3C685F8319E7}" dt="2022-03-15T11:07:06.566" v="2495" actId="478"/>
          <ac:cxnSpMkLst>
            <pc:docMk/>
            <pc:sldMk cId="1033801758" sldId="347"/>
            <ac:cxnSpMk id="13" creationId="{DAA9E8CF-43BD-4FC3-9D8A-8D976230C6D9}"/>
          </ac:cxnSpMkLst>
        </pc:cxnChg>
        <pc:cxnChg chg="add del mod">
          <ac:chgData name="Alessandro Ortis" userId="dcdc90ed-3509-45f7-ac48-ad038638580b" providerId="ADAL" clId="{0862F533-0299-4001-B8B3-3C685F8319E7}" dt="2022-03-15T11:07:01.110" v="2493" actId="478"/>
          <ac:cxnSpMkLst>
            <pc:docMk/>
            <pc:sldMk cId="1033801758" sldId="347"/>
            <ac:cxnSpMk id="14" creationId="{AE89E9C2-F6E7-4817-890B-58350986264E}"/>
          </ac:cxnSpMkLst>
        </pc:cxnChg>
      </pc:sldChg>
      <pc:sldChg chg="add">
        <pc:chgData name="Alessandro Ortis" userId="dcdc90ed-3509-45f7-ac48-ad038638580b" providerId="ADAL" clId="{0862F533-0299-4001-B8B3-3C685F8319E7}" dt="2022-03-15T11:06:46.681" v="2490"/>
        <pc:sldMkLst>
          <pc:docMk/>
          <pc:sldMk cId="544247694" sldId="348"/>
        </pc:sldMkLst>
      </pc:sldChg>
      <pc:sldChg chg="add">
        <pc:chgData name="Alessandro Ortis" userId="dcdc90ed-3509-45f7-ac48-ad038638580b" providerId="ADAL" clId="{0862F533-0299-4001-B8B3-3C685F8319E7}" dt="2022-03-15T11:06:54.257" v="2492"/>
        <pc:sldMkLst>
          <pc:docMk/>
          <pc:sldMk cId="2453874595" sldId="349"/>
        </pc:sldMkLst>
      </pc:sldChg>
      <pc:sldChg chg="add">
        <pc:chgData name="Alessandro Ortis" userId="dcdc90ed-3509-45f7-ac48-ad038638580b" providerId="ADAL" clId="{0862F533-0299-4001-B8B3-3C685F8319E7}" dt="2022-03-15T11:07:03.785" v="2494"/>
        <pc:sldMkLst>
          <pc:docMk/>
          <pc:sldMk cId="1239840443" sldId="350"/>
        </pc:sldMkLst>
      </pc:sldChg>
      <pc:sldChg chg="add">
        <pc:chgData name="Alessandro Ortis" userId="dcdc90ed-3509-45f7-ac48-ad038638580b" providerId="ADAL" clId="{0862F533-0299-4001-B8B3-3C685F8319E7}" dt="2022-03-15T11:07:11.387" v="2497"/>
        <pc:sldMkLst>
          <pc:docMk/>
          <pc:sldMk cId="2679989603" sldId="351"/>
        </pc:sldMkLst>
      </pc:sldChg>
      <pc:sldChg chg="delSp modSp add mod">
        <pc:chgData name="Alessandro Ortis" userId="dcdc90ed-3509-45f7-ac48-ad038638580b" providerId="ADAL" clId="{0862F533-0299-4001-B8B3-3C685F8319E7}" dt="2022-03-15T11:11:57.003" v="2604" actId="313"/>
        <pc:sldMkLst>
          <pc:docMk/>
          <pc:sldMk cId="4089485670" sldId="352"/>
        </pc:sldMkLst>
        <pc:spChg chg="mod">
          <ac:chgData name="Alessandro Ortis" userId="dcdc90ed-3509-45f7-ac48-ad038638580b" providerId="ADAL" clId="{0862F533-0299-4001-B8B3-3C685F8319E7}" dt="2022-03-15T11:11:57.003" v="2604" actId="313"/>
          <ac:spMkLst>
            <pc:docMk/>
            <pc:sldMk cId="4089485670" sldId="352"/>
            <ac:spMk id="4" creationId="{00000000-0000-0000-0000-000000000000}"/>
          </ac:spMkLst>
        </pc:spChg>
        <pc:spChg chg="mod">
          <ac:chgData name="Alessandro Ortis" userId="dcdc90ed-3509-45f7-ac48-ad038638580b" providerId="ADAL" clId="{0862F533-0299-4001-B8B3-3C685F8319E7}" dt="2022-03-15T11:11:29.867" v="2593" actId="1076"/>
          <ac:spMkLst>
            <pc:docMk/>
            <pc:sldMk cId="4089485670" sldId="352"/>
            <ac:spMk id="10" creationId="{5820F623-C5FE-41A2-B00A-D43BEAE8A7A8}"/>
          </ac:spMkLst>
        </pc:spChg>
        <pc:spChg chg="del mod">
          <ac:chgData name="Alessandro Ortis" userId="dcdc90ed-3509-45f7-ac48-ad038638580b" providerId="ADAL" clId="{0862F533-0299-4001-B8B3-3C685F8319E7}" dt="2022-03-15T11:11:33.768" v="2595" actId="478"/>
          <ac:spMkLst>
            <pc:docMk/>
            <pc:sldMk cId="4089485670" sldId="352"/>
            <ac:spMk id="17" creationId="{41E567BA-A3FE-4699-984C-BF37082AA4AA}"/>
          </ac:spMkLst>
        </pc:spChg>
        <pc:spChg chg="del mod">
          <ac:chgData name="Alessandro Ortis" userId="dcdc90ed-3509-45f7-ac48-ad038638580b" providerId="ADAL" clId="{0862F533-0299-4001-B8B3-3C685F8319E7}" dt="2022-03-15T11:11:33.768" v="2595" actId="478"/>
          <ac:spMkLst>
            <pc:docMk/>
            <pc:sldMk cId="4089485670" sldId="352"/>
            <ac:spMk id="18" creationId="{259134F6-CDF6-44A5-9F56-CF61BACF79FA}"/>
          </ac:spMkLst>
        </pc:spChg>
        <pc:spChg chg="del">
          <ac:chgData name="Alessandro Ortis" userId="dcdc90ed-3509-45f7-ac48-ad038638580b" providerId="ADAL" clId="{0862F533-0299-4001-B8B3-3C685F8319E7}" dt="2022-03-15T11:11:37.101" v="2596" actId="478"/>
          <ac:spMkLst>
            <pc:docMk/>
            <pc:sldMk cId="4089485670" sldId="352"/>
            <ac:spMk id="19" creationId="{D4B59159-A305-4F75-A366-C052822889F2}"/>
          </ac:spMkLst>
        </pc:spChg>
        <pc:spChg chg="del mod">
          <ac:chgData name="Alessandro Ortis" userId="dcdc90ed-3509-45f7-ac48-ad038638580b" providerId="ADAL" clId="{0862F533-0299-4001-B8B3-3C685F8319E7}" dt="2022-03-15T11:11:53.167" v="2602" actId="478"/>
          <ac:spMkLst>
            <pc:docMk/>
            <pc:sldMk cId="4089485670" sldId="352"/>
            <ac:spMk id="20" creationId="{049D9DE3-8C09-450E-BD78-8F0B17CD2BFA}"/>
          </ac:spMkLst>
        </pc:spChg>
        <pc:cxnChg chg="del mod">
          <ac:chgData name="Alessandro Ortis" userId="dcdc90ed-3509-45f7-ac48-ad038638580b" providerId="ADAL" clId="{0862F533-0299-4001-B8B3-3C685F8319E7}" dt="2022-03-15T11:11:33.768" v="2595" actId="478"/>
          <ac:cxnSpMkLst>
            <pc:docMk/>
            <pc:sldMk cId="4089485670" sldId="352"/>
            <ac:cxnSpMk id="12" creationId="{35C58331-0290-4B56-926B-B971D601ECB1}"/>
          </ac:cxnSpMkLst>
        </pc:cxnChg>
        <pc:cxnChg chg="del mod">
          <ac:chgData name="Alessandro Ortis" userId="dcdc90ed-3509-45f7-ac48-ad038638580b" providerId="ADAL" clId="{0862F533-0299-4001-B8B3-3C685F8319E7}" dt="2022-03-15T11:11:33.768" v="2595" actId="478"/>
          <ac:cxnSpMkLst>
            <pc:docMk/>
            <pc:sldMk cId="4089485670" sldId="352"/>
            <ac:cxnSpMk id="13" creationId="{DAA9E8CF-43BD-4FC3-9D8A-8D976230C6D9}"/>
          </ac:cxnSpMkLst>
        </pc:cxnChg>
        <pc:cxnChg chg="del mod">
          <ac:chgData name="Alessandro Ortis" userId="dcdc90ed-3509-45f7-ac48-ad038638580b" providerId="ADAL" clId="{0862F533-0299-4001-B8B3-3C685F8319E7}" dt="2022-03-15T11:11:53.167" v="2602" actId="478"/>
          <ac:cxnSpMkLst>
            <pc:docMk/>
            <pc:sldMk cId="4089485670" sldId="352"/>
            <ac:cxnSpMk id="14" creationId="{AE89E9C2-F6E7-4817-890B-58350986264E}"/>
          </ac:cxnSpMkLst>
        </pc:cxnChg>
      </pc:sldChg>
      <pc:sldChg chg="modSp add mod">
        <pc:chgData name="Alessandro Ortis" userId="dcdc90ed-3509-45f7-ac48-ad038638580b" providerId="ADAL" clId="{0862F533-0299-4001-B8B3-3C685F8319E7}" dt="2022-03-15T11:12:01.664" v="2606" actId="313"/>
        <pc:sldMkLst>
          <pc:docMk/>
          <pc:sldMk cId="195082709" sldId="353"/>
        </pc:sldMkLst>
        <pc:spChg chg="mod">
          <ac:chgData name="Alessandro Ortis" userId="dcdc90ed-3509-45f7-ac48-ad038638580b" providerId="ADAL" clId="{0862F533-0299-4001-B8B3-3C685F8319E7}" dt="2022-03-15T11:12:01.664" v="2606" actId="313"/>
          <ac:spMkLst>
            <pc:docMk/>
            <pc:sldMk cId="195082709" sldId="353"/>
            <ac:spMk id="4" creationId="{00000000-0000-0000-0000-000000000000}"/>
          </ac:spMkLst>
        </pc:spChg>
      </pc:sldChg>
      <pc:sldChg chg="delSp modSp add del mod">
        <pc:chgData name="Alessandro Ortis" userId="dcdc90ed-3509-45f7-ac48-ad038638580b" providerId="ADAL" clId="{0862F533-0299-4001-B8B3-3C685F8319E7}" dt="2022-03-16T09:41:07.424" v="3044" actId="47"/>
        <pc:sldMkLst>
          <pc:docMk/>
          <pc:sldMk cId="76956938" sldId="354"/>
        </pc:sldMkLst>
        <pc:spChg chg="mod">
          <ac:chgData name="Alessandro Ortis" userId="dcdc90ed-3509-45f7-ac48-ad038638580b" providerId="ADAL" clId="{0862F533-0299-4001-B8B3-3C685F8319E7}" dt="2022-03-15T11:14:32.388" v="2628" actId="20577"/>
          <ac:spMkLst>
            <pc:docMk/>
            <pc:sldMk cId="76956938" sldId="354"/>
            <ac:spMk id="2" creationId="{00000000-0000-0000-0000-000000000000}"/>
          </ac:spMkLst>
        </pc:spChg>
        <pc:spChg chg="mod">
          <ac:chgData name="Alessandro Ortis" userId="dcdc90ed-3509-45f7-ac48-ad038638580b" providerId="ADAL" clId="{0862F533-0299-4001-B8B3-3C685F8319E7}" dt="2022-03-15T11:18:56.476" v="2991" actId="20577"/>
          <ac:spMkLst>
            <pc:docMk/>
            <pc:sldMk cId="76956938" sldId="354"/>
            <ac:spMk id="4" creationId="{00000000-0000-0000-0000-000000000000}"/>
          </ac:spMkLst>
        </pc:spChg>
        <pc:spChg chg="del">
          <ac:chgData name="Alessandro Ortis" userId="dcdc90ed-3509-45f7-ac48-ad038638580b" providerId="ADAL" clId="{0862F533-0299-4001-B8B3-3C685F8319E7}" dt="2022-03-15T11:15:01.475" v="2729" actId="478"/>
          <ac:spMkLst>
            <pc:docMk/>
            <pc:sldMk cId="76956938" sldId="354"/>
            <ac:spMk id="6" creationId="{7E5274E1-FD79-4F55-AC63-4E9A65E318A5}"/>
          </ac:spMkLst>
        </pc:spChg>
        <pc:spChg chg="del">
          <ac:chgData name="Alessandro Ortis" userId="dcdc90ed-3509-45f7-ac48-ad038638580b" providerId="ADAL" clId="{0862F533-0299-4001-B8B3-3C685F8319E7}" dt="2022-03-15T11:15:01.475" v="2729" actId="478"/>
          <ac:spMkLst>
            <pc:docMk/>
            <pc:sldMk cId="76956938" sldId="354"/>
            <ac:spMk id="7" creationId="{6112C059-0F96-4360-BE9B-F07AF75D5CB7}"/>
          </ac:spMkLst>
        </pc:spChg>
        <pc:spChg chg="del">
          <ac:chgData name="Alessandro Ortis" userId="dcdc90ed-3509-45f7-ac48-ad038638580b" providerId="ADAL" clId="{0862F533-0299-4001-B8B3-3C685F8319E7}" dt="2022-03-15T11:15:01.475" v="2729" actId="478"/>
          <ac:spMkLst>
            <pc:docMk/>
            <pc:sldMk cId="76956938" sldId="354"/>
            <ac:spMk id="9" creationId="{20ADF7E0-BF5A-401F-8856-32DB50FFF67D}"/>
          </ac:spMkLst>
        </pc:spChg>
        <pc:graphicFrameChg chg="del">
          <ac:chgData name="Alessandro Ortis" userId="dcdc90ed-3509-45f7-ac48-ad038638580b" providerId="ADAL" clId="{0862F533-0299-4001-B8B3-3C685F8319E7}" dt="2022-03-15T11:15:01.475" v="2729" actId="478"/>
          <ac:graphicFrameMkLst>
            <pc:docMk/>
            <pc:sldMk cId="76956938" sldId="354"/>
            <ac:graphicFrameMk id="5" creationId="{5205B00C-C5E7-48C8-8EF5-1D6FE48B97A9}"/>
          </ac:graphicFrameMkLst>
        </pc:graphicFrameChg>
        <pc:picChg chg="del">
          <ac:chgData name="Alessandro Ortis" userId="dcdc90ed-3509-45f7-ac48-ad038638580b" providerId="ADAL" clId="{0862F533-0299-4001-B8B3-3C685F8319E7}" dt="2022-03-15T11:15:01.475" v="2729" actId="478"/>
          <ac:picMkLst>
            <pc:docMk/>
            <pc:sldMk cId="76956938" sldId="354"/>
            <ac:picMk id="8" creationId="{EBF1427D-AE35-4557-826A-F32E66FF991C}"/>
          </ac:picMkLst>
        </pc:picChg>
        <pc:picChg chg="del">
          <ac:chgData name="Alessandro Ortis" userId="dcdc90ed-3509-45f7-ac48-ad038638580b" providerId="ADAL" clId="{0862F533-0299-4001-B8B3-3C685F8319E7}" dt="2022-03-15T11:15:01.475" v="2729" actId="478"/>
          <ac:picMkLst>
            <pc:docMk/>
            <pc:sldMk cId="76956938" sldId="354"/>
            <ac:picMk id="10" creationId="{7BEE60AB-382E-43CC-8C38-9AAFD39DCB5F}"/>
          </ac:picMkLst>
        </pc:picChg>
      </pc:sldChg>
      <pc:sldChg chg="add del">
        <pc:chgData name="Alessandro Ortis" userId="dcdc90ed-3509-45f7-ac48-ad038638580b" providerId="ADAL" clId="{0862F533-0299-4001-B8B3-3C685F8319E7}" dt="2022-03-15T11:22:14.041" v="3041" actId="47"/>
        <pc:sldMkLst>
          <pc:docMk/>
          <pc:sldMk cId="1294531685" sldId="355"/>
        </pc:sldMkLst>
      </pc:sldChg>
      <pc:sldChg chg="modSp add del mod">
        <pc:chgData name="Alessandro Ortis" userId="dcdc90ed-3509-45f7-ac48-ad038638580b" providerId="ADAL" clId="{0862F533-0299-4001-B8B3-3C685F8319E7}" dt="2022-03-15T11:20:37.782" v="3025" actId="47"/>
        <pc:sldMkLst>
          <pc:docMk/>
          <pc:sldMk cId="620979861" sldId="356"/>
        </pc:sldMkLst>
        <pc:spChg chg="mod">
          <ac:chgData name="Alessandro Ortis" userId="dcdc90ed-3509-45f7-ac48-ad038638580b" providerId="ADAL" clId="{0862F533-0299-4001-B8B3-3C685F8319E7}" dt="2022-03-15T11:20:35.370" v="3024" actId="20577"/>
          <ac:spMkLst>
            <pc:docMk/>
            <pc:sldMk cId="620979861" sldId="356"/>
            <ac:spMk id="2" creationId="{00000000-0000-0000-0000-000000000000}"/>
          </ac:spMkLst>
        </pc:spChg>
      </pc:sldChg>
    </pc:docChg>
  </pc:docChgLst>
  <pc:docChgLst>
    <pc:chgData name="Alessandro Ortis" userId="dcdc90ed-3509-45f7-ac48-ad038638580b" providerId="ADAL" clId="{4706BFD2-CEF4-4FCF-ABDA-B7FD6395A9FA}"/>
    <pc:docChg chg="undo custSel addSld delSld modSld sldOrd">
      <pc:chgData name="Alessandro Ortis" userId="dcdc90ed-3509-45f7-ac48-ad038638580b" providerId="ADAL" clId="{4706BFD2-CEF4-4FCF-ABDA-B7FD6395A9FA}" dt="2022-03-14T17:03:34.410" v="1970" actId="20577"/>
      <pc:docMkLst>
        <pc:docMk/>
      </pc:docMkLst>
      <pc:sldChg chg="del">
        <pc:chgData name="Alessandro Ortis" userId="dcdc90ed-3509-45f7-ac48-ad038638580b" providerId="ADAL" clId="{4706BFD2-CEF4-4FCF-ABDA-B7FD6395A9FA}" dt="2022-03-14T14:29:39.671" v="818" actId="2696"/>
        <pc:sldMkLst>
          <pc:docMk/>
          <pc:sldMk cId="1982618762" sldId="262"/>
        </pc:sldMkLst>
      </pc:sldChg>
      <pc:sldChg chg="add">
        <pc:chgData name="Alessandro Ortis" userId="dcdc90ed-3509-45f7-ac48-ad038638580b" providerId="ADAL" clId="{4706BFD2-CEF4-4FCF-ABDA-B7FD6395A9FA}" dt="2022-03-14T14:29:44.866" v="819"/>
        <pc:sldMkLst>
          <pc:docMk/>
          <pc:sldMk cId="4056441670" sldId="262"/>
        </pc:sldMkLst>
      </pc:sldChg>
      <pc:sldChg chg="modSp mod">
        <pc:chgData name="Alessandro Ortis" userId="dcdc90ed-3509-45f7-ac48-ad038638580b" providerId="ADAL" clId="{4706BFD2-CEF4-4FCF-ABDA-B7FD6395A9FA}" dt="2022-03-14T13:42:35.547" v="86" actId="14100"/>
        <pc:sldMkLst>
          <pc:docMk/>
          <pc:sldMk cId="671297568" sldId="263"/>
        </pc:sldMkLst>
        <pc:spChg chg="mod">
          <ac:chgData name="Alessandro Ortis" userId="dcdc90ed-3509-45f7-ac48-ad038638580b" providerId="ADAL" clId="{4706BFD2-CEF4-4FCF-ABDA-B7FD6395A9FA}" dt="2022-03-14T13:42:35.547" v="86" actId="14100"/>
          <ac:spMkLst>
            <pc:docMk/>
            <pc:sldMk cId="671297568" sldId="263"/>
            <ac:spMk id="4" creationId="{00000000-0000-0000-0000-000000000000}"/>
          </ac:spMkLst>
        </pc:spChg>
      </pc:sldChg>
      <pc:sldChg chg="add ord">
        <pc:chgData name="Alessandro Ortis" userId="dcdc90ed-3509-45f7-ac48-ad038638580b" providerId="ADAL" clId="{4706BFD2-CEF4-4FCF-ABDA-B7FD6395A9FA}" dt="2022-03-14T14:29:48.060" v="821"/>
        <pc:sldMkLst>
          <pc:docMk/>
          <pc:sldMk cId="2234171294" sldId="264"/>
        </pc:sldMkLst>
      </pc:sldChg>
      <pc:sldChg chg="del">
        <pc:chgData name="Alessandro Ortis" userId="dcdc90ed-3509-45f7-ac48-ad038638580b" providerId="ADAL" clId="{4706BFD2-CEF4-4FCF-ABDA-B7FD6395A9FA}" dt="2022-03-14T14:29:39.671" v="818" actId="2696"/>
        <pc:sldMkLst>
          <pc:docMk/>
          <pc:sldMk cId="3171716765" sldId="264"/>
        </pc:sldMkLst>
      </pc:sldChg>
      <pc:sldChg chg="add ord">
        <pc:chgData name="Alessandro Ortis" userId="dcdc90ed-3509-45f7-ac48-ad038638580b" providerId="ADAL" clId="{4706BFD2-CEF4-4FCF-ABDA-B7FD6395A9FA}" dt="2022-03-14T14:29:56.683" v="823"/>
        <pc:sldMkLst>
          <pc:docMk/>
          <pc:sldMk cId="73555605" sldId="266"/>
        </pc:sldMkLst>
      </pc:sldChg>
      <pc:sldChg chg="del">
        <pc:chgData name="Alessandro Ortis" userId="dcdc90ed-3509-45f7-ac48-ad038638580b" providerId="ADAL" clId="{4706BFD2-CEF4-4FCF-ABDA-B7FD6395A9FA}" dt="2022-03-14T14:29:39.671" v="818" actId="2696"/>
        <pc:sldMkLst>
          <pc:docMk/>
          <pc:sldMk cId="1280629179" sldId="266"/>
        </pc:sldMkLst>
      </pc:sldChg>
      <pc:sldChg chg="del mod modShow">
        <pc:chgData name="Alessandro Ortis" userId="dcdc90ed-3509-45f7-ac48-ad038638580b" providerId="ADAL" clId="{4706BFD2-CEF4-4FCF-ABDA-B7FD6395A9FA}" dt="2022-03-14T14:29:39.671" v="818" actId="2696"/>
        <pc:sldMkLst>
          <pc:docMk/>
          <pc:sldMk cId="996703940" sldId="267"/>
        </pc:sldMkLst>
      </pc:sldChg>
      <pc:sldChg chg="delSp add mod delAnim modShow">
        <pc:chgData name="Alessandro Ortis" userId="dcdc90ed-3509-45f7-ac48-ad038638580b" providerId="ADAL" clId="{4706BFD2-CEF4-4FCF-ABDA-B7FD6395A9FA}" dt="2022-03-14T15:12:10.757" v="1625" actId="478"/>
        <pc:sldMkLst>
          <pc:docMk/>
          <pc:sldMk cId="2639850032" sldId="267"/>
        </pc:sldMkLst>
        <pc:spChg chg="del">
          <ac:chgData name="Alessandro Ortis" userId="dcdc90ed-3509-45f7-ac48-ad038638580b" providerId="ADAL" clId="{4706BFD2-CEF4-4FCF-ABDA-B7FD6395A9FA}" dt="2022-03-14T15:12:10.757" v="1625" actId="478"/>
          <ac:spMkLst>
            <pc:docMk/>
            <pc:sldMk cId="2639850032" sldId="267"/>
            <ac:spMk id="7" creationId="{00000000-0000-0000-0000-000000000000}"/>
          </ac:spMkLst>
        </pc:spChg>
      </pc:sldChg>
      <pc:sldChg chg="add mod modShow">
        <pc:chgData name="Alessandro Ortis" userId="dcdc90ed-3509-45f7-ac48-ad038638580b" providerId="ADAL" clId="{4706BFD2-CEF4-4FCF-ABDA-B7FD6395A9FA}" dt="2022-03-14T14:30:42.056" v="825" actId="729"/>
        <pc:sldMkLst>
          <pc:docMk/>
          <pc:sldMk cId="520594104" sldId="269"/>
        </pc:sldMkLst>
      </pc:sldChg>
      <pc:sldChg chg="del mod modShow">
        <pc:chgData name="Alessandro Ortis" userId="dcdc90ed-3509-45f7-ac48-ad038638580b" providerId="ADAL" clId="{4706BFD2-CEF4-4FCF-ABDA-B7FD6395A9FA}" dt="2022-03-14T14:29:39.671" v="818" actId="2696"/>
        <pc:sldMkLst>
          <pc:docMk/>
          <pc:sldMk cId="1629270260" sldId="269"/>
        </pc:sldMkLst>
      </pc:sldChg>
      <pc:sldChg chg="mod ord modShow">
        <pc:chgData name="Alessandro Ortis" userId="dcdc90ed-3509-45f7-ac48-ad038638580b" providerId="ADAL" clId="{4706BFD2-CEF4-4FCF-ABDA-B7FD6395A9FA}" dt="2022-03-14T14:58:05.263" v="1228" actId="729"/>
        <pc:sldMkLst>
          <pc:docMk/>
          <pc:sldMk cId="1163251793" sldId="271"/>
        </pc:sldMkLst>
      </pc:sldChg>
      <pc:sldChg chg="del">
        <pc:chgData name="Alessandro Ortis" userId="dcdc90ed-3509-45f7-ac48-ad038638580b" providerId="ADAL" clId="{4706BFD2-CEF4-4FCF-ABDA-B7FD6395A9FA}" dt="2022-03-14T14:29:39.671" v="818" actId="2696"/>
        <pc:sldMkLst>
          <pc:docMk/>
          <pc:sldMk cId="1864876383" sldId="272"/>
        </pc:sldMkLst>
      </pc:sldChg>
      <pc:sldChg chg="add ord">
        <pc:chgData name="Alessandro Ortis" userId="dcdc90ed-3509-45f7-ac48-ad038638580b" providerId="ADAL" clId="{4706BFD2-CEF4-4FCF-ABDA-B7FD6395A9FA}" dt="2022-03-14T14:30:45.552" v="827"/>
        <pc:sldMkLst>
          <pc:docMk/>
          <pc:sldMk cId="2129470149" sldId="272"/>
        </pc:sldMkLst>
      </pc:sldChg>
      <pc:sldChg chg="mod modShow">
        <pc:chgData name="Alessandro Ortis" userId="dcdc90ed-3509-45f7-ac48-ad038638580b" providerId="ADAL" clId="{4706BFD2-CEF4-4FCF-ABDA-B7FD6395A9FA}" dt="2022-03-14T14:28:48.388" v="816" actId="729"/>
        <pc:sldMkLst>
          <pc:docMk/>
          <pc:sldMk cId="1502613601" sldId="273"/>
        </pc:sldMkLst>
      </pc:sldChg>
      <pc:sldChg chg="mod modShow">
        <pc:chgData name="Alessandro Ortis" userId="dcdc90ed-3509-45f7-ac48-ad038638580b" providerId="ADAL" clId="{4706BFD2-CEF4-4FCF-ABDA-B7FD6395A9FA}" dt="2022-03-14T14:57:54.591" v="1225" actId="729"/>
        <pc:sldMkLst>
          <pc:docMk/>
          <pc:sldMk cId="2202830551" sldId="275"/>
        </pc:sldMkLst>
      </pc:sldChg>
      <pc:sldChg chg="mod modShow">
        <pc:chgData name="Alessandro Ortis" userId="dcdc90ed-3509-45f7-ac48-ad038638580b" providerId="ADAL" clId="{4706BFD2-CEF4-4FCF-ABDA-B7FD6395A9FA}" dt="2022-03-14T14:57:54.591" v="1225" actId="729"/>
        <pc:sldMkLst>
          <pc:docMk/>
          <pc:sldMk cId="1604279071" sldId="276"/>
        </pc:sldMkLst>
      </pc:sldChg>
      <pc:sldChg chg="mod modShow">
        <pc:chgData name="Alessandro Ortis" userId="dcdc90ed-3509-45f7-ac48-ad038638580b" providerId="ADAL" clId="{4706BFD2-CEF4-4FCF-ABDA-B7FD6395A9FA}" dt="2022-03-14T14:57:54.591" v="1225" actId="729"/>
        <pc:sldMkLst>
          <pc:docMk/>
          <pc:sldMk cId="1824781470" sldId="277"/>
        </pc:sldMkLst>
      </pc:sldChg>
      <pc:sldChg chg="mod modShow">
        <pc:chgData name="Alessandro Ortis" userId="dcdc90ed-3509-45f7-ac48-ad038638580b" providerId="ADAL" clId="{4706BFD2-CEF4-4FCF-ABDA-B7FD6395A9FA}" dt="2022-03-14T14:57:54.591" v="1225" actId="729"/>
        <pc:sldMkLst>
          <pc:docMk/>
          <pc:sldMk cId="2579572834" sldId="278"/>
        </pc:sldMkLst>
      </pc:sldChg>
      <pc:sldChg chg="mod modShow">
        <pc:chgData name="Alessandro Ortis" userId="dcdc90ed-3509-45f7-ac48-ad038638580b" providerId="ADAL" clId="{4706BFD2-CEF4-4FCF-ABDA-B7FD6395A9FA}" dt="2022-03-14T14:57:54.591" v="1225" actId="729"/>
        <pc:sldMkLst>
          <pc:docMk/>
          <pc:sldMk cId="832053013" sldId="279"/>
        </pc:sldMkLst>
      </pc:sldChg>
      <pc:sldChg chg="mod modShow">
        <pc:chgData name="Alessandro Ortis" userId="dcdc90ed-3509-45f7-ac48-ad038638580b" providerId="ADAL" clId="{4706BFD2-CEF4-4FCF-ABDA-B7FD6395A9FA}" dt="2022-03-14T14:57:54.591" v="1225" actId="729"/>
        <pc:sldMkLst>
          <pc:docMk/>
          <pc:sldMk cId="1519861360" sldId="280"/>
        </pc:sldMkLst>
      </pc:sldChg>
      <pc:sldChg chg="mod modShow">
        <pc:chgData name="Alessandro Ortis" userId="dcdc90ed-3509-45f7-ac48-ad038638580b" providerId="ADAL" clId="{4706BFD2-CEF4-4FCF-ABDA-B7FD6395A9FA}" dt="2022-03-14T14:57:54.591" v="1225" actId="729"/>
        <pc:sldMkLst>
          <pc:docMk/>
          <pc:sldMk cId="2880080466" sldId="281"/>
        </pc:sldMkLst>
      </pc:sldChg>
      <pc:sldChg chg="mod modShow">
        <pc:chgData name="Alessandro Ortis" userId="dcdc90ed-3509-45f7-ac48-ad038638580b" providerId="ADAL" clId="{4706BFD2-CEF4-4FCF-ABDA-B7FD6395A9FA}" dt="2022-03-14T14:57:54.591" v="1225" actId="729"/>
        <pc:sldMkLst>
          <pc:docMk/>
          <pc:sldMk cId="97517811" sldId="282"/>
        </pc:sldMkLst>
      </pc:sldChg>
      <pc:sldChg chg="mod modShow">
        <pc:chgData name="Alessandro Ortis" userId="dcdc90ed-3509-45f7-ac48-ad038638580b" providerId="ADAL" clId="{4706BFD2-CEF4-4FCF-ABDA-B7FD6395A9FA}" dt="2022-03-14T14:57:54.591" v="1225" actId="729"/>
        <pc:sldMkLst>
          <pc:docMk/>
          <pc:sldMk cId="1066016077" sldId="283"/>
        </pc:sldMkLst>
      </pc:sldChg>
      <pc:sldChg chg="mod modShow">
        <pc:chgData name="Alessandro Ortis" userId="dcdc90ed-3509-45f7-ac48-ad038638580b" providerId="ADAL" clId="{4706BFD2-CEF4-4FCF-ABDA-B7FD6395A9FA}" dt="2022-03-14T14:57:54.591" v="1225" actId="729"/>
        <pc:sldMkLst>
          <pc:docMk/>
          <pc:sldMk cId="2432513643" sldId="284"/>
        </pc:sldMkLst>
      </pc:sldChg>
      <pc:sldChg chg="mod modShow">
        <pc:chgData name="Alessandro Ortis" userId="dcdc90ed-3509-45f7-ac48-ad038638580b" providerId="ADAL" clId="{4706BFD2-CEF4-4FCF-ABDA-B7FD6395A9FA}" dt="2022-03-14T14:57:54.591" v="1225" actId="729"/>
        <pc:sldMkLst>
          <pc:docMk/>
          <pc:sldMk cId="679572198" sldId="285"/>
        </pc:sldMkLst>
      </pc:sldChg>
      <pc:sldChg chg="mod modShow">
        <pc:chgData name="Alessandro Ortis" userId="dcdc90ed-3509-45f7-ac48-ad038638580b" providerId="ADAL" clId="{4706BFD2-CEF4-4FCF-ABDA-B7FD6395A9FA}" dt="2022-03-14T14:57:54.591" v="1225" actId="729"/>
        <pc:sldMkLst>
          <pc:docMk/>
          <pc:sldMk cId="46596434" sldId="286"/>
        </pc:sldMkLst>
      </pc:sldChg>
      <pc:sldChg chg="modSp mod ord">
        <pc:chgData name="Alessandro Ortis" userId="dcdc90ed-3509-45f7-ac48-ad038638580b" providerId="ADAL" clId="{4706BFD2-CEF4-4FCF-ABDA-B7FD6395A9FA}" dt="2022-03-14T15:20:25.105" v="1898" actId="20577"/>
        <pc:sldMkLst>
          <pc:docMk/>
          <pc:sldMk cId="2946504290" sldId="287"/>
        </pc:sldMkLst>
        <pc:spChg chg="mod">
          <ac:chgData name="Alessandro Ortis" userId="dcdc90ed-3509-45f7-ac48-ad038638580b" providerId="ADAL" clId="{4706BFD2-CEF4-4FCF-ABDA-B7FD6395A9FA}" dt="2022-03-14T15:20:25.105" v="1898" actId="20577"/>
          <ac:spMkLst>
            <pc:docMk/>
            <pc:sldMk cId="2946504290" sldId="287"/>
            <ac:spMk id="3" creationId="{00000000-0000-0000-0000-000000000000}"/>
          </ac:spMkLst>
        </pc:spChg>
      </pc:sldChg>
      <pc:sldChg chg="mod modShow">
        <pc:chgData name="Alessandro Ortis" userId="dcdc90ed-3509-45f7-ac48-ad038638580b" providerId="ADAL" clId="{4706BFD2-CEF4-4FCF-ABDA-B7FD6395A9FA}" dt="2022-03-14T14:57:54.591" v="1225" actId="729"/>
        <pc:sldMkLst>
          <pc:docMk/>
          <pc:sldMk cId="592070583" sldId="288"/>
        </pc:sldMkLst>
      </pc:sldChg>
      <pc:sldChg chg="mod modShow">
        <pc:chgData name="Alessandro Ortis" userId="dcdc90ed-3509-45f7-ac48-ad038638580b" providerId="ADAL" clId="{4706BFD2-CEF4-4FCF-ABDA-B7FD6395A9FA}" dt="2022-03-14T14:57:54.591" v="1225" actId="729"/>
        <pc:sldMkLst>
          <pc:docMk/>
          <pc:sldMk cId="3254434861" sldId="289"/>
        </pc:sldMkLst>
      </pc:sldChg>
      <pc:sldChg chg="addSp delSp modSp mod">
        <pc:chgData name="Alessandro Ortis" userId="dcdc90ed-3509-45f7-ac48-ad038638580b" providerId="ADAL" clId="{4706BFD2-CEF4-4FCF-ABDA-B7FD6395A9FA}" dt="2022-03-14T15:15:49.097" v="1814" actId="6549"/>
        <pc:sldMkLst>
          <pc:docMk/>
          <pc:sldMk cId="575883652" sldId="316"/>
        </pc:sldMkLst>
        <pc:spChg chg="mod">
          <ac:chgData name="Alessandro Ortis" userId="dcdc90ed-3509-45f7-ac48-ad038638580b" providerId="ADAL" clId="{4706BFD2-CEF4-4FCF-ABDA-B7FD6395A9FA}" dt="2022-03-14T13:50:19.765" v="364" actId="313"/>
          <ac:spMkLst>
            <pc:docMk/>
            <pc:sldMk cId="575883652" sldId="316"/>
            <ac:spMk id="2" creationId="{00000000-0000-0000-0000-000000000000}"/>
          </ac:spMkLst>
        </pc:spChg>
        <pc:spChg chg="mod">
          <ac:chgData name="Alessandro Ortis" userId="dcdc90ed-3509-45f7-ac48-ad038638580b" providerId="ADAL" clId="{4706BFD2-CEF4-4FCF-ABDA-B7FD6395A9FA}" dt="2022-03-14T15:15:49.097" v="1814" actId="6549"/>
          <ac:spMkLst>
            <pc:docMk/>
            <pc:sldMk cId="575883652" sldId="316"/>
            <ac:spMk id="4" creationId="{00000000-0000-0000-0000-000000000000}"/>
          </ac:spMkLst>
        </pc:spChg>
        <pc:picChg chg="add del mod">
          <ac:chgData name="Alessandro Ortis" userId="dcdc90ed-3509-45f7-ac48-ad038638580b" providerId="ADAL" clId="{4706BFD2-CEF4-4FCF-ABDA-B7FD6395A9FA}" dt="2022-03-14T14:49:31.437" v="1081" actId="478"/>
          <ac:picMkLst>
            <pc:docMk/>
            <pc:sldMk cId="575883652" sldId="316"/>
            <ac:picMk id="5" creationId="{2D3F4635-F183-48CB-B294-703CF3953144}"/>
          </ac:picMkLst>
        </pc:picChg>
        <pc:picChg chg="add del mod">
          <ac:chgData name="Alessandro Ortis" userId="dcdc90ed-3509-45f7-ac48-ad038638580b" providerId="ADAL" clId="{4706BFD2-CEF4-4FCF-ABDA-B7FD6395A9FA}" dt="2022-03-14T15:08:12.132" v="1409" actId="478"/>
          <ac:picMkLst>
            <pc:docMk/>
            <pc:sldMk cId="575883652" sldId="316"/>
            <ac:picMk id="4098" creationId="{D4B7F756-E186-4268-A7DC-05027F18CE68}"/>
          </ac:picMkLst>
        </pc:picChg>
      </pc:sldChg>
      <pc:sldChg chg="add">
        <pc:chgData name="Alessandro Ortis" userId="dcdc90ed-3509-45f7-ac48-ad038638580b" providerId="ADAL" clId="{4706BFD2-CEF4-4FCF-ABDA-B7FD6395A9FA}" dt="2022-03-14T15:21:53.121" v="1931"/>
        <pc:sldMkLst>
          <pc:docMk/>
          <pc:sldMk cId="2556990449" sldId="317"/>
        </pc:sldMkLst>
      </pc:sldChg>
      <pc:sldChg chg="del">
        <pc:chgData name="Alessandro Ortis" userId="dcdc90ed-3509-45f7-ac48-ad038638580b" providerId="ADAL" clId="{4706BFD2-CEF4-4FCF-ABDA-B7FD6395A9FA}" dt="2022-03-14T15:21:46.409" v="1930" actId="2696"/>
        <pc:sldMkLst>
          <pc:docMk/>
          <pc:sldMk cId="4106206963" sldId="317"/>
        </pc:sldMkLst>
      </pc:sldChg>
      <pc:sldChg chg="add">
        <pc:chgData name="Alessandro Ortis" userId="dcdc90ed-3509-45f7-ac48-ad038638580b" providerId="ADAL" clId="{4706BFD2-CEF4-4FCF-ABDA-B7FD6395A9FA}" dt="2022-03-14T15:21:53.121" v="1931"/>
        <pc:sldMkLst>
          <pc:docMk/>
          <pc:sldMk cId="1187735878" sldId="318"/>
        </pc:sldMkLst>
      </pc:sldChg>
      <pc:sldChg chg="del">
        <pc:chgData name="Alessandro Ortis" userId="dcdc90ed-3509-45f7-ac48-ad038638580b" providerId="ADAL" clId="{4706BFD2-CEF4-4FCF-ABDA-B7FD6395A9FA}" dt="2022-03-14T15:21:46.409" v="1930" actId="2696"/>
        <pc:sldMkLst>
          <pc:docMk/>
          <pc:sldMk cId="2344769950" sldId="318"/>
        </pc:sldMkLst>
      </pc:sldChg>
      <pc:sldChg chg="del">
        <pc:chgData name="Alessandro Ortis" userId="dcdc90ed-3509-45f7-ac48-ad038638580b" providerId="ADAL" clId="{4706BFD2-CEF4-4FCF-ABDA-B7FD6395A9FA}" dt="2022-03-14T15:21:46.409" v="1930" actId="2696"/>
        <pc:sldMkLst>
          <pc:docMk/>
          <pc:sldMk cId="357320764" sldId="319"/>
        </pc:sldMkLst>
      </pc:sldChg>
      <pc:sldChg chg="add">
        <pc:chgData name="Alessandro Ortis" userId="dcdc90ed-3509-45f7-ac48-ad038638580b" providerId="ADAL" clId="{4706BFD2-CEF4-4FCF-ABDA-B7FD6395A9FA}" dt="2022-03-14T15:21:53.121" v="1931"/>
        <pc:sldMkLst>
          <pc:docMk/>
          <pc:sldMk cId="2540264350" sldId="319"/>
        </pc:sldMkLst>
      </pc:sldChg>
      <pc:sldChg chg="add">
        <pc:chgData name="Alessandro Ortis" userId="dcdc90ed-3509-45f7-ac48-ad038638580b" providerId="ADAL" clId="{4706BFD2-CEF4-4FCF-ABDA-B7FD6395A9FA}" dt="2022-03-14T15:21:53.121" v="1931"/>
        <pc:sldMkLst>
          <pc:docMk/>
          <pc:sldMk cId="580655310" sldId="320"/>
        </pc:sldMkLst>
      </pc:sldChg>
      <pc:sldChg chg="del">
        <pc:chgData name="Alessandro Ortis" userId="dcdc90ed-3509-45f7-ac48-ad038638580b" providerId="ADAL" clId="{4706BFD2-CEF4-4FCF-ABDA-B7FD6395A9FA}" dt="2022-03-14T15:21:46.409" v="1930" actId="2696"/>
        <pc:sldMkLst>
          <pc:docMk/>
          <pc:sldMk cId="1297134440" sldId="320"/>
        </pc:sldMkLst>
      </pc:sldChg>
      <pc:sldChg chg="modSp add mod">
        <pc:chgData name="Alessandro Ortis" userId="dcdc90ed-3509-45f7-ac48-ad038638580b" providerId="ADAL" clId="{4706BFD2-CEF4-4FCF-ABDA-B7FD6395A9FA}" dt="2022-03-14T13:40:15.026" v="53" actId="27636"/>
        <pc:sldMkLst>
          <pc:docMk/>
          <pc:sldMk cId="1926600034" sldId="321"/>
        </pc:sldMkLst>
        <pc:spChg chg="mod">
          <ac:chgData name="Alessandro Ortis" userId="dcdc90ed-3509-45f7-ac48-ad038638580b" providerId="ADAL" clId="{4706BFD2-CEF4-4FCF-ABDA-B7FD6395A9FA}" dt="2022-03-14T13:38:44.390" v="29" actId="20577"/>
          <ac:spMkLst>
            <pc:docMk/>
            <pc:sldMk cId="1926600034" sldId="321"/>
            <ac:spMk id="2" creationId="{00000000-0000-0000-0000-000000000000}"/>
          </ac:spMkLst>
        </pc:spChg>
        <pc:spChg chg="mod">
          <ac:chgData name="Alessandro Ortis" userId="dcdc90ed-3509-45f7-ac48-ad038638580b" providerId="ADAL" clId="{4706BFD2-CEF4-4FCF-ABDA-B7FD6395A9FA}" dt="2022-03-14T13:40:15.026" v="53" actId="27636"/>
          <ac:spMkLst>
            <pc:docMk/>
            <pc:sldMk cId="1926600034" sldId="321"/>
            <ac:spMk id="3" creationId="{00000000-0000-0000-0000-000000000000}"/>
          </ac:spMkLst>
        </pc:spChg>
      </pc:sldChg>
      <pc:sldChg chg="modSp add mod">
        <pc:chgData name="Alessandro Ortis" userId="dcdc90ed-3509-45f7-ac48-ad038638580b" providerId="ADAL" clId="{4706BFD2-CEF4-4FCF-ABDA-B7FD6395A9FA}" dt="2022-03-14T13:45:35.306" v="280" actId="14100"/>
        <pc:sldMkLst>
          <pc:docMk/>
          <pc:sldMk cId="696736115" sldId="322"/>
        </pc:sldMkLst>
        <pc:spChg chg="mod">
          <ac:chgData name="Alessandro Ortis" userId="dcdc90ed-3509-45f7-ac48-ad038638580b" providerId="ADAL" clId="{4706BFD2-CEF4-4FCF-ABDA-B7FD6395A9FA}" dt="2022-03-14T13:45:35.306" v="280" actId="14100"/>
          <ac:spMkLst>
            <pc:docMk/>
            <pc:sldMk cId="696736115" sldId="322"/>
            <ac:spMk id="3" creationId="{00000000-0000-0000-0000-000000000000}"/>
          </ac:spMkLst>
        </pc:spChg>
      </pc:sldChg>
      <pc:sldChg chg="modSp add mod">
        <pc:chgData name="Alessandro Ortis" userId="dcdc90ed-3509-45f7-ac48-ad038638580b" providerId="ADAL" clId="{4706BFD2-CEF4-4FCF-ABDA-B7FD6395A9FA}" dt="2022-03-14T15:17:51.556" v="1816" actId="113"/>
        <pc:sldMkLst>
          <pc:docMk/>
          <pc:sldMk cId="2330397008" sldId="323"/>
        </pc:sldMkLst>
        <pc:spChg chg="mod">
          <ac:chgData name="Alessandro Ortis" userId="dcdc90ed-3509-45f7-ac48-ad038638580b" providerId="ADAL" clId="{4706BFD2-CEF4-4FCF-ABDA-B7FD6395A9FA}" dt="2022-03-14T15:17:51.556" v="1816" actId="113"/>
          <ac:spMkLst>
            <pc:docMk/>
            <pc:sldMk cId="2330397008" sldId="323"/>
            <ac:spMk id="4" creationId="{00000000-0000-0000-0000-000000000000}"/>
          </ac:spMkLst>
        </pc:spChg>
      </pc:sldChg>
      <pc:sldChg chg="add del">
        <pc:chgData name="Alessandro Ortis" userId="dcdc90ed-3509-45f7-ac48-ad038638580b" providerId="ADAL" clId="{4706BFD2-CEF4-4FCF-ABDA-B7FD6395A9FA}" dt="2022-03-14T13:48:22.648" v="291" actId="47"/>
        <pc:sldMkLst>
          <pc:docMk/>
          <pc:sldMk cId="4287015049" sldId="323"/>
        </pc:sldMkLst>
      </pc:sldChg>
      <pc:sldChg chg="addSp delSp modSp add mod">
        <pc:chgData name="Alessandro Ortis" userId="dcdc90ed-3509-45f7-ac48-ad038638580b" providerId="ADAL" clId="{4706BFD2-CEF4-4FCF-ABDA-B7FD6395A9FA}" dt="2022-03-14T15:11:28.103" v="1622" actId="20577"/>
        <pc:sldMkLst>
          <pc:docMk/>
          <pc:sldMk cId="2198011472" sldId="324"/>
        </pc:sldMkLst>
        <pc:spChg chg="mod">
          <ac:chgData name="Alessandro Ortis" userId="dcdc90ed-3509-45f7-ac48-ad038638580b" providerId="ADAL" clId="{4706BFD2-CEF4-4FCF-ABDA-B7FD6395A9FA}" dt="2022-03-14T15:11:28.103" v="1622" actId="20577"/>
          <ac:spMkLst>
            <pc:docMk/>
            <pc:sldMk cId="2198011472" sldId="324"/>
            <ac:spMk id="4" creationId="{00000000-0000-0000-0000-000000000000}"/>
          </ac:spMkLst>
        </pc:spChg>
        <pc:picChg chg="del mod">
          <ac:chgData name="Alessandro Ortis" userId="dcdc90ed-3509-45f7-ac48-ad038638580b" providerId="ADAL" clId="{4706BFD2-CEF4-4FCF-ABDA-B7FD6395A9FA}" dt="2022-03-14T14:50:21.438" v="1094" actId="478"/>
          <ac:picMkLst>
            <pc:docMk/>
            <pc:sldMk cId="2198011472" sldId="324"/>
            <ac:picMk id="5" creationId="{2D3F4635-F183-48CB-B294-703CF3953144}"/>
          </ac:picMkLst>
        </pc:picChg>
        <pc:picChg chg="add mod">
          <ac:chgData name="Alessandro Ortis" userId="dcdc90ed-3509-45f7-ac48-ad038638580b" providerId="ADAL" clId="{4706BFD2-CEF4-4FCF-ABDA-B7FD6395A9FA}" dt="2022-03-14T14:50:26.596" v="1097" actId="1076"/>
          <ac:picMkLst>
            <pc:docMk/>
            <pc:sldMk cId="2198011472" sldId="324"/>
            <ac:picMk id="6" creationId="{CE282A95-8375-4397-9484-17F852C3D847}"/>
          </ac:picMkLst>
        </pc:picChg>
      </pc:sldChg>
      <pc:sldChg chg="addSp delSp modSp add mod">
        <pc:chgData name="Alessandro Ortis" userId="dcdc90ed-3509-45f7-ac48-ad038638580b" providerId="ADAL" clId="{4706BFD2-CEF4-4FCF-ABDA-B7FD6395A9FA}" dt="2022-03-14T14:14:34.501" v="570" actId="12"/>
        <pc:sldMkLst>
          <pc:docMk/>
          <pc:sldMk cId="2209472461" sldId="325"/>
        </pc:sldMkLst>
        <pc:spChg chg="del mod">
          <ac:chgData name="Alessandro Ortis" userId="dcdc90ed-3509-45f7-ac48-ad038638580b" providerId="ADAL" clId="{4706BFD2-CEF4-4FCF-ABDA-B7FD6395A9FA}" dt="2022-03-14T14:05:48.585" v="483" actId="478"/>
          <ac:spMkLst>
            <pc:docMk/>
            <pc:sldMk cId="2209472461" sldId="325"/>
            <ac:spMk id="4" creationId="{00000000-0000-0000-0000-000000000000}"/>
          </ac:spMkLst>
        </pc:spChg>
        <pc:spChg chg="add mod">
          <ac:chgData name="Alessandro Ortis" userId="dcdc90ed-3509-45f7-ac48-ad038638580b" providerId="ADAL" clId="{4706BFD2-CEF4-4FCF-ABDA-B7FD6395A9FA}" dt="2022-03-14T14:14:34.501" v="570" actId="12"/>
          <ac:spMkLst>
            <pc:docMk/>
            <pc:sldMk cId="2209472461" sldId="325"/>
            <ac:spMk id="10" creationId="{927D0F31-D3A8-4FCF-9A07-AF9D1EB92D13}"/>
          </ac:spMkLst>
        </pc:spChg>
        <pc:graphicFrameChg chg="add del mod">
          <ac:chgData name="Alessandro Ortis" userId="dcdc90ed-3509-45f7-ac48-ad038638580b" providerId="ADAL" clId="{4706BFD2-CEF4-4FCF-ABDA-B7FD6395A9FA}" dt="2022-03-14T14:11:10.499" v="504"/>
          <ac:graphicFrameMkLst>
            <pc:docMk/>
            <pc:sldMk cId="2209472461" sldId="325"/>
            <ac:graphicFrameMk id="11" creationId="{710776D3-84EA-4E15-8FD3-3BFCB9FEC878}"/>
          </ac:graphicFrameMkLst>
        </pc:graphicFrameChg>
        <pc:graphicFrameChg chg="add del mod">
          <ac:chgData name="Alessandro Ortis" userId="dcdc90ed-3509-45f7-ac48-ad038638580b" providerId="ADAL" clId="{4706BFD2-CEF4-4FCF-ABDA-B7FD6395A9FA}" dt="2022-03-14T14:11:18.323" v="506"/>
          <ac:graphicFrameMkLst>
            <pc:docMk/>
            <pc:sldMk cId="2209472461" sldId="325"/>
            <ac:graphicFrameMk id="12" creationId="{C82B3A4D-8384-4B0A-A4AF-2861AE450640}"/>
          </ac:graphicFrameMkLst>
        </pc:graphicFrameChg>
        <pc:picChg chg="del">
          <ac:chgData name="Alessandro Ortis" userId="dcdc90ed-3509-45f7-ac48-ad038638580b" providerId="ADAL" clId="{4706BFD2-CEF4-4FCF-ABDA-B7FD6395A9FA}" dt="2022-03-14T14:05:40.962" v="480" actId="478"/>
          <ac:picMkLst>
            <pc:docMk/>
            <pc:sldMk cId="2209472461" sldId="325"/>
            <ac:picMk id="5" creationId="{2D3F4635-F183-48CB-B294-703CF3953144}"/>
          </ac:picMkLst>
        </pc:picChg>
        <pc:picChg chg="add del mod">
          <ac:chgData name="Alessandro Ortis" userId="dcdc90ed-3509-45f7-ac48-ad038638580b" providerId="ADAL" clId="{4706BFD2-CEF4-4FCF-ABDA-B7FD6395A9FA}" dt="2022-03-14T14:10:10.911" v="489" actId="478"/>
          <ac:picMkLst>
            <pc:docMk/>
            <pc:sldMk cId="2209472461" sldId="325"/>
            <ac:picMk id="6" creationId="{25D20866-7DA8-45AB-AFB2-AF5527E094DE}"/>
          </ac:picMkLst>
        </pc:picChg>
        <pc:picChg chg="add del">
          <ac:chgData name="Alessandro Ortis" userId="dcdc90ed-3509-45f7-ac48-ad038638580b" providerId="ADAL" clId="{4706BFD2-CEF4-4FCF-ABDA-B7FD6395A9FA}" dt="2022-03-14T14:10:10.911" v="489" actId="478"/>
          <ac:picMkLst>
            <pc:docMk/>
            <pc:sldMk cId="2209472461" sldId="325"/>
            <ac:picMk id="8" creationId="{596D1CAD-8D08-48E2-99AF-A229E09B7814}"/>
          </ac:picMkLst>
        </pc:picChg>
      </pc:sldChg>
      <pc:sldChg chg="addSp delSp modSp add mod">
        <pc:chgData name="Alessandro Ortis" userId="dcdc90ed-3509-45f7-ac48-ad038638580b" providerId="ADAL" clId="{4706BFD2-CEF4-4FCF-ABDA-B7FD6395A9FA}" dt="2022-03-14T14:45:28.448" v="1075" actId="6549"/>
        <pc:sldMkLst>
          <pc:docMk/>
          <pc:sldMk cId="1144960208" sldId="326"/>
        </pc:sldMkLst>
        <pc:spChg chg="mod">
          <ac:chgData name="Alessandro Ortis" userId="dcdc90ed-3509-45f7-ac48-ad038638580b" providerId="ADAL" clId="{4706BFD2-CEF4-4FCF-ABDA-B7FD6395A9FA}" dt="2022-03-14T14:45:28.448" v="1075" actId="6549"/>
          <ac:spMkLst>
            <pc:docMk/>
            <pc:sldMk cId="1144960208" sldId="326"/>
            <ac:spMk id="2" creationId="{00000000-0000-0000-0000-000000000000}"/>
          </ac:spMkLst>
        </pc:spChg>
        <pc:spChg chg="mod">
          <ac:chgData name="Alessandro Ortis" userId="dcdc90ed-3509-45f7-ac48-ad038638580b" providerId="ADAL" clId="{4706BFD2-CEF4-4FCF-ABDA-B7FD6395A9FA}" dt="2022-03-14T14:21:05.507" v="693" actId="20577"/>
          <ac:spMkLst>
            <pc:docMk/>
            <pc:sldMk cId="1144960208" sldId="326"/>
            <ac:spMk id="10" creationId="{927D0F31-D3A8-4FCF-9A07-AF9D1EB92D13}"/>
          </ac:spMkLst>
        </pc:spChg>
        <pc:graphicFrameChg chg="add mod modGraphic">
          <ac:chgData name="Alessandro Ortis" userId="dcdc90ed-3509-45f7-ac48-ad038638580b" providerId="ADAL" clId="{4706BFD2-CEF4-4FCF-ABDA-B7FD6395A9FA}" dt="2022-03-14T14:28:38.380" v="815" actId="1076"/>
          <ac:graphicFrameMkLst>
            <pc:docMk/>
            <pc:sldMk cId="1144960208" sldId="326"/>
            <ac:graphicFrameMk id="3" creationId="{F3ACCF62-D32B-4255-9F6A-C77B04359CBE}"/>
          </ac:graphicFrameMkLst>
        </pc:graphicFrameChg>
        <pc:picChg chg="add del mod">
          <ac:chgData name="Alessandro Ortis" userId="dcdc90ed-3509-45f7-ac48-ad038638580b" providerId="ADAL" clId="{4706BFD2-CEF4-4FCF-ABDA-B7FD6395A9FA}" dt="2022-03-14T14:21:44.932" v="701"/>
          <ac:picMkLst>
            <pc:docMk/>
            <pc:sldMk cId="1144960208" sldId="326"/>
            <ac:picMk id="2050" creationId="{6CC8770A-C349-4C00-AB7E-B84FD0046DAA}"/>
          </ac:picMkLst>
        </pc:picChg>
      </pc:sldChg>
      <pc:sldChg chg="addSp delSp modSp add mod">
        <pc:chgData name="Alessandro Ortis" userId="dcdc90ed-3509-45f7-ac48-ad038638580b" providerId="ADAL" clId="{4706BFD2-CEF4-4FCF-ABDA-B7FD6395A9FA}" dt="2022-03-14T14:45:32.670" v="1076" actId="6549"/>
        <pc:sldMkLst>
          <pc:docMk/>
          <pc:sldMk cId="1573969378" sldId="327"/>
        </pc:sldMkLst>
        <pc:spChg chg="mod">
          <ac:chgData name="Alessandro Ortis" userId="dcdc90ed-3509-45f7-ac48-ad038638580b" providerId="ADAL" clId="{4706BFD2-CEF4-4FCF-ABDA-B7FD6395A9FA}" dt="2022-03-14T14:45:32.670" v="1076" actId="6549"/>
          <ac:spMkLst>
            <pc:docMk/>
            <pc:sldMk cId="1573969378" sldId="327"/>
            <ac:spMk id="2" creationId="{00000000-0000-0000-0000-000000000000}"/>
          </ac:spMkLst>
        </pc:spChg>
        <pc:spChg chg="add mod">
          <ac:chgData name="Alessandro Ortis" userId="dcdc90ed-3509-45f7-ac48-ad038638580b" providerId="ADAL" clId="{4706BFD2-CEF4-4FCF-ABDA-B7FD6395A9FA}" dt="2022-03-14T14:23:41.878" v="733" actId="1076"/>
          <ac:spMkLst>
            <pc:docMk/>
            <pc:sldMk cId="1573969378" sldId="327"/>
            <ac:spMk id="7" creationId="{CF74E267-0A3F-4858-BB86-39D4EC18177E}"/>
          </ac:spMkLst>
        </pc:spChg>
        <pc:spChg chg="add mod">
          <ac:chgData name="Alessandro Ortis" userId="dcdc90ed-3509-45f7-ac48-ad038638580b" providerId="ADAL" clId="{4706BFD2-CEF4-4FCF-ABDA-B7FD6395A9FA}" dt="2022-03-14T14:23:41.878" v="733" actId="1076"/>
          <ac:spMkLst>
            <pc:docMk/>
            <pc:sldMk cId="1573969378" sldId="327"/>
            <ac:spMk id="8" creationId="{C6EE13E5-0F19-4A52-9C23-03167DA7344C}"/>
          </ac:spMkLst>
        </pc:spChg>
        <pc:spChg chg="del">
          <ac:chgData name="Alessandro Ortis" userId="dcdc90ed-3509-45f7-ac48-ad038638580b" providerId="ADAL" clId="{4706BFD2-CEF4-4FCF-ABDA-B7FD6395A9FA}" dt="2022-03-14T14:21:50.563" v="703" actId="478"/>
          <ac:spMkLst>
            <pc:docMk/>
            <pc:sldMk cId="1573969378" sldId="327"/>
            <ac:spMk id="10" creationId="{927D0F31-D3A8-4FCF-9A07-AF9D1EB92D13}"/>
          </ac:spMkLst>
        </pc:spChg>
        <pc:spChg chg="add mod">
          <ac:chgData name="Alessandro Ortis" userId="dcdc90ed-3509-45f7-ac48-ad038638580b" providerId="ADAL" clId="{4706BFD2-CEF4-4FCF-ABDA-B7FD6395A9FA}" dt="2022-03-14T14:23:44.112" v="734" actId="164"/>
          <ac:spMkLst>
            <pc:docMk/>
            <pc:sldMk cId="1573969378" sldId="327"/>
            <ac:spMk id="11" creationId="{90C8F146-C6C1-444D-8BF5-23FC9658BF58}"/>
          </ac:spMkLst>
        </pc:spChg>
        <pc:spChg chg="add mod">
          <ac:chgData name="Alessandro Ortis" userId="dcdc90ed-3509-45f7-ac48-ad038638580b" providerId="ADAL" clId="{4706BFD2-CEF4-4FCF-ABDA-B7FD6395A9FA}" dt="2022-03-14T14:23:44.112" v="734" actId="164"/>
          <ac:spMkLst>
            <pc:docMk/>
            <pc:sldMk cId="1573969378" sldId="327"/>
            <ac:spMk id="12" creationId="{5F2B6999-E8B2-4378-8A26-6B3C4164A60A}"/>
          </ac:spMkLst>
        </pc:spChg>
        <pc:grpChg chg="add mod">
          <ac:chgData name="Alessandro Ortis" userId="dcdc90ed-3509-45f7-ac48-ad038638580b" providerId="ADAL" clId="{4706BFD2-CEF4-4FCF-ABDA-B7FD6395A9FA}" dt="2022-03-14T14:23:44.112" v="734" actId="164"/>
          <ac:grpSpMkLst>
            <pc:docMk/>
            <pc:sldMk cId="1573969378" sldId="327"/>
            <ac:grpSpMk id="6" creationId="{FFDD8163-1FA5-49E6-8B41-D6AF7AC92685}"/>
          </ac:grpSpMkLst>
        </pc:grpChg>
        <pc:grpChg chg="add mod">
          <ac:chgData name="Alessandro Ortis" userId="dcdc90ed-3509-45f7-ac48-ad038638580b" providerId="ADAL" clId="{4706BFD2-CEF4-4FCF-ABDA-B7FD6395A9FA}" dt="2022-03-14T14:23:44.112" v="734" actId="164"/>
          <ac:grpSpMkLst>
            <pc:docMk/>
            <pc:sldMk cId="1573969378" sldId="327"/>
            <ac:grpSpMk id="9" creationId="{A3226D29-F38C-4365-8937-A41207B0B6C5}"/>
          </ac:grpSpMkLst>
        </pc:grpChg>
        <pc:graphicFrameChg chg="del mod">
          <ac:chgData name="Alessandro Ortis" userId="dcdc90ed-3509-45f7-ac48-ad038638580b" providerId="ADAL" clId="{4706BFD2-CEF4-4FCF-ABDA-B7FD6395A9FA}" dt="2022-03-14T14:22:58.066" v="720" actId="478"/>
          <ac:graphicFrameMkLst>
            <pc:docMk/>
            <pc:sldMk cId="1573969378" sldId="327"/>
            <ac:graphicFrameMk id="3" creationId="{F3ACCF62-D32B-4255-9F6A-C77B04359CBE}"/>
          </ac:graphicFrameMkLst>
        </pc:graphicFrameChg>
        <pc:picChg chg="add mod">
          <ac:chgData name="Alessandro Ortis" userId="dcdc90ed-3509-45f7-ac48-ad038638580b" providerId="ADAL" clId="{4706BFD2-CEF4-4FCF-ABDA-B7FD6395A9FA}" dt="2022-03-14T14:23:41.878" v="733" actId="1076"/>
          <ac:picMkLst>
            <pc:docMk/>
            <pc:sldMk cId="1573969378" sldId="327"/>
            <ac:picMk id="3074" creationId="{D37CD91A-46BC-49C5-BC0F-EEBEE0CF5606}"/>
          </ac:picMkLst>
        </pc:picChg>
      </pc:sldChg>
      <pc:sldChg chg="addSp delSp modSp add mod">
        <pc:chgData name="Alessandro Ortis" userId="dcdc90ed-3509-45f7-ac48-ad038638580b" providerId="ADAL" clId="{4706BFD2-CEF4-4FCF-ABDA-B7FD6395A9FA}" dt="2022-03-14T14:27:40.428" v="814" actId="6549"/>
        <pc:sldMkLst>
          <pc:docMk/>
          <pc:sldMk cId="378509359" sldId="328"/>
        </pc:sldMkLst>
        <pc:spChg chg="add mod">
          <ac:chgData name="Alessandro Ortis" userId="dcdc90ed-3509-45f7-ac48-ad038638580b" providerId="ADAL" clId="{4706BFD2-CEF4-4FCF-ABDA-B7FD6395A9FA}" dt="2022-03-14T14:27:40.428" v="814" actId="6549"/>
          <ac:spMkLst>
            <pc:docMk/>
            <pc:sldMk cId="378509359" sldId="328"/>
            <ac:spMk id="13" creationId="{9947F36E-C57C-4B56-88B3-D2204C2080C6}"/>
          </ac:spMkLst>
        </pc:spChg>
        <pc:grpChg chg="del">
          <ac:chgData name="Alessandro Ortis" userId="dcdc90ed-3509-45f7-ac48-ad038638580b" providerId="ADAL" clId="{4706BFD2-CEF4-4FCF-ABDA-B7FD6395A9FA}" dt="2022-03-14T14:25:06.016" v="736" actId="478"/>
          <ac:grpSpMkLst>
            <pc:docMk/>
            <pc:sldMk cId="378509359" sldId="328"/>
            <ac:grpSpMk id="9" creationId="{A3226D29-F38C-4365-8937-A41207B0B6C5}"/>
          </ac:grpSpMkLst>
        </pc:grpChg>
      </pc:sldChg>
      <pc:sldChg chg="add">
        <pc:chgData name="Alessandro Ortis" userId="dcdc90ed-3509-45f7-ac48-ad038638580b" providerId="ADAL" clId="{4706BFD2-CEF4-4FCF-ABDA-B7FD6395A9FA}" dt="2022-03-14T14:27:29.590" v="811"/>
        <pc:sldMkLst>
          <pc:docMk/>
          <pc:sldMk cId="449466840" sldId="329"/>
        </pc:sldMkLst>
      </pc:sldChg>
      <pc:sldChg chg="add">
        <pc:chgData name="Alessandro Ortis" userId="dcdc90ed-3509-45f7-ac48-ad038638580b" providerId="ADAL" clId="{4706BFD2-CEF4-4FCF-ABDA-B7FD6395A9FA}" dt="2022-03-14T14:27:34.514" v="813"/>
        <pc:sldMkLst>
          <pc:docMk/>
          <pc:sldMk cId="723693947" sldId="330"/>
        </pc:sldMkLst>
      </pc:sldChg>
      <pc:sldChg chg="addSp delSp modSp add del mod modAnim">
        <pc:chgData name="Alessandro Ortis" userId="dcdc90ed-3509-45f7-ac48-ad038638580b" providerId="ADAL" clId="{4706BFD2-CEF4-4FCF-ABDA-B7FD6395A9FA}" dt="2022-03-14T14:44:37.287" v="1072" actId="6549"/>
        <pc:sldMkLst>
          <pc:docMk/>
          <pc:sldMk cId="3374560949" sldId="331"/>
        </pc:sldMkLst>
        <pc:spChg chg="mod">
          <ac:chgData name="Alessandro Ortis" userId="dcdc90ed-3509-45f7-ac48-ad038638580b" providerId="ADAL" clId="{4706BFD2-CEF4-4FCF-ABDA-B7FD6395A9FA}" dt="2022-03-14T14:39:29.642" v="942" actId="6549"/>
          <ac:spMkLst>
            <pc:docMk/>
            <pc:sldMk cId="3374560949" sldId="331"/>
            <ac:spMk id="2" creationId="{00000000-0000-0000-0000-000000000000}"/>
          </ac:spMkLst>
        </pc:spChg>
        <pc:spChg chg="add del mod">
          <ac:chgData name="Alessandro Ortis" userId="dcdc90ed-3509-45f7-ac48-ad038638580b" providerId="ADAL" clId="{4706BFD2-CEF4-4FCF-ABDA-B7FD6395A9FA}" dt="2022-03-14T14:39:37.883" v="944" actId="478"/>
          <ac:spMkLst>
            <pc:docMk/>
            <pc:sldMk cId="3374560949" sldId="331"/>
            <ac:spMk id="5" creationId="{9370BE33-633D-47DC-94F3-E4A0F3D679E2}"/>
          </ac:spMkLst>
        </pc:spChg>
        <pc:spChg chg="add del">
          <ac:chgData name="Alessandro Ortis" userId="dcdc90ed-3509-45f7-ac48-ad038638580b" providerId="ADAL" clId="{4706BFD2-CEF4-4FCF-ABDA-B7FD6395A9FA}" dt="2022-03-14T14:38:31.884" v="863" actId="22"/>
          <ac:spMkLst>
            <pc:docMk/>
            <pc:sldMk cId="3374560949" sldId="331"/>
            <ac:spMk id="7" creationId="{E8B22C6B-2837-4D28-B3B0-D67DD4B5FB71}"/>
          </ac:spMkLst>
        </pc:spChg>
        <pc:spChg chg="add mod">
          <ac:chgData name="Alessandro Ortis" userId="dcdc90ed-3509-45f7-ac48-ad038638580b" providerId="ADAL" clId="{4706BFD2-CEF4-4FCF-ABDA-B7FD6395A9FA}" dt="2022-03-14T14:44:37.287" v="1072" actId="6549"/>
          <ac:spMkLst>
            <pc:docMk/>
            <pc:sldMk cId="3374560949" sldId="331"/>
            <ac:spMk id="9" creationId="{9B18FFA1-3995-432C-B28F-5500C5462DEF}"/>
          </ac:spMkLst>
        </pc:spChg>
        <pc:spChg chg="del">
          <ac:chgData name="Alessandro Ortis" userId="dcdc90ed-3509-45f7-ac48-ad038638580b" providerId="ADAL" clId="{4706BFD2-CEF4-4FCF-ABDA-B7FD6395A9FA}" dt="2022-03-14T14:36:49.884" v="840" actId="478"/>
          <ac:spMkLst>
            <pc:docMk/>
            <pc:sldMk cId="3374560949" sldId="331"/>
            <ac:spMk id="13" creationId="{9947F36E-C57C-4B56-88B3-D2204C2080C6}"/>
          </ac:spMkLst>
        </pc:spChg>
        <pc:picChg chg="add del mod">
          <ac:chgData name="Alessandro Ortis" userId="dcdc90ed-3509-45f7-ac48-ad038638580b" providerId="ADAL" clId="{4706BFD2-CEF4-4FCF-ABDA-B7FD6395A9FA}" dt="2022-03-14T14:39:31.678" v="943" actId="478"/>
          <ac:picMkLst>
            <pc:docMk/>
            <pc:sldMk cId="3374560949" sldId="331"/>
            <ac:picMk id="4" creationId="{C7AF2B07-CB92-4B4F-AD58-8602F64FF45D}"/>
          </ac:picMkLst>
        </pc:picChg>
      </pc:sldChg>
      <pc:sldChg chg="add">
        <pc:chgData name="Alessandro Ortis" userId="dcdc90ed-3509-45f7-ac48-ad038638580b" providerId="ADAL" clId="{4706BFD2-CEF4-4FCF-ABDA-B7FD6395A9FA}" dt="2022-03-14T14:44:32.231" v="1071"/>
        <pc:sldMkLst>
          <pc:docMk/>
          <pc:sldMk cId="3805750058" sldId="332"/>
        </pc:sldMkLst>
      </pc:sldChg>
      <pc:sldChg chg="addSp delSp modSp add mod">
        <pc:chgData name="Alessandro Ortis" userId="dcdc90ed-3509-45f7-ac48-ad038638580b" providerId="ADAL" clId="{4706BFD2-CEF4-4FCF-ABDA-B7FD6395A9FA}" dt="2022-03-14T15:02:26.880" v="1336"/>
        <pc:sldMkLst>
          <pc:docMk/>
          <pc:sldMk cId="4152691388" sldId="333"/>
        </pc:sldMkLst>
        <pc:spChg chg="mod">
          <ac:chgData name="Alessandro Ortis" userId="dcdc90ed-3509-45f7-ac48-ad038638580b" providerId="ADAL" clId="{4706BFD2-CEF4-4FCF-ABDA-B7FD6395A9FA}" dt="2022-03-14T14:52:39.062" v="1110" actId="6549"/>
          <ac:spMkLst>
            <pc:docMk/>
            <pc:sldMk cId="4152691388" sldId="333"/>
            <ac:spMk id="2" creationId="{00000000-0000-0000-0000-000000000000}"/>
          </ac:spMkLst>
        </pc:spChg>
        <pc:spChg chg="mod">
          <ac:chgData name="Alessandro Ortis" userId="dcdc90ed-3509-45f7-ac48-ad038638580b" providerId="ADAL" clId="{4706BFD2-CEF4-4FCF-ABDA-B7FD6395A9FA}" dt="2022-03-14T15:02:26.880" v="1336"/>
          <ac:spMkLst>
            <pc:docMk/>
            <pc:sldMk cId="4152691388" sldId="333"/>
            <ac:spMk id="4" creationId="{00000000-0000-0000-0000-000000000000}"/>
          </ac:spMkLst>
        </pc:spChg>
        <pc:picChg chg="del">
          <ac:chgData name="Alessandro Ortis" userId="dcdc90ed-3509-45f7-ac48-ad038638580b" providerId="ADAL" clId="{4706BFD2-CEF4-4FCF-ABDA-B7FD6395A9FA}" dt="2022-03-14T14:50:54.117" v="1101" actId="478"/>
          <ac:picMkLst>
            <pc:docMk/>
            <pc:sldMk cId="4152691388" sldId="333"/>
            <ac:picMk id="5" creationId="{2D3F4635-F183-48CB-B294-703CF3953144}"/>
          </ac:picMkLst>
        </pc:picChg>
        <pc:picChg chg="add mod">
          <ac:chgData name="Alessandro Ortis" userId="dcdc90ed-3509-45f7-ac48-ad038638580b" providerId="ADAL" clId="{4706BFD2-CEF4-4FCF-ABDA-B7FD6395A9FA}" dt="2022-03-14T15:00:51.698" v="1246" actId="14100"/>
          <ac:picMkLst>
            <pc:docMk/>
            <pc:sldMk cId="4152691388" sldId="333"/>
            <ac:picMk id="8194" creationId="{26402961-E1F5-4F42-A1A7-E6FDF0FC053A}"/>
          </ac:picMkLst>
        </pc:picChg>
      </pc:sldChg>
      <pc:sldChg chg="addSp delSp modSp add mod">
        <pc:chgData name="Alessandro Ortis" userId="dcdc90ed-3509-45f7-ac48-ad038638580b" providerId="ADAL" clId="{4706BFD2-CEF4-4FCF-ABDA-B7FD6395A9FA}" dt="2022-03-14T14:56:32.541" v="1224" actId="1076"/>
        <pc:sldMkLst>
          <pc:docMk/>
          <pc:sldMk cId="456388586" sldId="334"/>
        </pc:sldMkLst>
        <pc:spChg chg="mod">
          <ac:chgData name="Alessandro Ortis" userId="dcdc90ed-3509-45f7-ac48-ad038638580b" providerId="ADAL" clId="{4706BFD2-CEF4-4FCF-ABDA-B7FD6395A9FA}" dt="2022-03-14T14:52:45.128" v="1111"/>
          <ac:spMkLst>
            <pc:docMk/>
            <pc:sldMk cId="456388586" sldId="334"/>
            <ac:spMk id="2" creationId="{00000000-0000-0000-0000-000000000000}"/>
          </ac:spMkLst>
        </pc:spChg>
        <pc:spChg chg="mod">
          <ac:chgData name="Alessandro Ortis" userId="dcdc90ed-3509-45f7-ac48-ad038638580b" providerId="ADAL" clId="{4706BFD2-CEF4-4FCF-ABDA-B7FD6395A9FA}" dt="2022-03-14T14:56:31.358" v="1223" actId="947"/>
          <ac:spMkLst>
            <pc:docMk/>
            <pc:sldMk cId="456388586" sldId="334"/>
            <ac:spMk id="4" creationId="{00000000-0000-0000-0000-000000000000}"/>
          </ac:spMkLst>
        </pc:spChg>
        <pc:picChg chg="add mod">
          <ac:chgData name="Alessandro Ortis" userId="dcdc90ed-3509-45f7-ac48-ad038638580b" providerId="ADAL" clId="{4706BFD2-CEF4-4FCF-ABDA-B7FD6395A9FA}" dt="2022-03-14T14:56:32.541" v="1224" actId="1076"/>
          <ac:picMkLst>
            <pc:docMk/>
            <pc:sldMk cId="456388586" sldId="334"/>
            <ac:picMk id="5" creationId="{0322CADB-BCDA-40E2-9791-18F6F06E75BF}"/>
          </ac:picMkLst>
        </pc:picChg>
        <pc:picChg chg="del">
          <ac:chgData name="Alessandro Ortis" userId="dcdc90ed-3509-45f7-ac48-ad038638580b" providerId="ADAL" clId="{4706BFD2-CEF4-4FCF-ABDA-B7FD6395A9FA}" dt="2022-03-14T14:52:50.044" v="1112" actId="478"/>
          <ac:picMkLst>
            <pc:docMk/>
            <pc:sldMk cId="456388586" sldId="334"/>
            <ac:picMk id="6" creationId="{CE282A95-8375-4397-9484-17F852C3D847}"/>
          </ac:picMkLst>
        </pc:picChg>
      </pc:sldChg>
      <pc:sldChg chg="addSp delSp modSp add del mod">
        <pc:chgData name="Alessandro Ortis" userId="dcdc90ed-3509-45f7-ac48-ad038638580b" providerId="ADAL" clId="{4706BFD2-CEF4-4FCF-ABDA-B7FD6395A9FA}" dt="2022-03-14T15:04:48.166" v="1399" actId="47"/>
        <pc:sldMkLst>
          <pc:docMk/>
          <pc:sldMk cId="3731350787" sldId="335"/>
        </pc:sldMkLst>
        <pc:spChg chg="mod">
          <ac:chgData name="Alessandro Ortis" userId="dcdc90ed-3509-45f7-ac48-ad038638580b" providerId="ADAL" clId="{4706BFD2-CEF4-4FCF-ABDA-B7FD6395A9FA}" dt="2022-03-14T14:58:56.035" v="1231" actId="20577"/>
          <ac:spMkLst>
            <pc:docMk/>
            <pc:sldMk cId="3731350787" sldId="335"/>
            <ac:spMk id="2" creationId="{00000000-0000-0000-0000-000000000000}"/>
          </ac:spMkLst>
        </pc:spChg>
        <pc:spChg chg="add del">
          <ac:chgData name="Alessandro Ortis" userId="dcdc90ed-3509-45f7-ac48-ad038638580b" providerId="ADAL" clId="{4706BFD2-CEF4-4FCF-ABDA-B7FD6395A9FA}" dt="2022-03-14T15:01:26.644" v="1280"/>
          <ac:spMkLst>
            <pc:docMk/>
            <pc:sldMk cId="3731350787" sldId="335"/>
            <ac:spMk id="3" creationId="{D5DD3DCF-05B6-495E-A541-EEFB677A341C}"/>
          </ac:spMkLst>
        </pc:spChg>
        <pc:spChg chg="mod">
          <ac:chgData name="Alessandro Ortis" userId="dcdc90ed-3509-45f7-ac48-ad038638580b" providerId="ADAL" clId="{4706BFD2-CEF4-4FCF-ABDA-B7FD6395A9FA}" dt="2022-03-14T15:04:25.494" v="1397" actId="404"/>
          <ac:spMkLst>
            <pc:docMk/>
            <pc:sldMk cId="3731350787" sldId="335"/>
            <ac:spMk id="4" creationId="{00000000-0000-0000-0000-000000000000}"/>
          </ac:spMkLst>
        </pc:spChg>
        <pc:picChg chg="del">
          <ac:chgData name="Alessandro Ortis" userId="dcdc90ed-3509-45f7-ac48-ad038638580b" providerId="ADAL" clId="{4706BFD2-CEF4-4FCF-ABDA-B7FD6395A9FA}" dt="2022-03-14T14:59:08.481" v="1233" actId="478"/>
          <ac:picMkLst>
            <pc:docMk/>
            <pc:sldMk cId="3731350787" sldId="335"/>
            <ac:picMk id="8194" creationId="{26402961-E1F5-4F42-A1A7-E6FDF0FC053A}"/>
          </ac:picMkLst>
        </pc:picChg>
        <pc:picChg chg="add mod">
          <ac:chgData name="Alessandro Ortis" userId="dcdc90ed-3509-45f7-ac48-ad038638580b" providerId="ADAL" clId="{4706BFD2-CEF4-4FCF-ABDA-B7FD6395A9FA}" dt="2022-03-14T15:04:20.676" v="1395" actId="14100"/>
          <ac:picMkLst>
            <pc:docMk/>
            <pc:sldMk cId="3731350787" sldId="335"/>
            <ac:picMk id="10242" creationId="{20C7702A-1CBE-4E44-A141-BD2C4D88CDD7}"/>
          </ac:picMkLst>
        </pc:picChg>
        <pc:picChg chg="add del">
          <ac:chgData name="Alessandro Ortis" userId="dcdc90ed-3509-45f7-ac48-ad038638580b" providerId="ADAL" clId="{4706BFD2-CEF4-4FCF-ABDA-B7FD6395A9FA}" dt="2022-03-14T14:59:42.172" v="1240"/>
          <ac:picMkLst>
            <pc:docMk/>
            <pc:sldMk cId="3731350787" sldId="335"/>
            <ac:picMk id="10244" creationId="{F4663416-019B-4699-B531-E34BB0EA320C}"/>
          </ac:picMkLst>
        </pc:picChg>
      </pc:sldChg>
      <pc:sldChg chg="add">
        <pc:chgData name="Alessandro Ortis" userId="dcdc90ed-3509-45f7-ac48-ad038638580b" providerId="ADAL" clId="{4706BFD2-CEF4-4FCF-ABDA-B7FD6395A9FA}" dt="2022-03-14T15:04:36.991" v="1398"/>
        <pc:sldMkLst>
          <pc:docMk/>
          <pc:sldMk cId="1107764695" sldId="336"/>
        </pc:sldMkLst>
      </pc:sldChg>
      <pc:sldChg chg="add">
        <pc:chgData name="Alessandro Ortis" userId="dcdc90ed-3509-45f7-ac48-ad038638580b" providerId="ADAL" clId="{4706BFD2-CEF4-4FCF-ABDA-B7FD6395A9FA}" dt="2022-03-14T15:07:47.284" v="1408"/>
        <pc:sldMkLst>
          <pc:docMk/>
          <pc:sldMk cId="2149220059" sldId="337"/>
        </pc:sldMkLst>
      </pc:sldChg>
      <pc:sldChg chg="modSp add del mod">
        <pc:chgData name="Alessandro Ortis" userId="dcdc90ed-3509-45f7-ac48-ad038638580b" providerId="ADAL" clId="{4706BFD2-CEF4-4FCF-ABDA-B7FD6395A9FA}" dt="2022-03-14T15:07:11.508" v="1407" actId="47"/>
        <pc:sldMkLst>
          <pc:docMk/>
          <pc:sldMk cId="3400978600" sldId="337"/>
        </pc:sldMkLst>
        <pc:spChg chg="mod">
          <ac:chgData name="Alessandro Ortis" userId="dcdc90ed-3509-45f7-ac48-ad038638580b" providerId="ADAL" clId="{4706BFD2-CEF4-4FCF-ABDA-B7FD6395A9FA}" dt="2022-03-14T15:06:37.118" v="1406" actId="20577"/>
          <ac:spMkLst>
            <pc:docMk/>
            <pc:sldMk cId="3400978600" sldId="337"/>
            <ac:spMk id="4" creationId="{00000000-0000-0000-0000-000000000000}"/>
          </ac:spMkLst>
        </pc:spChg>
      </pc:sldChg>
      <pc:sldChg chg="add">
        <pc:chgData name="Alessandro Ortis" userId="dcdc90ed-3509-45f7-ac48-ad038638580b" providerId="ADAL" clId="{4706BFD2-CEF4-4FCF-ABDA-B7FD6395A9FA}" dt="2022-03-14T15:15:45.569" v="1813"/>
        <pc:sldMkLst>
          <pc:docMk/>
          <pc:sldMk cId="853378783" sldId="338"/>
        </pc:sldMkLst>
      </pc:sldChg>
      <pc:sldChg chg="add del">
        <pc:chgData name="Alessandro Ortis" userId="dcdc90ed-3509-45f7-ac48-ad038638580b" providerId="ADAL" clId="{4706BFD2-CEF4-4FCF-ABDA-B7FD6395A9FA}" dt="2022-03-14T15:11:51.851" v="1624"/>
        <pc:sldMkLst>
          <pc:docMk/>
          <pc:sldMk cId="1139381816" sldId="338"/>
        </pc:sldMkLst>
      </pc:sldChg>
      <pc:sldChg chg="modSp add mod">
        <pc:chgData name="Alessandro Ortis" userId="dcdc90ed-3509-45f7-ac48-ad038638580b" providerId="ADAL" clId="{4706BFD2-CEF4-4FCF-ABDA-B7FD6395A9FA}" dt="2022-03-14T17:03:34.410" v="1970" actId="20577"/>
        <pc:sldMkLst>
          <pc:docMk/>
          <pc:sldMk cId="965368216" sldId="339"/>
        </pc:sldMkLst>
        <pc:spChg chg="mod">
          <ac:chgData name="Alessandro Ortis" userId="dcdc90ed-3509-45f7-ac48-ad038638580b" providerId="ADAL" clId="{4706BFD2-CEF4-4FCF-ABDA-B7FD6395A9FA}" dt="2022-03-14T17:03:34.410" v="1970" actId="20577"/>
          <ac:spMkLst>
            <pc:docMk/>
            <pc:sldMk cId="965368216" sldId="339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CBABD2-0C11-4E6E-A9EA-86EA29B8F2B1}" type="datetimeFigureOut">
              <a:rPr lang="it-IT" smtClean="0"/>
              <a:t>02/05/2023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89E897-B773-4BC7-B3C0-F9342C0EE89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34725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969352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2A9F9-491D-5C4F-A66F-232C441CA12E}" type="datetimeFigureOut">
              <a:rPr lang="it-IT" smtClean="0"/>
              <a:t>02/05/2023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623F7-0041-DB48-942E-DB8A871445B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56399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2A9F9-491D-5C4F-A66F-232C441CA12E}" type="datetimeFigureOut">
              <a:rPr lang="it-IT" smtClean="0"/>
              <a:t>02/05/2023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623F7-0041-DB48-942E-DB8A871445B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7274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2A9F9-491D-5C4F-A66F-232C441CA12E}" type="datetimeFigureOut">
              <a:rPr lang="it-IT" smtClean="0"/>
              <a:t>02/05/2023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623F7-0041-DB48-942E-DB8A871445B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0324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2A9F9-491D-5C4F-A66F-232C441CA12E}" type="datetimeFigureOut">
              <a:rPr lang="it-IT" smtClean="0"/>
              <a:t>02/05/2023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623F7-0041-DB48-942E-DB8A871445B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85852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2A9F9-491D-5C4F-A66F-232C441CA12E}" type="datetimeFigureOut">
              <a:rPr lang="it-IT" smtClean="0"/>
              <a:t>02/05/2023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623F7-0041-DB48-942E-DB8A871445B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96578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2A9F9-491D-5C4F-A66F-232C441CA12E}" type="datetimeFigureOut">
              <a:rPr lang="it-IT" smtClean="0"/>
              <a:t>02/05/2023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623F7-0041-DB48-942E-DB8A871445B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17553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2A9F9-491D-5C4F-A66F-232C441CA12E}" type="datetimeFigureOut">
              <a:rPr lang="it-IT" smtClean="0"/>
              <a:t>02/05/2023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623F7-0041-DB48-942E-DB8A871445B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85038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2A9F9-491D-5C4F-A66F-232C441CA12E}" type="datetimeFigureOut">
              <a:rPr lang="it-IT" smtClean="0"/>
              <a:t>02/05/2023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623F7-0041-DB48-942E-DB8A871445B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33062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2A9F9-491D-5C4F-A66F-232C441CA12E}" type="datetimeFigureOut">
              <a:rPr lang="it-IT" smtClean="0"/>
              <a:t>02/05/2023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623F7-0041-DB48-942E-DB8A871445B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19972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2A9F9-491D-5C4F-A66F-232C441CA12E}" type="datetimeFigureOut">
              <a:rPr lang="it-IT" smtClean="0"/>
              <a:t>02/05/2023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623F7-0041-DB48-942E-DB8A871445B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06015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2A9F9-491D-5C4F-A66F-232C441CA12E}" type="datetimeFigureOut">
              <a:rPr lang="it-IT" smtClean="0"/>
              <a:t>02/05/2023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623F7-0041-DB48-942E-DB8A871445B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04398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02A9F9-491D-5C4F-A66F-232C441CA12E}" type="datetimeFigureOut">
              <a:rPr lang="it-IT" smtClean="0"/>
              <a:t>02/05/2023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7623F7-0041-DB48-942E-DB8A871445B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71753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wmf"/><Relationship Id="rId5" Type="http://schemas.openxmlformats.org/officeDocument/2006/relationships/image" Target="../media/image6.wmf"/><Relationship Id="rId4" Type="http://schemas.openxmlformats.org/officeDocument/2006/relationships/image" Target="../media/image5.w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362870"/>
            <a:ext cx="8229600" cy="2578298"/>
          </a:xfrm>
        </p:spPr>
        <p:txBody>
          <a:bodyPr>
            <a:noAutofit/>
          </a:bodyPr>
          <a:lstStyle/>
          <a:p>
            <a:r>
              <a:rPr lang="en-US" sz="3600" dirty="0" err="1"/>
              <a:t>Complessità</a:t>
            </a:r>
            <a:br>
              <a:rPr lang="it-IT" sz="1800"/>
            </a:br>
            <a:r>
              <a:rPr lang="it-IT" sz="1800"/>
              <a:t>Francesco Guarnera</a:t>
            </a:r>
            <a:br>
              <a:rPr lang="it-IT" sz="1800"/>
            </a:br>
            <a:r>
              <a:rPr lang="it-IT" sz="1800"/>
              <a:t>Image Processing Lab - iplab.dmi.unict.it </a:t>
            </a:r>
            <a:br>
              <a:rPr lang="it-IT" sz="1800"/>
            </a:br>
            <a:br>
              <a:rPr lang="it-IT" sz="1800"/>
            </a:br>
            <a:r>
              <a:rPr lang="it-IT" sz="1800"/>
              <a:t>francesco.guarnera@unict.it</a:t>
            </a:r>
            <a:br>
              <a:rPr lang="it-IT" sz="1800"/>
            </a:br>
            <a:r>
              <a:rPr lang="it-IT" sz="1800"/>
              <a:t>www.dmi.unict.it/fguarnera</a:t>
            </a:r>
            <a:endParaRPr lang="it-IT" sz="2800" dirty="0"/>
          </a:p>
        </p:txBody>
      </p:sp>
      <p:pic>
        <p:nvPicPr>
          <p:cNvPr id="1026" name="Picture 2" descr="C:\Users\Alessandro\Desktop\CD FRANCESCO\iplab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30138" y="5073379"/>
            <a:ext cx="1990334" cy="1451965"/>
          </a:xfrm>
          <a:prstGeom prst="rect">
            <a:avLst/>
          </a:prstGeom>
          <a:noFill/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60648"/>
            <a:ext cx="5667375" cy="181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Analisi di Complessità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b="1" dirty="0"/>
              <a:t>Costo di un algoritmo</a:t>
            </a:r>
            <a:r>
              <a:rPr lang="it-IT" dirty="0"/>
              <a:t> è in funzione di </a:t>
            </a:r>
            <a:r>
              <a:rPr lang="it-IT" dirty="0" err="1"/>
              <a:t>n</a:t>
            </a:r>
            <a:r>
              <a:rPr lang="it-IT" dirty="0"/>
              <a:t> (dimensione dei dati in input):</a:t>
            </a:r>
          </a:p>
          <a:p>
            <a:pPr lvl="1"/>
            <a:r>
              <a:rPr lang="it-IT" b="1" dirty="0"/>
              <a:t>tempo</a:t>
            </a:r>
            <a:r>
              <a:rPr lang="it-IT" dirty="0"/>
              <a:t> = numero di </a:t>
            </a:r>
            <a:r>
              <a:rPr lang="it-IT" b="1" dirty="0"/>
              <a:t>operazioni RAM</a:t>
            </a:r>
            <a:r>
              <a:rPr lang="it-IT" dirty="0"/>
              <a:t> eseguite</a:t>
            </a:r>
          </a:p>
          <a:p>
            <a:pPr lvl="1"/>
            <a:r>
              <a:rPr lang="it-IT" b="1" dirty="0"/>
              <a:t>spazio</a:t>
            </a:r>
            <a:r>
              <a:rPr lang="it-IT" dirty="0"/>
              <a:t> = numero di </a:t>
            </a:r>
            <a:r>
              <a:rPr lang="it-IT" b="1" dirty="0"/>
              <a:t>celle di memoria</a:t>
            </a:r>
            <a:r>
              <a:rPr lang="it-IT" dirty="0"/>
              <a:t> occupate (escluse quelle per contenere l’input)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739694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0"/>
          <p:cNvGrpSpPr>
            <a:grpSpLocks/>
          </p:cNvGrpSpPr>
          <p:nvPr/>
        </p:nvGrpSpPr>
        <p:grpSpPr bwMode="auto">
          <a:xfrm>
            <a:off x="0" y="624"/>
            <a:ext cx="9144000" cy="384"/>
            <a:chOff x="0" y="624"/>
            <a:chExt cx="5760" cy="384"/>
          </a:xfrm>
        </p:grpSpPr>
        <p:pic>
          <p:nvPicPr>
            <p:cNvPr id="6" name="Picture 6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2" y="624"/>
              <a:ext cx="4896" cy="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sp>
          <p:nvSpPr>
            <p:cNvPr id="7" name="Line 7"/>
            <p:cNvSpPr>
              <a:spLocks noChangeShapeType="1"/>
            </p:cNvSpPr>
            <p:nvPr/>
          </p:nvSpPr>
          <p:spPr bwMode="auto">
            <a:xfrm>
              <a:off x="0" y="1008"/>
              <a:ext cx="57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8" name="CasellaDiTesto 7"/>
          <p:cNvSpPr txBox="1"/>
          <p:nvPr/>
        </p:nvSpPr>
        <p:spPr>
          <a:xfrm>
            <a:off x="0" y="365125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 err="1">
                <a:latin typeface="Courier New"/>
                <a:cs typeface="Courier New"/>
              </a:rPr>
              <a:t>if</a:t>
            </a:r>
            <a:r>
              <a:rPr lang="it-IT" sz="2800" b="1" dirty="0">
                <a:latin typeface="Courier New"/>
                <a:cs typeface="Courier New"/>
              </a:rPr>
              <a:t> (guardia) {blocco 1} else {blocco 2} </a:t>
            </a:r>
          </a:p>
        </p:txBody>
      </p:sp>
      <p:sp>
        <p:nvSpPr>
          <p:cNvPr id="9" name="CasellaDiTesto 8"/>
          <p:cNvSpPr txBox="1"/>
          <p:nvPr/>
        </p:nvSpPr>
        <p:spPr>
          <a:xfrm>
            <a:off x="0" y="1751752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latin typeface="Courier New"/>
                <a:cs typeface="Courier New"/>
              </a:rPr>
              <a:t>for (i=0; i&lt;m; i++) {corpo}</a:t>
            </a:r>
          </a:p>
        </p:txBody>
      </p:sp>
      <p:grpSp>
        <p:nvGrpSpPr>
          <p:cNvPr id="10" name="Group 21"/>
          <p:cNvGrpSpPr>
            <a:grpSpLocks/>
          </p:cNvGrpSpPr>
          <p:nvPr/>
        </p:nvGrpSpPr>
        <p:grpSpPr bwMode="auto">
          <a:xfrm>
            <a:off x="0" y="2274887"/>
            <a:ext cx="9144000" cy="1625599"/>
            <a:chOff x="0" y="1433"/>
            <a:chExt cx="5760" cy="1024"/>
          </a:xfrm>
        </p:grpSpPr>
        <p:pic>
          <p:nvPicPr>
            <p:cNvPr id="11" name="Picture 11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96" y="1824"/>
              <a:ext cx="428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pic>
          <p:nvPicPr>
            <p:cNvPr id="13" name="Picture 9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9" y="1433"/>
              <a:ext cx="918" cy="10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sp>
          <p:nvSpPr>
            <p:cNvPr id="14" name="Text Box 10"/>
            <p:cNvSpPr txBox="1">
              <a:spLocks noChangeArrowheads="1"/>
            </p:cNvSpPr>
            <p:nvPr/>
          </p:nvSpPr>
          <p:spPr bwMode="auto">
            <a:xfrm>
              <a:off x="2524" y="1817"/>
              <a:ext cx="3236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it-IT" sz="2800" dirty="0"/>
                <a:t> = costo di </a:t>
              </a:r>
              <a:r>
                <a:rPr lang="it-IT" sz="2800" b="1" dirty="0">
                  <a:latin typeface="Courier New" charset="0"/>
                </a:rPr>
                <a:t>corpo</a:t>
              </a:r>
              <a:r>
                <a:rPr lang="it-IT" sz="2800" dirty="0"/>
                <a:t> all’iterazione i</a:t>
              </a:r>
            </a:p>
          </p:txBody>
        </p:sp>
        <p:sp>
          <p:nvSpPr>
            <p:cNvPr id="15" name="Line 12"/>
            <p:cNvSpPr>
              <a:spLocks noChangeShapeType="1"/>
            </p:cNvSpPr>
            <p:nvPr/>
          </p:nvSpPr>
          <p:spPr bwMode="auto">
            <a:xfrm>
              <a:off x="0" y="2448"/>
              <a:ext cx="57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12" name="CasellaDiTesto 11"/>
          <p:cNvSpPr txBox="1"/>
          <p:nvPr/>
        </p:nvSpPr>
        <p:spPr>
          <a:xfrm>
            <a:off x="152400" y="1036191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200" b="1" dirty="0">
                <a:latin typeface="Courier New"/>
                <a:cs typeface="Courier New"/>
              </a:rPr>
              <a:t>costo(guardia)+</a:t>
            </a:r>
            <a:r>
              <a:rPr lang="it-IT" sz="2200" b="1" dirty="0" err="1">
                <a:latin typeface="Courier New"/>
                <a:cs typeface="Courier New"/>
              </a:rPr>
              <a:t>max</a:t>
            </a:r>
            <a:r>
              <a:rPr lang="it-IT" sz="2200" b="1" dirty="0">
                <a:latin typeface="Courier New"/>
                <a:cs typeface="Courier New"/>
              </a:rPr>
              <a:t>{costo(blocco 1),costo(blocco 2)} </a:t>
            </a:r>
          </a:p>
        </p:txBody>
      </p:sp>
      <p:cxnSp>
        <p:nvCxnSpPr>
          <p:cNvPr id="3" name="Connettore 1 2"/>
          <p:cNvCxnSpPr/>
          <p:nvPr/>
        </p:nvCxnSpPr>
        <p:spPr>
          <a:xfrm>
            <a:off x="0" y="1751752"/>
            <a:ext cx="9144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761" y="5540042"/>
            <a:ext cx="2917788" cy="831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20" name="Picture 1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3942" y="6074374"/>
            <a:ext cx="706970" cy="7294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21" name="Text Box 16"/>
          <p:cNvSpPr txBox="1">
            <a:spLocks noChangeArrowheads="1"/>
          </p:cNvSpPr>
          <p:nvPr/>
        </p:nvSpPr>
        <p:spPr bwMode="auto">
          <a:xfrm>
            <a:off x="4047150" y="6143831"/>
            <a:ext cx="4448486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500" dirty="0"/>
              <a:t> = costo di </a:t>
            </a:r>
            <a:r>
              <a:rPr lang="it-IT" sz="2500" b="1" dirty="0">
                <a:latin typeface="Courier New" charset="0"/>
              </a:rPr>
              <a:t>corpo</a:t>
            </a:r>
            <a:r>
              <a:rPr lang="it-IT" sz="2500" dirty="0"/>
              <a:t> all’iterazione i</a:t>
            </a:r>
          </a:p>
        </p:txBody>
      </p:sp>
      <p:grpSp>
        <p:nvGrpSpPr>
          <p:cNvPr id="5" name="Gruppo 4"/>
          <p:cNvGrpSpPr/>
          <p:nvPr/>
        </p:nvGrpSpPr>
        <p:grpSpPr>
          <a:xfrm>
            <a:off x="3714202" y="5332077"/>
            <a:ext cx="5300128" cy="771527"/>
            <a:chOff x="3088192" y="5332077"/>
            <a:chExt cx="5300128" cy="771527"/>
          </a:xfrm>
        </p:grpSpPr>
        <p:pic>
          <p:nvPicPr>
            <p:cNvPr id="17" name="Picture 19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88192" y="5332077"/>
              <a:ext cx="585296" cy="7715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sp>
          <p:nvSpPr>
            <p:cNvPr id="22" name="Text Box 18"/>
            <p:cNvSpPr txBox="1">
              <a:spLocks noChangeArrowheads="1"/>
            </p:cNvSpPr>
            <p:nvPr/>
          </p:nvSpPr>
          <p:spPr bwMode="auto">
            <a:xfrm>
              <a:off x="3385392" y="5385741"/>
              <a:ext cx="5002928" cy="4770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it-IT" sz="2500" dirty="0"/>
                <a:t> = costo di  </a:t>
              </a:r>
              <a:r>
                <a:rPr lang="it-IT" sz="2500" b="1" dirty="0">
                  <a:latin typeface="Courier New" charset="0"/>
                </a:rPr>
                <a:t>guardia </a:t>
              </a:r>
              <a:r>
                <a:rPr lang="it-IT" sz="2500" dirty="0"/>
                <a:t>all’iterazione i</a:t>
              </a:r>
            </a:p>
          </p:txBody>
        </p:sp>
      </p:grpSp>
      <p:sp>
        <p:nvSpPr>
          <p:cNvPr id="23" name="CasellaDiTesto 22"/>
          <p:cNvSpPr txBox="1"/>
          <p:nvPr/>
        </p:nvSpPr>
        <p:spPr>
          <a:xfrm>
            <a:off x="0" y="3907196"/>
            <a:ext cx="9144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 err="1">
                <a:latin typeface="Courier New"/>
                <a:cs typeface="Courier New"/>
              </a:rPr>
              <a:t>while</a:t>
            </a:r>
            <a:r>
              <a:rPr lang="it-IT" sz="2800" b="1" dirty="0">
                <a:latin typeface="Courier New"/>
                <a:cs typeface="Courier New"/>
              </a:rPr>
              <a:t> (guardia) {corpo}</a:t>
            </a:r>
          </a:p>
          <a:p>
            <a:pPr algn="ctr"/>
            <a:r>
              <a:rPr lang="it-IT" sz="2800" b="1" dirty="0">
                <a:latin typeface="Courier New"/>
                <a:cs typeface="Courier New"/>
              </a:rPr>
              <a:t>do {corpo} </a:t>
            </a:r>
            <a:r>
              <a:rPr lang="it-IT" sz="2800" b="1" dirty="0" err="1">
                <a:latin typeface="Courier New"/>
                <a:cs typeface="Courier New"/>
              </a:rPr>
              <a:t>while</a:t>
            </a:r>
            <a:r>
              <a:rPr lang="it-IT" sz="2800" b="1" dirty="0">
                <a:latin typeface="Courier New"/>
                <a:cs typeface="Courier New"/>
              </a:rPr>
              <a:t> (guardia)</a:t>
            </a:r>
          </a:p>
        </p:txBody>
      </p:sp>
      <p:cxnSp>
        <p:nvCxnSpPr>
          <p:cNvPr id="25" name="Connettore 1 24"/>
          <p:cNvCxnSpPr>
            <a:stCxn id="15" idx="0"/>
            <a:endCxn id="15" idx="1"/>
          </p:cNvCxnSpPr>
          <p:nvPr/>
        </p:nvCxnSpPr>
        <p:spPr>
          <a:xfrm>
            <a:off x="0" y="3886199"/>
            <a:ext cx="9144000" cy="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957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Il costo di una funzione è dato dal  costo del suo corpo (più il passaggio dei parametri)</a:t>
            </a:r>
          </a:p>
          <a:p>
            <a:pPr lvl="1"/>
            <a:r>
              <a:rPr lang="it-IT" sz="2400" dirty="0"/>
              <a:t>Per le funzioni ricorsive le cose sono più complicate</a:t>
            </a:r>
          </a:p>
          <a:p>
            <a:endParaRPr lang="it-IT" sz="2800" dirty="0"/>
          </a:p>
          <a:p>
            <a:r>
              <a:rPr lang="it-IT" dirty="0"/>
              <a:t>Il costo di una sequenza di istruzioni è la somma dei costi delle istruzioni nella sequenza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650546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Caso pessimo e caso medio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it-IT" dirty="0"/>
              <a:t>Complessità o costo computazionale </a:t>
            </a:r>
            <a:r>
              <a:rPr lang="it-IT" dirty="0" err="1"/>
              <a:t>f</a:t>
            </a:r>
            <a:r>
              <a:rPr lang="it-IT" dirty="0"/>
              <a:t>(</a:t>
            </a:r>
            <a:r>
              <a:rPr lang="it-IT" dirty="0" err="1"/>
              <a:t>n</a:t>
            </a:r>
            <a:r>
              <a:rPr lang="it-IT" dirty="0"/>
              <a:t>) in tempo e in spazio di un problema </a:t>
            </a:r>
            <a:r>
              <a:rPr lang="it-IT" dirty="0">
                <a:latin typeface="Symbol" charset="0"/>
                <a:sym typeface="Symbol" charset="0"/>
              </a:rPr>
              <a:t></a:t>
            </a:r>
            <a:r>
              <a:rPr lang="it-IT" dirty="0"/>
              <a:t>:</a:t>
            </a:r>
          </a:p>
          <a:p>
            <a:pPr>
              <a:lnSpc>
                <a:spcPct val="90000"/>
              </a:lnSpc>
            </a:pPr>
            <a:r>
              <a:rPr lang="it-IT" b="1" dirty="0"/>
              <a:t>caso pessimo o peggiore</a:t>
            </a:r>
            <a:r>
              <a:rPr lang="it-IT" dirty="0"/>
              <a:t> = costo </a:t>
            </a:r>
            <a:r>
              <a:rPr lang="it-IT" b="1" dirty="0" err="1"/>
              <a:t>max</a:t>
            </a:r>
            <a:r>
              <a:rPr lang="it-IT" dirty="0"/>
              <a:t> tra </a:t>
            </a:r>
            <a:r>
              <a:rPr lang="it-IT" b="1" dirty="0"/>
              <a:t>tutte</a:t>
            </a:r>
            <a:r>
              <a:rPr lang="it-IT" dirty="0"/>
              <a:t> le istanze di </a:t>
            </a:r>
            <a:r>
              <a:rPr lang="it-IT" dirty="0">
                <a:latin typeface="Symbol" charset="0"/>
                <a:sym typeface="Symbol" charset="0"/>
              </a:rPr>
              <a:t></a:t>
            </a:r>
            <a:r>
              <a:rPr lang="it-IT" dirty="0"/>
              <a:t> aventi dimensioni dei dati pari a </a:t>
            </a:r>
            <a:r>
              <a:rPr lang="it-IT" dirty="0" err="1"/>
              <a:t>n</a:t>
            </a:r>
            <a:endParaRPr lang="it-IT" dirty="0"/>
          </a:p>
          <a:p>
            <a:pPr>
              <a:lnSpc>
                <a:spcPct val="90000"/>
              </a:lnSpc>
            </a:pPr>
            <a:r>
              <a:rPr lang="it-IT" b="1" dirty="0"/>
              <a:t>caso medio</a:t>
            </a:r>
            <a:r>
              <a:rPr lang="it-IT" dirty="0"/>
              <a:t> = costo</a:t>
            </a:r>
            <a:r>
              <a:rPr lang="it-IT" b="1" dirty="0"/>
              <a:t> mediato</a:t>
            </a:r>
            <a:r>
              <a:rPr lang="it-IT" dirty="0"/>
              <a:t> tra tutte le </a:t>
            </a:r>
            <a:r>
              <a:rPr lang="it-IT" b="1" dirty="0"/>
              <a:t>istanze</a:t>
            </a:r>
            <a:r>
              <a:rPr lang="it-IT" dirty="0"/>
              <a:t> di </a:t>
            </a:r>
            <a:r>
              <a:rPr lang="it-IT" dirty="0">
                <a:latin typeface="Symbol" charset="0"/>
                <a:sym typeface="Symbol" charset="0"/>
              </a:rPr>
              <a:t></a:t>
            </a:r>
            <a:r>
              <a:rPr lang="it-IT" dirty="0"/>
              <a:t> aventi dimensioni pari a </a:t>
            </a:r>
            <a:r>
              <a:rPr lang="it-IT" dirty="0" err="1"/>
              <a:t>n</a:t>
            </a:r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8813566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Complessità temporale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239697" y="1417638"/>
            <a:ext cx="8447103" cy="4708525"/>
          </a:xfrm>
        </p:spPr>
        <p:txBody>
          <a:bodyPr>
            <a:normAutofit lnSpcReduction="10000"/>
          </a:bodyPr>
          <a:lstStyle/>
          <a:p>
            <a:pPr indent="0" algn="just">
              <a:spcBef>
                <a:spcPts val="0"/>
              </a:spcBef>
              <a:buFontTx/>
              <a:buNone/>
            </a:pPr>
            <a:r>
              <a:rPr lang="it-IT" dirty="0"/>
              <a:t>Per un algoritmo, è determinata contando il numero di operazioni aritmetiche e logiche, accesso ai file, letture e scritture in memoria, etc.</a:t>
            </a:r>
          </a:p>
          <a:p>
            <a:pPr indent="0" algn="just">
              <a:spcBef>
                <a:spcPts val="0"/>
              </a:spcBef>
              <a:buFontTx/>
              <a:buNone/>
            </a:pPr>
            <a:endParaRPr lang="it-IT" dirty="0"/>
          </a:p>
          <a:p>
            <a:pPr indent="0" algn="just">
              <a:spcBef>
                <a:spcPts val="0"/>
              </a:spcBef>
              <a:buFontTx/>
              <a:buNone/>
            </a:pPr>
            <a:r>
              <a:rPr lang="it-IT" dirty="0"/>
              <a:t>I° ipotesi semplificativa:</a:t>
            </a:r>
          </a:p>
          <a:p>
            <a:pPr marL="800100" indent="-457200" algn="just">
              <a:spcBef>
                <a:spcPts val="0"/>
              </a:spcBef>
            </a:pPr>
            <a:r>
              <a:rPr lang="it-IT" dirty="0"/>
              <a:t>Tempo impiegato proporzionale al numero di operazioni eseguite (ciascuna a costo unitario)</a:t>
            </a:r>
          </a:p>
          <a:p>
            <a:pPr marL="800100" indent="-457200" algn="just">
              <a:spcBef>
                <a:spcPts val="0"/>
              </a:spcBef>
            </a:pPr>
            <a:r>
              <a:rPr lang="it-IT" dirty="0"/>
              <a:t>Non ci si riferisce a una specifica macchina.</a:t>
            </a:r>
          </a:p>
        </p:txBody>
      </p:sp>
    </p:spTree>
    <p:extLst>
      <p:ext uri="{BB962C8B-B14F-4D97-AF65-F5344CB8AC3E}">
        <p14:creationId xmlns:p14="http://schemas.microsoft.com/office/powerpoint/2010/main" val="19266000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Complessità temporale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239697" y="1417638"/>
            <a:ext cx="8447103" cy="5036428"/>
          </a:xfrm>
        </p:spPr>
        <p:txBody>
          <a:bodyPr>
            <a:normAutofit fontScale="85000" lnSpcReduction="20000"/>
          </a:bodyPr>
          <a:lstStyle/>
          <a:p>
            <a:pPr indent="0" algn="just">
              <a:spcBef>
                <a:spcPts val="0"/>
              </a:spcBef>
              <a:buFontTx/>
              <a:buNone/>
            </a:pPr>
            <a:r>
              <a:rPr lang="it-IT" dirty="0"/>
              <a:t>Il tempo impiegato per risolvere un problema dipende sia dall’algoritmo utilizzato sia dalla “dimensione” dei dati a cui si applica l’algoritmo.</a:t>
            </a:r>
          </a:p>
          <a:p>
            <a:pPr indent="0" algn="just">
              <a:spcBef>
                <a:spcPts val="0"/>
              </a:spcBef>
              <a:buFontTx/>
              <a:buNone/>
            </a:pPr>
            <a:endParaRPr lang="it-IT" dirty="0"/>
          </a:p>
          <a:p>
            <a:pPr indent="0" algn="just">
              <a:spcBef>
                <a:spcPts val="0"/>
              </a:spcBef>
              <a:buFontTx/>
              <a:buNone/>
            </a:pPr>
            <a:r>
              <a:rPr lang="it-IT" dirty="0"/>
              <a:t>Individuare con esattezza una funzione che esprime il tempo impiegato da un algoritmo in funzione della dimensione dell’input </a:t>
            </a:r>
            <a:r>
              <a:rPr lang="it-IT" i="1" dirty="0"/>
              <a:t>n</a:t>
            </a:r>
            <a:r>
              <a:rPr lang="it-IT" dirty="0"/>
              <a:t> è spesso molto difficile.</a:t>
            </a:r>
          </a:p>
          <a:p>
            <a:pPr indent="0" algn="just">
              <a:spcBef>
                <a:spcPts val="0"/>
              </a:spcBef>
              <a:buFontTx/>
              <a:buNone/>
            </a:pPr>
            <a:endParaRPr lang="it-IT" dirty="0"/>
          </a:p>
          <a:p>
            <a:pPr indent="0" algn="just">
              <a:spcBef>
                <a:spcPts val="0"/>
              </a:spcBef>
              <a:buFontTx/>
              <a:buNone/>
            </a:pPr>
            <a:r>
              <a:rPr lang="it-IT" dirty="0"/>
              <a:t>II° ipotesi semplificativa.</a:t>
            </a:r>
          </a:p>
          <a:p>
            <a:pPr marL="800100" indent="-457200" algn="just">
              <a:spcBef>
                <a:spcPts val="0"/>
              </a:spcBef>
            </a:pPr>
            <a:r>
              <a:rPr lang="it-IT" dirty="0"/>
              <a:t>È sufficiente stabilire il comportamento asintotico della funzione quando le dimensioni dell’ingresso tendono ad infinito (comportamento asintotico dell’algoritmo).</a:t>
            </a:r>
          </a:p>
          <a:p>
            <a:pPr marL="800100" indent="-457200" algn="just">
              <a:spcBef>
                <a:spcPts val="0"/>
              </a:spcBef>
            </a:pPr>
            <a:r>
              <a:rPr lang="it-IT" dirty="0"/>
              <a:t>Si usa a questo scopo la notazione asintotica</a:t>
            </a:r>
          </a:p>
        </p:txBody>
      </p:sp>
    </p:spTree>
    <p:extLst>
      <p:ext uri="{BB962C8B-B14F-4D97-AF65-F5344CB8AC3E}">
        <p14:creationId xmlns:p14="http://schemas.microsoft.com/office/powerpoint/2010/main" val="6967361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 Notazione Asintotica</a:t>
            </a:r>
          </a:p>
        </p:txBody>
      </p:sp>
      <p:sp>
        <p:nvSpPr>
          <p:cNvPr id="4" name="Rettangolo 3"/>
          <p:cNvSpPr/>
          <p:nvPr/>
        </p:nvSpPr>
        <p:spPr>
          <a:xfrm>
            <a:off x="635431" y="1417638"/>
            <a:ext cx="7949275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2800" dirty="0"/>
              <a:t>Mediante l’analisi asintotica valutiamo le performance di un algoritmo in termini di dimensioni di input.</a:t>
            </a:r>
          </a:p>
          <a:p>
            <a:pPr algn="just"/>
            <a:endParaRPr lang="it-IT" sz="2800" dirty="0"/>
          </a:p>
          <a:p>
            <a:pPr algn="just"/>
            <a:r>
              <a:rPr lang="it-IT" sz="2800" dirty="0"/>
              <a:t>Non calcoliamo esplicitamente il tempo (o lo spazio) impiegato da un algoritmo, ma piuttosto come questi parametri crescono al variare della dimensione dell’input.</a:t>
            </a:r>
          </a:p>
          <a:p>
            <a:pPr algn="just"/>
            <a:endParaRPr lang="it-IT" sz="2800" dirty="0"/>
          </a:p>
          <a:p>
            <a:pPr algn="just"/>
            <a:r>
              <a:rPr lang="it-IT" sz="2800" dirty="0"/>
              <a:t>In altre parole, la complessità dell’algoritmo viene espressa in funzione della dimensione delle strutture dati </a:t>
            </a:r>
            <a:r>
              <a:rPr lang="en-GB" sz="2800" dirty="0" err="1"/>
              <a:t>su</a:t>
            </a:r>
            <a:r>
              <a:rPr lang="en-GB" sz="2800" dirty="0"/>
              <a:t> cui opera.</a:t>
            </a:r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6712975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 Notazione Asintotica ‘’O-grande’’</a:t>
            </a:r>
          </a:p>
        </p:txBody>
      </p:sp>
      <p:sp>
        <p:nvSpPr>
          <p:cNvPr id="4" name="Rettangolo 3"/>
          <p:cNvSpPr/>
          <p:nvPr/>
        </p:nvSpPr>
        <p:spPr>
          <a:xfrm>
            <a:off x="285751" y="1385356"/>
            <a:ext cx="8601074" cy="25955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3200" dirty="0"/>
              <a:t>Denotiamo con O(g(n)) l’insieme delle funzioni</a:t>
            </a:r>
          </a:p>
          <a:p>
            <a:pPr algn="just"/>
            <a:endParaRPr lang="it-IT" sz="3200" i="1" dirty="0"/>
          </a:p>
          <a:p>
            <a:pPr algn="just"/>
            <a:r>
              <a:rPr lang="it-IT" sz="2800" i="1" dirty="0"/>
              <a:t>O(g(n)) = { f(n) : esistono delle costanti positive c, n</a:t>
            </a:r>
            <a:r>
              <a:rPr lang="it-IT" sz="2800" i="1" baseline="-25000" dirty="0"/>
              <a:t>0</a:t>
            </a:r>
            <a:r>
              <a:rPr lang="it-IT" sz="2800" i="1" dirty="0"/>
              <a:t> </a:t>
            </a:r>
            <a:r>
              <a:rPr lang="it-IT" sz="2800" i="1" dirty="0" err="1"/>
              <a:t>t.c</a:t>
            </a:r>
            <a:r>
              <a:rPr lang="it-IT" sz="2800" i="1" dirty="0"/>
              <a:t>.  </a:t>
            </a:r>
          </a:p>
          <a:p>
            <a:pPr algn="just"/>
            <a:r>
              <a:rPr lang="it-IT" sz="2800" i="1" dirty="0"/>
              <a:t>				0 ≤ f(n) ≤ cg(n) per ogni n &gt; n</a:t>
            </a:r>
            <a:r>
              <a:rPr lang="it-IT" sz="2800" i="1" baseline="-25000" dirty="0"/>
              <a:t>0</a:t>
            </a:r>
            <a:r>
              <a:rPr lang="it-IT" sz="2800" i="1" dirty="0"/>
              <a:t> }</a:t>
            </a:r>
          </a:p>
          <a:p>
            <a:pPr algn="just"/>
            <a:endParaRPr lang="it-IT" sz="3200" baseline="-25000" dirty="0"/>
          </a:p>
          <a:p>
            <a:pPr algn="just"/>
            <a:endParaRPr lang="it-IT" sz="3200" baseline="-25000" dirty="0"/>
          </a:p>
        </p:txBody>
      </p:sp>
    </p:spTree>
    <p:extLst>
      <p:ext uri="{BB962C8B-B14F-4D97-AF65-F5344CB8AC3E}">
        <p14:creationId xmlns:p14="http://schemas.microsoft.com/office/powerpoint/2010/main" val="5758836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 Notazione Asintotica ‘’O-grande’’</a:t>
            </a:r>
          </a:p>
        </p:txBody>
      </p:sp>
      <p:sp>
        <p:nvSpPr>
          <p:cNvPr id="4" name="Rettangolo 3"/>
          <p:cNvSpPr/>
          <p:nvPr/>
        </p:nvSpPr>
        <p:spPr>
          <a:xfrm>
            <a:off x="285751" y="1385356"/>
            <a:ext cx="8601074" cy="45653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3200" dirty="0"/>
              <a:t>Denotiamo con O(g(n)) l’insieme delle funzioni</a:t>
            </a:r>
          </a:p>
          <a:p>
            <a:pPr algn="just"/>
            <a:endParaRPr lang="it-IT" sz="3200" i="1" dirty="0"/>
          </a:p>
          <a:p>
            <a:pPr algn="just"/>
            <a:r>
              <a:rPr lang="it-IT" sz="2800" i="1" dirty="0"/>
              <a:t>O(g(n)) = { f(n) : esistono delle costanti positive c, n</a:t>
            </a:r>
            <a:r>
              <a:rPr lang="it-IT" sz="2800" i="1" baseline="-25000" dirty="0"/>
              <a:t>0</a:t>
            </a:r>
            <a:r>
              <a:rPr lang="it-IT" sz="2800" i="1" dirty="0"/>
              <a:t> </a:t>
            </a:r>
            <a:r>
              <a:rPr lang="it-IT" sz="2800" i="1" dirty="0" err="1"/>
              <a:t>t.c</a:t>
            </a:r>
            <a:r>
              <a:rPr lang="it-IT" sz="2800" i="1" dirty="0"/>
              <a:t>.  </a:t>
            </a:r>
          </a:p>
          <a:p>
            <a:pPr algn="just"/>
            <a:r>
              <a:rPr lang="it-IT" sz="2800" i="1" dirty="0"/>
              <a:t>				0 ≤ f(n) ≤ cg(n) per ogni n &gt; n</a:t>
            </a:r>
            <a:r>
              <a:rPr lang="it-IT" sz="2800" i="1" baseline="-25000" dirty="0"/>
              <a:t>0</a:t>
            </a:r>
            <a:r>
              <a:rPr lang="it-IT" sz="2800" i="1" dirty="0"/>
              <a:t> }</a:t>
            </a:r>
          </a:p>
          <a:p>
            <a:pPr algn="just"/>
            <a:endParaRPr lang="it-IT" sz="3200" baseline="-25000" dirty="0"/>
          </a:p>
          <a:p>
            <a:pPr algn="just"/>
            <a:r>
              <a:rPr lang="it-IT" sz="3200" dirty="0"/>
              <a:t>Poiché O(g(n)) è un insieme potremmo scrivere </a:t>
            </a:r>
          </a:p>
          <a:p>
            <a:pPr algn="ctr"/>
            <a:r>
              <a:rPr lang="it-IT" sz="3200" i="1" dirty="0"/>
              <a:t>f(n) </a:t>
            </a:r>
            <a:r>
              <a:rPr lang="en-GB" sz="3200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∈</a:t>
            </a:r>
            <a:r>
              <a:rPr lang="it-IT" sz="3200" i="1" dirty="0"/>
              <a:t> O(g(n)) </a:t>
            </a:r>
          </a:p>
          <a:p>
            <a:pPr algn="just"/>
            <a:r>
              <a:rPr lang="it-IT" sz="3200" dirty="0"/>
              <a:t>ma di solito scriveremo </a:t>
            </a:r>
          </a:p>
          <a:p>
            <a:pPr algn="ctr"/>
            <a:r>
              <a:rPr lang="it-IT" sz="3200" i="1" dirty="0"/>
              <a:t>f(n) </a:t>
            </a:r>
            <a:r>
              <a:rPr lang="en-GB" sz="3200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=</a:t>
            </a:r>
            <a:r>
              <a:rPr lang="it-IT" sz="3200" i="1" dirty="0"/>
              <a:t> O(g(n)) </a:t>
            </a:r>
            <a:endParaRPr lang="it-IT" sz="3200" dirty="0"/>
          </a:p>
          <a:p>
            <a:pPr algn="just"/>
            <a:endParaRPr lang="it-IT" sz="3200" baseline="-25000" dirty="0"/>
          </a:p>
        </p:txBody>
      </p:sp>
    </p:spTree>
    <p:extLst>
      <p:ext uri="{BB962C8B-B14F-4D97-AF65-F5344CB8AC3E}">
        <p14:creationId xmlns:p14="http://schemas.microsoft.com/office/powerpoint/2010/main" val="8533787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 Notazione Asintotica ‘’O-grande’’</a:t>
            </a:r>
          </a:p>
        </p:txBody>
      </p:sp>
      <p:sp>
        <p:nvSpPr>
          <p:cNvPr id="4" name="Rettangolo 3"/>
          <p:cNvSpPr/>
          <p:nvPr/>
        </p:nvSpPr>
        <p:spPr>
          <a:xfrm>
            <a:off x="457200" y="1385356"/>
            <a:ext cx="86868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3200" b="1" dirty="0"/>
              <a:t>f(n) = O(g(n))</a:t>
            </a:r>
            <a:r>
              <a:rPr lang="it-IT" sz="3200" dirty="0"/>
              <a:t> </a:t>
            </a:r>
            <a:r>
              <a:rPr lang="it-IT" sz="3200" dirty="0" err="1"/>
              <a:t>sse</a:t>
            </a:r>
            <a:r>
              <a:rPr lang="it-IT" sz="3200" dirty="0"/>
              <a:t> esistono c,n</a:t>
            </a:r>
            <a:r>
              <a:rPr lang="it-IT" sz="3200" baseline="-25000" dirty="0"/>
              <a:t>0</a:t>
            </a:r>
            <a:r>
              <a:rPr lang="it-IT" sz="3200" dirty="0"/>
              <a:t>&gt;0 : </a:t>
            </a:r>
          </a:p>
          <a:p>
            <a:pPr algn="ctr"/>
            <a:r>
              <a:rPr lang="it-IT" sz="3200" b="1" dirty="0"/>
              <a:t>f(n) </a:t>
            </a:r>
            <a:r>
              <a:rPr lang="en-US" sz="3200" b="1" dirty="0">
                <a:latin typeface="cmsy10" charset="0"/>
              </a:rPr>
              <a:t>≤</a:t>
            </a:r>
            <a:r>
              <a:rPr lang="it-IT" sz="3200" b="1" dirty="0"/>
              <a:t> c g(n) </a:t>
            </a:r>
            <a:r>
              <a:rPr lang="en-US" sz="3200" dirty="0">
                <a:latin typeface="cmsy10" charset="0"/>
              </a:rPr>
              <a:t>per </a:t>
            </a:r>
            <a:r>
              <a:rPr lang="en-US" sz="3200" dirty="0" err="1">
                <a:latin typeface="cmsy10" charset="0"/>
              </a:rPr>
              <a:t>ogni</a:t>
            </a:r>
            <a:r>
              <a:rPr lang="en-US" sz="3200" dirty="0">
                <a:latin typeface="cmsy10" charset="0"/>
              </a:rPr>
              <a:t> </a:t>
            </a:r>
            <a:r>
              <a:rPr lang="it-IT" sz="3200" dirty="0"/>
              <a:t>n &gt; n</a:t>
            </a:r>
            <a:r>
              <a:rPr lang="it-IT" sz="3200" baseline="-25000" dirty="0"/>
              <a:t>0</a:t>
            </a:r>
          </a:p>
        </p:txBody>
      </p:sp>
      <p:pic>
        <p:nvPicPr>
          <p:cNvPr id="4098" name="Picture 2" descr="Asymptotic Analysis: Big-O notation">
            <a:extLst>
              <a:ext uri="{FF2B5EF4-FFF2-40B4-BE49-F238E27FC236}">
                <a16:creationId xmlns:a16="http://schemas.microsoft.com/office/drawing/2014/main" id="{D4B7F756-E186-4268-A7DC-05027F18CE6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07" b="10146"/>
          <a:stretch/>
        </p:blipFill>
        <p:spPr bwMode="auto">
          <a:xfrm>
            <a:off x="2265441" y="2888984"/>
            <a:ext cx="4613117" cy="3969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92200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 Notazione Asintotica ‘’O-grande’’</a:t>
            </a:r>
          </a:p>
        </p:txBody>
      </p:sp>
      <p:sp>
        <p:nvSpPr>
          <p:cNvPr id="4" name="Rettangolo 3"/>
          <p:cNvSpPr/>
          <p:nvPr/>
        </p:nvSpPr>
        <p:spPr>
          <a:xfrm>
            <a:off x="457200" y="1385356"/>
            <a:ext cx="8447103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3200" dirty="0"/>
              <a:t>Quindi, per n sufficientemente grande il tasso di crescita di f(n) è al più proporzionale a g(n).</a:t>
            </a:r>
          </a:p>
          <a:p>
            <a:pPr algn="just"/>
            <a:endParaRPr lang="it-IT" sz="3200" dirty="0"/>
          </a:p>
          <a:p>
            <a:pPr algn="just"/>
            <a:r>
              <a:rPr lang="it-IT" sz="3200" dirty="0"/>
              <a:t>La notazione O-grande definisce un limite superiore per f(n).</a:t>
            </a:r>
          </a:p>
          <a:p>
            <a:pPr algn="just"/>
            <a:endParaRPr lang="it-IT" sz="3200" dirty="0"/>
          </a:p>
          <a:p>
            <a:pPr algn="just"/>
            <a:endParaRPr lang="it-IT" sz="3200" dirty="0"/>
          </a:p>
        </p:txBody>
      </p:sp>
      <p:pic>
        <p:nvPicPr>
          <p:cNvPr id="6" name="Picture 2" descr="Asymptotic Analysis: Big-O notation">
            <a:extLst>
              <a:ext uri="{FF2B5EF4-FFF2-40B4-BE49-F238E27FC236}">
                <a16:creationId xmlns:a16="http://schemas.microsoft.com/office/drawing/2014/main" id="{CE282A95-8375-4397-9484-17F852C3D84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07" b="10146"/>
          <a:stretch/>
        </p:blipFill>
        <p:spPr bwMode="auto">
          <a:xfrm>
            <a:off x="4968041" y="3570474"/>
            <a:ext cx="3821033" cy="3287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80114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 Notazione Asintotica ‘’O-grande’’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927D0F31-D3A8-4FCF-9A07-AF9D1EB92D13}"/>
              </a:ext>
            </a:extLst>
          </p:cNvPr>
          <p:cNvSpPr txBox="1"/>
          <p:nvPr/>
        </p:nvSpPr>
        <p:spPr>
          <a:xfrm>
            <a:off x="457199" y="1509204"/>
            <a:ext cx="8020975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sz="2400" dirty="0"/>
              <a:t>Attraverso la notazione O( ), gli algoritmi vengono divisi in classi di equivalenza, ponendo nella medesima classe tutti quelli la cui complessità asintotica è dello stesso ordine di grandezza.</a:t>
            </a:r>
          </a:p>
          <a:p>
            <a:pPr algn="just"/>
            <a:endParaRPr lang="it-IT" sz="2400" dirty="0"/>
          </a:p>
          <a:p>
            <a:pPr algn="just"/>
            <a:r>
              <a:rPr lang="it-IT" sz="2400" dirty="0"/>
              <a:t>Si hanno così algoritmi (funzioni) di complessità asintotica di ordine: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it-IT" sz="2400" dirty="0"/>
              <a:t>Costante 1, ...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it-IT" sz="2400" dirty="0"/>
              <a:t>Sotto-lineare log n, </a:t>
            </a:r>
            <a:r>
              <a:rPr lang="it-IT" sz="2400" dirty="0" err="1"/>
              <a:t>n</a:t>
            </a:r>
            <a:r>
              <a:rPr lang="it-IT" sz="2400" baseline="30000" dirty="0" err="1"/>
              <a:t>c</a:t>
            </a:r>
            <a:r>
              <a:rPr lang="it-IT" sz="2400" baseline="30000" dirty="0"/>
              <a:t>  </a:t>
            </a:r>
            <a:r>
              <a:rPr lang="it-IT" sz="2400" dirty="0"/>
              <a:t>con c&lt;1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it-IT" sz="2400" dirty="0"/>
              <a:t>Lineare 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it-IT" sz="2400" dirty="0"/>
              <a:t>Polinomiale n*log n, n</a:t>
            </a:r>
            <a:r>
              <a:rPr lang="it-IT" sz="2400" baseline="30000" dirty="0"/>
              <a:t>2</a:t>
            </a:r>
            <a:r>
              <a:rPr lang="it-IT" sz="2400" dirty="0"/>
              <a:t> , n</a:t>
            </a:r>
            <a:r>
              <a:rPr lang="it-IT" sz="2400" baseline="30000" dirty="0"/>
              <a:t>3</a:t>
            </a:r>
            <a:r>
              <a:rPr lang="it-IT" sz="2400" dirty="0"/>
              <a:t> , ... </a:t>
            </a:r>
            <a:r>
              <a:rPr lang="it-IT" sz="2400" dirty="0" err="1"/>
              <a:t>n</a:t>
            </a:r>
            <a:r>
              <a:rPr lang="it-IT" sz="2400" baseline="30000" dirty="0" err="1"/>
              <a:t>c</a:t>
            </a:r>
            <a:r>
              <a:rPr lang="it-IT" sz="2400" dirty="0"/>
              <a:t> con c&gt;1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it-IT" sz="2400" dirty="0"/>
              <a:t>Esponenziale </a:t>
            </a:r>
            <a:r>
              <a:rPr lang="it-IT" sz="2400" dirty="0" err="1"/>
              <a:t>c</a:t>
            </a:r>
            <a:r>
              <a:rPr lang="it-IT" sz="2400" baseline="30000" dirty="0" err="1"/>
              <a:t>n</a:t>
            </a:r>
            <a:r>
              <a:rPr lang="it-IT" sz="2400" dirty="0"/>
              <a:t>, ...</a:t>
            </a:r>
            <a:r>
              <a:rPr lang="it-IT" sz="2400" dirty="0" err="1"/>
              <a:t>n</a:t>
            </a:r>
            <a:r>
              <a:rPr lang="it-IT" sz="2400" baseline="30000" dirty="0" err="1"/>
              <a:t>n</a:t>
            </a:r>
            <a:r>
              <a:rPr lang="it-IT" sz="2400" dirty="0"/>
              <a:t>, …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2094724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Funzione costante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63357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it-IT" sz="3600" dirty="0" err="1"/>
              <a:t>f</a:t>
            </a:r>
            <a:r>
              <a:rPr lang="it-IT" sz="3600" dirty="0"/>
              <a:t>(</a:t>
            </a:r>
            <a:r>
              <a:rPr lang="it-IT" sz="3600" dirty="0" err="1"/>
              <a:t>n</a:t>
            </a:r>
            <a:r>
              <a:rPr lang="it-IT" sz="3600" dirty="0"/>
              <a:t>)=c		c costante</a:t>
            </a:r>
            <a:endParaRPr lang="it-IT" sz="3600" baseline="30000" dirty="0"/>
          </a:p>
        </p:txBody>
      </p:sp>
      <p:sp>
        <p:nvSpPr>
          <p:cNvPr id="4" name="Titolo 1"/>
          <p:cNvSpPr txBox="1">
            <a:spLocks/>
          </p:cNvSpPr>
          <p:nvPr/>
        </p:nvSpPr>
        <p:spPr>
          <a:xfrm>
            <a:off x="305545" y="223377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b="1" dirty="0"/>
              <a:t>Funzione logaritmica</a:t>
            </a:r>
          </a:p>
        </p:txBody>
      </p:sp>
      <p:sp>
        <p:nvSpPr>
          <p:cNvPr id="5" name="Segnaposto contenuto 2"/>
          <p:cNvSpPr txBox="1">
            <a:spLocks/>
          </p:cNvSpPr>
          <p:nvPr/>
        </p:nvSpPr>
        <p:spPr>
          <a:xfrm>
            <a:off x="457200" y="3376775"/>
            <a:ext cx="8229600" cy="27493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it-IT" sz="3600" dirty="0" err="1"/>
              <a:t>f</a:t>
            </a:r>
            <a:r>
              <a:rPr lang="it-IT" sz="3600" dirty="0"/>
              <a:t>(</a:t>
            </a:r>
            <a:r>
              <a:rPr lang="it-IT" sz="3600" dirty="0" err="1"/>
              <a:t>n</a:t>
            </a:r>
            <a:r>
              <a:rPr lang="it-IT" sz="3600" dirty="0"/>
              <a:t>)=</a:t>
            </a:r>
            <a:r>
              <a:rPr lang="it-IT" sz="3600" dirty="0" err="1"/>
              <a:t>log</a:t>
            </a:r>
            <a:r>
              <a:rPr lang="it-IT" sz="3600" baseline="-25000" dirty="0" err="1"/>
              <a:t>b</a:t>
            </a:r>
            <a:r>
              <a:rPr lang="it-IT" sz="3600" dirty="0"/>
              <a:t> </a:t>
            </a:r>
            <a:r>
              <a:rPr lang="it-IT" sz="3600" dirty="0" err="1"/>
              <a:t>n</a:t>
            </a:r>
            <a:r>
              <a:rPr lang="it-IT" sz="3600" dirty="0"/>
              <a:t>        (b&gt;1)</a:t>
            </a:r>
          </a:p>
          <a:p>
            <a:pPr marL="0" indent="0">
              <a:buFont typeface="Arial"/>
              <a:buNone/>
            </a:pPr>
            <a:endParaRPr lang="it-IT" sz="3600" dirty="0"/>
          </a:p>
          <a:p>
            <a:pPr marL="514350" indent="-514350">
              <a:buFont typeface="+mj-lt"/>
              <a:buAutoNum type="arabicPeriod"/>
            </a:pPr>
            <a:r>
              <a:rPr lang="it-IT" sz="3600" dirty="0"/>
              <a:t>x=</a:t>
            </a:r>
            <a:r>
              <a:rPr lang="it-IT" sz="3600" dirty="0" err="1"/>
              <a:t>log</a:t>
            </a:r>
            <a:r>
              <a:rPr lang="it-IT" sz="3600" baseline="-25000" dirty="0" err="1"/>
              <a:t>b</a:t>
            </a:r>
            <a:r>
              <a:rPr lang="it-IT" sz="3600" dirty="0"/>
              <a:t> (</a:t>
            </a:r>
            <a:r>
              <a:rPr lang="it-IT" sz="3600" dirty="0" err="1"/>
              <a:t>n</a:t>
            </a:r>
            <a:r>
              <a:rPr lang="it-IT" sz="3600" dirty="0"/>
              <a:t>) </a:t>
            </a:r>
            <a:r>
              <a:rPr lang="it-IT" sz="3600" dirty="0">
                <a:sym typeface="Wingdings"/>
              </a:rPr>
              <a:t></a:t>
            </a:r>
            <a:r>
              <a:rPr lang="it-IT" sz="3600" dirty="0"/>
              <a:t> </a:t>
            </a:r>
            <a:r>
              <a:rPr lang="it-IT" sz="3600" dirty="0" err="1"/>
              <a:t>b</a:t>
            </a:r>
            <a:r>
              <a:rPr lang="it-IT" sz="3600" baseline="30000" dirty="0" err="1"/>
              <a:t>x</a:t>
            </a:r>
            <a:r>
              <a:rPr lang="it-IT" sz="3600" dirty="0"/>
              <a:t>=</a:t>
            </a:r>
            <a:r>
              <a:rPr lang="it-IT" sz="3600" dirty="0" err="1"/>
              <a:t>n</a:t>
            </a:r>
            <a:endParaRPr lang="it-IT" sz="3600" dirty="0"/>
          </a:p>
          <a:p>
            <a:pPr marL="514350" indent="-514350">
              <a:buFont typeface="+mj-lt"/>
              <a:buAutoNum type="arabicPeriod"/>
            </a:pPr>
            <a:r>
              <a:rPr lang="it-IT" sz="3600" dirty="0" err="1"/>
              <a:t>log</a:t>
            </a:r>
            <a:r>
              <a:rPr lang="it-IT" sz="3600" baseline="-25000" dirty="0" err="1"/>
              <a:t>b</a:t>
            </a:r>
            <a:r>
              <a:rPr lang="it-IT" sz="3600" dirty="0"/>
              <a:t>(1)=0</a:t>
            </a:r>
          </a:p>
          <a:p>
            <a:pPr marL="514350" indent="-514350">
              <a:buFont typeface="+mj-lt"/>
              <a:buAutoNum type="arabicPeriod"/>
            </a:pPr>
            <a:endParaRPr lang="it-IT" sz="3600" baseline="30000" dirty="0"/>
          </a:p>
          <a:p>
            <a:pPr marL="0" indent="0">
              <a:buFont typeface="Arial"/>
              <a:buNone/>
            </a:pPr>
            <a:endParaRPr lang="it-IT" sz="3600" dirty="0"/>
          </a:p>
        </p:txBody>
      </p:sp>
    </p:spTree>
    <p:extLst>
      <p:ext uri="{BB962C8B-B14F-4D97-AF65-F5344CB8AC3E}">
        <p14:creationId xmlns:p14="http://schemas.microsoft.com/office/powerpoint/2010/main" val="2234171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Funzione lineare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63357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it-IT" sz="3600" dirty="0" err="1"/>
              <a:t>f</a:t>
            </a:r>
            <a:r>
              <a:rPr lang="it-IT" sz="3600" dirty="0"/>
              <a:t>(</a:t>
            </a:r>
            <a:r>
              <a:rPr lang="it-IT" sz="3600" dirty="0" err="1"/>
              <a:t>n</a:t>
            </a:r>
            <a:r>
              <a:rPr lang="it-IT" sz="3600" dirty="0"/>
              <a:t>)=</a:t>
            </a:r>
            <a:r>
              <a:rPr lang="it-IT" sz="3600" dirty="0" err="1"/>
              <a:t>cn</a:t>
            </a:r>
            <a:r>
              <a:rPr lang="it-IT" sz="3600" dirty="0"/>
              <a:t>		c costante (c non nulla)</a:t>
            </a:r>
            <a:endParaRPr lang="it-IT" sz="3600" baseline="30000" dirty="0"/>
          </a:p>
        </p:txBody>
      </p:sp>
      <p:sp>
        <p:nvSpPr>
          <p:cNvPr id="4" name="Titolo 1"/>
          <p:cNvSpPr txBox="1">
            <a:spLocks/>
          </p:cNvSpPr>
          <p:nvPr/>
        </p:nvSpPr>
        <p:spPr>
          <a:xfrm>
            <a:off x="305545" y="223377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b="1" dirty="0"/>
              <a:t>Funzione </a:t>
            </a:r>
            <a:r>
              <a:rPr lang="it-IT" b="1" dirty="0" err="1"/>
              <a:t>nlog</a:t>
            </a:r>
            <a:r>
              <a:rPr lang="it-IT" b="1" dirty="0"/>
              <a:t> </a:t>
            </a:r>
            <a:r>
              <a:rPr lang="it-IT" b="1" dirty="0" err="1"/>
              <a:t>n</a:t>
            </a:r>
            <a:endParaRPr lang="it-IT" b="1" dirty="0"/>
          </a:p>
        </p:txBody>
      </p:sp>
      <p:sp>
        <p:nvSpPr>
          <p:cNvPr id="5" name="Segnaposto contenuto 2"/>
          <p:cNvSpPr txBox="1">
            <a:spLocks/>
          </p:cNvSpPr>
          <p:nvPr/>
        </p:nvSpPr>
        <p:spPr>
          <a:xfrm>
            <a:off x="457200" y="3376775"/>
            <a:ext cx="8229600" cy="13457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sz="3600" dirty="0" err="1"/>
              <a:t>f</a:t>
            </a:r>
            <a:r>
              <a:rPr lang="it-IT" sz="3600" dirty="0"/>
              <a:t>(</a:t>
            </a:r>
            <a:r>
              <a:rPr lang="it-IT" sz="3600" dirty="0" err="1"/>
              <a:t>n</a:t>
            </a:r>
            <a:r>
              <a:rPr lang="it-IT" sz="3600" dirty="0"/>
              <a:t>)=</a:t>
            </a:r>
            <a:r>
              <a:rPr lang="it-IT" sz="3600" dirty="0" err="1"/>
              <a:t>n</a:t>
            </a:r>
            <a:r>
              <a:rPr lang="it-IT" sz="3600" dirty="0"/>
              <a:t> log </a:t>
            </a:r>
            <a:r>
              <a:rPr lang="it-IT" sz="3600" dirty="0" err="1"/>
              <a:t>n</a:t>
            </a:r>
            <a:endParaRPr lang="it-IT" sz="3600" baseline="30000" dirty="0"/>
          </a:p>
          <a:p>
            <a:pPr marL="0" indent="0">
              <a:buFont typeface="Arial"/>
              <a:buNone/>
            </a:pPr>
            <a:endParaRPr lang="it-IT" sz="3600" dirty="0"/>
          </a:p>
        </p:txBody>
      </p:sp>
    </p:spTree>
    <p:extLst>
      <p:ext uri="{BB962C8B-B14F-4D97-AF65-F5344CB8AC3E}">
        <p14:creationId xmlns:p14="http://schemas.microsoft.com/office/powerpoint/2010/main" val="73555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Funzione esponenziale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 err="1"/>
              <a:t>f</a:t>
            </a:r>
            <a:r>
              <a:rPr lang="it-IT" dirty="0"/>
              <a:t>(</a:t>
            </a:r>
            <a:r>
              <a:rPr lang="it-IT" dirty="0" err="1"/>
              <a:t>n</a:t>
            </a:r>
            <a:r>
              <a:rPr lang="it-IT" dirty="0"/>
              <a:t>)=</a:t>
            </a:r>
            <a:r>
              <a:rPr lang="it-IT" dirty="0" err="1"/>
              <a:t>b</a:t>
            </a:r>
            <a:r>
              <a:rPr lang="it-IT" baseline="30000" dirty="0" err="1"/>
              <a:t>n</a:t>
            </a:r>
            <a:endParaRPr lang="it-IT" baseline="30000" dirty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/>
              <a:t>Regole </a:t>
            </a:r>
          </a:p>
          <a:p>
            <a:r>
              <a:rPr lang="it-IT" dirty="0"/>
              <a:t>(</a:t>
            </a:r>
            <a:r>
              <a:rPr lang="it-IT" dirty="0" err="1"/>
              <a:t>b</a:t>
            </a:r>
            <a:r>
              <a:rPr lang="it-IT" baseline="30000" dirty="0" err="1"/>
              <a:t>a</a:t>
            </a:r>
            <a:r>
              <a:rPr lang="it-IT" dirty="0"/>
              <a:t>)</a:t>
            </a:r>
            <a:r>
              <a:rPr lang="it-IT" baseline="30000" dirty="0"/>
              <a:t>c</a:t>
            </a:r>
            <a:r>
              <a:rPr lang="it-IT" dirty="0"/>
              <a:t>=</a:t>
            </a:r>
            <a:r>
              <a:rPr lang="it-IT" dirty="0" err="1"/>
              <a:t>b</a:t>
            </a:r>
            <a:r>
              <a:rPr lang="it-IT" baseline="30000" dirty="0" err="1"/>
              <a:t>ac</a:t>
            </a:r>
            <a:endParaRPr lang="it-IT" baseline="30000" dirty="0"/>
          </a:p>
          <a:p>
            <a:r>
              <a:rPr lang="it-IT" dirty="0" err="1"/>
              <a:t>b</a:t>
            </a:r>
            <a:r>
              <a:rPr lang="it-IT" baseline="30000" dirty="0" err="1"/>
              <a:t>a</a:t>
            </a:r>
            <a:r>
              <a:rPr lang="it-IT" dirty="0"/>
              <a:t> </a:t>
            </a:r>
            <a:r>
              <a:rPr lang="it-IT" dirty="0" err="1"/>
              <a:t>b</a:t>
            </a:r>
            <a:r>
              <a:rPr lang="it-IT" baseline="30000" dirty="0" err="1"/>
              <a:t>c</a:t>
            </a:r>
            <a:r>
              <a:rPr lang="it-IT" dirty="0"/>
              <a:t>=</a:t>
            </a:r>
            <a:r>
              <a:rPr lang="it-IT" dirty="0" err="1"/>
              <a:t>b</a:t>
            </a:r>
            <a:r>
              <a:rPr lang="it-IT" baseline="30000" dirty="0" err="1"/>
              <a:t>a+c</a:t>
            </a:r>
            <a:endParaRPr lang="it-IT" baseline="30000" dirty="0"/>
          </a:p>
          <a:p>
            <a:r>
              <a:rPr lang="it-IT" dirty="0" err="1"/>
              <a:t>b</a:t>
            </a:r>
            <a:r>
              <a:rPr lang="it-IT" baseline="30000" dirty="0" err="1"/>
              <a:t>a</a:t>
            </a:r>
            <a:r>
              <a:rPr lang="it-IT" dirty="0"/>
              <a:t>/</a:t>
            </a:r>
            <a:r>
              <a:rPr lang="it-IT" dirty="0" err="1"/>
              <a:t>b</a:t>
            </a:r>
            <a:r>
              <a:rPr lang="it-IT" baseline="30000" dirty="0" err="1"/>
              <a:t>c</a:t>
            </a:r>
            <a:r>
              <a:rPr lang="it-IT" dirty="0"/>
              <a:t>=</a:t>
            </a:r>
            <a:r>
              <a:rPr lang="it-IT" dirty="0" err="1"/>
              <a:t>b</a:t>
            </a:r>
            <a:r>
              <a:rPr lang="it-IT" baseline="30000" dirty="0" err="1"/>
              <a:t>a</a:t>
            </a:r>
            <a:r>
              <a:rPr lang="it-IT" baseline="30000" dirty="0"/>
              <a:t>-c</a:t>
            </a:r>
          </a:p>
        </p:txBody>
      </p:sp>
    </p:spTree>
    <p:extLst>
      <p:ext uri="{BB962C8B-B14F-4D97-AF65-F5344CB8AC3E}">
        <p14:creationId xmlns:p14="http://schemas.microsoft.com/office/powerpoint/2010/main" val="40564416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/>
          <p:cNvSpPr txBox="1">
            <a:spLocks/>
          </p:cNvSpPr>
          <p:nvPr/>
        </p:nvSpPr>
        <p:spPr>
          <a:xfrm>
            <a:off x="305545" y="40919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b="1" dirty="0"/>
              <a:t>Funzione polinomiale</a:t>
            </a:r>
          </a:p>
        </p:txBody>
      </p:sp>
      <p:sp>
        <p:nvSpPr>
          <p:cNvPr id="5" name="Segnaposto contenuto 2"/>
          <p:cNvSpPr txBox="1">
            <a:spLocks/>
          </p:cNvSpPr>
          <p:nvPr/>
        </p:nvSpPr>
        <p:spPr>
          <a:xfrm>
            <a:off x="457200" y="1409040"/>
            <a:ext cx="8229600" cy="25085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sz="3600" dirty="0" err="1"/>
              <a:t>f</a:t>
            </a:r>
            <a:r>
              <a:rPr lang="it-IT" sz="3600" dirty="0"/>
              <a:t>(</a:t>
            </a:r>
            <a:r>
              <a:rPr lang="it-IT" sz="3600" dirty="0" err="1"/>
              <a:t>n</a:t>
            </a:r>
            <a:r>
              <a:rPr lang="it-IT" sz="3600" dirty="0"/>
              <a:t>)=a</a:t>
            </a:r>
            <a:r>
              <a:rPr lang="it-IT" sz="3600" baseline="-25000" dirty="0"/>
              <a:t>0</a:t>
            </a:r>
            <a:r>
              <a:rPr lang="it-IT" sz="3600" dirty="0"/>
              <a:t> + a</a:t>
            </a:r>
            <a:r>
              <a:rPr lang="it-IT" sz="3600" baseline="-25000" dirty="0"/>
              <a:t>1</a:t>
            </a:r>
            <a:r>
              <a:rPr lang="it-IT" sz="3600" dirty="0"/>
              <a:t>n + a</a:t>
            </a:r>
            <a:r>
              <a:rPr lang="it-IT" sz="3600" baseline="-25000" dirty="0"/>
              <a:t>2</a:t>
            </a:r>
            <a:r>
              <a:rPr lang="it-IT" sz="3600" dirty="0"/>
              <a:t> n</a:t>
            </a:r>
            <a:r>
              <a:rPr lang="it-IT" sz="3600" baseline="30000" dirty="0"/>
              <a:t>2 </a:t>
            </a:r>
            <a:r>
              <a:rPr lang="it-IT" sz="3600" dirty="0"/>
              <a:t>+… + a</a:t>
            </a:r>
            <a:r>
              <a:rPr lang="it-IT" sz="3600" baseline="-25000" dirty="0"/>
              <a:t>d</a:t>
            </a:r>
            <a:r>
              <a:rPr lang="it-IT" sz="3600" dirty="0"/>
              <a:t> </a:t>
            </a:r>
            <a:r>
              <a:rPr lang="it-IT" sz="3600" dirty="0" err="1"/>
              <a:t>n</a:t>
            </a:r>
            <a:r>
              <a:rPr lang="it-IT" sz="3600" baseline="30000" dirty="0" err="1"/>
              <a:t>d</a:t>
            </a:r>
            <a:endParaRPr lang="it-IT" sz="3600" baseline="30000" dirty="0"/>
          </a:p>
          <a:p>
            <a:pPr marL="0" indent="0">
              <a:buFont typeface="Arial"/>
              <a:buNone/>
            </a:pPr>
            <a:endParaRPr lang="it-IT" sz="3600" dirty="0"/>
          </a:p>
          <a:p>
            <a:pPr marL="0" indent="0">
              <a:buNone/>
            </a:pPr>
            <a:r>
              <a:rPr lang="it-IT" sz="3600" dirty="0"/>
              <a:t>il grado è il valore della potenza più grande con a</a:t>
            </a:r>
            <a:r>
              <a:rPr lang="it-IT" sz="3600" baseline="-25000" dirty="0"/>
              <a:t>d</a:t>
            </a:r>
            <a:r>
              <a:rPr lang="it-IT" sz="3600" dirty="0"/>
              <a:t> diverso da 0</a:t>
            </a:r>
          </a:p>
          <a:p>
            <a:pPr marL="0" indent="0">
              <a:buFont typeface="Arial"/>
              <a:buNone/>
            </a:pPr>
            <a:endParaRPr lang="it-IT" sz="3600" dirty="0"/>
          </a:p>
        </p:txBody>
      </p:sp>
    </p:spTree>
    <p:extLst>
      <p:ext uri="{BB962C8B-B14F-4D97-AF65-F5344CB8AC3E}">
        <p14:creationId xmlns:p14="http://schemas.microsoft.com/office/powerpoint/2010/main" val="21294701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/>
          <p:cNvSpPr txBox="1">
            <a:spLocks/>
          </p:cNvSpPr>
          <p:nvPr/>
        </p:nvSpPr>
        <p:spPr>
          <a:xfrm>
            <a:off x="305545" y="40919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b="1" dirty="0"/>
              <a:t>Funzione quadratica</a:t>
            </a:r>
          </a:p>
        </p:txBody>
      </p:sp>
      <p:sp>
        <p:nvSpPr>
          <p:cNvPr id="5" name="Segnaposto contenuto 2"/>
          <p:cNvSpPr txBox="1">
            <a:spLocks/>
          </p:cNvSpPr>
          <p:nvPr/>
        </p:nvSpPr>
        <p:spPr>
          <a:xfrm>
            <a:off x="457200" y="1409041"/>
            <a:ext cx="8229600" cy="13457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sz="3600" dirty="0" err="1"/>
              <a:t>f</a:t>
            </a:r>
            <a:r>
              <a:rPr lang="it-IT" sz="3600" dirty="0"/>
              <a:t>(</a:t>
            </a:r>
            <a:r>
              <a:rPr lang="it-IT" sz="3600" dirty="0" err="1"/>
              <a:t>n</a:t>
            </a:r>
            <a:r>
              <a:rPr lang="it-IT" sz="3600" dirty="0"/>
              <a:t>)=c n</a:t>
            </a:r>
            <a:r>
              <a:rPr lang="it-IT" sz="3600" baseline="30000" dirty="0"/>
              <a:t>2</a:t>
            </a:r>
          </a:p>
          <a:p>
            <a:pPr marL="0" indent="0">
              <a:buFont typeface="Arial"/>
              <a:buNone/>
            </a:pPr>
            <a:endParaRPr lang="it-IT" sz="3600" dirty="0"/>
          </a:p>
        </p:txBody>
      </p:sp>
      <p:sp>
        <p:nvSpPr>
          <p:cNvPr id="6" name="CasellaDiTesto 5"/>
          <p:cNvSpPr txBox="1"/>
          <p:nvPr/>
        </p:nvSpPr>
        <p:spPr>
          <a:xfrm>
            <a:off x="608110" y="2468611"/>
            <a:ext cx="459659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000" b="1" dirty="0">
                <a:latin typeface="Courier New"/>
                <a:cs typeface="Courier New"/>
              </a:rPr>
              <a:t>for (i=0;i&lt;</a:t>
            </a:r>
            <a:r>
              <a:rPr lang="it-IT" sz="3000" b="1" dirty="0" err="1">
                <a:latin typeface="Courier New"/>
                <a:cs typeface="Courier New"/>
              </a:rPr>
              <a:t>n;i</a:t>
            </a:r>
            <a:r>
              <a:rPr lang="it-IT" sz="3000" b="1" dirty="0">
                <a:latin typeface="Courier New"/>
                <a:cs typeface="Courier New"/>
              </a:rPr>
              <a:t>++)</a:t>
            </a:r>
          </a:p>
          <a:p>
            <a:r>
              <a:rPr lang="it-IT" sz="3000" b="1" dirty="0">
                <a:latin typeface="Courier New"/>
                <a:cs typeface="Courier New"/>
              </a:rPr>
              <a:t>	for(</a:t>
            </a:r>
            <a:r>
              <a:rPr lang="it-IT" sz="3000" b="1" dirty="0" err="1">
                <a:latin typeface="Courier New"/>
                <a:cs typeface="Courier New"/>
              </a:rPr>
              <a:t>j</a:t>
            </a:r>
            <a:r>
              <a:rPr lang="it-IT" sz="3000" b="1" dirty="0">
                <a:latin typeface="Courier New"/>
                <a:cs typeface="Courier New"/>
              </a:rPr>
              <a:t>=0;j&lt;</a:t>
            </a:r>
            <a:r>
              <a:rPr lang="it-IT" sz="3000" b="1" dirty="0" err="1">
                <a:latin typeface="Courier New"/>
                <a:cs typeface="Courier New"/>
              </a:rPr>
              <a:t>n;j</a:t>
            </a:r>
            <a:r>
              <a:rPr lang="it-IT" sz="3000" b="1" dirty="0">
                <a:latin typeface="Courier New"/>
                <a:cs typeface="Courier New"/>
              </a:rPr>
              <a:t>++)</a:t>
            </a:r>
          </a:p>
          <a:p>
            <a:r>
              <a:rPr lang="it-IT" sz="3000" b="1" dirty="0">
                <a:latin typeface="Courier New"/>
                <a:cs typeface="Courier New"/>
              </a:rPr>
              <a:t>		do </a:t>
            </a:r>
            <a:r>
              <a:rPr lang="it-IT" sz="3000" b="1" dirty="0" err="1">
                <a:latin typeface="Courier New"/>
                <a:cs typeface="Courier New"/>
              </a:rPr>
              <a:t>something</a:t>
            </a:r>
            <a:r>
              <a:rPr lang="it-IT" sz="300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39850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/>
          <p:cNvSpPr txBox="1">
            <a:spLocks/>
          </p:cNvSpPr>
          <p:nvPr/>
        </p:nvSpPr>
        <p:spPr>
          <a:xfrm>
            <a:off x="305545" y="40919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b="1" dirty="0"/>
              <a:t>Funzione cubica</a:t>
            </a:r>
          </a:p>
        </p:txBody>
      </p:sp>
      <p:sp>
        <p:nvSpPr>
          <p:cNvPr id="5" name="Segnaposto contenuto 2"/>
          <p:cNvSpPr txBox="1">
            <a:spLocks/>
          </p:cNvSpPr>
          <p:nvPr/>
        </p:nvSpPr>
        <p:spPr>
          <a:xfrm>
            <a:off x="457200" y="1409041"/>
            <a:ext cx="8229600" cy="13457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sz="3600" dirty="0" err="1"/>
              <a:t>f</a:t>
            </a:r>
            <a:r>
              <a:rPr lang="it-IT" sz="3600" dirty="0"/>
              <a:t>(</a:t>
            </a:r>
            <a:r>
              <a:rPr lang="it-IT" sz="3600" dirty="0" err="1"/>
              <a:t>n</a:t>
            </a:r>
            <a:r>
              <a:rPr lang="it-IT" sz="3600" dirty="0"/>
              <a:t>)=c n</a:t>
            </a:r>
            <a:r>
              <a:rPr lang="it-IT" sz="3600" baseline="30000" dirty="0"/>
              <a:t>3</a:t>
            </a:r>
          </a:p>
          <a:p>
            <a:pPr marL="0" indent="0">
              <a:buFont typeface="Arial"/>
              <a:buNone/>
            </a:pPr>
            <a:endParaRPr lang="it-IT" sz="3600" dirty="0"/>
          </a:p>
        </p:txBody>
      </p:sp>
      <p:sp>
        <p:nvSpPr>
          <p:cNvPr id="6" name="CasellaDiTesto 5"/>
          <p:cNvSpPr txBox="1"/>
          <p:nvPr/>
        </p:nvSpPr>
        <p:spPr>
          <a:xfrm>
            <a:off x="608110" y="2468611"/>
            <a:ext cx="608109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000" b="1" dirty="0">
                <a:latin typeface="Courier New"/>
                <a:cs typeface="Courier New"/>
              </a:rPr>
              <a:t>for (i=0;i&lt;</a:t>
            </a:r>
            <a:r>
              <a:rPr lang="it-IT" sz="3000" b="1" dirty="0" err="1">
                <a:latin typeface="Courier New"/>
                <a:cs typeface="Courier New"/>
              </a:rPr>
              <a:t>n;i</a:t>
            </a:r>
            <a:r>
              <a:rPr lang="it-IT" sz="3000" b="1" dirty="0">
                <a:latin typeface="Courier New"/>
                <a:cs typeface="Courier New"/>
              </a:rPr>
              <a:t>++)</a:t>
            </a:r>
          </a:p>
          <a:p>
            <a:r>
              <a:rPr lang="it-IT" sz="3000" b="1" dirty="0">
                <a:latin typeface="Courier New"/>
                <a:cs typeface="Courier New"/>
              </a:rPr>
              <a:t>	for(</a:t>
            </a:r>
            <a:r>
              <a:rPr lang="it-IT" sz="3000" b="1" dirty="0" err="1">
                <a:latin typeface="Courier New"/>
                <a:cs typeface="Courier New"/>
              </a:rPr>
              <a:t>j</a:t>
            </a:r>
            <a:r>
              <a:rPr lang="it-IT" sz="3000" b="1" dirty="0">
                <a:latin typeface="Courier New"/>
                <a:cs typeface="Courier New"/>
              </a:rPr>
              <a:t>=0;j&lt;</a:t>
            </a:r>
            <a:r>
              <a:rPr lang="it-IT" sz="3000" b="1" dirty="0" err="1">
                <a:latin typeface="Courier New"/>
                <a:cs typeface="Courier New"/>
              </a:rPr>
              <a:t>n;j</a:t>
            </a:r>
            <a:r>
              <a:rPr lang="it-IT" sz="3000" b="1" dirty="0">
                <a:latin typeface="Courier New"/>
                <a:cs typeface="Courier New"/>
              </a:rPr>
              <a:t>++)</a:t>
            </a:r>
          </a:p>
          <a:p>
            <a:r>
              <a:rPr lang="it-IT" sz="3000" b="1" dirty="0">
                <a:latin typeface="Courier New"/>
                <a:cs typeface="Courier New"/>
              </a:rPr>
              <a:t>		for(k=0;k&lt;</a:t>
            </a:r>
            <a:r>
              <a:rPr lang="it-IT" sz="3000" b="1" dirty="0" err="1">
                <a:latin typeface="Courier New"/>
                <a:cs typeface="Courier New"/>
              </a:rPr>
              <a:t>n;k</a:t>
            </a:r>
            <a:r>
              <a:rPr lang="it-IT" sz="3000" b="1" dirty="0">
                <a:latin typeface="Courier New"/>
                <a:cs typeface="Courier New"/>
              </a:rPr>
              <a:t>++) </a:t>
            </a:r>
          </a:p>
          <a:p>
            <a:r>
              <a:rPr lang="it-IT" sz="3000" b="1" dirty="0">
                <a:latin typeface="Courier New"/>
                <a:cs typeface="Courier New"/>
              </a:rPr>
              <a:t>				do </a:t>
            </a:r>
            <a:r>
              <a:rPr lang="it-IT" sz="3000" b="1" dirty="0" err="1">
                <a:latin typeface="Courier New"/>
                <a:cs typeface="Courier New"/>
              </a:rPr>
              <a:t>something</a:t>
            </a:r>
            <a:r>
              <a:rPr lang="it-IT" sz="300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20594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 Notazione Asintotica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927D0F31-D3A8-4FCF-9A07-AF9D1EB92D13}"/>
              </a:ext>
            </a:extLst>
          </p:cNvPr>
          <p:cNvSpPr txBox="1"/>
          <p:nvPr/>
        </p:nvSpPr>
        <p:spPr>
          <a:xfrm>
            <a:off x="457199" y="1509204"/>
            <a:ext cx="802097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3200" dirty="0"/>
              <a:t>Qui di </a:t>
            </a:r>
            <a:r>
              <a:rPr lang="en-GB" sz="3200" dirty="0" err="1"/>
              <a:t>seguito</a:t>
            </a:r>
            <a:r>
              <a:rPr lang="en-GB" sz="3200" dirty="0"/>
              <a:t> </a:t>
            </a:r>
            <a:r>
              <a:rPr lang="en-GB" sz="3200" dirty="0" err="1"/>
              <a:t>mostriamo</a:t>
            </a:r>
            <a:r>
              <a:rPr lang="en-GB" sz="3200" dirty="0"/>
              <a:t> </a:t>
            </a:r>
            <a:r>
              <a:rPr lang="it-IT" sz="3200" dirty="0"/>
              <a:t>alcuni ordini di grandezza tipici, elencati in maniera crescente.</a:t>
            </a:r>
            <a:endParaRPr lang="en-GB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ella 3">
                <a:extLst>
                  <a:ext uri="{FF2B5EF4-FFF2-40B4-BE49-F238E27FC236}">
                    <a16:creationId xmlns:a16="http://schemas.microsoft.com/office/drawing/2014/main" id="{F3ACCF62-D32B-4255-9F6A-C77B04359CB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08531559"/>
                  </p:ext>
                </p:extLst>
              </p:nvPr>
            </p:nvGraphicFramePr>
            <p:xfrm>
              <a:off x="2783071" y="2975121"/>
              <a:ext cx="3577857" cy="3173349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2650438">
                      <a:extLst>
                        <a:ext uri="{9D8B030D-6E8A-4147-A177-3AD203B41FA5}">
                          <a16:colId xmlns:a16="http://schemas.microsoft.com/office/drawing/2014/main" val="3568919108"/>
                        </a:ext>
                      </a:extLst>
                    </a:gridCol>
                    <a:gridCol w="927419">
                      <a:extLst>
                        <a:ext uri="{9D8B030D-6E8A-4147-A177-3AD203B41FA5}">
                          <a16:colId xmlns:a16="http://schemas.microsoft.com/office/drawing/2014/main" val="66011138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it-IT" sz="2000" dirty="0"/>
                            <a:t>f(n)</a:t>
                          </a:r>
                          <a:endParaRPr lang="en-GB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GB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604377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it-IT" sz="2000" dirty="0"/>
                            <a:t>1</a:t>
                          </a:r>
                          <a:endParaRPr lang="en-GB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GB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00110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it-IT" sz="2000" dirty="0"/>
                            <a:t>log n</a:t>
                          </a:r>
                          <a:endParaRPr lang="en-GB" sz="2000" baseline="30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GB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91471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GB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it-IT" sz="2000" b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GB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GB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151121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it-IT" sz="2000" dirty="0"/>
                            <a:t>n</a:t>
                          </a:r>
                          <a:endParaRPr lang="en-GB" sz="20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GB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998711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2000" dirty="0"/>
                            <a:t>n log n</a:t>
                          </a:r>
                          <a:endParaRPr lang="en-GB" sz="2000" baseline="30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GB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945200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it-IT" sz="2000" dirty="0" err="1"/>
                            <a:t>n</a:t>
                          </a:r>
                          <a:r>
                            <a:rPr lang="it-IT" sz="2000" baseline="30000" dirty="0" err="1"/>
                            <a:t>c</a:t>
                          </a:r>
                          <a:endParaRPr lang="en-GB" sz="2000" baseline="30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2000" dirty="0"/>
                            <a:t>c&gt;1</a:t>
                          </a:r>
                          <a:endParaRPr lang="en-GB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989938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it-IT" sz="2000" dirty="0" err="1"/>
                            <a:t>c</a:t>
                          </a:r>
                          <a:r>
                            <a:rPr lang="it-IT" sz="2000" baseline="30000" dirty="0" err="1"/>
                            <a:t>n</a:t>
                          </a:r>
                          <a:endParaRPr lang="en-GB" sz="2000" baseline="30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2000" dirty="0"/>
                            <a:t>c&gt;1</a:t>
                          </a:r>
                          <a:endParaRPr lang="en-GB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9979027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ella 3">
                <a:extLst>
                  <a:ext uri="{FF2B5EF4-FFF2-40B4-BE49-F238E27FC236}">
                    <a16:creationId xmlns:a16="http://schemas.microsoft.com/office/drawing/2014/main" id="{F3ACCF62-D32B-4255-9F6A-C77B04359CB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08531559"/>
                  </p:ext>
                </p:extLst>
              </p:nvPr>
            </p:nvGraphicFramePr>
            <p:xfrm>
              <a:off x="2783071" y="2975121"/>
              <a:ext cx="3577857" cy="3173349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2650438">
                      <a:extLst>
                        <a:ext uri="{9D8B030D-6E8A-4147-A177-3AD203B41FA5}">
                          <a16:colId xmlns:a16="http://schemas.microsoft.com/office/drawing/2014/main" val="3568919108"/>
                        </a:ext>
                      </a:extLst>
                    </a:gridCol>
                    <a:gridCol w="927419">
                      <a:extLst>
                        <a:ext uri="{9D8B030D-6E8A-4147-A177-3AD203B41FA5}">
                          <a16:colId xmlns:a16="http://schemas.microsoft.com/office/drawing/2014/main" val="660111389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it-IT" sz="2000" dirty="0"/>
                            <a:t>f(n)</a:t>
                          </a:r>
                          <a:endParaRPr lang="en-GB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GB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6043778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it-IT" sz="2000" dirty="0"/>
                            <a:t>1</a:t>
                          </a:r>
                          <a:endParaRPr lang="en-GB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GB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001106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it-IT" sz="2000" dirty="0"/>
                            <a:t>log n</a:t>
                          </a:r>
                          <a:endParaRPr lang="en-GB" sz="2000" baseline="30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GB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914714"/>
                      </a:ext>
                    </a:extLst>
                  </a:tr>
                  <a:tr h="39966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t="-303030" r="-35092" b="-4212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GB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1511218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it-IT" sz="2000" dirty="0"/>
                            <a:t>n</a:t>
                          </a:r>
                          <a:endParaRPr lang="en-GB" sz="20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GB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99871116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2000" dirty="0"/>
                            <a:t>n log n</a:t>
                          </a:r>
                          <a:endParaRPr lang="en-GB" sz="2000" baseline="30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GB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9452003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it-IT" sz="2000" dirty="0" err="1"/>
                            <a:t>n</a:t>
                          </a:r>
                          <a:r>
                            <a:rPr lang="it-IT" sz="2000" baseline="30000" dirty="0" err="1"/>
                            <a:t>c</a:t>
                          </a:r>
                          <a:endParaRPr lang="en-GB" sz="2000" baseline="30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2000" dirty="0"/>
                            <a:t>c&gt;1</a:t>
                          </a:r>
                          <a:endParaRPr lang="en-GB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98993826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it-IT" sz="2000" dirty="0" err="1"/>
                            <a:t>c</a:t>
                          </a:r>
                          <a:r>
                            <a:rPr lang="it-IT" sz="2000" baseline="30000" dirty="0" err="1"/>
                            <a:t>n</a:t>
                          </a:r>
                          <a:endParaRPr lang="en-GB" sz="2000" baseline="30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2000" dirty="0"/>
                            <a:t>c&gt;1</a:t>
                          </a:r>
                          <a:endParaRPr lang="en-GB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9979027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1449602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 Notazione Asintotica</a:t>
            </a:r>
          </a:p>
        </p:txBody>
      </p:sp>
      <p:grpSp>
        <p:nvGrpSpPr>
          <p:cNvPr id="9" name="Gruppo 8">
            <a:extLst>
              <a:ext uri="{FF2B5EF4-FFF2-40B4-BE49-F238E27FC236}">
                <a16:creationId xmlns:a16="http://schemas.microsoft.com/office/drawing/2014/main" id="{A3226D29-F38C-4365-8937-A41207B0B6C5}"/>
              </a:ext>
            </a:extLst>
          </p:cNvPr>
          <p:cNvGrpSpPr/>
          <p:nvPr/>
        </p:nvGrpSpPr>
        <p:grpSpPr>
          <a:xfrm>
            <a:off x="1121262" y="1539509"/>
            <a:ext cx="10238496" cy="4699431"/>
            <a:chOff x="1121262" y="1539509"/>
            <a:chExt cx="10238496" cy="4699431"/>
          </a:xfrm>
        </p:grpSpPr>
        <p:grpSp>
          <p:nvGrpSpPr>
            <p:cNvPr id="6" name="Gruppo 5">
              <a:extLst>
                <a:ext uri="{FF2B5EF4-FFF2-40B4-BE49-F238E27FC236}">
                  <a16:creationId xmlns:a16="http://schemas.microsoft.com/office/drawing/2014/main" id="{FFDD8163-1FA5-49E6-8B41-D6AF7AC92685}"/>
                </a:ext>
              </a:extLst>
            </p:cNvPr>
            <p:cNvGrpSpPr/>
            <p:nvPr/>
          </p:nvGrpSpPr>
          <p:grpSpPr>
            <a:xfrm>
              <a:off x="1121262" y="1539509"/>
              <a:ext cx="6901475" cy="4699431"/>
              <a:chOff x="777709" y="2831976"/>
              <a:chExt cx="5032570" cy="3607478"/>
            </a:xfrm>
          </p:grpSpPr>
          <p:pic>
            <p:nvPicPr>
              <p:cNvPr id="3074" name="Picture 2">
                <a:extLst>
                  <a:ext uri="{FF2B5EF4-FFF2-40B4-BE49-F238E27FC236}">
                    <a16:creationId xmlns:a16="http://schemas.microsoft.com/office/drawing/2014/main" id="{D37CD91A-46BC-49C5-BC0F-EEBEE0CF560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77709" y="2831976"/>
                <a:ext cx="5032570" cy="36074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CF74E267-0A3F-4858-BB86-39D4EC18177E}"/>
                  </a:ext>
                </a:extLst>
              </p:cNvPr>
              <p:cNvSpPr txBox="1"/>
              <p:nvPr/>
            </p:nvSpPr>
            <p:spPr>
              <a:xfrm>
                <a:off x="2703250" y="3246553"/>
                <a:ext cx="732408" cy="3543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lang="it-IT" sz="2400" dirty="0"/>
                  <a:t>n</a:t>
                </a:r>
                <a:r>
                  <a:rPr lang="it-IT" sz="2400" baseline="30000" dirty="0"/>
                  <a:t>3</a:t>
                </a:r>
                <a:endParaRPr lang="en-GB" sz="2400" baseline="30000" dirty="0"/>
              </a:p>
            </p:txBody>
          </p:sp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C6EE13E5-0F19-4A52-9C23-03167DA7344C}"/>
                  </a:ext>
                </a:extLst>
              </p:cNvPr>
              <p:cNvSpPr txBox="1"/>
              <p:nvPr/>
            </p:nvSpPr>
            <p:spPr>
              <a:xfrm>
                <a:off x="3983114" y="3429000"/>
                <a:ext cx="732408" cy="3543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lang="it-IT" sz="2400" dirty="0"/>
                  <a:t>n</a:t>
                </a:r>
                <a:r>
                  <a:rPr lang="it-IT" sz="2400" baseline="30000" dirty="0"/>
                  <a:t>2</a:t>
                </a:r>
                <a:endParaRPr lang="en-GB" sz="2400" baseline="30000" dirty="0"/>
              </a:p>
            </p:txBody>
          </p:sp>
        </p:grpSp>
        <p:sp>
          <p:nvSpPr>
            <p:cNvPr id="11" name="CasellaDiTesto 10">
              <a:extLst>
                <a:ext uri="{FF2B5EF4-FFF2-40B4-BE49-F238E27FC236}">
                  <a16:creationId xmlns:a16="http://schemas.microsoft.com/office/drawing/2014/main" id="{90C8F146-C6C1-444D-8BF5-23FC9658BF58}"/>
                </a:ext>
              </a:extLst>
            </p:cNvPr>
            <p:cNvSpPr txBox="1"/>
            <p:nvPr/>
          </p:nvSpPr>
          <p:spPr>
            <a:xfrm>
              <a:off x="6521428" y="3704694"/>
              <a:ext cx="483833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it-IT" sz="2400" dirty="0"/>
                <a:t>n log n</a:t>
              </a:r>
              <a:endParaRPr lang="en-GB" sz="2400" baseline="30000" dirty="0"/>
            </a:p>
          </p:txBody>
        </p:sp>
        <p:sp>
          <p:nvSpPr>
            <p:cNvPr id="12" name="CasellaDiTesto 11">
              <a:extLst>
                <a:ext uri="{FF2B5EF4-FFF2-40B4-BE49-F238E27FC236}">
                  <a16:creationId xmlns:a16="http://schemas.microsoft.com/office/drawing/2014/main" id="{5F2B6999-E8B2-4378-8A26-6B3C4164A60A}"/>
                </a:ext>
              </a:extLst>
            </p:cNvPr>
            <p:cNvSpPr txBox="1"/>
            <p:nvPr/>
          </p:nvSpPr>
          <p:spPr>
            <a:xfrm>
              <a:off x="2508918" y="1699315"/>
              <a:ext cx="100439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it-IT" sz="2400" dirty="0"/>
                <a:t>2</a:t>
              </a:r>
              <a:r>
                <a:rPr lang="it-IT" sz="2400" baseline="30000" dirty="0"/>
                <a:t>n</a:t>
              </a:r>
              <a:endParaRPr lang="en-GB" sz="2400" baseline="30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5739693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 Notazione Asintotica ‘’O-grande’’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9947F36E-C57C-4B56-88B3-D2204C2080C6}"/>
              </a:ext>
            </a:extLst>
          </p:cNvPr>
          <p:cNvSpPr txBox="1"/>
          <p:nvPr/>
        </p:nvSpPr>
        <p:spPr>
          <a:xfrm>
            <a:off x="390617" y="1331650"/>
            <a:ext cx="845154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sz="2800" b="1" i="1" dirty="0"/>
              <a:t>NB: </a:t>
            </a:r>
            <a:r>
              <a:rPr lang="it-IT" sz="2800" dirty="0"/>
              <a:t>la notazione O-grande rappresenta </a:t>
            </a:r>
            <a:r>
              <a:rPr lang="it-IT" sz="2800" b="1" i="1" dirty="0"/>
              <a:t>una</a:t>
            </a:r>
            <a:r>
              <a:rPr lang="it-IT" sz="2800" dirty="0"/>
              <a:t> delimitazione asintotica superiore alla complessità dell'algoritmo, e non </a:t>
            </a:r>
            <a:r>
              <a:rPr lang="it-IT" sz="2800" b="1" i="1" dirty="0"/>
              <a:t>la</a:t>
            </a:r>
            <a:r>
              <a:rPr lang="it-IT" sz="2800" dirty="0"/>
              <a:t> delimitazione asintotica superiore.</a:t>
            </a:r>
          </a:p>
          <a:p>
            <a:pPr algn="just"/>
            <a:endParaRPr lang="pt-BR" sz="2800" dirty="0"/>
          </a:p>
          <a:p>
            <a:pPr algn="just"/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3785093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 Notazione Asintotica ‘’O-grande’’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9947F36E-C57C-4B56-88B3-D2204C2080C6}"/>
              </a:ext>
            </a:extLst>
          </p:cNvPr>
          <p:cNvSpPr txBox="1"/>
          <p:nvPr/>
        </p:nvSpPr>
        <p:spPr>
          <a:xfrm>
            <a:off x="390617" y="1331650"/>
            <a:ext cx="845154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sz="2800" b="1" i="1" dirty="0"/>
              <a:t>NB: </a:t>
            </a:r>
            <a:r>
              <a:rPr lang="it-IT" sz="2800" dirty="0"/>
              <a:t>la notazione O-grande rappresenta </a:t>
            </a:r>
            <a:r>
              <a:rPr lang="it-IT" sz="2800" b="1" i="1" dirty="0"/>
              <a:t>una</a:t>
            </a:r>
            <a:r>
              <a:rPr lang="it-IT" sz="2800" dirty="0"/>
              <a:t> delimitazione asintotica superiore alla complessità dell'algoritmo, e non </a:t>
            </a:r>
            <a:r>
              <a:rPr lang="it-IT" sz="2800" b="1" i="1" dirty="0"/>
              <a:t>la</a:t>
            </a:r>
            <a:r>
              <a:rPr lang="it-IT" sz="2800" dirty="0"/>
              <a:t> delimitazione asintotica superiore.</a:t>
            </a:r>
          </a:p>
          <a:p>
            <a:pPr algn="just"/>
            <a:endParaRPr lang="it-IT" sz="2800" dirty="0"/>
          </a:p>
          <a:p>
            <a:pPr algn="just"/>
            <a:r>
              <a:rPr lang="it-IT" sz="2800" dirty="0"/>
              <a:t>Infatti, se T(n) = (n</a:t>
            </a:r>
            <a:r>
              <a:rPr lang="it-IT" sz="2800" baseline="30000" dirty="0"/>
              <a:t>4</a:t>
            </a:r>
            <a:r>
              <a:rPr lang="it-IT" sz="2800" dirty="0"/>
              <a:t>), è anche vero che:</a:t>
            </a:r>
          </a:p>
          <a:p>
            <a:pPr algn="just"/>
            <a:endParaRPr lang="it-IT" sz="2800" dirty="0"/>
          </a:p>
          <a:p>
            <a:pPr algn="just"/>
            <a:r>
              <a:rPr lang="pt-BR" sz="2800" dirty="0"/>
              <a:t>T(n) = O(n</a:t>
            </a:r>
            <a:r>
              <a:rPr lang="pt-BR" sz="2800" baseline="30000" dirty="0"/>
              <a:t>7</a:t>
            </a:r>
            <a:r>
              <a:rPr lang="pt-BR" sz="2800" dirty="0"/>
              <a:t>)    T(n) = O(n</a:t>
            </a:r>
            <a:r>
              <a:rPr lang="pt-BR" sz="2800" baseline="30000" dirty="0"/>
              <a:t>4</a:t>
            </a:r>
            <a:r>
              <a:rPr lang="pt-BR" sz="2800" dirty="0"/>
              <a:t> log n) ecc.</a:t>
            </a:r>
          </a:p>
          <a:p>
            <a:pPr algn="just"/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7236939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 Notazione Asintotica ‘’O-grande’’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9947F36E-C57C-4B56-88B3-D2204C2080C6}"/>
              </a:ext>
            </a:extLst>
          </p:cNvPr>
          <p:cNvSpPr txBox="1"/>
          <p:nvPr/>
        </p:nvSpPr>
        <p:spPr>
          <a:xfrm>
            <a:off x="390617" y="1331650"/>
            <a:ext cx="8451541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sz="2800" b="1" i="1" dirty="0"/>
              <a:t>NB: </a:t>
            </a:r>
            <a:r>
              <a:rPr lang="it-IT" sz="2800" dirty="0"/>
              <a:t>la notazione O-grande rappresenta </a:t>
            </a:r>
            <a:r>
              <a:rPr lang="it-IT" sz="2800" b="1" i="1" dirty="0"/>
              <a:t>una</a:t>
            </a:r>
            <a:r>
              <a:rPr lang="it-IT" sz="2800" dirty="0"/>
              <a:t> delimitazione asintotica superiore alla complessità dell'algoritmo, e non </a:t>
            </a:r>
            <a:r>
              <a:rPr lang="it-IT" sz="2800" b="1" i="1" dirty="0"/>
              <a:t>la</a:t>
            </a:r>
            <a:r>
              <a:rPr lang="it-IT" sz="2800" dirty="0"/>
              <a:t> delimitazione asintotica superiore.</a:t>
            </a:r>
          </a:p>
          <a:p>
            <a:pPr algn="just"/>
            <a:endParaRPr lang="it-IT" sz="2800" dirty="0"/>
          </a:p>
          <a:p>
            <a:pPr algn="just"/>
            <a:r>
              <a:rPr lang="it-IT" sz="2800" dirty="0"/>
              <a:t>Infatti, se T(n) = (n</a:t>
            </a:r>
            <a:r>
              <a:rPr lang="it-IT" sz="2800" baseline="30000" dirty="0"/>
              <a:t>4</a:t>
            </a:r>
            <a:r>
              <a:rPr lang="it-IT" sz="2800" dirty="0"/>
              <a:t>), è anche vero che:</a:t>
            </a:r>
          </a:p>
          <a:p>
            <a:pPr algn="just"/>
            <a:endParaRPr lang="it-IT" sz="2800" dirty="0"/>
          </a:p>
          <a:p>
            <a:pPr algn="just"/>
            <a:r>
              <a:rPr lang="pt-BR" sz="2800" dirty="0"/>
              <a:t>T(n) = O(n</a:t>
            </a:r>
            <a:r>
              <a:rPr lang="pt-BR" sz="2800" baseline="30000" dirty="0"/>
              <a:t>7</a:t>
            </a:r>
            <a:r>
              <a:rPr lang="pt-BR" sz="2800" dirty="0"/>
              <a:t>)    T(n) = O(n</a:t>
            </a:r>
            <a:r>
              <a:rPr lang="pt-BR" sz="2800" baseline="30000" dirty="0"/>
              <a:t>4</a:t>
            </a:r>
            <a:r>
              <a:rPr lang="pt-BR" sz="2800" dirty="0"/>
              <a:t> log n) ecc.</a:t>
            </a:r>
          </a:p>
          <a:p>
            <a:pPr algn="just"/>
            <a:endParaRPr lang="it-IT" sz="2800" dirty="0"/>
          </a:p>
          <a:p>
            <a:pPr algn="just"/>
            <a:r>
              <a:rPr lang="it-IT" sz="2800" dirty="0"/>
              <a:t>Se per una funzione T(n) sono note più delimitazioni asintotiche superiori, allora è da preferire quella più piccola.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4494668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Esempi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9B18FFA1-3995-432C-B28F-5500C5462DEF}"/>
                  </a:ext>
                </a:extLst>
              </p:cNvPr>
              <p:cNvSpPr txBox="1"/>
              <p:nvPr/>
            </p:nvSpPr>
            <p:spPr>
              <a:xfrm>
                <a:off x="337352" y="1417638"/>
                <a:ext cx="8349448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 −2=</m:t>
                    </m:r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/>
                  <a:t>			</a:t>
                </a:r>
                <a:r>
                  <a:rPr lang="en-GB" sz="2400" dirty="0" err="1"/>
                  <a:t>ponendo</a:t>
                </a:r>
                <a:r>
                  <a:rPr lang="en-GB" sz="2400" dirty="0"/>
                  <a:t> c=6 n</a:t>
                </a:r>
                <a:r>
                  <a:rPr lang="en-GB" sz="2400" baseline="-25000" dirty="0"/>
                  <a:t>0</a:t>
                </a:r>
                <a:r>
                  <a:rPr lang="en-GB" sz="2400" dirty="0"/>
                  <a:t> =1</a:t>
                </a:r>
              </a:p>
              <a:p>
                <a:endParaRPr lang="en-GB" sz="2400" dirty="0"/>
              </a:p>
              <a:p>
                <a:endParaRPr lang="en-GB" sz="2400" dirty="0"/>
              </a:p>
            </p:txBody>
          </p:sp>
        </mc:Choice>
        <mc:Fallback xmlns="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9B18FFA1-3995-432C-B28F-5500C5462D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352" y="1417638"/>
                <a:ext cx="8349448" cy="1200329"/>
              </a:xfrm>
              <a:prstGeom prst="rect">
                <a:avLst/>
              </a:prstGeom>
              <a:blipFill>
                <a:blip r:embed="rId2"/>
                <a:stretch>
                  <a:fillRect l="-146" t="-408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45609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Esempi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9B18FFA1-3995-432C-B28F-5500C5462DEF}"/>
                  </a:ext>
                </a:extLst>
              </p:cNvPr>
              <p:cNvSpPr txBox="1"/>
              <p:nvPr/>
            </p:nvSpPr>
            <p:spPr>
              <a:xfrm>
                <a:off x="337352" y="1417638"/>
                <a:ext cx="8349448" cy="26776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 −2=</m:t>
                    </m:r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/>
                  <a:t>			</a:t>
                </a:r>
                <a:r>
                  <a:rPr lang="en-GB" sz="2400" dirty="0" err="1"/>
                  <a:t>ponendo</a:t>
                </a:r>
                <a:r>
                  <a:rPr lang="en-GB" sz="2400" dirty="0"/>
                  <a:t> c=6 n</a:t>
                </a:r>
                <a:r>
                  <a:rPr lang="en-GB" sz="2400" baseline="-25000" dirty="0"/>
                  <a:t>0</a:t>
                </a:r>
                <a:r>
                  <a:rPr lang="en-GB" sz="2400" dirty="0"/>
                  <a:t> =1</a:t>
                </a:r>
              </a:p>
              <a:p>
                <a:endParaRPr lang="en-GB" sz="2400" dirty="0"/>
              </a:p>
              <a:p>
                <a:endParaRPr lang="en-GB" sz="2400" dirty="0"/>
              </a:p>
              <a:p>
                <a14:m>
                  <m:oMath xmlns:m="http://schemas.openxmlformats.org/officeDocument/2006/math"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5</m:t>
                    </m:r>
                    <m:sSup>
                      <m:sSupPr>
                        <m:ctrlPr>
                          <a:rPr lang="it-IT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+3</m:t>
                    </m:r>
                    <m:sSup>
                      <m:sSupPr>
                        <m:ctrlPr>
                          <a:rPr lang="it-IT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+2</m:t>
                    </m:r>
                    <m:sSup>
                      <m:sSupPr>
                        <m:ctrlPr>
                          <a:rPr lang="it-IT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+4</m:t>
                    </m:r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+7=</m:t>
                    </m:r>
                    <m:r>
                      <a:rPr lang="it-IT" sz="2400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it-IT" sz="24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it-IT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it-IT" sz="2400" i="1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/>
                  <a:t>		</a:t>
                </a:r>
                <a:r>
                  <a:rPr lang="en-GB" sz="2400" dirty="0" err="1"/>
                  <a:t>ponendo</a:t>
                </a:r>
                <a:r>
                  <a:rPr lang="en-GB" sz="2400" dirty="0"/>
                  <a:t> </a:t>
                </a:r>
              </a:p>
              <a:p>
                <a:r>
                  <a:rPr lang="en-GB" sz="2400" dirty="0"/>
                  <a:t>	c= 5 + 3 + 2 + 4 + 7 = 21</a:t>
                </a:r>
              </a:p>
              <a:p>
                <a:r>
                  <a:rPr lang="en-GB" sz="2400" dirty="0"/>
                  <a:t>	n</a:t>
                </a:r>
                <a:r>
                  <a:rPr lang="en-GB" sz="2400" baseline="-25000" dirty="0"/>
                  <a:t>0</a:t>
                </a:r>
                <a:r>
                  <a:rPr lang="en-GB" sz="2400" dirty="0"/>
                  <a:t> = 1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5</m:t>
                      </m:r>
                      <m:sSup>
                        <m:sSupPr>
                          <m:ctrlPr>
                            <a:rPr lang="it-IT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+3</m:t>
                      </m:r>
                      <m:sSup>
                        <m:sSupPr>
                          <m:ctrlPr>
                            <a:rPr lang="it-IT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lang="it-IT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+7≤21</m:t>
                      </m:r>
                      <m:sSup>
                        <m:sSupPr>
                          <m:ctrlPr>
                            <a:rPr lang="it-IT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it-IT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it-IT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it-IT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≥1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9B18FFA1-3995-432C-B28F-5500C5462D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352" y="1417638"/>
                <a:ext cx="8349448" cy="2677656"/>
              </a:xfrm>
              <a:prstGeom prst="rect">
                <a:avLst/>
              </a:prstGeom>
              <a:blipFill>
                <a:blip r:embed="rId2"/>
                <a:stretch>
                  <a:fillRect l="-219" t="-182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57500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 Notazione Asintotica ‘’</a:t>
            </a:r>
            <a:r>
              <a:rPr lang="it-IT" sz="4400" dirty="0">
                <a:latin typeface="Symbol" charset="0"/>
                <a:sym typeface="Symbol" charset="0"/>
              </a:rPr>
              <a:t></a:t>
            </a:r>
            <a:r>
              <a:rPr lang="it-IT" dirty="0"/>
              <a:t>-grande’’</a:t>
            </a:r>
          </a:p>
        </p:txBody>
      </p:sp>
      <p:sp>
        <p:nvSpPr>
          <p:cNvPr id="4" name="Rettangolo 3"/>
          <p:cNvSpPr/>
          <p:nvPr/>
        </p:nvSpPr>
        <p:spPr>
          <a:xfrm>
            <a:off x="457200" y="1385356"/>
            <a:ext cx="86868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3200" b="1" dirty="0"/>
              <a:t>f(n) = </a:t>
            </a:r>
            <a:r>
              <a:rPr lang="it-IT" sz="3200" b="1" dirty="0">
                <a:latin typeface="Symbol" charset="0"/>
                <a:sym typeface="Symbol" charset="0"/>
              </a:rPr>
              <a:t></a:t>
            </a:r>
            <a:r>
              <a:rPr lang="it-IT" sz="3200" b="1" dirty="0"/>
              <a:t>(g(n))</a:t>
            </a:r>
            <a:r>
              <a:rPr lang="it-IT" sz="3200" dirty="0"/>
              <a:t> se </a:t>
            </a:r>
            <a:r>
              <a:rPr lang="en-US" sz="3200" dirty="0" err="1">
                <a:latin typeface="cmsy10" charset="0"/>
              </a:rPr>
              <a:t>esistono</a:t>
            </a:r>
            <a:r>
              <a:rPr lang="en-US" sz="3200" dirty="0">
                <a:latin typeface="cmsy10" charset="0"/>
              </a:rPr>
              <a:t> </a:t>
            </a:r>
            <a:r>
              <a:rPr lang="it-IT" sz="3200" dirty="0"/>
              <a:t>c,n</a:t>
            </a:r>
            <a:r>
              <a:rPr lang="it-IT" sz="3200" baseline="-25000" dirty="0"/>
              <a:t>0</a:t>
            </a:r>
            <a:r>
              <a:rPr lang="it-IT" sz="3200" dirty="0"/>
              <a:t>&gt;0 : </a:t>
            </a:r>
          </a:p>
          <a:p>
            <a:pPr algn="ctr"/>
            <a:r>
              <a:rPr lang="it-IT" sz="3200" b="1" dirty="0"/>
              <a:t>f(n)≥c g(n)</a:t>
            </a:r>
            <a:r>
              <a:rPr lang="it-IT" sz="3200" dirty="0"/>
              <a:t> </a:t>
            </a:r>
            <a:r>
              <a:rPr lang="en-US" sz="3200" dirty="0">
                <a:latin typeface="cmsy10" charset="0"/>
              </a:rPr>
              <a:t>per </a:t>
            </a:r>
            <a:r>
              <a:rPr lang="en-US" sz="3200" dirty="0" err="1">
                <a:latin typeface="cmsy10" charset="0"/>
              </a:rPr>
              <a:t>ogni</a:t>
            </a:r>
            <a:r>
              <a:rPr lang="en-US" sz="3200" dirty="0">
                <a:latin typeface="cmsy10" charset="0"/>
              </a:rPr>
              <a:t> </a:t>
            </a:r>
            <a:r>
              <a:rPr lang="it-IT" sz="3200" dirty="0"/>
              <a:t>n &gt; n</a:t>
            </a:r>
            <a:r>
              <a:rPr lang="it-IT" sz="3200" baseline="-25000" dirty="0"/>
              <a:t>0</a:t>
            </a:r>
          </a:p>
        </p:txBody>
      </p:sp>
      <p:pic>
        <p:nvPicPr>
          <p:cNvPr id="8194" name="Picture 2" descr="Asymptotic Analysis: Omega Notation">
            <a:extLst>
              <a:ext uri="{FF2B5EF4-FFF2-40B4-BE49-F238E27FC236}">
                <a16:creationId xmlns:a16="http://schemas.microsoft.com/office/drawing/2014/main" id="{26402961-E1F5-4F42-A1A7-E6FDF0FC053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333" b="10834"/>
          <a:stretch/>
        </p:blipFill>
        <p:spPr bwMode="auto">
          <a:xfrm>
            <a:off x="2117725" y="2745910"/>
            <a:ext cx="5368925" cy="3837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26913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 Notazione Asintotica ‘’</a:t>
            </a:r>
            <a:r>
              <a:rPr lang="it-IT" sz="4400" dirty="0">
                <a:latin typeface="Symbol" charset="0"/>
                <a:sym typeface="Symbol" charset="0"/>
              </a:rPr>
              <a:t></a:t>
            </a:r>
            <a:r>
              <a:rPr lang="it-IT" dirty="0"/>
              <a:t>-grande’’</a:t>
            </a:r>
          </a:p>
        </p:txBody>
      </p:sp>
      <p:sp>
        <p:nvSpPr>
          <p:cNvPr id="4" name="Rettangolo 3"/>
          <p:cNvSpPr/>
          <p:nvPr/>
        </p:nvSpPr>
        <p:spPr>
          <a:xfrm>
            <a:off x="457200" y="1385356"/>
            <a:ext cx="8447103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2800" dirty="0"/>
              <a:t>La notazione </a:t>
            </a:r>
            <a:r>
              <a:rPr lang="it-IT" sz="2800" dirty="0">
                <a:latin typeface="Symbol" charset="0"/>
                <a:sym typeface="Symbol" charset="0"/>
              </a:rPr>
              <a:t></a:t>
            </a:r>
            <a:r>
              <a:rPr lang="it-IT" sz="2800" dirty="0"/>
              <a:t>-grande definisce un limite inferiore per f(n). Per tutti i valori di n maggiori di n</a:t>
            </a:r>
            <a:r>
              <a:rPr lang="it-IT" sz="2800" baseline="-25000" dirty="0"/>
              <a:t>0</a:t>
            </a:r>
            <a:r>
              <a:rPr lang="it-IT" sz="2800" dirty="0"/>
              <a:t>, il valore di f(n) coincide o sta sopra c g(n).</a:t>
            </a:r>
          </a:p>
        </p:txBody>
      </p:sp>
      <p:pic>
        <p:nvPicPr>
          <p:cNvPr id="8" name="Picture 2" descr="Asymptotic Analysis: Omega Notation">
            <a:extLst>
              <a:ext uri="{FF2B5EF4-FFF2-40B4-BE49-F238E27FC236}">
                <a16:creationId xmlns:a16="http://schemas.microsoft.com/office/drawing/2014/main" id="{8BCA5D48-EFCD-41EA-9EA0-7C2A577D7E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333" b="10834"/>
          <a:stretch/>
        </p:blipFill>
        <p:spPr bwMode="auto">
          <a:xfrm>
            <a:off x="2117725" y="2745910"/>
            <a:ext cx="5368925" cy="3837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63885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 Notazione Asintotica ‘’</a:t>
            </a:r>
            <a:r>
              <a:rPr lang="it-IT" sz="4400" b="1" dirty="0">
                <a:latin typeface="Symbol" charset="0"/>
                <a:sym typeface="Symbol" charset="0"/>
              </a:rPr>
              <a:t> </a:t>
            </a:r>
            <a:r>
              <a:rPr lang="it-IT" dirty="0"/>
              <a:t>-grande’’</a:t>
            </a:r>
          </a:p>
        </p:txBody>
      </p:sp>
      <p:sp>
        <p:nvSpPr>
          <p:cNvPr id="4" name="Rettangolo 3"/>
          <p:cNvSpPr/>
          <p:nvPr/>
        </p:nvSpPr>
        <p:spPr>
          <a:xfrm>
            <a:off x="457200" y="1242481"/>
            <a:ext cx="8353425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3200" b="1" dirty="0"/>
              <a:t>f(n) = </a:t>
            </a:r>
            <a:r>
              <a:rPr lang="it-IT" sz="3200" b="1" dirty="0">
                <a:latin typeface="Symbol" charset="0"/>
                <a:sym typeface="Symbol" charset="0"/>
              </a:rPr>
              <a:t></a:t>
            </a:r>
            <a:r>
              <a:rPr lang="pt-BR" sz="3200" b="1" dirty="0"/>
              <a:t>(g(n)) </a:t>
            </a:r>
            <a:r>
              <a:rPr lang="pt-BR" sz="3200" dirty="0"/>
              <a:t>se esistono delle costanti positive c</a:t>
            </a:r>
            <a:r>
              <a:rPr lang="pt-BR" sz="3200" baseline="-25000" dirty="0"/>
              <a:t>1</a:t>
            </a:r>
            <a:r>
              <a:rPr lang="pt-BR" sz="3200" dirty="0"/>
              <a:t>, c</a:t>
            </a:r>
            <a:r>
              <a:rPr lang="pt-BR" sz="3200" baseline="-25000" dirty="0"/>
              <a:t>2</a:t>
            </a:r>
            <a:r>
              <a:rPr lang="pt-BR" sz="3200" dirty="0"/>
              <a:t> ed n</a:t>
            </a:r>
            <a:r>
              <a:rPr lang="pt-BR" sz="3200" baseline="-25000" dirty="0"/>
              <a:t>0</a:t>
            </a:r>
            <a:r>
              <a:rPr lang="pt-BR" sz="3200" dirty="0"/>
              <a:t> t.c. 0 ≤ c</a:t>
            </a:r>
            <a:r>
              <a:rPr lang="pt-BR" sz="3200" baseline="-25000" dirty="0"/>
              <a:t>1 </a:t>
            </a:r>
            <a:r>
              <a:rPr lang="pt-BR" sz="3200" dirty="0"/>
              <a:t>g(n) ≤ f(n) ≤ c</a:t>
            </a:r>
            <a:r>
              <a:rPr lang="pt-BR" sz="3200" baseline="-25000" dirty="0"/>
              <a:t>2 </a:t>
            </a:r>
            <a:r>
              <a:rPr lang="pt-BR" sz="3200" dirty="0"/>
              <a:t>g(n) </a:t>
            </a:r>
            <a:r>
              <a:rPr lang="en-US" sz="3200" dirty="0">
                <a:latin typeface="cmsy10" charset="0"/>
              </a:rPr>
              <a:t>per </a:t>
            </a:r>
            <a:r>
              <a:rPr lang="en-US" sz="3200" dirty="0" err="1">
                <a:latin typeface="cmsy10" charset="0"/>
              </a:rPr>
              <a:t>ogni</a:t>
            </a:r>
            <a:r>
              <a:rPr lang="en-US" sz="3200" dirty="0">
                <a:latin typeface="cmsy10" charset="0"/>
              </a:rPr>
              <a:t> </a:t>
            </a:r>
            <a:r>
              <a:rPr lang="it-IT" sz="3200" dirty="0"/>
              <a:t>n &gt; n</a:t>
            </a:r>
            <a:r>
              <a:rPr lang="it-IT" sz="3200" baseline="-25000" dirty="0"/>
              <a:t>0</a:t>
            </a:r>
            <a:r>
              <a:rPr lang="pt-BR" sz="3200" dirty="0"/>
              <a:t>. In altre parole:</a:t>
            </a:r>
          </a:p>
          <a:p>
            <a:endParaRPr lang="pt-BR" sz="3200" b="1" dirty="0"/>
          </a:p>
          <a:p>
            <a:r>
              <a:rPr lang="pt-BR" sz="2800" dirty="0"/>
              <a:t>f(n) = O(g(n)) e g(n) = O(f(n))</a:t>
            </a:r>
          </a:p>
        </p:txBody>
      </p:sp>
      <p:pic>
        <p:nvPicPr>
          <p:cNvPr id="10242" name="Picture 2" descr="Asymptotic Analysis: Theta notation">
            <a:extLst>
              <a:ext uri="{FF2B5EF4-FFF2-40B4-BE49-F238E27FC236}">
                <a16:creationId xmlns:a16="http://schemas.microsoft.com/office/drawing/2014/main" id="{20C7702A-1CBE-4E44-A141-BD2C4D88CD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135"/>
          <a:stretch/>
        </p:blipFill>
        <p:spPr bwMode="auto">
          <a:xfrm>
            <a:off x="4572000" y="2429167"/>
            <a:ext cx="4572000" cy="4396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77646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 Notazione Asintotica</a:t>
            </a:r>
          </a:p>
        </p:txBody>
      </p:sp>
      <p:sp>
        <p:nvSpPr>
          <p:cNvPr id="4" name="Rettangolo 3"/>
          <p:cNvSpPr/>
          <p:nvPr/>
        </p:nvSpPr>
        <p:spPr>
          <a:xfrm>
            <a:off x="457200" y="1385356"/>
            <a:ext cx="868680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3200" b="1" dirty="0"/>
              <a:t>f(n) = O(g(n))</a:t>
            </a:r>
            <a:r>
              <a:rPr lang="it-IT" sz="3200" dirty="0"/>
              <a:t> </a:t>
            </a:r>
            <a:r>
              <a:rPr lang="it-IT" sz="3200" dirty="0" err="1"/>
              <a:t>sse</a:t>
            </a:r>
            <a:r>
              <a:rPr lang="it-IT" sz="3200" dirty="0"/>
              <a:t> esistono c,n</a:t>
            </a:r>
            <a:r>
              <a:rPr lang="it-IT" sz="3200" baseline="-25000" dirty="0"/>
              <a:t>0</a:t>
            </a:r>
            <a:r>
              <a:rPr lang="it-IT" sz="3200" dirty="0"/>
              <a:t>&gt;0 : </a:t>
            </a:r>
          </a:p>
          <a:p>
            <a:pPr algn="ctr"/>
            <a:r>
              <a:rPr lang="it-IT" sz="3200" b="1" dirty="0"/>
              <a:t>f(n) </a:t>
            </a:r>
            <a:r>
              <a:rPr lang="en-US" sz="3200" b="1" dirty="0">
                <a:latin typeface="cmsy10" charset="0"/>
              </a:rPr>
              <a:t>≤</a:t>
            </a:r>
            <a:r>
              <a:rPr lang="it-IT" sz="3200" b="1" dirty="0"/>
              <a:t> c g(n) </a:t>
            </a:r>
            <a:r>
              <a:rPr lang="en-US" sz="3200" dirty="0">
                <a:latin typeface="cmsy10" charset="0"/>
              </a:rPr>
              <a:t>per </a:t>
            </a:r>
            <a:r>
              <a:rPr lang="en-US" sz="3200" dirty="0" err="1">
                <a:latin typeface="cmsy10" charset="0"/>
              </a:rPr>
              <a:t>ogni</a:t>
            </a:r>
            <a:r>
              <a:rPr lang="en-US" sz="3200" dirty="0">
                <a:latin typeface="cmsy10" charset="0"/>
              </a:rPr>
              <a:t> </a:t>
            </a:r>
            <a:r>
              <a:rPr lang="it-IT" sz="3200" dirty="0" err="1"/>
              <a:t>n</a:t>
            </a:r>
            <a:r>
              <a:rPr lang="it-IT" sz="3200" dirty="0"/>
              <a:t> &gt; n</a:t>
            </a:r>
            <a:r>
              <a:rPr lang="it-IT" sz="3200" baseline="-25000" dirty="0"/>
              <a:t>0</a:t>
            </a:r>
          </a:p>
          <a:p>
            <a:pPr algn="ctr"/>
            <a:endParaRPr lang="it-IT" sz="3200" b="1" dirty="0"/>
          </a:p>
          <a:p>
            <a:r>
              <a:rPr lang="it-IT" sz="3200" b="1" dirty="0"/>
              <a:t>f(n) = </a:t>
            </a:r>
            <a:r>
              <a:rPr lang="it-IT" sz="3200" b="1" dirty="0">
                <a:latin typeface="Symbol" charset="0"/>
                <a:sym typeface="Symbol" charset="0"/>
              </a:rPr>
              <a:t></a:t>
            </a:r>
            <a:r>
              <a:rPr lang="it-IT" sz="3200" b="1" dirty="0"/>
              <a:t>(g(n))</a:t>
            </a:r>
            <a:r>
              <a:rPr lang="it-IT" sz="3200" dirty="0"/>
              <a:t> </a:t>
            </a:r>
            <a:r>
              <a:rPr lang="it-IT" sz="3200" dirty="0" err="1"/>
              <a:t>sse</a:t>
            </a:r>
            <a:r>
              <a:rPr lang="it-IT" sz="3200" dirty="0"/>
              <a:t> </a:t>
            </a:r>
            <a:r>
              <a:rPr lang="en-US" sz="3200" dirty="0" err="1">
                <a:latin typeface="cmsy10" charset="0"/>
              </a:rPr>
              <a:t>esistono</a:t>
            </a:r>
            <a:r>
              <a:rPr lang="en-US" sz="3200" dirty="0">
                <a:latin typeface="cmsy10" charset="0"/>
              </a:rPr>
              <a:t> </a:t>
            </a:r>
            <a:r>
              <a:rPr lang="it-IT" sz="3200" dirty="0"/>
              <a:t>c,n</a:t>
            </a:r>
            <a:r>
              <a:rPr lang="it-IT" sz="3200" baseline="-25000" dirty="0"/>
              <a:t>0</a:t>
            </a:r>
            <a:r>
              <a:rPr lang="it-IT" sz="3200" dirty="0"/>
              <a:t>&gt;0 : </a:t>
            </a:r>
          </a:p>
          <a:p>
            <a:pPr algn="ctr"/>
            <a:r>
              <a:rPr lang="it-IT" sz="3200" b="1" dirty="0"/>
              <a:t>f(n)≥c g(n)</a:t>
            </a:r>
            <a:r>
              <a:rPr lang="it-IT" sz="3200" dirty="0"/>
              <a:t> </a:t>
            </a:r>
            <a:r>
              <a:rPr lang="en-US" sz="3200" dirty="0">
                <a:latin typeface="cmsy10" charset="0"/>
              </a:rPr>
              <a:t>per </a:t>
            </a:r>
            <a:r>
              <a:rPr lang="en-US" sz="3200" dirty="0" err="1">
                <a:latin typeface="cmsy10" charset="0"/>
              </a:rPr>
              <a:t>ogni</a:t>
            </a:r>
            <a:r>
              <a:rPr lang="en-US" sz="3200" dirty="0">
                <a:latin typeface="cmsy10" charset="0"/>
              </a:rPr>
              <a:t> </a:t>
            </a:r>
            <a:r>
              <a:rPr lang="it-IT" sz="3200" dirty="0"/>
              <a:t>n &gt; n</a:t>
            </a:r>
            <a:r>
              <a:rPr lang="it-IT" sz="3200" baseline="-25000" dirty="0"/>
              <a:t>0</a:t>
            </a:r>
          </a:p>
          <a:p>
            <a:pPr algn="ctr"/>
            <a:endParaRPr lang="it-IT" sz="3200" dirty="0"/>
          </a:p>
          <a:p>
            <a:r>
              <a:rPr lang="it-IT" sz="3200" b="1" dirty="0"/>
              <a:t>f(n) = </a:t>
            </a:r>
            <a:r>
              <a:rPr lang="it-IT" sz="3200" b="1" dirty="0">
                <a:latin typeface="Symbol" charset="0"/>
                <a:sym typeface="Symbol" charset="0"/>
              </a:rPr>
              <a:t></a:t>
            </a:r>
            <a:r>
              <a:rPr lang="it-IT" sz="3200" b="1" dirty="0"/>
              <a:t>(g(n))</a:t>
            </a:r>
            <a:r>
              <a:rPr lang="it-IT" sz="3200" dirty="0"/>
              <a:t> </a:t>
            </a:r>
            <a:r>
              <a:rPr lang="it-IT" sz="3200" dirty="0" err="1"/>
              <a:t>sse</a:t>
            </a:r>
            <a:r>
              <a:rPr lang="it-IT" sz="3200" dirty="0"/>
              <a:t> </a:t>
            </a:r>
            <a:r>
              <a:rPr lang="it-IT" sz="3200" b="1" dirty="0"/>
              <a:t>f(n) = O(g(n)) </a:t>
            </a:r>
            <a:r>
              <a:rPr lang="it-IT" sz="3200" dirty="0"/>
              <a:t>e </a:t>
            </a:r>
            <a:r>
              <a:rPr lang="it-IT" sz="3200" b="1" dirty="0"/>
              <a:t>g(n) = O(f(n))</a:t>
            </a:r>
          </a:p>
        </p:txBody>
      </p:sp>
    </p:spTree>
    <p:extLst>
      <p:ext uri="{BB962C8B-B14F-4D97-AF65-F5344CB8AC3E}">
        <p14:creationId xmlns:p14="http://schemas.microsoft.com/office/powerpoint/2010/main" val="23303970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 Notazione Asintotica</a:t>
            </a:r>
          </a:p>
        </p:txBody>
      </p:sp>
      <p:sp>
        <p:nvSpPr>
          <p:cNvPr id="4" name="Rettangolo 3"/>
          <p:cNvSpPr/>
          <p:nvPr/>
        </p:nvSpPr>
        <p:spPr>
          <a:xfrm>
            <a:off x="228600" y="1564872"/>
            <a:ext cx="8686800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it-IT" sz="3200" dirty="0"/>
              <a:t>Se f(n) = O(g(n)) allora a*f(n) = O(g(n)) </a:t>
            </a:r>
            <a:r>
              <a:rPr lang="it-IT" sz="3200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∀</a:t>
            </a:r>
            <a:r>
              <a:rPr lang="it-IT" sz="3200" dirty="0"/>
              <a:t> costante a</a:t>
            </a:r>
          </a:p>
          <a:p>
            <a:pPr marL="514350" indent="-514350">
              <a:buFont typeface="+mj-lt"/>
              <a:buAutoNum type="arabicPeriod"/>
            </a:pPr>
            <a:endParaRPr lang="it-IT" sz="3200" dirty="0"/>
          </a:p>
          <a:p>
            <a:pPr marL="514350" indent="-514350">
              <a:buFont typeface="+mj-lt"/>
              <a:buAutoNum type="arabicPeriod"/>
            </a:pPr>
            <a:r>
              <a:rPr lang="it-IT" sz="3200" dirty="0"/>
              <a:t>Se f(n) = O(g(n)) e g(n) = O(h(n)) allora f(n) = O(h(n))</a:t>
            </a:r>
          </a:p>
          <a:p>
            <a:pPr algn="ctr"/>
            <a:endParaRPr lang="it-IT" sz="3200" dirty="0"/>
          </a:p>
          <a:p>
            <a:pPr algn="ctr"/>
            <a:endParaRPr lang="it-IT" sz="3200" dirty="0"/>
          </a:p>
          <a:p>
            <a:r>
              <a:rPr lang="it-IT" sz="3200" dirty="0"/>
              <a:t>1) e 2) valgono anche per </a:t>
            </a:r>
            <a:r>
              <a:rPr lang="it-IT" sz="3200" dirty="0">
                <a:latin typeface="Symbol" charset="0"/>
                <a:sym typeface="Symbol" charset="0"/>
              </a:rPr>
              <a:t></a:t>
            </a:r>
            <a:r>
              <a:rPr lang="it-IT" sz="3200" dirty="0"/>
              <a:t>() e </a:t>
            </a:r>
            <a:r>
              <a:rPr lang="it-IT" sz="3200" dirty="0">
                <a:latin typeface="Symbol" charset="0"/>
                <a:sym typeface="Symbol" charset="0"/>
              </a:rPr>
              <a:t></a:t>
            </a:r>
            <a:r>
              <a:rPr lang="it-IT" sz="3200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3329848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Delimitazioni alla complessità di P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it-IT" dirty="0"/>
              <a:t>Per un dato problema P consideriamo un algoritmo A che lo risolve.</a:t>
            </a:r>
          </a:p>
          <a:p>
            <a:r>
              <a:rPr lang="it-IT" dirty="0"/>
              <a:t>Se A prende tempo t(</a:t>
            </a:r>
            <a:r>
              <a:rPr lang="it-IT" dirty="0" err="1"/>
              <a:t>n</a:t>
            </a:r>
            <a:r>
              <a:rPr lang="it-IT" dirty="0"/>
              <a:t>) diremo che </a:t>
            </a:r>
            <a:r>
              <a:rPr lang="it-IT" dirty="0">
                <a:solidFill>
                  <a:srgbClr val="FF0000"/>
                </a:solidFill>
              </a:rPr>
              <a:t>O(t(</a:t>
            </a:r>
            <a:r>
              <a:rPr lang="it-IT" dirty="0" err="1">
                <a:solidFill>
                  <a:srgbClr val="FF0000"/>
                </a:solidFill>
              </a:rPr>
              <a:t>n</a:t>
            </a:r>
            <a:r>
              <a:rPr lang="it-IT" dirty="0">
                <a:solidFill>
                  <a:srgbClr val="FF0000"/>
                </a:solidFill>
              </a:rPr>
              <a:t>))</a:t>
            </a:r>
            <a:r>
              <a:rPr lang="it-IT" dirty="0"/>
              <a:t> è un </a:t>
            </a:r>
            <a:r>
              <a:rPr lang="it-IT" b="1" dirty="0"/>
              <a:t>limite superiore.</a:t>
            </a:r>
          </a:p>
          <a:p>
            <a:r>
              <a:rPr lang="it-IT" dirty="0"/>
              <a:t>Se riusciamo a provare che nessun algoritmo può far meglio di t(</a:t>
            </a:r>
            <a:r>
              <a:rPr lang="it-IT" dirty="0" err="1"/>
              <a:t>n</a:t>
            </a:r>
            <a:r>
              <a:rPr lang="it-IT" dirty="0"/>
              <a:t>) diremo che </a:t>
            </a:r>
            <a:r>
              <a:rPr lang="it-IT" dirty="0" err="1">
                <a:solidFill>
                  <a:srgbClr val="FF0000"/>
                </a:solidFill>
              </a:rPr>
              <a:t>Ω</a:t>
            </a:r>
            <a:r>
              <a:rPr lang="it-IT" dirty="0">
                <a:solidFill>
                  <a:srgbClr val="FF0000"/>
                </a:solidFill>
              </a:rPr>
              <a:t>(t(</a:t>
            </a:r>
            <a:r>
              <a:rPr lang="it-IT" dirty="0" err="1">
                <a:solidFill>
                  <a:srgbClr val="FF0000"/>
                </a:solidFill>
              </a:rPr>
              <a:t>n</a:t>
            </a:r>
            <a:r>
              <a:rPr lang="it-IT" dirty="0">
                <a:solidFill>
                  <a:srgbClr val="FF0000"/>
                </a:solidFill>
              </a:rPr>
              <a:t>))</a:t>
            </a:r>
            <a:r>
              <a:rPr lang="it-IT" dirty="0"/>
              <a:t> è un </a:t>
            </a:r>
            <a:r>
              <a:rPr lang="it-IT" b="1" dirty="0"/>
              <a:t>limite inferiore</a:t>
            </a:r>
            <a:r>
              <a:rPr lang="it-IT" dirty="0"/>
              <a:t>. </a:t>
            </a:r>
          </a:p>
          <a:p>
            <a:r>
              <a:rPr lang="it-IT" dirty="0"/>
              <a:t>A è ottimo se i due limiti coincidono</a:t>
            </a:r>
          </a:p>
          <a:p>
            <a:pPr lvl="1"/>
            <a:r>
              <a:rPr lang="it-IT" dirty="0"/>
              <a:t>In tal caso la complessità computazionale </a:t>
            </a:r>
            <a:r>
              <a:rPr lang="it-IT" i="1" dirty="0"/>
              <a:t>del</a:t>
            </a:r>
            <a:r>
              <a:rPr lang="it-IT" dirty="0"/>
              <a:t> </a:t>
            </a:r>
            <a:r>
              <a:rPr lang="it-IT" i="1" dirty="0"/>
              <a:t>problema</a:t>
            </a:r>
            <a:r>
              <a:rPr lang="it-IT" dirty="0"/>
              <a:t> è </a:t>
            </a:r>
            <a:r>
              <a:rPr lang="it-IT" dirty="0" err="1">
                <a:solidFill>
                  <a:srgbClr val="FF0000"/>
                </a:solidFill>
              </a:rPr>
              <a:t>Θ</a:t>
            </a:r>
            <a:r>
              <a:rPr lang="it-IT" dirty="0">
                <a:solidFill>
                  <a:srgbClr val="FF0000"/>
                </a:solidFill>
              </a:rPr>
              <a:t>(t(</a:t>
            </a:r>
            <a:r>
              <a:rPr lang="it-IT" dirty="0" err="1">
                <a:solidFill>
                  <a:srgbClr val="FF0000"/>
                </a:solidFill>
              </a:rPr>
              <a:t>n</a:t>
            </a:r>
            <a:r>
              <a:rPr lang="it-IT" dirty="0">
                <a:solidFill>
                  <a:srgbClr val="FF0000"/>
                </a:solidFill>
              </a:rPr>
              <a:t>))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465042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Delimitazioni alla complessità di P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it-IT" dirty="0"/>
              <a:t>Un algoritmo A che risolve un problema P è </a:t>
            </a:r>
            <a:r>
              <a:rPr lang="it-IT" b="1" i="1" dirty="0"/>
              <a:t>ottimale</a:t>
            </a:r>
            <a:r>
              <a:rPr lang="it-IT" dirty="0"/>
              <a:t> se:</a:t>
            </a:r>
          </a:p>
          <a:p>
            <a:pPr marL="0" indent="0" algn="just">
              <a:buNone/>
            </a:pPr>
            <a:endParaRPr lang="it-IT" dirty="0"/>
          </a:p>
          <a:p>
            <a:pPr marL="514350" indent="-514350" algn="just">
              <a:buFont typeface="+mj-lt"/>
              <a:buAutoNum type="arabicPeriod"/>
            </a:pPr>
            <a:r>
              <a:rPr lang="it-IT" dirty="0"/>
              <a:t>P ha complessità Ω(f(n))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it-IT" dirty="0"/>
              <a:t>A ha complessità O(f(n))</a:t>
            </a:r>
          </a:p>
        </p:txBody>
      </p:sp>
    </p:spTree>
    <p:extLst>
      <p:ext uri="{BB962C8B-B14F-4D97-AF65-F5344CB8AC3E}">
        <p14:creationId xmlns:p14="http://schemas.microsoft.com/office/powerpoint/2010/main" val="26551644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Delimitazioni alla complessità di P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it-IT" b="1" dirty="0"/>
              <a:t>Esempio: </a:t>
            </a:r>
            <a:r>
              <a:rPr lang="it-IT" dirty="0"/>
              <a:t>il problema dell’ordinamento ha complessità Ω(</a:t>
            </a:r>
            <a:r>
              <a:rPr lang="it-IT" dirty="0" err="1"/>
              <a:t>nlogn</a:t>
            </a:r>
            <a:r>
              <a:rPr lang="it-IT" dirty="0"/>
              <a:t>). Quindi un algoritmo di ordinamento con complessità O(</a:t>
            </a:r>
            <a:r>
              <a:rPr lang="it-IT" dirty="0" err="1"/>
              <a:t>nlogn</a:t>
            </a:r>
            <a:r>
              <a:rPr lang="it-IT" dirty="0"/>
              <a:t>) è ottimale.</a:t>
            </a:r>
          </a:p>
          <a:p>
            <a:pPr marL="514350" indent="-514350" algn="just">
              <a:buFont typeface="+mj-lt"/>
              <a:buAutoNum type="arabicPeriod"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984397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Analisi di Algoritmi: esempi pratici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08525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it-IT" sz="2800" b="1" dirty="0"/>
              <a:t>O(1)</a:t>
            </a:r>
            <a:r>
              <a:rPr lang="it-IT" sz="2800" dirty="0"/>
              <a:t> : complessità di una funzione o blocco di istruzioni ciascuna di costo O(1), che non contengono cicli, ricorsione o chiamate ad altre funzioni non costanti.</a:t>
            </a:r>
          </a:p>
          <a:p>
            <a:pPr marL="0" indent="0" algn="just">
              <a:buNone/>
            </a:pPr>
            <a:endParaRPr lang="it-IT" sz="2800" dirty="0"/>
          </a:p>
          <a:p>
            <a:pPr marL="0" indent="0" algn="just">
              <a:buNone/>
            </a:pPr>
            <a:r>
              <a:rPr lang="it-IT" sz="2800" b="1" dirty="0"/>
              <a:t>O(n)</a:t>
            </a:r>
            <a:r>
              <a:rPr lang="it-IT" sz="2800" dirty="0"/>
              <a:t> : complessità di un ciclo quando le sue variabili (es. contatore) sono incrementate/decrementate di una quantità costante.</a:t>
            </a:r>
          </a:p>
          <a:p>
            <a:pPr marL="0" indent="0" algn="just">
              <a:buNone/>
            </a:pPr>
            <a:endParaRPr lang="it-IT" sz="2800" dirty="0"/>
          </a:p>
          <a:p>
            <a:pPr marL="0" indent="0" algn="just">
              <a:buNone/>
            </a:pPr>
            <a:r>
              <a:rPr lang="it-IT" sz="2800" b="1" dirty="0"/>
              <a:t>O(</a:t>
            </a:r>
            <a:r>
              <a:rPr lang="it-IT" sz="2800" b="1" dirty="0" err="1"/>
              <a:t>n</a:t>
            </a:r>
            <a:r>
              <a:rPr lang="it-IT" sz="2800" b="1" baseline="30000" dirty="0" err="1"/>
              <a:t>c</a:t>
            </a:r>
            <a:r>
              <a:rPr lang="it-IT" sz="2800" b="1" dirty="0"/>
              <a:t>)</a:t>
            </a:r>
            <a:r>
              <a:rPr lang="it-IT" sz="2800" dirty="0"/>
              <a:t> : la complessità di cicli annidati è uguale al numero di volte in cui le istruzioni del ciclo interno vengono eseguite.</a:t>
            </a:r>
          </a:p>
        </p:txBody>
      </p:sp>
    </p:spTree>
    <p:extLst>
      <p:ext uri="{BB962C8B-B14F-4D97-AF65-F5344CB8AC3E}">
        <p14:creationId xmlns:p14="http://schemas.microsoft.com/office/powerpoint/2010/main" val="12022666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Analisi di Algoritmi: esempi pratici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2" y="1867089"/>
            <a:ext cx="5997842" cy="1209325"/>
          </a:xfrm>
          <a:ln>
            <a:solidFill>
              <a:schemeClr val="tx1"/>
            </a:solidFill>
          </a:ln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// c è una costante positiva</a:t>
            </a:r>
          </a:p>
          <a:p>
            <a:pPr marL="0" indent="0"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for (</a:t>
            </a:r>
            <a:r>
              <a:rPr lang="it-I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i = 0; i &lt;= n; i += c) { //espressioni con costo O(1)</a:t>
            </a:r>
          </a:p>
          <a:p>
            <a:pPr marL="0" indent="0"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18C5CF70-4182-4994-8FCD-72A350D39999}"/>
              </a:ext>
            </a:extLst>
          </p:cNvPr>
          <p:cNvSpPr txBox="1">
            <a:spLocks/>
          </p:cNvSpPr>
          <p:nvPr/>
        </p:nvSpPr>
        <p:spPr>
          <a:xfrm>
            <a:off x="457202" y="3692242"/>
            <a:ext cx="5997843" cy="208087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// c è una costante positiva</a:t>
            </a:r>
          </a:p>
          <a:p>
            <a:pPr marL="0" indent="0">
              <a:buFont typeface="Arial"/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for(</a:t>
            </a:r>
            <a:r>
              <a:rPr lang="it-I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i = 1; i &lt;=n; i += c) {</a:t>
            </a:r>
          </a:p>
          <a:p>
            <a:pPr marL="0" indent="0">
              <a:buFont typeface="Arial"/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for (</a:t>
            </a:r>
            <a:r>
              <a:rPr lang="it-I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j = 1; j &lt;=n; j += c) {</a:t>
            </a:r>
          </a:p>
          <a:p>
            <a:pPr marL="0" indent="0">
              <a:buFont typeface="Arial"/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 //espressioni con costo O(1)</a:t>
            </a:r>
          </a:p>
          <a:p>
            <a:pPr marL="0" indent="0">
              <a:buFont typeface="Arial"/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}</a:t>
            </a:r>
          </a:p>
          <a:p>
            <a:pPr marL="0" indent="0">
              <a:buFont typeface="Arial"/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77AE8FC8-6A97-4FCD-8E50-127EC8FA5289}"/>
              </a:ext>
            </a:extLst>
          </p:cNvPr>
          <p:cNvSpPr txBox="1"/>
          <p:nvPr/>
        </p:nvSpPr>
        <p:spPr>
          <a:xfrm>
            <a:off x="6858000" y="2185608"/>
            <a:ext cx="12708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400" b="1" dirty="0"/>
              <a:t>O(n)</a:t>
            </a:r>
            <a:r>
              <a:rPr lang="it-IT" sz="2400" dirty="0"/>
              <a:t> 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780F037B-4E63-46E6-9CF3-ACBBBE25F3F3}"/>
              </a:ext>
            </a:extLst>
          </p:cNvPr>
          <p:cNvSpPr txBox="1"/>
          <p:nvPr/>
        </p:nvSpPr>
        <p:spPr>
          <a:xfrm>
            <a:off x="6858000" y="4271015"/>
            <a:ext cx="12708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400" b="1" dirty="0"/>
              <a:t>O(n</a:t>
            </a:r>
            <a:r>
              <a:rPr lang="it-IT" sz="2400" b="1" baseline="30000" dirty="0"/>
              <a:t>2</a:t>
            </a:r>
            <a:r>
              <a:rPr lang="it-IT" sz="2400" b="1" dirty="0"/>
              <a:t>)</a:t>
            </a:r>
            <a:r>
              <a:rPr lang="it-IT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3844622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Analisi di Algoritmi: esempi pratici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0852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it-IT" sz="2800" b="1" dirty="0"/>
              <a:t>O(</a:t>
            </a:r>
            <a:r>
              <a:rPr lang="it-IT" sz="2800" b="1" dirty="0" err="1"/>
              <a:t>Logn</a:t>
            </a:r>
            <a:r>
              <a:rPr lang="it-IT" sz="2800" b="1" dirty="0"/>
              <a:t>)</a:t>
            </a:r>
            <a:r>
              <a:rPr lang="it-IT" sz="2800" dirty="0"/>
              <a:t> : complessità di un ciclo quando le sue variabili sono incrementate/decrementate moltiplicandole/dividendole per una costante.</a:t>
            </a:r>
          </a:p>
          <a:p>
            <a:pPr marL="0" indent="0" algn="just">
              <a:buNone/>
            </a:pPr>
            <a:endParaRPr lang="it-IT" sz="2800" dirty="0"/>
          </a:p>
          <a:p>
            <a:pPr marL="0" indent="0" algn="just">
              <a:buNone/>
            </a:pPr>
            <a:r>
              <a:rPr lang="it-IT" sz="2800" b="1" dirty="0"/>
              <a:t>O(</a:t>
            </a:r>
            <a:r>
              <a:rPr lang="it-IT" sz="2800" b="1" dirty="0" err="1"/>
              <a:t>LogLogn</a:t>
            </a:r>
            <a:r>
              <a:rPr lang="it-IT" sz="2800" b="1" dirty="0"/>
              <a:t>)</a:t>
            </a:r>
            <a:r>
              <a:rPr lang="it-IT" sz="2800" dirty="0"/>
              <a:t> : complessità di un ciclo quando le sue variabili sono incrementate/decrementate esponenzialmente.</a:t>
            </a:r>
          </a:p>
        </p:txBody>
      </p:sp>
    </p:spTree>
    <p:extLst>
      <p:ext uri="{BB962C8B-B14F-4D97-AF65-F5344CB8AC3E}">
        <p14:creationId xmlns:p14="http://schemas.microsoft.com/office/powerpoint/2010/main" val="1782124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Analisi di Algoritmi: esempi pratici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2" y="1867089"/>
            <a:ext cx="5997842" cy="1209325"/>
          </a:xfrm>
          <a:ln>
            <a:solidFill>
              <a:schemeClr val="tx1"/>
            </a:solidFill>
          </a:ln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// c è una costante positiva</a:t>
            </a:r>
          </a:p>
          <a:p>
            <a:pPr marL="0" indent="0"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for (</a:t>
            </a:r>
            <a:r>
              <a:rPr lang="it-I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i = 1; i &lt;= n; i *= c) { 	//espressioni con costo O(1)</a:t>
            </a:r>
          </a:p>
          <a:p>
            <a:pPr marL="0" indent="0"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18C5CF70-4182-4994-8FCD-72A350D39999}"/>
              </a:ext>
            </a:extLst>
          </p:cNvPr>
          <p:cNvSpPr txBox="1">
            <a:spLocks/>
          </p:cNvSpPr>
          <p:nvPr/>
        </p:nvSpPr>
        <p:spPr>
          <a:xfrm>
            <a:off x="457202" y="3692242"/>
            <a:ext cx="5997843" cy="163917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// c è una costante positiva &gt; 1</a:t>
            </a:r>
          </a:p>
          <a:p>
            <a:pPr marL="0" indent="0">
              <a:buFont typeface="Arial"/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for(</a:t>
            </a:r>
            <a:r>
              <a:rPr lang="it-I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i = 2; i &lt;=n; i = </a:t>
            </a:r>
            <a:r>
              <a:rPr lang="it-I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pow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it-I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i,c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)) {</a:t>
            </a:r>
          </a:p>
          <a:p>
            <a:pPr marL="0" indent="0"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//espressioni con costo O(1)</a:t>
            </a:r>
          </a:p>
          <a:p>
            <a:pPr marL="0" indent="0">
              <a:buFont typeface="Arial"/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77AE8FC8-6A97-4FCD-8E50-127EC8FA5289}"/>
              </a:ext>
            </a:extLst>
          </p:cNvPr>
          <p:cNvSpPr txBox="1"/>
          <p:nvPr/>
        </p:nvSpPr>
        <p:spPr>
          <a:xfrm>
            <a:off x="6858000" y="2185608"/>
            <a:ext cx="12708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400" b="1" dirty="0"/>
              <a:t>O(log n)</a:t>
            </a:r>
            <a:r>
              <a:rPr lang="it-IT" sz="2400" dirty="0"/>
              <a:t> 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780F037B-4E63-46E6-9CF3-ACBBBE25F3F3}"/>
              </a:ext>
            </a:extLst>
          </p:cNvPr>
          <p:cNvSpPr txBox="1"/>
          <p:nvPr/>
        </p:nvSpPr>
        <p:spPr>
          <a:xfrm>
            <a:off x="6858000" y="4271015"/>
            <a:ext cx="1743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400" b="1" dirty="0"/>
              <a:t>O(log </a:t>
            </a:r>
            <a:r>
              <a:rPr lang="it-IT" sz="2400" b="1" dirty="0" err="1"/>
              <a:t>log</a:t>
            </a:r>
            <a:r>
              <a:rPr lang="it-IT" sz="2400" b="1" dirty="0"/>
              <a:t> n)</a:t>
            </a:r>
            <a:r>
              <a:rPr lang="it-IT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9056887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Esempio</a:t>
            </a:r>
          </a:p>
        </p:txBody>
      </p:sp>
      <p:sp>
        <p:nvSpPr>
          <p:cNvPr id="4" name="Rettangolo 3"/>
          <p:cNvSpPr/>
          <p:nvPr/>
        </p:nvSpPr>
        <p:spPr>
          <a:xfrm>
            <a:off x="635432" y="1417638"/>
            <a:ext cx="782664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3200" dirty="0"/>
              <a:t>Qual è la complessità del seguente algoritmo?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5820F623-C5FE-41A2-B00A-D43BEAE8A7A8}"/>
              </a:ext>
            </a:extLst>
          </p:cNvPr>
          <p:cNvSpPr txBox="1"/>
          <p:nvPr/>
        </p:nvSpPr>
        <p:spPr>
          <a:xfrm>
            <a:off x="821410" y="2502977"/>
            <a:ext cx="4541004" cy="29661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it-IT" b="0" i="0" spc="2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it-IT" b="0" i="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b="0" i="0" spc="2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func</a:t>
            </a:r>
            <a:r>
              <a:rPr lang="it-IT" b="0" i="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it-IT" b="0" i="0" spc="2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b="0" i="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n) { </a:t>
            </a:r>
          </a:p>
          <a:p>
            <a:pPr>
              <a:lnSpc>
                <a:spcPct val="150000"/>
              </a:lnSpc>
            </a:pPr>
            <a:r>
              <a:rPr lang="it-IT" b="0" i="0" spc="2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b="0" i="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b="0" i="0" spc="2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count</a:t>
            </a:r>
            <a:r>
              <a:rPr lang="it-IT" b="0" i="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=0; </a:t>
            </a:r>
          </a:p>
          <a:p>
            <a:pPr>
              <a:lnSpc>
                <a:spcPct val="150000"/>
              </a:lnSpc>
            </a:pPr>
            <a:r>
              <a:rPr lang="it-IT" b="0" i="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for(i=n/2; i&lt;=n; i++) { </a:t>
            </a:r>
          </a:p>
          <a:p>
            <a:pPr>
              <a:lnSpc>
                <a:spcPct val="150000"/>
              </a:lnSpc>
            </a:pPr>
            <a:r>
              <a:rPr lang="it-IT" spc="2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it-IT" b="0" i="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for(j=1; j&lt;=n; j=2*j) { </a:t>
            </a:r>
          </a:p>
          <a:p>
            <a:pPr>
              <a:lnSpc>
                <a:spcPct val="150000"/>
              </a:lnSpc>
            </a:pPr>
            <a:r>
              <a:rPr lang="it-IT" spc="2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it-IT" b="0" i="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for(k=1; k&lt;=n; k=k*2){ 	</a:t>
            </a:r>
          </a:p>
          <a:p>
            <a:pPr>
              <a:lnSpc>
                <a:spcPct val="150000"/>
              </a:lnSpc>
            </a:pPr>
            <a:r>
              <a:rPr lang="it-IT" spc="2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it-IT" b="0" i="0" spc="2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count</a:t>
            </a:r>
            <a:r>
              <a:rPr lang="it-IT" b="0" i="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++; }</a:t>
            </a:r>
          </a:p>
          <a:p>
            <a:pPr>
              <a:lnSpc>
                <a:spcPct val="150000"/>
              </a:lnSpc>
            </a:pPr>
            <a:r>
              <a:rPr lang="it-IT" b="0" i="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 } }</a:t>
            </a:r>
            <a:endParaRPr lang="it-IT" spc="2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380175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Esempio</a:t>
            </a:r>
          </a:p>
        </p:txBody>
      </p:sp>
      <p:sp>
        <p:nvSpPr>
          <p:cNvPr id="4" name="Rettangolo 3"/>
          <p:cNvSpPr/>
          <p:nvPr/>
        </p:nvSpPr>
        <p:spPr>
          <a:xfrm>
            <a:off x="635432" y="1417638"/>
            <a:ext cx="782664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3200" dirty="0"/>
              <a:t>Qual è la complessità del seguente algoritmo?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5820F623-C5FE-41A2-B00A-D43BEAE8A7A8}"/>
              </a:ext>
            </a:extLst>
          </p:cNvPr>
          <p:cNvSpPr txBox="1"/>
          <p:nvPr/>
        </p:nvSpPr>
        <p:spPr>
          <a:xfrm>
            <a:off x="821410" y="2502977"/>
            <a:ext cx="4541004" cy="29661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it-IT" b="0" i="0" spc="2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it-IT" b="0" i="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b="0" i="0" spc="2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func</a:t>
            </a:r>
            <a:r>
              <a:rPr lang="it-IT" b="0" i="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it-IT" b="0" i="0" spc="2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b="0" i="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n) { </a:t>
            </a:r>
          </a:p>
          <a:p>
            <a:pPr>
              <a:lnSpc>
                <a:spcPct val="150000"/>
              </a:lnSpc>
            </a:pPr>
            <a:r>
              <a:rPr lang="it-IT" b="0" i="0" spc="2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b="0" i="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b="0" i="0" spc="2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count</a:t>
            </a:r>
            <a:r>
              <a:rPr lang="it-IT" b="0" i="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=0; </a:t>
            </a:r>
          </a:p>
          <a:p>
            <a:pPr>
              <a:lnSpc>
                <a:spcPct val="150000"/>
              </a:lnSpc>
            </a:pPr>
            <a:r>
              <a:rPr lang="it-IT" b="0" i="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for(i=n/2; i&lt;=n; i++) { </a:t>
            </a:r>
          </a:p>
          <a:p>
            <a:pPr>
              <a:lnSpc>
                <a:spcPct val="150000"/>
              </a:lnSpc>
            </a:pPr>
            <a:r>
              <a:rPr lang="it-IT" spc="2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it-IT" b="0" i="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for(j=1; j&lt;=n; j=2*j) { </a:t>
            </a:r>
          </a:p>
          <a:p>
            <a:pPr>
              <a:lnSpc>
                <a:spcPct val="150000"/>
              </a:lnSpc>
            </a:pPr>
            <a:r>
              <a:rPr lang="it-IT" spc="2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it-IT" b="0" i="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for(k=1; k&lt;=n; k=k*2){ 	</a:t>
            </a:r>
          </a:p>
          <a:p>
            <a:pPr>
              <a:lnSpc>
                <a:spcPct val="150000"/>
              </a:lnSpc>
            </a:pPr>
            <a:r>
              <a:rPr lang="it-IT" spc="2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it-IT" b="0" i="0" spc="2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count</a:t>
            </a:r>
            <a:r>
              <a:rPr lang="it-IT" b="0" i="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++; }</a:t>
            </a:r>
          </a:p>
          <a:p>
            <a:pPr>
              <a:lnSpc>
                <a:spcPct val="150000"/>
              </a:lnSpc>
            </a:pPr>
            <a:r>
              <a:rPr lang="it-IT" b="0" i="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 } }</a:t>
            </a:r>
            <a:endParaRPr lang="it-IT" spc="2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35C58331-0290-4B56-926B-B971D601ECB1}"/>
              </a:ext>
            </a:extLst>
          </p:cNvPr>
          <p:cNvCxnSpPr>
            <a:cxnSpLocks/>
          </p:cNvCxnSpPr>
          <p:nvPr/>
        </p:nvCxnSpPr>
        <p:spPr>
          <a:xfrm>
            <a:off x="4386020" y="3642102"/>
            <a:ext cx="264504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41E567BA-A3FE-4699-984C-BF37082AA4AA}"/>
              </a:ext>
            </a:extLst>
          </p:cNvPr>
          <p:cNvSpPr txBox="1"/>
          <p:nvPr/>
        </p:nvSpPr>
        <p:spPr>
          <a:xfrm>
            <a:off x="7191215" y="3411269"/>
            <a:ext cx="12708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400" b="1" dirty="0"/>
              <a:t>O(n)</a:t>
            </a:r>
            <a:r>
              <a:rPr lang="it-IT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7998960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Esempio</a:t>
            </a:r>
          </a:p>
        </p:txBody>
      </p:sp>
      <p:sp>
        <p:nvSpPr>
          <p:cNvPr id="4" name="Rettangolo 3"/>
          <p:cNvSpPr/>
          <p:nvPr/>
        </p:nvSpPr>
        <p:spPr>
          <a:xfrm>
            <a:off x="635432" y="1417638"/>
            <a:ext cx="782664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3200" dirty="0"/>
              <a:t>Qual è la complessità del seguente algoritmo?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5820F623-C5FE-41A2-B00A-D43BEAE8A7A8}"/>
              </a:ext>
            </a:extLst>
          </p:cNvPr>
          <p:cNvSpPr txBox="1"/>
          <p:nvPr/>
        </p:nvSpPr>
        <p:spPr>
          <a:xfrm>
            <a:off x="821410" y="2502977"/>
            <a:ext cx="4541004" cy="29661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it-IT" b="0" i="0" spc="2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it-IT" b="0" i="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b="0" i="0" spc="2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func</a:t>
            </a:r>
            <a:r>
              <a:rPr lang="it-IT" b="0" i="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it-IT" b="0" i="0" spc="2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b="0" i="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n) { </a:t>
            </a:r>
          </a:p>
          <a:p>
            <a:pPr>
              <a:lnSpc>
                <a:spcPct val="150000"/>
              </a:lnSpc>
            </a:pPr>
            <a:r>
              <a:rPr lang="it-IT" b="0" i="0" spc="2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b="0" i="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b="0" i="0" spc="2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count</a:t>
            </a:r>
            <a:r>
              <a:rPr lang="it-IT" b="0" i="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=0; </a:t>
            </a:r>
          </a:p>
          <a:p>
            <a:pPr>
              <a:lnSpc>
                <a:spcPct val="150000"/>
              </a:lnSpc>
            </a:pPr>
            <a:r>
              <a:rPr lang="it-IT" b="0" i="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for(i=n/2; i&lt;=n; i++) { </a:t>
            </a:r>
          </a:p>
          <a:p>
            <a:pPr>
              <a:lnSpc>
                <a:spcPct val="150000"/>
              </a:lnSpc>
            </a:pPr>
            <a:r>
              <a:rPr lang="it-IT" spc="2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it-IT" b="0" i="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for(j=1; j&lt;=n; j=2*j) { </a:t>
            </a:r>
          </a:p>
          <a:p>
            <a:pPr>
              <a:lnSpc>
                <a:spcPct val="150000"/>
              </a:lnSpc>
            </a:pPr>
            <a:r>
              <a:rPr lang="it-IT" spc="2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it-IT" b="0" i="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for(k=1; k&lt;=n; k=k*2){ 	</a:t>
            </a:r>
          </a:p>
          <a:p>
            <a:pPr>
              <a:lnSpc>
                <a:spcPct val="150000"/>
              </a:lnSpc>
            </a:pPr>
            <a:r>
              <a:rPr lang="it-IT" spc="2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it-IT" b="0" i="0" spc="2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count</a:t>
            </a:r>
            <a:r>
              <a:rPr lang="it-IT" b="0" i="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++; }</a:t>
            </a:r>
          </a:p>
          <a:p>
            <a:pPr>
              <a:lnSpc>
                <a:spcPct val="150000"/>
              </a:lnSpc>
            </a:pPr>
            <a:r>
              <a:rPr lang="it-IT" b="0" i="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 } }</a:t>
            </a:r>
            <a:endParaRPr lang="it-IT" spc="2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35C58331-0290-4B56-926B-B971D601ECB1}"/>
              </a:ext>
            </a:extLst>
          </p:cNvPr>
          <p:cNvCxnSpPr>
            <a:cxnSpLocks/>
          </p:cNvCxnSpPr>
          <p:nvPr/>
        </p:nvCxnSpPr>
        <p:spPr>
          <a:xfrm>
            <a:off x="4386020" y="3642102"/>
            <a:ext cx="264504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DAA9E8CF-43BD-4FC3-9D8A-8D976230C6D9}"/>
              </a:ext>
            </a:extLst>
          </p:cNvPr>
          <p:cNvCxnSpPr>
            <a:cxnSpLocks/>
          </p:cNvCxnSpPr>
          <p:nvPr/>
        </p:nvCxnSpPr>
        <p:spPr>
          <a:xfrm>
            <a:off x="4786393" y="4096719"/>
            <a:ext cx="224467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41E567BA-A3FE-4699-984C-BF37082AA4AA}"/>
              </a:ext>
            </a:extLst>
          </p:cNvPr>
          <p:cNvSpPr txBox="1"/>
          <p:nvPr/>
        </p:nvSpPr>
        <p:spPr>
          <a:xfrm>
            <a:off x="7191215" y="3411269"/>
            <a:ext cx="12708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400" b="1" dirty="0"/>
              <a:t>O(n)</a:t>
            </a:r>
            <a:r>
              <a:rPr lang="it-IT" sz="2400" dirty="0"/>
              <a:t> 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259134F6-CDF6-44A5-9F56-CF61BACF79FA}"/>
              </a:ext>
            </a:extLst>
          </p:cNvPr>
          <p:cNvSpPr txBox="1"/>
          <p:nvPr/>
        </p:nvSpPr>
        <p:spPr>
          <a:xfrm>
            <a:off x="7191215" y="3794501"/>
            <a:ext cx="12708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400" b="1" dirty="0"/>
              <a:t>O(log n)</a:t>
            </a:r>
            <a:r>
              <a:rPr lang="it-IT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3984044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Esempio</a:t>
            </a:r>
          </a:p>
        </p:txBody>
      </p:sp>
      <p:sp>
        <p:nvSpPr>
          <p:cNvPr id="4" name="Rettangolo 3"/>
          <p:cNvSpPr/>
          <p:nvPr/>
        </p:nvSpPr>
        <p:spPr>
          <a:xfrm>
            <a:off x="635432" y="1417638"/>
            <a:ext cx="782664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3200" dirty="0"/>
              <a:t>Qual è la complessità del seguente algoritmo?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5820F623-C5FE-41A2-B00A-D43BEAE8A7A8}"/>
              </a:ext>
            </a:extLst>
          </p:cNvPr>
          <p:cNvSpPr txBox="1"/>
          <p:nvPr/>
        </p:nvSpPr>
        <p:spPr>
          <a:xfrm>
            <a:off x="821410" y="2502977"/>
            <a:ext cx="4541004" cy="29661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it-IT" b="0" i="0" spc="2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it-IT" b="0" i="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b="0" i="0" spc="2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func</a:t>
            </a:r>
            <a:r>
              <a:rPr lang="it-IT" b="0" i="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it-IT" b="0" i="0" spc="2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b="0" i="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n) { </a:t>
            </a:r>
          </a:p>
          <a:p>
            <a:pPr>
              <a:lnSpc>
                <a:spcPct val="150000"/>
              </a:lnSpc>
            </a:pPr>
            <a:r>
              <a:rPr lang="it-IT" b="0" i="0" spc="2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b="0" i="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b="0" i="0" spc="2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count</a:t>
            </a:r>
            <a:r>
              <a:rPr lang="it-IT" b="0" i="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=0; </a:t>
            </a:r>
          </a:p>
          <a:p>
            <a:pPr>
              <a:lnSpc>
                <a:spcPct val="150000"/>
              </a:lnSpc>
            </a:pPr>
            <a:r>
              <a:rPr lang="it-IT" b="0" i="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for(i=n/2; i&lt;=n; i++) { </a:t>
            </a:r>
          </a:p>
          <a:p>
            <a:pPr>
              <a:lnSpc>
                <a:spcPct val="150000"/>
              </a:lnSpc>
            </a:pPr>
            <a:r>
              <a:rPr lang="it-IT" spc="2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it-IT" b="0" i="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for(j=1; j&lt;=n; j=2*j) { </a:t>
            </a:r>
          </a:p>
          <a:p>
            <a:pPr>
              <a:lnSpc>
                <a:spcPct val="150000"/>
              </a:lnSpc>
            </a:pPr>
            <a:r>
              <a:rPr lang="it-IT" spc="2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it-IT" b="0" i="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for(k=1; k&lt;=n; k=k*2){ 	</a:t>
            </a:r>
          </a:p>
          <a:p>
            <a:pPr>
              <a:lnSpc>
                <a:spcPct val="150000"/>
              </a:lnSpc>
            </a:pPr>
            <a:r>
              <a:rPr lang="it-IT" spc="2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it-IT" b="0" i="0" spc="2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count</a:t>
            </a:r>
            <a:r>
              <a:rPr lang="it-IT" b="0" i="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++; }</a:t>
            </a:r>
          </a:p>
          <a:p>
            <a:pPr>
              <a:lnSpc>
                <a:spcPct val="150000"/>
              </a:lnSpc>
            </a:pPr>
            <a:r>
              <a:rPr lang="it-IT" b="0" i="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 } }</a:t>
            </a:r>
            <a:endParaRPr lang="it-IT" spc="2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35C58331-0290-4B56-926B-B971D601ECB1}"/>
              </a:ext>
            </a:extLst>
          </p:cNvPr>
          <p:cNvCxnSpPr>
            <a:cxnSpLocks/>
          </p:cNvCxnSpPr>
          <p:nvPr/>
        </p:nvCxnSpPr>
        <p:spPr>
          <a:xfrm>
            <a:off x="4386020" y="3642102"/>
            <a:ext cx="264504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DAA9E8CF-43BD-4FC3-9D8A-8D976230C6D9}"/>
              </a:ext>
            </a:extLst>
          </p:cNvPr>
          <p:cNvCxnSpPr>
            <a:cxnSpLocks/>
          </p:cNvCxnSpPr>
          <p:nvPr/>
        </p:nvCxnSpPr>
        <p:spPr>
          <a:xfrm>
            <a:off x="4786393" y="4096719"/>
            <a:ext cx="224467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AE89E9C2-F6E7-4817-890B-58350986264E}"/>
              </a:ext>
            </a:extLst>
          </p:cNvPr>
          <p:cNvCxnSpPr/>
          <p:nvPr/>
        </p:nvCxnSpPr>
        <p:spPr>
          <a:xfrm>
            <a:off x="5008535" y="4427350"/>
            <a:ext cx="202252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41E567BA-A3FE-4699-984C-BF37082AA4AA}"/>
              </a:ext>
            </a:extLst>
          </p:cNvPr>
          <p:cNvSpPr txBox="1"/>
          <p:nvPr/>
        </p:nvSpPr>
        <p:spPr>
          <a:xfrm>
            <a:off x="7191215" y="3411269"/>
            <a:ext cx="12708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400" b="1" dirty="0"/>
              <a:t>O(n)</a:t>
            </a:r>
            <a:r>
              <a:rPr lang="it-IT" sz="2400" dirty="0"/>
              <a:t> 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259134F6-CDF6-44A5-9F56-CF61BACF79FA}"/>
              </a:ext>
            </a:extLst>
          </p:cNvPr>
          <p:cNvSpPr txBox="1"/>
          <p:nvPr/>
        </p:nvSpPr>
        <p:spPr>
          <a:xfrm>
            <a:off x="7191215" y="3794501"/>
            <a:ext cx="12708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400" b="1" dirty="0"/>
              <a:t>O(log n)</a:t>
            </a:r>
            <a:r>
              <a:rPr lang="it-IT" sz="2400" dirty="0"/>
              <a:t> 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D4B59159-A305-4F75-A366-C052822889F2}"/>
              </a:ext>
            </a:extLst>
          </p:cNvPr>
          <p:cNvSpPr txBox="1"/>
          <p:nvPr/>
        </p:nvSpPr>
        <p:spPr>
          <a:xfrm>
            <a:off x="7191215" y="4177733"/>
            <a:ext cx="12708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400" b="1" dirty="0"/>
              <a:t>O(log n)</a:t>
            </a:r>
            <a:r>
              <a:rPr lang="it-IT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5387459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Esempio</a:t>
            </a:r>
          </a:p>
        </p:txBody>
      </p:sp>
      <p:sp>
        <p:nvSpPr>
          <p:cNvPr id="4" name="Rettangolo 3"/>
          <p:cNvSpPr/>
          <p:nvPr/>
        </p:nvSpPr>
        <p:spPr>
          <a:xfrm>
            <a:off x="635432" y="1417638"/>
            <a:ext cx="782664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3200" dirty="0"/>
              <a:t>Qual è la complessità del seguente algoritmo?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5820F623-C5FE-41A2-B00A-D43BEAE8A7A8}"/>
              </a:ext>
            </a:extLst>
          </p:cNvPr>
          <p:cNvSpPr txBox="1"/>
          <p:nvPr/>
        </p:nvSpPr>
        <p:spPr>
          <a:xfrm>
            <a:off x="821410" y="2502977"/>
            <a:ext cx="4541004" cy="29661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it-IT" b="0" i="0" spc="2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it-IT" b="0" i="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b="0" i="0" spc="2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func</a:t>
            </a:r>
            <a:r>
              <a:rPr lang="it-IT" b="0" i="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it-IT" b="0" i="0" spc="2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b="0" i="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n) { </a:t>
            </a:r>
          </a:p>
          <a:p>
            <a:pPr>
              <a:lnSpc>
                <a:spcPct val="150000"/>
              </a:lnSpc>
            </a:pPr>
            <a:r>
              <a:rPr lang="it-IT" b="0" i="0" spc="2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b="0" i="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b="0" i="0" spc="2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count</a:t>
            </a:r>
            <a:r>
              <a:rPr lang="it-IT" b="0" i="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=0; </a:t>
            </a:r>
          </a:p>
          <a:p>
            <a:pPr>
              <a:lnSpc>
                <a:spcPct val="150000"/>
              </a:lnSpc>
            </a:pPr>
            <a:r>
              <a:rPr lang="it-IT" b="0" i="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for(i=n/2; i&lt;=n; i++) { </a:t>
            </a:r>
          </a:p>
          <a:p>
            <a:pPr>
              <a:lnSpc>
                <a:spcPct val="150000"/>
              </a:lnSpc>
            </a:pPr>
            <a:r>
              <a:rPr lang="it-IT" spc="2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it-IT" b="0" i="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for(j=1; j&lt;=n; j=2*j) { </a:t>
            </a:r>
          </a:p>
          <a:p>
            <a:pPr>
              <a:lnSpc>
                <a:spcPct val="150000"/>
              </a:lnSpc>
            </a:pPr>
            <a:r>
              <a:rPr lang="it-IT" spc="2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it-IT" b="0" i="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for(k=1; k&lt;=n; k=k*2){ 	</a:t>
            </a:r>
          </a:p>
          <a:p>
            <a:pPr>
              <a:lnSpc>
                <a:spcPct val="150000"/>
              </a:lnSpc>
            </a:pPr>
            <a:r>
              <a:rPr lang="it-IT" spc="2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it-IT" b="0" i="0" spc="2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count</a:t>
            </a:r>
            <a:r>
              <a:rPr lang="it-IT" b="0" i="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++; }</a:t>
            </a:r>
          </a:p>
          <a:p>
            <a:pPr>
              <a:lnSpc>
                <a:spcPct val="150000"/>
              </a:lnSpc>
            </a:pPr>
            <a:r>
              <a:rPr lang="it-IT" b="0" i="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 } }</a:t>
            </a:r>
            <a:endParaRPr lang="it-IT" spc="2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35C58331-0290-4B56-926B-B971D601ECB1}"/>
              </a:ext>
            </a:extLst>
          </p:cNvPr>
          <p:cNvCxnSpPr>
            <a:cxnSpLocks/>
          </p:cNvCxnSpPr>
          <p:nvPr/>
        </p:nvCxnSpPr>
        <p:spPr>
          <a:xfrm>
            <a:off x="4386020" y="3642102"/>
            <a:ext cx="264504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DAA9E8CF-43BD-4FC3-9D8A-8D976230C6D9}"/>
              </a:ext>
            </a:extLst>
          </p:cNvPr>
          <p:cNvCxnSpPr>
            <a:cxnSpLocks/>
          </p:cNvCxnSpPr>
          <p:nvPr/>
        </p:nvCxnSpPr>
        <p:spPr>
          <a:xfrm>
            <a:off x="4786393" y="4096719"/>
            <a:ext cx="224467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AE89E9C2-F6E7-4817-890B-58350986264E}"/>
              </a:ext>
            </a:extLst>
          </p:cNvPr>
          <p:cNvCxnSpPr/>
          <p:nvPr/>
        </p:nvCxnSpPr>
        <p:spPr>
          <a:xfrm>
            <a:off x="5008535" y="4427350"/>
            <a:ext cx="202252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41E567BA-A3FE-4699-984C-BF37082AA4AA}"/>
              </a:ext>
            </a:extLst>
          </p:cNvPr>
          <p:cNvSpPr txBox="1"/>
          <p:nvPr/>
        </p:nvSpPr>
        <p:spPr>
          <a:xfrm>
            <a:off x="7191215" y="3411269"/>
            <a:ext cx="12708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400" b="1" dirty="0"/>
              <a:t>O(n)</a:t>
            </a:r>
            <a:r>
              <a:rPr lang="it-IT" sz="2400" dirty="0"/>
              <a:t> 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259134F6-CDF6-44A5-9F56-CF61BACF79FA}"/>
              </a:ext>
            </a:extLst>
          </p:cNvPr>
          <p:cNvSpPr txBox="1"/>
          <p:nvPr/>
        </p:nvSpPr>
        <p:spPr>
          <a:xfrm>
            <a:off x="7191215" y="3794501"/>
            <a:ext cx="12708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400" b="1" dirty="0"/>
              <a:t>O(log n)</a:t>
            </a:r>
            <a:r>
              <a:rPr lang="it-IT" sz="2400" dirty="0"/>
              <a:t> 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D4B59159-A305-4F75-A366-C052822889F2}"/>
              </a:ext>
            </a:extLst>
          </p:cNvPr>
          <p:cNvSpPr txBox="1"/>
          <p:nvPr/>
        </p:nvSpPr>
        <p:spPr>
          <a:xfrm>
            <a:off x="7191215" y="4177733"/>
            <a:ext cx="12708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400" b="1" dirty="0"/>
              <a:t>O(log n)</a:t>
            </a:r>
            <a:r>
              <a:rPr lang="it-IT" sz="2400" dirty="0"/>
              <a:t> 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049D9DE3-8C09-450E-BD78-8F0B17CD2BFA}"/>
              </a:ext>
            </a:extLst>
          </p:cNvPr>
          <p:cNvSpPr txBox="1"/>
          <p:nvPr/>
        </p:nvSpPr>
        <p:spPr>
          <a:xfrm>
            <a:off x="7191216" y="4967816"/>
            <a:ext cx="1588574" cy="46166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it-IT" sz="2400" b="1" dirty="0"/>
              <a:t>O(n log</a:t>
            </a:r>
            <a:r>
              <a:rPr lang="it-IT" sz="2400" b="1" baseline="30000" dirty="0"/>
              <a:t>2</a:t>
            </a:r>
            <a:r>
              <a:rPr lang="it-IT" sz="2400" b="1" dirty="0"/>
              <a:t> n)</a:t>
            </a:r>
            <a:r>
              <a:rPr lang="it-IT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4424769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Esempio</a:t>
            </a:r>
          </a:p>
        </p:txBody>
      </p:sp>
      <p:sp>
        <p:nvSpPr>
          <p:cNvPr id="4" name="Rettangolo 3"/>
          <p:cNvSpPr/>
          <p:nvPr/>
        </p:nvSpPr>
        <p:spPr>
          <a:xfrm>
            <a:off x="635432" y="1417638"/>
            <a:ext cx="782664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2800" b="0" i="0" dirty="0" err="1">
                <a:solidFill>
                  <a:srgbClr val="000000"/>
                </a:solidFill>
                <a:effectLst/>
                <a:latin typeface="docs-Calibri"/>
              </a:rPr>
              <a:t>Qual’è</a:t>
            </a:r>
            <a:r>
              <a:rPr lang="it-IT" sz="2800" b="0" i="0" dirty="0">
                <a:solidFill>
                  <a:srgbClr val="000000"/>
                </a:solidFill>
                <a:effectLst/>
                <a:latin typeface="docs-Calibri"/>
              </a:rPr>
              <a:t> l'ordine di grandezza (notazione O-grande) della funzione G</a:t>
            </a:r>
            <a:endParaRPr lang="it-IT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5820F623-C5FE-41A2-B00A-D43BEAE8A7A8}"/>
                  </a:ext>
                </a:extLst>
              </p:cNvPr>
              <p:cNvSpPr txBox="1"/>
              <p:nvPr/>
            </p:nvSpPr>
            <p:spPr>
              <a:xfrm>
                <a:off x="780082" y="2829794"/>
                <a:ext cx="2851688" cy="236885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it-IT" sz="2000" b="0" i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it-IT" sz="2000" b="0" i="0" smtClean="0">
                          <a:latin typeface="Cambria Math" panose="02040503050406030204" pitchFamily="18" charset="0"/>
                        </a:rPr>
                        <m:t>1= 5</m:t>
                      </m:r>
                      <m:sSup>
                        <m:sSupPr>
                          <m:ctrlPr>
                            <a:rPr lang="it-IT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it-IT" sz="2000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p>
                          <m:r>
                            <a:rPr lang="it-IT" sz="2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it-IT" sz="2000" b="0" i="0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m:rPr>
                          <m:sty m:val="p"/>
                        </m:rPr>
                        <a:rPr lang="it-IT" sz="2000" b="0" i="0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it-IT" sz="2000" b="0" i="0" smtClean="0">
                          <a:latin typeface="Cambria Math" panose="02040503050406030204" pitchFamily="18" charset="0"/>
                        </a:rPr>
                        <m:t> −10</m:t>
                      </m:r>
                    </m:oMath>
                  </m:oMathPara>
                </a14:m>
                <a:endParaRPr lang="it-IT" sz="2000" b="0" spc="20" dirty="0">
                  <a:solidFill>
                    <a:srgbClr val="00000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it-IT" sz="2000" b="0" i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it-IT" sz="2000" b="0" i="0" smtClean="0">
                          <a:latin typeface="Cambria Math" panose="02040503050406030204" pitchFamily="18" charset="0"/>
                        </a:rPr>
                        <m:t>2= 5</m:t>
                      </m:r>
                      <m:rad>
                        <m:radPr>
                          <m:degHide m:val="on"/>
                          <m:ctrlPr>
                            <a:rPr lang="en-GB" sz="20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m:rPr>
                              <m:sty m:val="p"/>
                            </m:rPr>
                            <a:rPr lang="it-IT" sz="2000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</m:rad>
                      <m:r>
                        <a:rPr lang="it-IT" sz="2000" b="0" i="0" smtClean="0">
                          <a:latin typeface="Cambria Math" panose="02040503050406030204" pitchFamily="18" charset="0"/>
                        </a:rPr>
                        <m:t>+22</m:t>
                      </m:r>
                    </m:oMath>
                  </m:oMathPara>
                </a14:m>
                <a:endParaRPr lang="it-IT" sz="2000" b="0" spc="20" dirty="0">
                  <a:solidFill>
                    <a:srgbClr val="00000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lnSpc>
                    <a:spcPct val="150000"/>
                  </a:lnSpc>
                </a:pPr>
                <a:endParaRPr lang="it-IT" sz="2000" spc="2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it-IT" sz="2000" b="0" i="0" smtClean="0">
                          <a:latin typeface="Cambria Math" panose="02040503050406030204" pitchFamily="18" charset="0"/>
                        </a:rPr>
                        <m:t>G</m:t>
                      </m:r>
                      <m:r>
                        <a:rPr lang="it-IT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it-IT" sz="2000" b="0" i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it-IT" sz="2000" b="0" i="0" smtClean="0">
                          <a:latin typeface="Cambria Math" panose="02040503050406030204" pitchFamily="18" charset="0"/>
                        </a:rPr>
                        <m:t>1+</m:t>
                      </m:r>
                      <m:r>
                        <m:rPr>
                          <m:sty m:val="p"/>
                        </m:rPr>
                        <a:rPr lang="it-IT" sz="2000" b="0" i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it-IT" sz="2000" b="0" i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it-IT" sz="2000" b="0" spc="20" dirty="0">
                  <a:solidFill>
                    <a:srgbClr val="00000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lnSpc>
                    <a:spcPct val="150000"/>
                  </a:lnSpc>
                </a:pPr>
                <a:endParaRPr lang="it-IT" sz="2000" b="0" spc="20" dirty="0">
                  <a:solidFill>
                    <a:srgbClr val="00000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5820F623-C5FE-41A2-B00A-D43BEAE8A7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082" y="2829794"/>
                <a:ext cx="2851688" cy="23688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948567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Esempio</a:t>
            </a:r>
          </a:p>
        </p:txBody>
      </p:sp>
      <p:sp>
        <p:nvSpPr>
          <p:cNvPr id="4" name="Rettangolo 3"/>
          <p:cNvSpPr/>
          <p:nvPr/>
        </p:nvSpPr>
        <p:spPr>
          <a:xfrm>
            <a:off x="635432" y="1417638"/>
            <a:ext cx="782664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2800" b="0" i="0" dirty="0" err="1">
                <a:solidFill>
                  <a:srgbClr val="000000"/>
                </a:solidFill>
                <a:effectLst/>
                <a:latin typeface="docs-Calibri"/>
              </a:rPr>
              <a:t>Qual’è</a:t>
            </a:r>
            <a:r>
              <a:rPr lang="it-IT" sz="2800" b="0" i="0" dirty="0">
                <a:solidFill>
                  <a:srgbClr val="000000"/>
                </a:solidFill>
                <a:effectLst/>
                <a:latin typeface="docs-Calibri"/>
              </a:rPr>
              <a:t> l'ordine di grandezza (notazione O-grande) della funzione G</a:t>
            </a:r>
            <a:endParaRPr lang="it-IT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5820F623-C5FE-41A2-B00A-D43BEAE8A7A8}"/>
                  </a:ext>
                </a:extLst>
              </p:cNvPr>
              <p:cNvSpPr txBox="1"/>
              <p:nvPr/>
            </p:nvSpPr>
            <p:spPr>
              <a:xfrm>
                <a:off x="780082" y="2829794"/>
                <a:ext cx="2851688" cy="236885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it-IT" sz="2000" b="0" i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it-IT" sz="2000" b="0" i="0" smtClean="0">
                          <a:latin typeface="Cambria Math" panose="02040503050406030204" pitchFamily="18" charset="0"/>
                        </a:rPr>
                        <m:t>1= 5</m:t>
                      </m:r>
                      <m:sSup>
                        <m:sSupPr>
                          <m:ctrlPr>
                            <a:rPr lang="it-IT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it-IT" sz="2000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p>
                          <m:r>
                            <a:rPr lang="it-IT" sz="2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it-IT" sz="2000" b="0" i="0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m:rPr>
                          <m:sty m:val="p"/>
                        </m:rPr>
                        <a:rPr lang="it-IT" sz="2000" b="0" i="0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it-IT" sz="2000" b="0" i="0" smtClean="0">
                          <a:latin typeface="Cambria Math" panose="02040503050406030204" pitchFamily="18" charset="0"/>
                        </a:rPr>
                        <m:t> −10</m:t>
                      </m:r>
                    </m:oMath>
                  </m:oMathPara>
                </a14:m>
                <a:endParaRPr lang="it-IT" sz="2000" b="0" spc="20" dirty="0">
                  <a:solidFill>
                    <a:srgbClr val="00000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it-IT" sz="2000" b="0" i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it-IT" sz="2000" b="0" i="0" smtClean="0">
                          <a:latin typeface="Cambria Math" panose="02040503050406030204" pitchFamily="18" charset="0"/>
                        </a:rPr>
                        <m:t>2= 5</m:t>
                      </m:r>
                      <m:rad>
                        <m:radPr>
                          <m:degHide m:val="on"/>
                          <m:ctrlPr>
                            <a:rPr lang="en-GB" sz="20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m:rPr>
                              <m:sty m:val="p"/>
                            </m:rPr>
                            <a:rPr lang="it-IT" sz="2000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</m:rad>
                      <m:r>
                        <a:rPr lang="it-IT" sz="2000" b="0" i="0" smtClean="0">
                          <a:latin typeface="Cambria Math" panose="02040503050406030204" pitchFamily="18" charset="0"/>
                        </a:rPr>
                        <m:t>+22</m:t>
                      </m:r>
                    </m:oMath>
                  </m:oMathPara>
                </a14:m>
                <a:endParaRPr lang="it-IT" sz="2000" b="0" spc="20" dirty="0">
                  <a:solidFill>
                    <a:srgbClr val="00000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lnSpc>
                    <a:spcPct val="150000"/>
                  </a:lnSpc>
                </a:pPr>
                <a:endParaRPr lang="it-IT" sz="2000" spc="2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it-IT" sz="2000" b="0" i="0" smtClean="0">
                          <a:latin typeface="Cambria Math" panose="02040503050406030204" pitchFamily="18" charset="0"/>
                        </a:rPr>
                        <m:t>G</m:t>
                      </m:r>
                      <m:r>
                        <a:rPr lang="it-IT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it-IT" sz="2000" b="0" i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it-IT" sz="2000" b="0" i="0" smtClean="0">
                          <a:latin typeface="Cambria Math" panose="02040503050406030204" pitchFamily="18" charset="0"/>
                        </a:rPr>
                        <m:t>1+</m:t>
                      </m:r>
                      <m:r>
                        <m:rPr>
                          <m:sty m:val="p"/>
                        </m:rPr>
                        <a:rPr lang="it-IT" sz="2000" b="0" i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it-IT" sz="2000" b="0" i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it-IT" sz="2000" b="0" spc="20" dirty="0">
                  <a:solidFill>
                    <a:srgbClr val="00000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lnSpc>
                    <a:spcPct val="150000"/>
                  </a:lnSpc>
                </a:pPr>
                <a:endParaRPr lang="it-IT" sz="2000" b="0" spc="20" dirty="0">
                  <a:solidFill>
                    <a:srgbClr val="00000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5820F623-C5FE-41A2-B00A-D43BEAE8A7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082" y="2829794"/>
                <a:ext cx="2851688" cy="23688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AE89E9C2-F6E7-4817-890B-58350986264E}"/>
              </a:ext>
            </a:extLst>
          </p:cNvPr>
          <p:cNvCxnSpPr/>
          <p:nvPr/>
        </p:nvCxnSpPr>
        <p:spPr>
          <a:xfrm>
            <a:off x="2433234" y="4512591"/>
            <a:ext cx="202252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049D9DE3-8C09-450E-BD78-8F0B17CD2BFA}"/>
              </a:ext>
            </a:extLst>
          </p:cNvPr>
          <p:cNvSpPr txBox="1"/>
          <p:nvPr/>
        </p:nvSpPr>
        <p:spPr>
          <a:xfrm>
            <a:off x="4688239" y="4281758"/>
            <a:ext cx="1108126" cy="46166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it-IT" sz="2400" b="1" dirty="0"/>
              <a:t>O(n</a:t>
            </a:r>
            <a:r>
              <a:rPr lang="it-IT" sz="2400" b="1" baseline="30000" dirty="0"/>
              <a:t>2</a:t>
            </a:r>
            <a:r>
              <a:rPr lang="it-IT" sz="2400" b="1" dirty="0"/>
              <a:t>)</a:t>
            </a:r>
            <a:r>
              <a:rPr lang="it-IT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508270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Esempio</a:t>
            </a:r>
          </a:p>
        </p:txBody>
      </p:sp>
      <p:sp>
        <p:nvSpPr>
          <p:cNvPr id="4" name="Rettangolo 3"/>
          <p:cNvSpPr/>
          <p:nvPr/>
        </p:nvSpPr>
        <p:spPr>
          <a:xfrm>
            <a:off x="635432" y="1417638"/>
            <a:ext cx="782664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3200" dirty="0"/>
              <a:t>Ricerca di un elemento:</a:t>
            </a:r>
          </a:p>
        </p:txBody>
      </p:sp>
      <p:graphicFrame>
        <p:nvGraphicFramePr>
          <p:cNvPr id="5" name="Tabella 2">
            <a:extLst>
              <a:ext uri="{FF2B5EF4-FFF2-40B4-BE49-F238E27FC236}">
                <a16:creationId xmlns:a16="http://schemas.microsoft.com/office/drawing/2014/main" id="{5205B00C-C5E7-48C8-8EF5-1D6FE48B97A9}"/>
              </a:ext>
            </a:extLst>
          </p:cNvPr>
          <p:cNvGraphicFramePr>
            <a:graphicFrameLocks noGrp="1"/>
          </p:cNvGraphicFramePr>
          <p:nvPr/>
        </p:nvGraphicFramePr>
        <p:xfrm>
          <a:off x="1524001" y="2251231"/>
          <a:ext cx="609599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72838919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58451291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408809936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8627626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53451039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3554128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9893456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73404394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09591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6340992"/>
                  </a:ext>
                </a:extLst>
              </a:tr>
            </a:tbl>
          </a:graphicData>
        </a:graphic>
      </p:graphicFrame>
      <p:sp>
        <p:nvSpPr>
          <p:cNvPr id="6" name="CasellaDiTesto 5">
            <a:extLst>
              <a:ext uri="{FF2B5EF4-FFF2-40B4-BE49-F238E27FC236}">
                <a16:creationId xmlns:a16="http://schemas.microsoft.com/office/drawing/2014/main" id="{7E5274E1-FD79-4F55-AC63-4E9A65E318A5}"/>
              </a:ext>
            </a:extLst>
          </p:cNvPr>
          <p:cNvSpPr txBox="1"/>
          <p:nvPr/>
        </p:nvSpPr>
        <p:spPr>
          <a:xfrm>
            <a:off x="883405" y="2221961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000" dirty="0"/>
              <a:t>v[]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6112C059-0F96-4360-BE9B-F07AF75D5CB7}"/>
              </a:ext>
            </a:extLst>
          </p:cNvPr>
          <p:cNvSpPr txBox="1"/>
          <p:nvPr/>
        </p:nvSpPr>
        <p:spPr>
          <a:xfrm>
            <a:off x="1524001" y="2622071"/>
            <a:ext cx="61786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000" dirty="0"/>
              <a:t>v[0]	    v[1]       …                                                                v[n-1]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EBF1427D-AE35-4557-826A-F32E66FF991C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457200" y="3863050"/>
            <a:ext cx="5767480" cy="1985075"/>
          </a:xfrm>
          <a:prstGeom prst="rect">
            <a:avLst/>
          </a:prstGeom>
          <a:ln w="0">
            <a:solidFill>
              <a:schemeClr val="tx1"/>
            </a:solidFill>
          </a:ln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20ADF7E0-BF5A-401F-8856-32DB50FFF67D}"/>
              </a:ext>
            </a:extLst>
          </p:cNvPr>
          <p:cNvSpPr txBox="1"/>
          <p:nvPr/>
        </p:nvSpPr>
        <p:spPr>
          <a:xfrm>
            <a:off x="6447295" y="4076329"/>
            <a:ext cx="236091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000" b="1" dirty="0"/>
              <a:t>Caso migliore: </a:t>
            </a:r>
            <a:r>
              <a:rPr lang="it-IT" sz="2000" dirty="0"/>
              <a:t>1 </a:t>
            </a:r>
          </a:p>
          <a:p>
            <a:r>
              <a:rPr lang="it-IT" sz="2000" b="1" dirty="0"/>
              <a:t>Caso peggiore: </a:t>
            </a:r>
            <a:r>
              <a:rPr lang="it-IT" sz="2000" dirty="0"/>
              <a:t>n</a:t>
            </a:r>
          </a:p>
          <a:p>
            <a:r>
              <a:rPr lang="it-IT" sz="2000" b="1" dirty="0"/>
              <a:t>Caso medio: </a:t>
            </a:r>
            <a:r>
              <a:rPr lang="it-IT" sz="20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55699044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Esempio</a:t>
            </a:r>
          </a:p>
        </p:txBody>
      </p:sp>
      <p:sp>
        <p:nvSpPr>
          <p:cNvPr id="4" name="Rettangolo 3"/>
          <p:cNvSpPr/>
          <p:nvPr/>
        </p:nvSpPr>
        <p:spPr>
          <a:xfrm>
            <a:off x="635432" y="1417638"/>
            <a:ext cx="782664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3200" dirty="0"/>
              <a:t>Ricerca di un elemento:</a:t>
            </a:r>
          </a:p>
        </p:txBody>
      </p:sp>
      <p:graphicFrame>
        <p:nvGraphicFramePr>
          <p:cNvPr id="5" name="Tabella 2">
            <a:extLst>
              <a:ext uri="{FF2B5EF4-FFF2-40B4-BE49-F238E27FC236}">
                <a16:creationId xmlns:a16="http://schemas.microsoft.com/office/drawing/2014/main" id="{5205B00C-C5E7-48C8-8EF5-1D6FE48B97A9}"/>
              </a:ext>
            </a:extLst>
          </p:cNvPr>
          <p:cNvGraphicFramePr>
            <a:graphicFrameLocks noGrp="1"/>
          </p:cNvGraphicFramePr>
          <p:nvPr/>
        </p:nvGraphicFramePr>
        <p:xfrm>
          <a:off x="1524001" y="2251231"/>
          <a:ext cx="609599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72838919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58451291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408809936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8627626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53451039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3554128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9893456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73404394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09591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6340992"/>
                  </a:ext>
                </a:extLst>
              </a:tr>
            </a:tbl>
          </a:graphicData>
        </a:graphic>
      </p:graphicFrame>
      <p:sp>
        <p:nvSpPr>
          <p:cNvPr id="6" name="CasellaDiTesto 5">
            <a:extLst>
              <a:ext uri="{FF2B5EF4-FFF2-40B4-BE49-F238E27FC236}">
                <a16:creationId xmlns:a16="http://schemas.microsoft.com/office/drawing/2014/main" id="{7E5274E1-FD79-4F55-AC63-4E9A65E318A5}"/>
              </a:ext>
            </a:extLst>
          </p:cNvPr>
          <p:cNvSpPr txBox="1"/>
          <p:nvPr/>
        </p:nvSpPr>
        <p:spPr>
          <a:xfrm>
            <a:off x="883405" y="2221961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000" dirty="0"/>
              <a:t>v[]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6112C059-0F96-4360-BE9B-F07AF75D5CB7}"/>
              </a:ext>
            </a:extLst>
          </p:cNvPr>
          <p:cNvSpPr txBox="1"/>
          <p:nvPr/>
        </p:nvSpPr>
        <p:spPr>
          <a:xfrm>
            <a:off x="1524001" y="2622071"/>
            <a:ext cx="61786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000" dirty="0"/>
              <a:t>v[0]	    v[1]       …                                                                v[n-1]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EBF1427D-AE35-4557-826A-F32E66FF991C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457200" y="3863050"/>
            <a:ext cx="5767480" cy="1985075"/>
          </a:xfrm>
          <a:prstGeom prst="rect">
            <a:avLst/>
          </a:prstGeom>
          <a:ln w="0">
            <a:solidFill>
              <a:schemeClr val="tx1"/>
            </a:solidFill>
          </a:ln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20ADF7E0-BF5A-401F-8856-32DB50FFF67D}"/>
              </a:ext>
            </a:extLst>
          </p:cNvPr>
          <p:cNvSpPr txBox="1"/>
          <p:nvPr/>
        </p:nvSpPr>
        <p:spPr>
          <a:xfrm>
            <a:off x="6447295" y="4076329"/>
            <a:ext cx="236091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000" b="1" dirty="0"/>
              <a:t>Caso migliore: </a:t>
            </a:r>
            <a:r>
              <a:rPr lang="it-IT" sz="2000" dirty="0"/>
              <a:t>1 </a:t>
            </a:r>
          </a:p>
          <a:p>
            <a:r>
              <a:rPr lang="it-IT" sz="2000" b="1" dirty="0"/>
              <a:t>Caso peggiore: </a:t>
            </a:r>
            <a:r>
              <a:rPr lang="it-IT" sz="2000" dirty="0"/>
              <a:t>n</a:t>
            </a:r>
          </a:p>
          <a:p>
            <a:r>
              <a:rPr lang="it-IT" sz="2000" b="1" dirty="0"/>
              <a:t>Caso medio: </a:t>
            </a:r>
            <a:r>
              <a:rPr lang="it-IT" sz="2000" dirty="0"/>
              <a:t>?</a:t>
            </a: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B6CA56B9-14F2-4845-940E-318D1B4085A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7647"/>
          <a:stretch/>
        </p:blipFill>
        <p:spPr>
          <a:xfrm>
            <a:off x="3263449" y="5848125"/>
            <a:ext cx="2129961" cy="487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65531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Esempio</a:t>
            </a:r>
          </a:p>
        </p:txBody>
      </p:sp>
      <p:sp>
        <p:nvSpPr>
          <p:cNvPr id="4" name="Rettangolo 3"/>
          <p:cNvSpPr/>
          <p:nvPr/>
        </p:nvSpPr>
        <p:spPr>
          <a:xfrm>
            <a:off x="635432" y="1417638"/>
            <a:ext cx="782664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3200" dirty="0"/>
              <a:t>Ricerca di un elemento:</a:t>
            </a:r>
          </a:p>
        </p:txBody>
      </p:sp>
      <p:graphicFrame>
        <p:nvGraphicFramePr>
          <p:cNvPr id="5" name="Tabella 2">
            <a:extLst>
              <a:ext uri="{FF2B5EF4-FFF2-40B4-BE49-F238E27FC236}">
                <a16:creationId xmlns:a16="http://schemas.microsoft.com/office/drawing/2014/main" id="{5205B00C-C5E7-48C8-8EF5-1D6FE48B97A9}"/>
              </a:ext>
            </a:extLst>
          </p:cNvPr>
          <p:cNvGraphicFramePr>
            <a:graphicFrameLocks noGrp="1"/>
          </p:cNvGraphicFramePr>
          <p:nvPr/>
        </p:nvGraphicFramePr>
        <p:xfrm>
          <a:off x="1524001" y="2251231"/>
          <a:ext cx="609599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72838919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58451291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408809936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8627626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53451039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3554128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9893456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73404394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09591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6340992"/>
                  </a:ext>
                </a:extLst>
              </a:tr>
            </a:tbl>
          </a:graphicData>
        </a:graphic>
      </p:graphicFrame>
      <p:sp>
        <p:nvSpPr>
          <p:cNvPr id="6" name="CasellaDiTesto 5">
            <a:extLst>
              <a:ext uri="{FF2B5EF4-FFF2-40B4-BE49-F238E27FC236}">
                <a16:creationId xmlns:a16="http://schemas.microsoft.com/office/drawing/2014/main" id="{7E5274E1-FD79-4F55-AC63-4E9A65E318A5}"/>
              </a:ext>
            </a:extLst>
          </p:cNvPr>
          <p:cNvSpPr txBox="1"/>
          <p:nvPr/>
        </p:nvSpPr>
        <p:spPr>
          <a:xfrm>
            <a:off x="883405" y="2221961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000" dirty="0"/>
              <a:t>v[]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6112C059-0F96-4360-BE9B-F07AF75D5CB7}"/>
              </a:ext>
            </a:extLst>
          </p:cNvPr>
          <p:cNvSpPr txBox="1"/>
          <p:nvPr/>
        </p:nvSpPr>
        <p:spPr>
          <a:xfrm>
            <a:off x="1524001" y="2622071"/>
            <a:ext cx="61786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000" dirty="0"/>
              <a:t>v[0]	    v[1]       …                                                                v[n-1]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EBF1427D-AE35-4557-826A-F32E66FF991C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457200" y="3863050"/>
            <a:ext cx="5767480" cy="1985075"/>
          </a:xfrm>
          <a:prstGeom prst="rect">
            <a:avLst/>
          </a:prstGeom>
          <a:ln w="0">
            <a:solidFill>
              <a:schemeClr val="tx1"/>
            </a:solidFill>
          </a:ln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20ADF7E0-BF5A-401F-8856-32DB50FFF67D}"/>
              </a:ext>
            </a:extLst>
          </p:cNvPr>
          <p:cNvSpPr txBox="1"/>
          <p:nvPr/>
        </p:nvSpPr>
        <p:spPr>
          <a:xfrm>
            <a:off x="6447295" y="4076329"/>
            <a:ext cx="236091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000" b="1" dirty="0"/>
              <a:t>Caso migliore: </a:t>
            </a:r>
            <a:r>
              <a:rPr lang="it-IT" sz="2000" dirty="0"/>
              <a:t>1 </a:t>
            </a:r>
          </a:p>
          <a:p>
            <a:r>
              <a:rPr lang="it-IT" sz="2000" b="1" dirty="0"/>
              <a:t>Caso peggiore: </a:t>
            </a:r>
            <a:r>
              <a:rPr lang="it-IT" sz="2000" dirty="0"/>
              <a:t>n</a:t>
            </a:r>
          </a:p>
          <a:p>
            <a:r>
              <a:rPr lang="it-IT" sz="2000" b="1" dirty="0"/>
              <a:t>Caso medio: </a:t>
            </a:r>
            <a:r>
              <a:rPr lang="it-IT" sz="2000" dirty="0"/>
              <a:t>?</a:t>
            </a: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B6CA56B9-14F2-4845-940E-318D1B4085A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1128"/>
          <a:stretch/>
        </p:blipFill>
        <p:spPr>
          <a:xfrm>
            <a:off x="3263449" y="5848125"/>
            <a:ext cx="3966510" cy="487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26435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Esempio</a:t>
            </a:r>
          </a:p>
        </p:txBody>
      </p:sp>
      <p:sp>
        <p:nvSpPr>
          <p:cNvPr id="4" name="Rettangolo 3"/>
          <p:cNvSpPr/>
          <p:nvPr/>
        </p:nvSpPr>
        <p:spPr>
          <a:xfrm>
            <a:off x="635432" y="1417638"/>
            <a:ext cx="782664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3200" dirty="0"/>
              <a:t>Ricerca di un elemento:</a:t>
            </a:r>
          </a:p>
        </p:txBody>
      </p:sp>
      <p:graphicFrame>
        <p:nvGraphicFramePr>
          <p:cNvPr id="5" name="Tabella 2">
            <a:extLst>
              <a:ext uri="{FF2B5EF4-FFF2-40B4-BE49-F238E27FC236}">
                <a16:creationId xmlns:a16="http://schemas.microsoft.com/office/drawing/2014/main" id="{5205B00C-C5E7-48C8-8EF5-1D6FE48B97A9}"/>
              </a:ext>
            </a:extLst>
          </p:cNvPr>
          <p:cNvGraphicFramePr>
            <a:graphicFrameLocks noGrp="1"/>
          </p:cNvGraphicFramePr>
          <p:nvPr/>
        </p:nvGraphicFramePr>
        <p:xfrm>
          <a:off x="1524001" y="2251231"/>
          <a:ext cx="609599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72838919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58451291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408809936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8627626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53451039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3554128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9893456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73404394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09591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6340992"/>
                  </a:ext>
                </a:extLst>
              </a:tr>
            </a:tbl>
          </a:graphicData>
        </a:graphic>
      </p:graphicFrame>
      <p:sp>
        <p:nvSpPr>
          <p:cNvPr id="6" name="CasellaDiTesto 5">
            <a:extLst>
              <a:ext uri="{FF2B5EF4-FFF2-40B4-BE49-F238E27FC236}">
                <a16:creationId xmlns:a16="http://schemas.microsoft.com/office/drawing/2014/main" id="{7E5274E1-FD79-4F55-AC63-4E9A65E318A5}"/>
              </a:ext>
            </a:extLst>
          </p:cNvPr>
          <p:cNvSpPr txBox="1"/>
          <p:nvPr/>
        </p:nvSpPr>
        <p:spPr>
          <a:xfrm>
            <a:off x="883405" y="2221961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000" dirty="0"/>
              <a:t>v[]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6112C059-0F96-4360-BE9B-F07AF75D5CB7}"/>
              </a:ext>
            </a:extLst>
          </p:cNvPr>
          <p:cNvSpPr txBox="1"/>
          <p:nvPr/>
        </p:nvSpPr>
        <p:spPr>
          <a:xfrm>
            <a:off x="1524001" y="2622071"/>
            <a:ext cx="61786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000" dirty="0"/>
              <a:t>v[0]	    v[1]       …                                                                v[n-1]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EBF1427D-AE35-4557-826A-F32E66FF991C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457200" y="3863050"/>
            <a:ext cx="5767480" cy="1985075"/>
          </a:xfrm>
          <a:prstGeom prst="rect">
            <a:avLst/>
          </a:prstGeom>
          <a:ln w="0">
            <a:solidFill>
              <a:schemeClr val="tx1"/>
            </a:solidFill>
          </a:ln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20ADF7E0-BF5A-401F-8856-32DB50FFF67D}"/>
              </a:ext>
            </a:extLst>
          </p:cNvPr>
          <p:cNvSpPr txBox="1"/>
          <p:nvPr/>
        </p:nvSpPr>
        <p:spPr>
          <a:xfrm>
            <a:off x="6447295" y="4076329"/>
            <a:ext cx="236091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000" b="1" dirty="0"/>
              <a:t>Caso migliore: </a:t>
            </a:r>
            <a:r>
              <a:rPr lang="it-IT" sz="2000" dirty="0"/>
              <a:t>1 </a:t>
            </a:r>
          </a:p>
          <a:p>
            <a:r>
              <a:rPr lang="it-IT" sz="2000" b="1" dirty="0"/>
              <a:t>Caso peggiore: </a:t>
            </a:r>
            <a:r>
              <a:rPr lang="it-IT" sz="2000" dirty="0"/>
              <a:t>n</a:t>
            </a:r>
          </a:p>
          <a:p>
            <a:r>
              <a:rPr lang="it-IT" sz="2000" b="1" dirty="0"/>
              <a:t>Caso medio: </a:t>
            </a:r>
            <a:r>
              <a:rPr lang="it-IT" sz="2000" dirty="0"/>
              <a:t>(n+1)/2 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7BEE60AB-382E-43CC-8C38-9AAFD39DCB5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1128"/>
          <a:stretch/>
        </p:blipFill>
        <p:spPr>
          <a:xfrm>
            <a:off x="3263449" y="5848125"/>
            <a:ext cx="3966510" cy="487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73587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9CE4ACF4375A4C8C0602FFE49177BE" ma:contentTypeVersion="6" ma:contentTypeDescription="Create a new document." ma:contentTypeScope="" ma:versionID="82a94c78be15446697ccc96dbbd817c7">
  <xsd:schema xmlns:xsd="http://www.w3.org/2001/XMLSchema" xmlns:xs="http://www.w3.org/2001/XMLSchema" xmlns:p="http://schemas.microsoft.com/office/2006/metadata/properties" xmlns:ns2="9f742c12-864c-4ce5-b6f6-1feb9fbefa8b" xmlns:ns3="368b7124-ee9b-43bd-a59a-62348eb2d076" targetNamespace="http://schemas.microsoft.com/office/2006/metadata/properties" ma:root="true" ma:fieldsID="3d066933c85ad0744444035c00985e91" ns2:_="" ns3:_="">
    <xsd:import namespace="9f742c12-864c-4ce5-b6f6-1feb9fbefa8b"/>
    <xsd:import namespace="368b7124-ee9b-43bd-a59a-62348eb2d0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742c12-864c-4ce5-b6f6-1feb9fbefa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8b7124-ee9b-43bd-a59a-62348eb2d076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9FA9114-661A-4C1C-95C4-B51CE3266B72}"/>
</file>

<file path=customXml/itemProps2.xml><?xml version="1.0" encoding="utf-8"?>
<ds:datastoreItem xmlns:ds="http://schemas.openxmlformats.org/officeDocument/2006/customXml" ds:itemID="{ADA0E266-0A61-4E56-B71A-45C3F63CCCD4}"/>
</file>

<file path=customXml/itemProps3.xml><?xml version="1.0" encoding="utf-8"?>
<ds:datastoreItem xmlns:ds="http://schemas.openxmlformats.org/officeDocument/2006/customXml" ds:itemID="{ACFDEE85-27DB-4E15-A4E5-73C64FCDE66A}"/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2874</Words>
  <Application>Microsoft Office PowerPoint</Application>
  <PresentationFormat>Presentazione su schermo (4:3)</PresentationFormat>
  <Paragraphs>349</Paragraphs>
  <Slides>49</Slides>
  <Notes>1</Notes>
  <HiddenSlides>4</HiddenSlides>
  <MMClips>0</MMClips>
  <ScaleCrop>false</ScaleCrop>
  <HeadingPairs>
    <vt:vector size="6" baseType="variant">
      <vt:variant>
        <vt:lpstr>Caratteri utilizzati</vt:lpstr>
      </vt:variant>
      <vt:variant>
        <vt:i4>8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49</vt:i4>
      </vt:variant>
    </vt:vector>
  </HeadingPairs>
  <TitlesOfParts>
    <vt:vector size="58" baseType="lpstr">
      <vt:lpstr>Arial</vt:lpstr>
      <vt:lpstr>Arial</vt:lpstr>
      <vt:lpstr>Calibri</vt:lpstr>
      <vt:lpstr>Cambria Math</vt:lpstr>
      <vt:lpstr>cmsy10</vt:lpstr>
      <vt:lpstr>Courier New</vt:lpstr>
      <vt:lpstr>docs-Calibri</vt:lpstr>
      <vt:lpstr>Symbol</vt:lpstr>
      <vt:lpstr>Tema di Office</vt:lpstr>
      <vt:lpstr>Complessità Francesco Guarnera Image Processing Lab - iplab.dmi.unict.it   francesco.guarnera@unict.it www.dmi.unict.it/fguarnera</vt:lpstr>
      <vt:lpstr>Analisi di Complessità</vt:lpstr>
      <vt:lpstr>Presentazione standard di PowerPoint</vt:lpstr>
      <vt:lpstr>Presentazione standard di PowerPoint</vt:lpstr>
      <vt:lpstr>Caso pessimo e caso medio</vt:lpstr>
      <vt:lpstr>Complessità temporale</vt:lpstr>
      <vt:lpstr>Complessità temporale</vt:lpstr>
      <vt:lpstr> Notazione Asintotica</vt:lpstr>
      <vt:lpstr> Notazione Asintotica ‘’O-grande’’</vt:lpstr>
      <vt:lpstr> Notazione Asintotica ‘’O-grande’’</vt:lpstr>
      <vt:lpstr> Notazione Asintotica ‘’O-grande’’</vt:lpstr>
      <vt:lpstr> Notazione Asintotica ‘’O-grande’’</vt:lpstr>
      <vt:lpstr> Notazione Asintotica ‘’O-grande’’</vt:lpstr>
      <vt:lpstr>Funzione costante</vt:lpstr>
      <vt:lpstr>Funzione lineare</vt:lpstr>
      <vt:lpstr>Funzione esponenziale</vt:lpstr>
      <vt:lpstr>Presentazione standard di PowerPoint</vt:lpstr>
      <vt:lpstr>Presentazione standard di PowerPoint</vt:lpstr>
      <vt:lpstr>Presentazione standard di PowerPoint</vt:lpstr>
      <vt:lpstr> Notazione Asintotica</vt:lpstr>
      <vt:lpstr> Notazione Asintotica</vt:lpstr>
      <vt:lpstr> Notazione Asintotica ‘’O-grande’’</vt:lpstr>
      <vt:lpstr> Notazione Asintotica ‘’O-grande’’</vt:lpstr>
      <vt:lpstr> Notazione Asintotica ‘’O-grande’’</vt:lpstr>
      <vt:lpstr>Esempi</vt:lpstr>
      <vt:lpstr>Esempi</vt:lpstr>
      <vt:lpstr> Notazione Asintotica ‘’-grande’’</vt:lpstr>
      <vt:lpstr> Notazione Asintotica ‘’-grande’’</vt:lpstr>
      <vt:lpstr> Notazione Asintotica ‘’ -grande’’</vt:lpstr>
      <vt:lpstr> Notazione Asintotica</vt:lpstr>
      <vt:lpstr> Notazione Asintotica</vt:lpstr>
      <vt:lpstr>Delimitazioni alla complessità di P</vt:lpstr>
      <vt:lpstr>Delimitazioni alla complessità di P</vt:lpstr>
      <vt:lpstr>Delimitazioni alla complessità di P</vt:lpstr>
      <vt:lpstr>Analisi di Algoritmi: esempi pratici</vt:lpstr>
      <vt:lpstr>Analisi di Algoritmi: esempi pratici</vt:lpstr>
      <vt:lpstr>Analisi di Algoritmi: esempi pratici</vt:lpstr>
      <vt:lpstr>Analisi di Algoritmi: esempi pratici</vt:lpstr>
      <vt:lpstr>Esempio</vt:lpstr>
      <vt:lpstr>Esempio</vt:lpstr>
      <vt:lpstr>Esempio</vt:lpstr>
      <vt:lpstr>Esempio</vt:lpstr>
      <vt:lpstr>Esempio</vt:lpstr>
      <vt:lpstr>Esempio</vt:lpstr>
      <vt:lpstr>Esempio</vt:lpstr>
      <vt:lpstr>Esempio</vt:lpstr>
      <vt:lpstr>Esempio</vt:lpstr>
      <vt:lpstr>Esempio</vt:lpstr>
      <vt:lpstr>Esempio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Rudimenti di Complessità</dc:title>
  <dc:creator>Catalano</dc:creator>
  <cp:lastModifiedBy>Francesco Guarnera</cp:lastModifiedBy>
  <cp:revision>40</cp:revision>
  <dcterms:created xsi:type="dcterms:W3CDTF">2014-03-10T14:32:17Z</dcterms:created>
  <dcterms:modified xsi:type="dcterms:W3CDTF">2023-05-02T09:35:10Z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0x010100CD9CE4ACF4375A4C8C0602FFE49177BE</vt:lpwstr>
  </property>
</Properties>
</file>