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14" r:id="rId2"/>
    <p:sldId id="257" r:id="rId3"/>
    <p:sldId id="260" r:id="rId4"/>
    <p:sldId id="316" r:id="rId5"/>
    <p:sldId id="317" r:id="rId6"/>
    <p:sldId id="318" r:id="rId7"/>
    <p:sldId id="258" r:id="rId8"/>
    <p:sldId id="259" r:id="rId9"/>
    <p:sldId id="325" r:id="rId10"/>
    <p:sldId id="315" r:id="rId11"/>
    <p:sldId id="326" r:id="rId12"/>
    <p:sldId id="327" r:id="rId13"/>
    <p:sldId id="328" r:id="rId14"/>
    <p:sldId id="329" r:id="rId15"/>
    <p:sldId id="261" r:id="rId16"/>
    <p:sldId id="331" r:id="rId17"/>
    <p:sldId id="262" r:id="rId18"/>
    <p:sldId id="263" r:id="rId19"/>
    <p:sldId id="266" r:id="rId20"/>
    <p:sldId id="267" r:id="rId21"/>
    <p:sldId id="273" r:id="rId22"/>
    <p:sldId id="264" r:id="rId23"/>
    <p:sldId id="265" r:id="rId24"/>
    <p:sldId id="319" r:id="rId25"/>
    <p:sldId id="324" r:id="rId26"/>
    <p:sldId id="321" r:id="rId27"/>
    <p:sldId id="322" r:id="rId28"/>
    <p:sldId id="320" r:id="rId29"/>
    <p:sldId id="268" r:id="rId30"/>
    <p:sldId id="269" r:id="rId31"/>
    <p:sldId id="270" r:id="rId32"/>
    <p:sldId id="271" r:id="rId33"/>
    <p:sldId id="330" r:id="rId34"/>
    <p:sldId id="272" r:id="rId35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68BC94-7D48-4286-B863-1406F63A5785}" v="15" dt="2022-03-14T08:10:24.188"/>
    <p1510:client id="{7CEE1637-F9E7-47C4-ABE6-2C31977DEB6F}" v="1" dt="2022-03-13T21:27:46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6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1168BC94-7D48-4286-B863-1406F63A5785}"/>
    <pc:docChg chg="custSel addSld modSld sldOrd">
      <pc:chgData name="Alessandro Ortis" userId="dcdc90ed-3509-45f7-ac48-ad038638580b" providerId="ADAL" clId="{1168BC94-7D48-4286-B863-1406F63A5785}" dt="2022-03-14T08:10:24.188" v="91" actId="20577"/>
      <pc:docMkLst>
        <pc:docMk/>
      </pc:docMkLst>
      <pc:sldChg chg="modSp mod">
        <pc:chgData name="Alessandro Ortis" userId="dcdc90ed-3509-45f7-ac48-ad038638580b" providerId="ADAL" clId="{1168BC94-7D48-4286-B863-1406F63A5785}" dt="2022-03-01T10:32:50.434" v="14" actId="20577"/>
        <pc:sldMkLst>
          <pc:docMk/>
          <pc:sldMk cId="3133654297" sldId="257"/>
        </pc:sldMkLst>
        <pc:spChg chg="mod">
          <ac:chgData name="Alessandro Ortis" userId="dcdc90ed-3509-45f7-ac48-ad038638580b" providerId="ADAL" clId="{1168BC94-7D48-4286-B863-1406F63A5785}" dt="2022-03-01T10:32:39.860" v="3" actId="14100"/>
          <ac:spMkLst>
            <pc:docMk/>
            <pc:sldMk cId="3133654297" sldId="257"/>
            <ac:spMk id="176137" creationId="{00000000-0000-0000-0000-000000000000}"/>
          </ac:spMkLst>
        </pc:spChg>
        <pc:spChg chg="mod">
          <ac:chgData name="Alessandro Ortis" userId="dcdc90ed-3509-45f7-ac48-ad038638580b" providerId="ADAL" clId="{1168BC94-7D48-4286-B863-1406F63A5785}" dt="2022-03-01T10:32:50.434" v="14" actId="20577"/>
          <ac:spMkLst>
            <pc:docMk/>
            <pc:sldMk cId="3133654297" sldId="257"/>
            <ac:spMk id="176143" creationId="{00000000-0000-0000-0000-000000000000}"/>
          </ac:spMkLst>
        </pc:spChg>
        <pc:spChg chg="mod">
          <ac:chgData name="Alessandro Ortis" userId="dcdc90ed-3509-45f7-ac48-ad038638580b" providerId="ADAL" clId="{1168BC94-7D48-4286-B863-1406F63A5785}" dt="2022-03-01T10:32:32.003" v="0" actId="1076"/>
          <ac:spMkLst>
            <pc:docMk/>
            <pc:sldMk cId="3133654297" sldId="257"/>
            <ac:spMk id="176144" creationId="{00000000-0000-0000-0000-000000000000}"/>
          </ac:spMkLst>
        </pc:spChg>
      </pc:sldChg>
      <pc:sldChg chg="modSp mod">
        <pc:chgData name="Alessandro Ortis" userId="dcdc90ed-3509-45f7-ac48-ad038638580b" providerId="ADAL" clId="{1168BC94-7D48-4286-B863-1406F63A5785}" dt="2022-03-01T10:38:16.552" v="15" actId="20577"/>
        <pc:sldMkLst>
          <pc:docMk/>
          <pc:sldMk cId="2443886851" sldId="259"/>
        </pc:sldMkLst>
        <pc:spChg chg="mod">
          <ac:chgData name="Alessandro Ortis" userId="dcdc90ed-3509-45f7-ac48-ad038638580b" providerId="ADAL" clId="{1168BC94-7D48-4286-B863-1406F63A5785}" dt="2022-03-01T10:38:16.552" v="15" actId="20577"/>
          <ac:spMkLst>
            <pc:docMk/>
            <pc:sldMk cId="2443886851" sldId="259"/>
            <ac:spMk id="227337" creationId="{00000000-0000-0000-0000-000000000000}"/>
          </ac:spMkLst>
        </pc:spChg>
      </pc:sldChg>
      <pc:sldChg chg="addSp delSp modSp mod modAnim">
        <pc:chgData name="Alessandro Ortis" userId="dcdc90ed-3509-45f7-ac48-ad038638580b" providerId="ADAL" clId="{1168BC94-7D48-4286-B863-1406F63A5785}" dt="2022-03-01T10:40:38.948" v="61" actId="20577"/>
        <pc:sldMkLst>
          <pc:docMk/>
          <pc:sldMk cId="1844745151" sldId="260"/>
        </pc:sldMkLst>
        <pc:spChg chg="mod">
          <ac:chgData name="Alessandro Ortis" userId="dcdc90ed-3509-45f7-ac48-ad038638580b" providerId="ADAL" clId="{1168BC94-7D48-4286-B863-1406F63A5785}" dt="2022-03-01T10:40:38.948" v="61" actId="20577"/>
          <ac:spMkLst>
            <pc:docMk/>
            <pc:sldMk cId="1844745151" sldId="260"/>
            <ac:spMk id="3" creationId="{00000000-0000-0000-0000-000000000000}"/>
          </ac:spMkLst>
        </pc:spChg>
        <pc:spChg chg="del mod">
          <ac:chgData name="Alessandro Ortis" userId="dcdc90ed-3509-45f7-ac48-ad038638580b" providerId="ADAL" clId="{1168BC94-7D48-4286-B863-1406F63A5785}" dt="2022-03-01T10:38:52.849" v="18" actId="478"/>
          <ac:spMkLst>
            <pc:docMk/>
            <pc:sldMk cId="1844745151" sldId="260"/>
            <ac:spMk id="4" creationId="{00000000-0000-0000-0000-000000000000}"/>
          </ac:spMkLst>
        </pc:spChg>
        <pc:spChg chg="mod">
          <ac:chgData name="Alessandro Ortis" userId="dcdc90ed-3509-45f7-ac48-ad038638580b" providerId="ADAL" clId="{1168BC94-7D48-4286-B863-1406F63A5785}" dt="2022-03-01T10:39:51.610" v="36" actId="1076"/>
          <ac:spMkLst>
            <pc:docMk/>
            <pc:sldMk cId="1844745151" sldId="260"/>
            <ac:spMk id="5" creationId="{00000000-0000-0000-0000-000000000000}"/>
          </ac:spMkLst>
        </pc:spChg>
        <pc:spChg chg="add mod">
          <ac:chgData name="Alessandro Ortis" userId="dcdc90ed-3509-45f7-ac48-ad038638580b" providerId="ADAL" clId="{1168BC94-7D48-4286-B863-1406F63A5785}" dt="2022-03-01T10:39:49.602" v="35" actId="1076"/>
          <ac:spMkLst>
            <pc:docMk/>
            <pc:sldMk cId="1844745151" sldId="260"/>
            <ac:spMk id="6" creationId="{FA237635-DF82-436A-B024-C12C72FDB2A2}"/>
          </ac:spMkLst>
        </pc:spChg>
      </pc:sldChg>
      <pc:sldChg chg="modSp mod">
        <pc:chgData name="Alessandro Ortis" userId="dcdc90ed-3509-45f7-ac48-ad038638580b" providerId="ADAL" clId="{1168BC94-7D48-4286-B863-1406F63A5785}" dt="2022-03-01T10:39:38.081" v="25" actId="27636"/>
        <pc:sldMkLst>
          <pc:docMk/>
          <pc:sldMk cId="1890613303" sldId="272"/>
        </pc:sldMkLst>
        <pc:spChg chg="mod">
          <ac:chgData name="Alessandro Ortis" userId="dcdc90ed-3509-45f7-ac48-ad038638580b" providerId="ADAL" clId="{1168BC94-7D48-4286-B863-1406F63A5785}" dt="2022-03-01T10:39:38.081" v="25" actId="27636"/>
          <ac:spMkLst>
            <pc:docMk/>
            <pc:sldMk cId="1890613303" sldId="272"/>
            <ac:spMk id="3" creationId="{00000000-0000-0000-0000-000000000000}"/>
          </ac:spMkLst>
        </pc:spChg>
      </pc:sldChg>
      <pc:sldChg chg="add ord">
        <pc:chgData name="Alessandro Ortis" userId="dcdc90ed-3509-45f7-ac48-ad038638580b" providerId="ADAL" clId="{1168BC94-7D48-4286-B863-1406F63A5785}" dt="2022-03-03T09:53:08.868" v="64"/>
        <pc:sldMkLst>
          <pc:docMk/>
          <pc:sldMk cId="0" sldId="314"/>
        </pc:sldMkLst>
      </pc:sldChg>
      <pc:sldChg chg="modAnim">
        <pc:chgData name="Alessandro Ortis" userId="dcdc90ed-3509-45f7-ac48-ad038638580b" providerId="ADAL" clId="{1168BC94-7D48-4286-B863-1406F63A5785}" dt="2022-03-10T17:04:27.540" v="75"/>
        <pc:sldMkLst>
          <pc:docMk/>
          <pc:sldMk cId="1533449403" sldId="326"/>
        </pc:sldMkLst>
      </pc:sldChg>
      <pc:sldChg chg="addSp delSp modSp mod delAnim modAnim">
        <pc:chgData name="Alessandro Ortis" userId="dcdc90ed-3509-45f7-ac48-ad038638580b" providerId="ADAL" clId="{1168BC94-7D48-4286-B863-1406F63A5785}" dt="2022-03-10T17:04:18.987" v="72"/>
        <pc:sldMkLst>
          <pc:docMk/>
          <pc:sldMk cId="4005784714" sldId="327"/>
        </pc:sldMkLst>
        <pc:spChg chg="del">
          <ac:chgData name="Alessandro Ortis" userId="dcdc90ed-3509-45f7-ac48-ad038638580b" providerId="ADAL" clId="{1168BC94-7D48-4286-B863-1406F63A5785}" dt="2022-03-09T10:14:53.665" v="67" actId="478"/>
          <ac:spMkLst>
            <pc:docMk/>
            <pc:sldMk cId="4005784714" sldId="327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1168BC94-7D48-4286-B863-1406F63A5785}" dt="2022-03-09T10:14:52.031" v="66"/>
          <ac:spMkLst>
            <pc:docMk/>
            <pc:sldMk cId="4005784714" sldId="327"/>
            <ac:spMk id="4" creationId="{9E551610-4293-4528-B99C-0505AE98FEB4}"/>
          </ac:spMkLst>
        </pc:spChg>
        <pc:spChg chg="add mod">
          <ac:chgData name="Alessandro Ortis" userId="dcdc90ed-3509-45f7-ac48-ad038638580b" providerId="ADAL" clId="{1168BC94-7D48-4286-B863-1406F63A5785}" dt="2022-03-09T10:14:54.159" v="68"/>
          <ac:spMkLst>
            <pc:docMk/>
            <pc:sldMk cId="4005784714" sldId="327"/>
            <ac:spMk id="5" creationId="{B16417FE-12CB-47BD-B40D-CD17586F06E6}"/>
          </ac:spMkLst>
        </pc:spChg>
      </pc:sldChg>
      <pc:sldChg chg="modSp mod modAnim">
        <pc:chgData name="Alessandro Ortis" userId="dcdc90ed-3509-45f7-ac48-ad038638580b" providerId="ADAL" clId="{1168BC94-7D48-4286-B863-1406F63A5785}" dt="2022-03-10T17:04:15.318" v="71"/>
        <pc:sldMkLst>
          <pc:docMk/>
          <pc:sldMk cId="1070909249" sldId="328"/>
        </pc:sldMkLst>
        <pc:spChg chg="mod">
          <ac:chgData name="Alessandro Ortis" userId="dcdc90ed-3509-45f7-ac48-ad038638580b" providerId="ADAL" clId="{1168BC94-7D48-4286-B863-1406F63A5785}" dt="2022-03-09T10:15:01.641" v="70" actId="6549"/>
          <ac:spMkLst>
            <pc:docMk/>
            <pc:sldMk cId="1070909249" sldId="328"/>
            <ac:spMk id="8" creationId="{AE0672B4-4C02-47CF-A817-67656BCFD139}"/>
          </ac:spMkLst>
        </pc:spChg>
      </pc:sldChg>
      <pc:sldChg chg="modSp add modAnim">
        <pc:chgData name="Alessandro Ortis" userId="dcdc90ed-3509-45f7-ac48-ad038638580b" providerId="ADAL" clId="{1168BC94-7D48-4286-B863-1406F63A5785}" dt="2022-03-14T08:10:24.188" v="91" actId="20577"/>
        <pc:sldMkLst>
          <pc:docMk/>
          <pc:sldMk cId="1364049788" sldId="332"/>
        </pc:sldMkLst>
        <pc:spChg chg="mod">
          <ac:chgData name="Alessandro Ortis" userId="dcdc90ed-3509-45f7-ac48-ad038638580b" providerId="ADAL" clId="{1168BC94-7D48-4286-B863-1406F63A5785}" dt="2022-03-14T08:10:24.188" v="91" actId="20577"/>
          <ac:spMkLst>
            <pc:docMk/>
            <pc:sldMk cId="1364049788" sldId="332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7CEE1637-F9E7-47C4-ABE6-2C31977DEB6F}"/>
    <pc:docChg chg="undo custSel addSld delSld modSld sldOrd">
      <pc:chgData name="Alessandro Ortis" userId="dcdc90ed-3509-45f7-ac48-ad038638580b" providerId="ADAL" clId="{7CEE1637-F9E7-47C4-ABE6-2C31977DEB6F}" dt="2022-03-13T21:29:22.731" v="3641" actId="5793"/>
      <pc:docMkLst>
        <pc:docMk/>
      </pc:docMkLst>
      <pc:sldChg chg="modSp mod">
        <pc:chgData name="Alessandro Ortis" userId="dcdc90ed-3509-45f7-ac48-ad038638580b" providerId="ADAL" clId="{7CEE1637-F9E7-47C4-ABE6-2C31977DEB6F}" dt="2022-03-08T17:49:20.507" v="2738" actId="1076"/>
        <pc:sldMkLst>
          <pc:docMk/>
          <pc:sldMk cId="1224523349" sldId="258"/>
        </pc:sldMkLst>
        <pc:spChg chg="mod">
          <ac:chgData name="Alessandro Ortis" userId="dcdc90ed-3509-45f7-ac48-ad038638580b" providerId="ADAL" clId="{7CEE1637-F9E7-47C4-ABE6-2C31977DEB6F}" dt="2022-03-08T17:49:20.507" v="2738" actId="1076"/>
          <ac:spMkLst>
            <pc:docMk/>
            <pc:sldMk cId="1224523349" sldId="258"/>
            <ac:spMk id="227330" creationId="{00000000-0000-0000-0000-000000000000}"/>
          </ac:spMkLst>
        </pc:spChg>
      </pc:sldChg>
      <pc:sldChg chg="modSp mod">
        <pc:chgData name="Alessandro Ortis" userId="dcdc90ed-3509-45f7-ac48-ad038638580b" providerId="ADAL" clId="{7CEE1637-F9E7-47C4-ABE6-2C31977DEB6F}" dt="2022-03-08T17:49:28.481" v="2740" actId="1076"/>
        <pc:sldMkLst>
          <pc:docMk/>
          <pc:sldMk cId="2443886851" sldId="259"/>
        </pc:sldMkLst>
        <pc:spChg chg="mod">
          <ac:chgData name="Alessandro Ortis" userId="dcdc90ed-3509-45f7-ac48-ad038638580b" providerId="ADAL" clId="{7CEE1637-F9E7-47C4-ABE6-2C31977DEB6F}" dt="2022-03-08T17:49:26.347" v="2739" actId="1076"/>
          <ac:spMkLst>
            <pc:docMk/>
            <pc:sldMk cId="2443886851" sldId="259"/>
            <ac:spMk id="227330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8T17:49:28.481" v="2740" actId="1076"/>
          <ac:spMkLst>
            <pc:docMk/>
            <pc:sldMk cId="2443886851" sldId="259"/>
            <ac:spMk id="227337" creationId="{00000000-0000-0000-0000-000000000000}"/>
          </ac:spMkLst>
        </pc:spChg>
      </pc:sldChg>
      <pc:sldChg chg="add">
        <pc:chgData name="Alessandro Ortis" userId="dcdc90ed-3509-45f7-ac48-ad038638580b" providerId="ADAL" clId="{7CEE1637-F9E7-47C4-ABE6-2C31977DEB6F}" dt="2022-03-04T17:35:19.364" v="1428"/>
        <pc:sldMkLst>
          <pc:docMk/>
          <pc:sldMk cId="1093555352" sldId="260"/>
        </pc:sldMkLst>
      </pc:sldChg>
      <pc:sldChg chg="del">
        <pc:chgData name="Alessandro Ortis" userId="dcdc90ed-3509-45f7-ac48-ad038638580b" providerId="ADAL" clId="{7CEE1637-F9E7-47C4-ABE6-2C31977DEB6F}" dt="2022-03-04T17:35:07.990" v="1427" actId="2696"/>
        <pc:sldMkLst>
          <pc:docMk/>
          <pc:sldMk cId="1844745151" sldId="260"/>
        </pc:sldMkLst>
      </pc:sldChg>
      <pc:sldChg chg="modSp mod">
        <pc:chgData name="Alessandro Ortis" userId="dcdc90ed-3509-45f7-ac48-ad038638580b" providerId="ADAL" clId="{7CEE1637-F9E7-47C4-ABE6-2C31977DEB6F}" dt="2022-03-08T17:49:50.849" v="2752" actId="1038"/>
        <pc:sldMkLst>
          <pc:docMk/>
          <pc:sldMk cId="160160752" sldId="263"/>
        </pc:sldMkLst>
        <pc:spChg chg="mod">
          <ac:chgData name="Alessandro Ortis" userId="dcdc90ed-3509-45f7-ac48-ad038638580b" providerId="ADAL" clId="{7CEE1637-F9E7-47C4-ABE6-2C31977DEB6F}" dt="2022-03-08T17:49:50.849" v="2752" actId="1038"/>
          <ac:spMkLst>
            <pc:docMk/>
            <pc:sldMk cId="160160752" sldId="263"/>
            <ac:spMk id="4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8T17:49:43.174" v="2741" actId="1076"/>
          <ac:spMkLst>
            <pc:docMk/>
            <pc:sldMk cId="160160752" sldId="263"/>
            <ac:spMk id="227330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8T17:49:50.849" v="2752" actId="1038"/>
          <ac:spMkLst>
            <pc:docMk/>
            <pc:sldMk cId="160160752" sldId="263"/>
            <ac:spMk id="227337" creationId="{00000000-0000-0000-0000-000000000000}"/>
          </ac:spMkLst>
        </pc:spChg>
      </pc:sldChg>
      <pc:sldChg chg="ord">
        <pc:chgData name="Alessandro Ortis" userId="dcdc90ed-3509-45f7-ac48-ad038638580b" providerId="ADAL" clId="{7CEE1637-F9E7-47C4-ABE6-2C31977DEB6F}" dt="2022-03-04T17:34:49.035" v="1426"/>
        <pc:sldMkLst>
          <pc:docMk/>
          <pc:sldMk cId="1808511384" sldId="264"/>
        </pc:sldMkLst>
      </pc:sldChg>
      <pc:sldChg chg="ord">
        <pc:chgData name="Alessandro Ortis" userId="dcdc90ed-3509-45f7-ac48-ad038638580b" providerId="ADAL" clId="{7CEE1637-F9E7-47C4-ABE6-2C31977DEB6F}" dt="2022-03-04T17:34:49.035" v="1426"/>
        <pc:sldMkLst>
          <pc:docMk/>
          <pc:sldMk cId="2074439155" sldId="265"/>
        </pc:sldMkLst>
      </pc:sldChg>
      <pc:sldChg chg="addSp modSp mod">
        <pc:chgData name="Alessandro Ortis" userId="dcdc90ed-3509-45f7-ac48-ad038638580b" providerId="ADAL" clId="{7CEE1637-F9E7-47C4-ABE6-2C31977DEB6F}" dt="2022-03-08T17:49:57.062" v="2753" actId="1076"/>
        <pc:sldMkLst>
          <pc:docMk/>
          <pc:sldMk cId="3794711612" sldId="266"/>
        </pc:sldMkLst>
        <pc:spChg chg="mod">
          <ac:chgData name="Alessandro Ortis" userId="dcdc90ed-3509-45f7-ac48-ad038638580b" providerId="ADAL" clId="{7CEE1637-F9E7-47C4-ABE6-2C31977DEB6F}" dt="2022-03-04T18:45:39.500" v="2724" actId="1076"/>
          <ac:spMkLst>
            <pc:docMk/>
            <pc:sldMk cId="3794711612" sldId="266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7CEE1637-F9E7-47C4-ABE6-2C31977DEB6F}" dt="2022-03-04T18:45:30.930" v="2722" actId="1076"/>
          <ac:spMkLst>
            <pc:docMk/>
            <pc:sldMk cId="3794711612" sldId="266"/>
            <ac:spMk id="5" creationId="{7CAF464D-B189-4084-9331-19643B9F358E}"/>
          </ac:spMkLst>
        </pc:spChg>
        <pc:spChg chg="mod">
          <ac:chgData name="Alessandro Ortis" userId="dcdc90ed-3509-45f7-ac48-ad038638580b" providerId="ADAL" clId="{7CEE1637-F9E7-47C4-ABE6-2C31977DEB6F}" dt="2022-03-08T17:49:57.062" v="2753" actId="1076"/>
          <ac:spMkLst>
            <pc:docMk/>
            <pc:sldMk cId="3794711612" sldId="266"/>
            <ac:spMk id="227330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4T18:45:36.555" v="2723" actId="1076"/>
          <ac:spMkLst>
            <pc:docMk/>
            <pc:sldMk cId="3794711612" sldId="266"/>
            <ac:spMk id="227337" creationId="{00000000-0000-0000-0000-000000000000}"/>
          </ac:spMkLst>
        </pc:spChg>
      </pc:sldChg>
      <pc:sldChg chg="modSp mod modShow">
        <pc:chgData name="Alessandro Ortis" userId="dcdc90ed-3509-45f7-ac48-ad038638580b" providerId="ADAL" clId="{7CEE1637-F9E7-47C4-ABE6-2C31977DEB6F}" dt="2022-03-08T17:50:00.452" v="2754" actId="1076"/>
        <pc:sldMkLst>
          <pc:docMk/>
          <pc:sldMk cId="243084371" sldId="267"/>
        </pc:sldMkLst>
        <pc:spChg chg="mod">
          <ac:chgData name="Alessandro Ortis" userId="dcdc90ed-3509-45f7-ac48-ad038638580b" providerId="ADAL" clId="{7CEE1637-F9E7-47C4-ABE6-2C31977DEB6F}" dt="2022-03-08T17:50:00.452" v="2754" actId="1076"/>
          <ac:spMkLst>
            <pc:docMk/>
            <pc:sldMk cId="243084371" sldId="267"/>
            <ac:spMk id="227330" creationId="{00000000-0000-0000-0000-000000000000}"/>
          </ac:spMkLst>
        </pc:spChg>
      </pc:sldChg>
      <pc:sldChg chg="addSp modSp del mod">
        <pc:chgData name="Alessandro Ortis" userId="dcdc90ed-3509-45f7-ac48-ad038638580b" providerId="ADAL" clId="{7CEE1637-F9E7-47C4-ABE6-2C31977DEB6F}" dt="2022-03-04T18:23:16.476" v="2530" actId="2696"/>
        <pc:sldMkLst>
          <pc:docMk/>
          <pc:sldMk cId="1321338858" sldId="268"/>
        </pc:sldMkLst>
        <pc:spChg chg="add mod">
          <ac:chgData name="Alessandro Ortis" userId="dcdc90ed-3509-45f7-ac48-ad038638580b" providerId="ADAL" clId="{7CEE1637-F9E7-47C4-ABE6-2C31977DEB6F}" dt="2022-03-04T18:22:05.214" v="2521" actId="21"/>
          <ac:spMkLst>
            <pc:docMk/>
            <pc:sldMk cId="1321338858" sldId="268"/>
            <ac:spMk id="5" creationId="{C6F48389-7310-42C3-94A7-3A4CBFD3A95C}"/>
          </ac:spMkLst>
        </pc:spChg>
        <pc:spChg chg="add mod">
          <ac:chgData name="Alessandro Ortis" userId="dcdc90ed-3509-45f7-ac48-ad038638580b" providerId="ADAL" clId="{7CEE1637-F9E7-47C4-ABE6-2C31977DEB6F}" dt="2022-03-04T18:22:27.247" v="2529" actId="1076"/>
          <ac:spMkLst>
            <pc:docMk/>
            <pc:sldMk cId="1321338858" sldId="268"/>
            <ac:spMk id="6" creationId="{ADD9640F-CBAD-4EF9-81AE-884AD5CBA634}"/>
          </ac:spMkLst>
        </pc:spChg>
        <pc:picChg chg="mod">
          <ac:chgData name="Alessandro Ortis" userId="dcdc90ed-3509-45f7-ac48-ad038638580b" providerId="ADAL" clId="{7CEE1637-F9E7-47C4-ABE6-2C31977DEB6F}" dt="2022-03-04T18:22:15.877" v="2527" actId="14100"/>
          <ac:picMkLst>
            <pc:docMk/>
            <pc:sldMk cId="1321338858" sldId="268"/>
            <ac:picMk id="4" creationId="{00000000-0000-0000-0000-000000000000}"/>
          </ac:picMkLst>
        </pc:picChg>
      </pc:sldChg>
      <pc:sldChg chg="modSp add mod">
        <pc:chgData name="Alessandro Ortis" userId="dcdc90ed-3509-45f7-ac48-ad038638580b" providerId="ADAL" clId="{7CEE1637-F9E7-47C4-ABE6-2C31977DEB6F}" dt="2022-03-04T18:30:03.535" v="2553" actId="6549"/>
        <pc:sldMkLst>
          <pc:docMk/>
          <pc:sldMk cId="4201286155" sldId="268"/>
        </pc:sldMkLst>
        <pc:spChg chg="mod">
          <ac:chgData name="Alessandro Ortis" userId="dcdc90ed-3509-45f7-ac48-ad038638580b" providerId="ADAL" clId="{7CEE1637-F9E7-47C4-ABE6-2C31977DEB6F}" dt="2022-03-04T18:30:03.535" v="2553" actId="6549"/>
          <ac:spMkLst>
            <pc:docMk/>
            <pc:sldMk cId="4201286155" sldId="268"/>
            <ac:spMk id="5" creationId="{C6F48389-7310-42C3-94A7-3A4CBFD3A95C}"/>
          </ac:spMkLst>
        </pc:spChg>
      </pc:sldChg>
      <pc:sldChg chg="del">
        <pc:chgData name="Alessandro Ortis" userId="dcdc90ed-3509-45f7-ac48-ad038638580b" providerId="ADAL" clId="{7CEE1637-F9E7-47C4-ABE6-2C31977DEB6F}" dt="2022-03-04T18:23:16.476" v="2530" actId="2696"/>
        <pc:sldMkLst>
          <pc:docMk/>
          <pc:sldMk cId="2491969407" sldId="269"/>
        </pc:sldMkLst>
      </pc:sldChg>
      <pc:sldChg chg="add">
        <pc:chgData name="Alessandro Ortis" userId="dcdc90ed-3509-45f7-ac48-ad038638580b" providerId="ADAL" clId="{7CEE1637-F9E7-47C4-ABE6-2C31977DEB6F}" dt="2022-03-04T18:23:19.471" v="2531"/>
        <pc:sldMkLst>
          <pc:docMk/>
          <pc:sldMk cId="2772097908" sldId="269"/>
        </pc:sldMkLst>
      </pc:sldChg>
      <pc:sldChg chg="add">
        <pc:chgData name="Alessandro Ortis" userId="dcdc90ed-3509-45f7-ac48-ad038638580b" providerId="ADAL" clId="{7CEE1637-F9E7-47C4-ABE6-2C31977DEB6F}" dt="2022-03-04T18:23:19.471" v="2531"/>
        <pc:sldMkLst>
          <pc:docMk/>
          <pc:sldMk cId="1193859996" sldId="270"/>
        </pc:sldMkLst>
      </pc:sldChg>
      <pc:sldChg chg="del">
        <pc:chgData name="Alessandro Ortis" userId="dcdc90ed-3509-45f7-ac48-ad038638580b" providerId="ADAL" clId="{7CEE1637-F9E7-47C4-ABE6-2C31977DEB6F}" dt="2022-03-04T18:23:16.476" v="2530" actId="2696"/>
        <pc:sldMkLst>
          <pc:docMk/>
          <pc:sldMk cId="3713547509" sldId="270"/>
        </pc:sldMkLst>
      </pc:sldChg>
      <pc:sldChg chg="add">
        <pc:chgData name="Alessandro Ortis" userId="dcdc90ed-3509-45f7-ac48-ad038638580b" providerId="ADAL" clId="{7CEE1637-F9E7-47C4-ABE6-2C31977DEB6F}" dt="2022-03-04T18:23:19.471" v="2531"/>
        <pc:sldMkLst>
          <pc:docMk/>
          <pc:sldMk cId="1502156752" sldId="271"/>
        </pc:sldMkLst>
      </pc:sldChg>
      <pc:sldChg chg="del">
        <pc:chgData name="Alessandro Ortis" userId="dcdc90ed-3509-45f7-ac48-ad038638580b" providerId="ADAL" clId="{7CEE1637-F9E7-47C4-ABE6-2C31977DEB6F}" dt="2022-03-04T18:23:16.476" v="2530" actId="2696"/>
        <pc:sldMkLst>
          <pc:docMk/>
          <pc:sldMk cId="2745336700" sldId="271"/>
        </pc:sldMkLst>
      </pc:sldChg>
      <pc:sldChg chg="addSp delSp mod modShow">
        <pc:chgData name="Alessandro Ortis" userId="dcdc90ed-3509-45f7-ac48-ad038638580b" providerId="ADAL" clId="{7CEE1637-F9E7-47C4-ABE6-2C31977DEB6F}" dt="2022-03-04T18:01:19.161" v="1430" actId="22"/>
        <pc:sldMkLst>
          <pc:docMk/>
          <pc:sldMk cId="1890613303" sldId="272"/>
        </pc:sldMkLst>
        <pc:spChg chg="add del">
          <ac:chgData name="Alessandro Ortis" userId="dcdc90ed-3509-45f7-ac48-ad038638580b" providerId="ADAL" clId="{7CEE1637-F9E7-47C4-ABE6-2C31977DEB6F}" dt="2022-03-04T18:01:19.161" v="1430" actId="22"/>
          <ac:spMkLst>
            <pc:docMk/>
            <pc:sldMk cId="1890613303" sldId="272"/>
            <ac:spMk id="5" creationId="{82AB23B8-A558-4E47-A937-C4CAF26BC16B}"/>
          </ac:spMkLst>
        </pc:spChg>
      </pc:sldChg>
      <pc:sldChg chg="mod modShow">
        <pc:chgData name="Alessandro Ortis" userId="dcdc90ed-3509-45f7-ac48-ad038638580b" providerId="ADAL" clId="{7CEE1637-F9E7-47C4-ABE6-2C31977DEB6F}" dt="2022-03-04T16:39:41.211" v="2" actId="729"/>
        <pc:sldMkLst>
          <pc:docMk/>
          <pc:sldMk cId="2760908016" sldId="273"/>
        </pc:sldMkLst>
      </pc:sldChg>
      <pc:sldChg chg="modSp mod">
        <pc:chgData name="Alessandro Ortis" userId="dcdc90ed-3509-45f7-ac48-ad038638580b" providerId="ADAL" clId="{7CEE1637-F9E7-47C4-ABE6-2C31977DEB6F}" dt="2022-03-08T17:48:44.772" v="2736" actId="6549"/>
        <pc:sldMkLst>
          <pc:docMk/>
          <pc:sldMk cId="0" sldId="314"/>
        </pc:sldMkLst>
        <pc:spChg chg="mod">
          <ac:chgData name="Alessandro Ortis" userId="dcdc90ed-3509-45f7-ac48-ad038638580b" providerId="ADAL" clId="{7CEE1637-F9E7-47C4-ABE6-2C31977DEB6F}" dt="2022-03-08T17:48:44.772" v="2736" actId="6549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 modAnim">
        <pc:chgData name="Alessandro Ortis" userId="dcdc90ed-3509-45f7-ac48-ad038638580b" providerId="ADAL" clId="{7CEE1637-F9E7-47C4-ABE6-2C31977DEB6F}" dt="2022-03-04T17:08:00.142" v="193" actId="20577"/>
        <pc:sldMkLst>
          <pc:docMk/>
          <pc:sldMk cId="477327862" sldId="315"/>
        </pc:sldMkLst>
        <pc:spChg chg="mod">
          <ac:chgData name="Alessandro Ortis" userId="dcdc90ed-3509-45f7-ac48-ad038638580b" providerId="ADAL" clId="{7CEE1637-F9E7-47C4-ABE6-2C31977DEB6F}" dt="2022-03-04T17:06:34.919" v="48" actId="20577"/>
          <ac:spMkLst>
            <pc:docMk/>
            <pc:sldMk cId="477327862" sldId="315"/>
            <ac:spMk id="2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4T17:08:00.142" v="193" actId="20577"/>
          <ac:spMkLst>
            <pc:docMk/>
            <pc:sldMk cId="477327862" sldId="315"/>
            <ac:spMk id="3" creationId="{00000000-0000-0000-0000-000000000000}"/>
          </ac:spMkLst>
        </pc:spChg>
        <pc:spChg chg="del">
          <ac:chgData name="Alessandro Ortis" userId="dcdc90ed-3509-45f7-ac48-ad038638580b" providerId="ADAL" clId="{7CEE1637-F9E7-47C4-ABE6-2C31977DEB6F}" dt="2022-03-04T17:07:36.776" v="124" actId="478"/>
          <ac:spMkLst>
            <pc:docMk/>
            <pc:sldMk cId="477327862" sldId="315"/>
            <ac:spMk id="5" creationId="{00000000-0000-0000-0000-000000000000}"/>
          </ac:spMkLst>
        </pc:spChg>
        <pc:spChg chg="del">
          <ac:chgData name="Alessandro Ortis" userId="dcdc90ed-3509-45f7-ac48-ad038638580b" providerId="ADAL" clId="{7CEE1637-F9E7-47C4-ABE6-2C31977DEB6F}" dt="2022-03-04T17:07:34.909" v="123" actId="478"/>
          <ac:spMkLst>
            <pc:docMk/>
            <pc:sldMk cId="477327862" sldId="315"/>
            <ac:spMk id="6" creationId="{FA237635-DF82-436A-B024-C12C72FDB2A2}"/>
          </ac:spMkLst>
        </pc:spChg>
      </pc:sldChg>
      <pc:sldChg chg="delSp add del mod">
        <pc:chgData name="Alessandro Ortis" userId="dcdc90ed-3509-45f7-ac48-ad038638580b" providerId="ADAL" clId="{7CEE1637-F9E7-47C4-ABE6-2C31977DEB6F}" dt="2022-03-04T17:19:59.506" v="196" actId="47"/>
        <pc:sldMkLst>
          <pc:docMk/>
          <pc:sldMk cId="1299808485" sldId="316"/>
        </pc:sldMkLst>
        <pc:spChg chg="del">
          <ac:chgData name="Alessandro Ortis" userId="dcdc90ed-3509-45f7-ac48-ad038638580b" providerId="ADAL" clId="{7CEE1637-F9E7-47C4-ABE6-2C31977DEB6F}" dt="2022-03-04T17:19:54.772" v="195" actId="478"/>
          <ac:spMkLst>
            <pc:docMk/>
            <pc:sldMk cId="1299808485" sldId="316"/>
            <ac:spMk id="176144" creationId="{00000000-0000-0000-0000-000000000000}"/>
          </ac:spMkLst>
        </pc:spChg>
      </pc:sldChg>
      <pc:sldChg chg="delSp modSp add mod">
        <pc:chgData name="Alessandro Ortis" userId="dcdc90ed-3509-45f7-ac48-ad038638580b" providerId="ADAL" clId="{7CEE1637-F9E7-47C4-ABE6-2C31977DEB6F}" dt="2022-03-08T17:49:05.537" v="2737" actId="6549"/>
        <pc:sldMkLst>
          <pc:docMk/>
          <pc:sldMk cId="2371449619" sldId="316"/>
        </pc:sldMkLst>
        <pc:spChg chg="mod">
          <ac:chgData name="Alessandro Ortis" userId="dcdc90ed-3509-45f7-ac48-ad038638580b" providerId="ADAL" clId="{7CEE1637-F9E7-47C4-ABE6-2C31977DEB6F}" dt="2022-03-08T17:49:05.537" v="2737" actId="6549"/>
          <ac:spMkLst>
            <pc:docMk/>
            <pc:sldMk cId="2371449619" sldId="316"/>
            <ac:spMk id="176137" creationId="{00000000-0000-0000-0000-000000000000}"/>
          </ac:spMkLst>
        </pc:spChg>
        <pc:spChg chg="del">
          <ac:chgData name="Alessandro Ortis" userId="dcdc90ed-3509-45f7-ac48-ad038638580b" providerId="ADAL" clId="{7CEE1637-F9E7-47C4-ABE6-2C31977DEB6F}" dt="2022-03-04T17:24:15.642" v="364" actId="478"/>
          <ac:spMkLst>
            <pc:docMk/>
            <pc:sldMk cId="2371449619" sldId="316"/>
            <ac:spMk id="176143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4T17:29:02.766" v="896" actId="1076"/>
          <ac:spMkLst>
            <pc:docMk/>
            <pc:sldMk cId="2371449619" sldId="316"/>
            <ac:spMk id="176144" creationId="{00000000-0000-0000-0000-000000000000}"/>
          </ac:spMkLst>
        </pc:spChg>
      </pc:sldChg>
      <pc:sldChg chg="modSp add mod">
        <pc:chgData name="Alessandro Ortis" userId="dcdc90ed-3509-45f7-ac48-ad038638580b" providerId="ADAL" clId="{7CEE1637-F9E7-47C4-ABE6-2C31977DEB6F}" dt="2022-03-04T17:33:30.679" v="1423" actId="20577"/>
        <pc:sldMkLst>
          <pc:docMk/>
          <pc:sldMk cId="210301425" sldId="317"/>
        </pc:sldMkLst>
        <pc:spChg chg="mod">
          <ac:chgData name="Alessandro Ortis" userId="dcdc90ed-3509-45f7-ac48-ad038638580b" providerId="ADAL" clId="{7CEE1637-F9E7-47C4-ABE6-2C31977DEB6F}" dt="2022-03-04T17:33:27.725" v="1422" actId="6549"/>
          <ac:spMkLst>
            <pc:docMk/>
            <pc:sldMk cId="210301425" sldId="317"/>
            <ac:spMk id="176137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4T17:33:30.679" v="1423" actId="20577"/>
          <ac:spMkLst>
            <pc:docMk/>
            <pc:sldMk cId="210301425" sldId="317"/>
            <ac:spMk id="176144" creationId="{00000000-0000-0000-0000-000000000000}"/>
          </ac:spMkLst>
        </pc:spChg>
      </pc:sldChg>
      <pc:sldChg chg="modSp add mod">
        <pc:chgData name="Alessandro Ortis" userId="dcdc90ed-3509-45f7-ac48-ad038638580b" providerId="ADAL" clId="{7CEE1637-F9E7-47C4-ABE6-2C31977DEB6F}" dt="2022-03-04T17:33:34.559" v="1424" actId="20577"/>
        <pc:sldMkLst>
          <pc:docMk/>
          <pc:sldMk cId="2000301063" sldId="318"/>
        </pc:sldMkLst>
        <pc:spChg chg="mod">
          <ac:chgData name="Alessandro Ortis" userId="dcdc90ed-3509-45f7-ac48-ad038638580b" providerId="ADAL" clId="{7CEE1637-F9E7-47C4-ABE6-2C31977DEB6F}" dt="2022-03-04T17:33:34.559" v="1424" actId="20577"/>
          <ac:spMkLst>
            <pc:docMk/>
            <pc:sldMk cId="2000301063" sldId="318"/>
            <ac:spMk id="176144" creationId="{00000000-0000-0000-0000-000000000000}"/>
          </ac:spMkLst>
        </pc:spChg>
      </pc:sldChg>
      <pc:sldChg chg="addSp delSp modSp add mod delAnim">
        <pc:chgData name="Alessandro Ortis" userId="dcdc90ed-3509-45f7-ac48-ad038638580b" providerId="ADAL" clId="{7CEE1637-F9E7-47C4-ABE6-2C31977DEB6F}" dt="2022-03-04T18:06:29.487" v="1844"/>
        <pc:sldMkLst>
          <pc:docMk/>
          <pc:sldMk cId="978418715" sldId="319"/>
        </pc:sldMkLst>
        <pc:spChg chg="del">
          <ac:chgData name="Alessandro Ortis" userId="dcdc90ed-3509-45f7-ac48-ad038638580b" providerId="ADAL" clId="{7CEE1637-F9E7-47C4-ABE6-2C31977DEB6F}" dt="2022-03-04T18:02:21.897" v="1565" actId="478"/>
          <ac:spMkLst>
            <pc:docMk/>
            <pc:sldMk cId="978418715" sldId="319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7CEE1637-F9E7-47C4-ABE6-2C31977DEB6F}" dt="2022-03-04T18:06:29.487" v="1844"/>
          <ac:spMkLst>
            <pc:docMk/>
            <pc:sldMk cId="978418715" sldId="319"/>
            <ac:spMk id="6" creationId="{33FE8F82-5449-410D-A9C5-99594F0CC0AD}"/>
          </ac:spMkLst>
        </pc:spChg>
        <pc:spChg chg="mod">
          <ac:chgData name="Alessandro Ortis" userId="dcdc90ed-3509-45f7-ac48-ad038638580b" providerId="ADAL" clId="{7CEE1637-F9E7-47C4-ABE6-2C31977DEB6F}" dt="2022-03-04T18:02:56.150" v="1576" actId="20577"/>
          <ac:spMkLst>
            <pc:docMk/>
            <pc:sldMk cId="978418715" sldId="319"/>
            <ac:spMk id="227330" creationId="{00000000-0000-0000-0000-000000000000}"/>
          </ac:spMkLst>
        </pc:spChg>
        <pc:spChg chg="del mod">
          <ac:chgData name="Alessandro Ortis" userId="dcdc90ed-3509-45f7-ac48-ad038638580b" providerId="ADAL" clId="{7CEE1637-F9E7-47C4-ABE6-2C31977DEB6F}" dt="2022-03-04T18:02:59.765" v="1577" actId="478"/>
          <ac:spMkLst>
            <pc:docMk/>
            <pc:sldMk cId="978418715" sldId="319"/>
            <ac:spMk id="227337" creationId="{00000000-0000-0000-0000-000000000000}"/>
          </ac:spMkLst>
        </pc:spChg>
      </pc:sldChg>
      <pc:sldChg chg="modSp add mod">
        <pc:chgData name="Alessandro Ortis" userId="dcdc90ed-3509-45f7-ac48-ad038638580b" providerId="ADAL" clId="{7CEE1637-F9E7-47C4-ABE6-2C31977DEB6F}" dt="2022-03-04T18:06:37.139" v="1849" actId="20577"/>
        <pc:sldMkLst>
          <pc:docMk/>
          <pc:sldMk cId="1837365141" sldId="320"/>
        </pc:sldMkLst>
        <pc:spChg chg="mod">
          <ac:chgData name="Alessandro Ortis" userId="dcdc90ed-3509-45f7-ac48-ad038638580b" providerId="ADAL" clId="{7CEE1637-F9E7-47C4-ABE6-2C31977DEB6F}" dt="2022-03-04T18:06:37.139" v="1849" actId="20577"/>
          <ac:spMkLst>
            <pc:docMk/>
            <pc:sldMk cId="1837365141" sldId="320"/>
            <ac:spMk id="6" creationId="{33FE8F82-5449-410D-A9C5-99594F0CC0AD}"/>
          </ac:spMkLst>
        </pc:spChg>
      </pc:sldChg>
      <pc:sldChg chg="addSp delSp modSp add mod">
        <pc:chgData name="Alessandro Ortis" userId="dcdc90ed-3509-45f7-ac48-ad038638580b" providerId="ADAL" clId="{7CEE1637-F9E7-47C4-ABE6-2C31977DEB6F}" dt="2022-03-04T18:10:35.793" v="1917" actId="478"/>
        <pc:sldMkLst>
          <pc:docMk/>
          <pc:sldMk cId="552572962" sldId="321"/>
        </pc:sldMkLst>
        <pc:spChg chg="add del mod">
          <ac:chgData name="Alessandro Ortis" userId="dcdc90ed-3509-45f7-ac48-ad038638580b" providerId="ADAL" clId="{7CEE1637-F9E7-47C4-ABE6-2C31977DEB6F}" dt="2022-03-04T18:07:19.636" v="1858" actId="478"/>
          <ac:spMkLst>
            <pc:docMk/>
            <pc:sldMk cId="552572962" sldId="321"/>
            <ac:spMk id="4" creationId="{777DD034-978F-4B86-ADDA-F628BE14CFDF}"/>
          </ac:spMkLst>
        </pc:spChg>
        <pc:spChg chg="add del mod">
          <ac:chgData name="Alessandro Ortis" userId="dcdc90ed-3509-45f7-ac48-ad038638580b" providerId="ADAL" clId="{7CEE1637-F9E7-47C4-ABE6-2C31977DEB6F}" dt="2022-03-04T18:10:35.793" v="1917" actId="478"/>
          <ac:spMkLst>
            <pc:docMk/>
            <pc:sldMk cId="552572962" sldId="321"/>
            <ac:spMk id="5" creationId="{1D54F10A-00DA-4437-97B7-A591E2721F2E}"/>
          </ac:spMkLst>
        </pc:spChg>
        <pc:spChg chg="add mod">
          <ac:chgData name="Alessandro Ortis" userId="dcdc90ed-3509-45f7-ac48-ad038638580b" providerId="ADAL" clId="{7CEE1637-F9E7-47C4-ABE6-2C31977DEB6F}" dt="2022-03-04T18:10:24.152" v="1915" actId="1076"/>
          <ac:spMkLst>
            <pc:docMk/>
            <pc:sldMk cId="552572962" sldId="321"/>
            <ac:spMk id="6" creationId="{E81D3050-B4D6-48E0-975F-7428D17E7994}"/>
          </ac:spMkLst>
        </pc:spChg>
        <pc:spChg chg="add del mod">
          <ac:chgData name="Alessandro Ortis" userId="dcdc90ed-3509-45f7-ac48-ad038638580b" providerId="ADAL" clId="{7CEE1637-F9E7-47C4-ABE6-2C31977DEB6F}" dt="2022-03-04T18:10:35.793" v="1917" actId="478"/>
          <ac:spMkLst>
            <pc:docMk/>
            <pc:sldMk cId="552572962" sldId="321"/>
            <ac:spMk id="7" creationId="{EE34EE05-0E89-4FEC-A211-BB0623EE6669}"/>
          </ac:spMkLst>
        </pc:spChg>
        <pc:spChg chg="add mod">
          <ac:chgData name="Alessandro Ortis" userId="dcdc90ed-3509-45f7-ac48-ad038638580b" providerId="ADAL" clId="{7CEE1637-F9E7-47C4-ABE6-2C31977DEB6F}" dt="2022-03-04T18:10:24.152" v="1915" actId="1076"/>
          <ac:spMkLst>
            <pc:docMk/>
            <pc:sldMk cId="552572962" sldId="321"/>
            <ac:spMk id="9" creationId="{D3AE933A-03B5-49FA-885D-905FEE281589}"/>
          </ac:spMkLst>
        </pc:spChg>
        <pc:spChg chg="add mod">
          <ac:chgData name="Alessandro Ortis" userId="dcdc90ed-3509-45f7-ac48-ad038638580b" providerId="ADAL" clId="{7CEE1637-F9E7-47C4-ABE6-2C31977DEB6F}" dt="2022-03-04T18:10:24.152" v="1915" actId="1076"/>
          <ac:spMkLst>
            <pc:docMk/>
            <pc:sldMk cId="552572962" sldId="321"/>
            <ac:spMk id="10" creationId="{38966DDB-28F6-4F66-A769-EE7926A45A2C}"/>
          </ac:spMkLst>
        </pc:spChg>
        <pc:spChg chg="add del mod">
          <ac:chgData name="Alessandro Ortis" userId="dcdc90ed-3509-45f7-ac48-ad038638580b" providerId="ADAL" clId="{7CEE1637-F9E7-47C4-ABE6-2C31977DEB6F}" dt="2022-03-04T18:10:35.793" v="1917" actId="478"/>
          <ac:spMkLst>
            <pc:docMk/>
            <pc:sldMk cId="552572962" sldId="321"/>
            <ac:spMk id="11" creationId="{1A3EE4D8-259D-47FA-B003-C6A41605DEAF}"/>
          </ac:spMkLst>
        </pc:spChg>
        <pc:spChg chg="add del mod">
          <ac:chgData name="Alessandro Ortis" userId="dcdc90ed-3509-45f7-ac48-ad038638580b" providerId="ADAL" clId="{7CEE1637-F9E7-47C4-ABE6-2C31977DEB6F}" dt="2022-03-04T18:10:35.793" v="1917" actId="478"/>
          <ac:spMkLst>
            <pc:docMk/>
            <pc:sldMk cId="552572962" sldId="321"/>
            <ac:spMk id="12" creationId="{FC089C4D-0D68-4D2C-BBE7-D736F4125E04}"/>
          </ac:spMkLst>
        </pc:spChg>
        <pc:graphicFrameChg chg="add mod">
          <ac:chgData name="Alessandro Ortis" userId="dcdc90ed-3509-45f7-ac48-ad038638580b" providerId="ADAL" clId="{7CEE1637-F9E7-47C4-ABE6-2C31977DEB6F}" dt="2022-03-04T18:10:24.152" v="1915" actId="1076"/>
          <ac:graphicFrameMkLst>
            <pc:docMk/>
            <pc:sldMk cId="552572962" sldId="321"/>
            <ac:graphicFrameMk id="2" creationId="{C12B8354-7486-4036-A2E5-CE0A9A508190}"/>
          </ac:graphicFrameMkLst>
        </pc:graphicFrameChg>
        <pc:graphicFrameChg chg="add mod modGraphic">
          <ac:chgData name="Alessandro Ortis" userId="dcdc90ed-3509-45f7-ac48-ad038638580b" providerId="ADAL" clId="{7CEE1637-F9E7-47C4-ABE6-2C31977DEB6F}" dt="2022-03-04T18:10:24.152" v="1915" actId="1076"/>
          <ac:graphicFrameMkLst>
            <pc:docMk/>
            <pc:sldMk cId="552572962" sldId="321"/>
            <ac:graphicFrameMk id="3" creationId="{D81F03DD-BB8B-4EF8-845D-0285212D45D3}"/>
          </ac:graphicFrameMkLst>
        </pc:graphicFrameChg>
        <pc:cxnChg chg="add del mod">
          <ac:chgData name="Alessandro Ortis" userId="dcdc90ed-3509-45f7-ac48-ad038638580b" providerId="ADAL" clId="{7CEE1637-F9E7-47C4-ABE6-2C31977DEB6F}" dt="2022-03-04T18:10:15.816" v="1913" actId="478"/>
          <ac:cxnSpMkLst>
            <pc:docMk/>
            <pc:sldMk cId="552572962" sldId="321"/>
            <ac:cxnSpMk id="13" creationId="{AFD9342B-FFA4-4E97-A259-9B9633088AE2}"/>
          </ac:cxnSpMkLst>
        </pc:cxnChg>
        <pc:cxnChg chg="add del mod">
          <ac:chgData name="Alessandro Ortis" userId="dcdc90ed-3509-45f7-ac48-ad038638580b" providerId="ADAL" clId="{7CEE1637-F9E7-47C4-ABE6-2C31977DEB6F}" dt="2022-03-04T18:10:19.009" v="1914" actId="478"/>
          <ac:cxnSpMkLst>
            <pc:docMk/>
            <pc:sldMk cId="552572962" sldId="321"/>
            <ac:cxnSpMk id="15" creationId="{FAF6212F-17E7-4D06-8076-E15B925552D7}"/>
          </ac:cxnSpMkLst>
        </pc:cxnChg>
      </pc:sldChg>
      <pc:sldChg chg="addSp delSp add del mod">
        <pc:chgData name="Alessandro Ortis" userId="dcdc90ed-3509-45f7-ac48-ad038638580b" providerId="ADAL" clId="{7CEE1637-F9E7-47C4-ABE6-2C31977DEB6F}" dt="2022-03-04T18:07:33.551" v="1862"/>
        <pc:sldMkLst>
          <pc:docMk/>
          <pc:sldMk cId="1918761297" sldId="322"/>
        </pc:sldMkLst>
        <pc:spChg chg="add del">
          <ac:chgData name="Alessandro Ortis" userId="dcdc90ed-3509-45f7-ac48-ad038638580b" providerId="ADAL" clId="{7CEE1637-F9E7-47C4-ABE6-2C31977DEB6F}" dt="2022-03-04T18:07:33.135" v="1861" actId="11529"/>
          <ac:spMkLst>
            <pc:docMk/>
            <pc:sldMk cId="1918761297" sldId="322"/>
            <ac:spMk id="4" creationId="{4C7F20D2-38D5-463D-B1C3-00AF1F385B61}"/>
          </ac:spMkLst>
        </pc:spChg>
      </pc:sldChg>
      <pc:sldChg chg="add">
        <pc:chgData name="Alessandro Ortis" userId="dcdc90ed-3509-45f7-ac48-ad038638580b" providerId="ADAL" clId="{7CEE1637-F9E7-47C4-ABE6-2C31977DEB6F}" dt="2022-03-04T18:10:27.551" v="1916"/>
        <pc:sldMkLst>
          <pc:docMk/>
          <pc:sldMk cId="2100522813" sldId="322"/>
        </pc:sldMkLst>
      </pc:sldChg>
      <pc:sldChg chg="delSp modSp add del mod ord">
        <pc:chgData name="Alessandro Ortis" userId="dcdc90ed-3509-45f7-ac48-ad038638580b" providerId="ADAL" clId="{7CEE1637-F9E7-47C4-ABE6-2C31977DEB6F}" dt="2022-03-04T18:11:01.926" v="1926" actId="47"/>
        <pc:sldMkLst>
          <pc:docMk/>
          <pc:sldMk cId="3468260771" sldId="323"/>
        </pc:sldMkLst>
        <pc:spChg chg="del">
          <ac:chgData name="Alessandro Ortis" userId="dcdc90ed-3509-45f7-ac48-ad038638580b" providerId="ADAL" clId="{7CEE1637-F9E7-47C4-ABE6-2C31977DEB6F}" dt="2022-03-04T18:10:43.658" v="1919" actId="478"/>
          <ac:spMkLst>
            <pc:docMk/>
            <pc:sldMk cId="3468260771" sldId="323"/>
            <ac:spMk id="9" creationId="{D3AE933A-03B5-49FA-885D-905FEE281589}"/>
          </ac:spMkLst>
        </pc:spChg>
        <pc:spChg chg="del">
          <ac:chgData name="Alessandro Ortis" userId="dcdc90ed-3509-45f7-ac48-ad038638580b" providerId="ADAL" clId="{7CEE1637-F9E7-47C4-ABE6-2C31977DEB6F}" dt="2022-03-04T18:10:55.985" v="1925" actId="478"/>
          <ac:spMkLst>
            <pc:docMk/>
            <pc:sldMk cId="3468260771" sldId="323"/>
            <ac:spMk id="10" creationId="{38966DDB-28F6-4F66-A769-EE7926A45A2C}"/>
          </ac:spMkLst>
        </pc:spChg>
        <pc:spChg chg="mod">
          <ac:chgData name="Alessandro Ortis" userId="dcdc90ed-3509-45f7-ac48-ad038638580b" providerId="ADAL" clId="{7CEE1637-F9E7-47C4-ABE6-2C31977DEB6F}" dt="2022-03-04T18:10:53.298" v="1924" actId="1076"/>
          <ac:spMkLst>
            <pc:docMk/>
            <pc:sldMk cId="3468260771" sldId="323"/>
            <ac:spMk id="227330" creationId="{00000000-0000-0000-0000-000000000000}"/>
          </ac:spMkLst>
        </pc:spChg>
        <pc:graphicFrameChg chg="del">
          <ac:chgData name="Alessandro Ortis" userId="dcdc90ed-3509-45f7-ac48-ad038638580b" providerId="ADAL" clId="{7CEE1637-F9E7-47C4-ABE6-2C31977DEB6F}" dt="2022-03-04T18:10:43.658" v="1919" actId="478"/>
          <ac:graphicFrameMkLst>
            <pc:docMk/>
            <pc:sldMk cId="3468260771" sldId="323"/>
            <ac:graphicFrameMk id="2" creationId="{C12B8354-7486-4036-A2E5-CE0A9A508190}"/>
          </ac:graphicFrameMkLst>
        </pc:graphicFrameChg>
      </pc:sldChg>
      <pc:sldChg chg="add">
        <pc:chgData name="Alessandro Ortis" userId="dcdc90ed-3509-45f7-ac48-ad038638580b" providerId="ADAL" clId="{7CEE1637-F9E7-47C4-ABE6-2C31977DEB6F}" dt="2022-03-04T18:10:49.359" v="1922"/>
        <pc:sldMkLst>
          <pc:docMk/>
          <pc:sldMk cId="1305321106" sldId="324"/>
        </pc:sldMkLst>
      </pc:sldChg>
      <pc:sldChg chg="modSp add mod">
        <pc:chgData name="Alessandro Ortis" userId="dcdc90ed-3509-45f7-ac48-ad038638580b" providerId="ADAL" clId="{7CEE1637-F9E7-47C4-ABE6-2C31977DEB6F}" dt="2022-03-08T17:55:59.587" v="2773" actId="14100"/>
        <pc:sldMkLst>
          <pc:docMk/>
          <pc:sldMk cId="3265207869" sldId="325"/>
        </pc:sldMkLst>
        <pc:spChg chg="mod">
          <ac:chgData name="Alessandro Ortis" userId="dcdc90ed-3509-45f7-ac48-ad038638580b" providerId="ADAL" clId="{7CEE1637-F9E7-47C4-ABE6-2C31977DEB6F}" dt="2022-03-08T17:55:40.780" v="2767" actId="20577"/>
          <ac:spMkLst>
            <pc:docMk/>
            <pc:sldMk cId="3265207869" sldId="325"/>
            <ac:spMk id="227330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8T17:55:59.587" v="2773" actId="14100"/>
          <ac:spMkLst>
            <pc:docMk/>
            <pc:sldMk cId="3265207869" sldId="325"/>
            <ac:spMk id="227337" creationId="{00000000-0000-0000-0000-000000000000}"/>
          </ac:spMkLst>
        </pc:spChg>
      </pc:sldChg>
      <pc:sldChg chg="modSp add mod modAnim">
        <pc:chgData name="Alessandro Ortis" userId="dcdc90ed-3509-45f7-ac48-ad038638580b" providerId="ADAL" clId="{7CEE1637-F9E7-47C4-ABE6-2C31977DEB6F}" dt="2022-03-08T18:11:03.263" v="2863" actId="6549"/>
        <pc:sldMkLst>
          <pc:docMk/>
          <pc:sldMk cId="1533449403" sldId="326"/>
        </pc:sldMkLst>
        <pc:spChg chg="mod">
          <ac:chgData name="Alessandro Ortis" userId="dcdc90ed-3509-45f7-ac48-ad038638580b" providerId="ADAL" clId="{7CEE1637-F9E7-47C4-ABE6-2C31977DEB6F}" dt="2022-03-08T18:06:23.080" v="2808" actId="20577"/>
          <ac:spMkLst>
            <pc:docMk/>
            <pc:sldMk cId="1533449403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08T18:11:03.263" v="2863" actId="6549"/>
          <ac:spMkLst>
            <pc:docMk/>
            <pc:sldMk cId="1533449403" sldId="326"/>
            <ac:spMk id="3" creationId="{00000000-0000-0000-0000-000000000000}"/>
          </ac:spMkLst>
        </pc:spChg>
      </pc:sldChg>
      <pc:sldChg chg="modSp add del mod modAnim">
        <pc:chgData name="Alessandro Ortis" userId="dcdc90ed-3509-45f7-ac48-ad038638580b" providerId="ADAL" clId="{7CEE1637-F9E7-47C4-ABE6-2C31977DEB6F}" dt="2022-03-08T18:02:04.746" v="2779" actId="47"/>
        <pc:sldMkLst>
          <pc:docMk/>
          <pc:sldMk cId="4154455950" sldId="326"/>
        </pc:sldMkLst>
        <pc:spChg chg="mod">
          <ac:chgData name="Alessandro Ortis" userId="dcdc90ed-3509-45f7-ac48-ad038638580b" providerId="ADAL" clId="{7CEE1637-F9E7-47C4-ABE6-2C31977DEB6F}" dt="2022-03-08T18:02:01.942" v="2778"/>
          <ac:spMkLst>
            <pc:docMk/>
            <pc:sldMk cId="4154455950" sldId="326"/>
            <ac:spMk id="3" creationId="{00000000-0000-0000-0000-000000000000}"/>
          </ac:spMkLst>
        </pc:spChg>
      </pc:sldChg>
      <pc:sldChg chg="addSp delSp modSp add mod modAnim">
        <pc:chgData name="Alessandro Ortis" userId="dcdc90ed-3509-45f7-ac48-ad038638580b" providerId="ADAL" clId="{7CEE1637-F9E7-47C4-ABE6-2C31977DEB6F}" dt="2022-03-08T18:12:11.620" v="2874" actId="21"/>
        <pc:sldMkLst>
          <pc:docMk/>
          <pc:sldMk cId="4005784714" sldId="327"/>
        </pc:sldMkLst>
        <pc:spChg chg="mod">
          <ac:chgData name="Alessandro Ortis" userId="dcdc90ed-3509-45f7-ac48-ad038638580b" providerId="ADAL" clId="{7CEE1637-F9E7-47C4-ABE6-2C31977DEB6F}" dt="2022-03-08T18:12:11.620" v="2874" actId="21"/>
          <ac:spMkLst>
            <pc:docMk/>
            <pc:sldMk cId="4005784714" sldId="32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7CEE1637-F9E7-47C4-ABE6-2C31977DEB6F}" dt="2022-03-08T18:08:50.585" v="2825" actId="478"/>
          <ac:picMkLst>
            <pc:docMk/>
            <pc:sldMk cId="4005784714" sldId="327"/>
            <ac:picMk id="5" creationId="{DD8ED4DD-017D-4E05-B01E-CC51EDB89B71}"/>
          </ac:picMkLst>
        </pc:picChg>
      </pc:sldChg>
      <pc:sldChg chg="addSp delSp modSp add mod modAnim">
        <pc:chgData name="Alessandro Ortis" userId="dcdc90ed-3509-45f7-ac48-ad038638580b" providerId="ADAL" clId="{7CEE1637-F9E7-47C4-ABE6-2C31977DEB6F}" dt="2022-03-08T18:13:06.897" v="2891" actId="1076"/>
        <pc:sldMkLst>
          <pc:docMk/>
          <pc:sldMk cId="1070909249" sldId="328"/>
        </pc:sldMkLst>
        <pc:spChg chg="mod">
          <ac:chgData name="Alessandro Ortis" userId="dcdc90ed-3509-45f7-ac48-ad038638580b" providerId="ADAL" clId="{7CEE1637-F9E7-47C4-ABE6-2C31977DEB6F}" dt="2022-03-08T18:12:30.088" v="2880" actId="255"/>
          <ac:spMkLst>
            <pc:docMk/>
            <pc:sldMk cId="1070909249" sldId="328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7CEE1637-F9E7-47C4-ABE6-2C31977DEB6F}" dt="2022-03-08T18:11:54.012" v="2867" actId="21"/>
          <ac:spMkLst>
            <pc:docMk/>
            <pc:sldMk cId="1070909249" sldId="328"/>
            <ac:spMk id="6" creationId="{74DB7198-F169-4AF1-9EAE-FE646E4C0DA8}"/>
          </ac:spMkLst>
        </pc:spChg>
        <pc:spChg chg="add mod">
          <ac:chgData name="Alessandro Ortis" userId="dcdc90ed-3509-45f7-ac48-ad038638580b" providerId="ADAL" clId="{7CEE1637-F9E7-47C4-ABE6-2C31977DEB6F}" dt="2022-03-08T18:13:00.648" v="2890" actId="1076"/>
          <ac:spMkLst>
            <pc:docMk/>
            <pc:sldMk cId="1070909249" sldId="328"/>
            <ac:spMk id="8" creationId="{AE0672B4-4C02-47CF-A817-67656BCFD139}"/>
          </ac:spMkLst>
        </pc:spChg>
        <pc:picChg chg="mod ord">
          <ac:chgData name="Alessandro Ortis" userId="dcdc90ed-3509-45f7-ac48-ad038638580b" providerId="ADAL" clId="{7CEE1637-F9E7-47C4-ABE6-2C31977DEB6F}" dt="2022-03-08T18:13:06.897" v="2891" actId="1076"/>
          <ac:picMkLst>
            <pc:docMk/>
            <pc:sldMk cId="1070909249" sldId="328"/>
            <ac:picMk id="5" creationId="{DD8ED4DD-017D-4E05-B01E-CC51EDB89B71}"/>
          </ac:picMkLst>
        </pc:picChg>
      </pc:sldChg>
      <pc:sldChg chg="addSp delSp modSp add mod delAnim modAnim">
        <pc:chgData name="Alessandro Ortis" userId="dcdc90ed-3509-45f7-ac48-ad038638580b" providerId="ADAL" clId="{7CEE1637-F9E7-47C4-ABE6-2C31977DEB6F}" dt="2022-03-08T18:14:36.396" v="2934" actId="1076"/>
        <pc:sldMkLst>
          <pc:docMk/>
          <pc:sldMk cId="1454712546" sldId="329"/>
        </pc:sldMkLst>
        <pc:spChg chg="del mod">
          <ac:chgData name="Alessandro Ortis" userId="dcdc90ed-3509-45f7-ac48-ad038638580b" providerId="ADAL" clId="{7CEE1637-F9E7-47C4-ABE6-2C31977DEB6F}" dt="2022-03-08T18:13:20.599" v="2901" actId="478"/>
          <ac:spMkLst>
            <pc:docMk/>
            <pc:sldMk cId="1454712546" sldId="329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7CEE1637-F9E7-47C4-ABE6-2C31977DEB6F}" dt="2022-03-08T18:14:15.351" v="2926" actId="21"/>
          <ac:spMkLst>
            <pc:docMk/>
            <pc:sldMk cId="1454712546" sldId="329"/>
            <ac:spMk id="6" creationId="{33384637-6A94-4E67-82A9-D8C8613DB7B9}"/>
          </ac:spMkLst>
        </pc:spChg>
        <pc:spChg chg="add mod">
          <ac:chgData name="Alessandro Ortis" userId="dcdc90ed-3509-45f7-ac48-ad038638580b" providerId="ADAL" clId="{7CEE1637-F9E7-47C4-ABE6-2C31977DEB6F}" dt="2022-03-08T18:14:36.396" v="2934" actId="1076"/>
          <ac:spMkLst>
            <pc:docMk/>
            <pc:sldMk cId="1454712546" sldId="329"/>
            <ac:spMk id="7" creationId="{3D6868B1-DE67-40C9-8769-64B95D02BC7E}"/>
          </ac:spMkLst>
        </pc:spChg>
        <pc:picChg chg="del">
          <ac:chgData name="Alessandro Ortis" userId="dcdc90ed-3509-45f7-ac48-ad038638580b" providerId="ADAL" clId="{7CEE1637-F9E7-47C4-ABE6-2C31977DEB6F}" dt="2022-03-08T18:12:00.117" v="2869" actId="478"/>
          <ac:picMkLst>
            <pc:docMk/>
            <pc:sldMk cId="1454712546" sldId="329"/>
            <ac:picMk id="5" creationId="{DD8ED4DD-017D-4E05-B01E-CC51EDB89B71}"/>
          </ac:picMkLst>
        </pc:picChg>
      </pc:sldChg>
      <pc:sldChg chg="modSp add mod">
        <pc:chgData name="Alessandro Ortis" userId="dcdc90ed-3509-45f7-ac48-ad038638580b" providerId="ADAL" clId="{7CEE1637-F9E7-47C4-ABE6-2C31977DEB6F}" dt="2022-03-13T21:21:47.799" v="3362" actId="27636"/>
        <pc:sldMkLst>
          <pc:docMk/>
          <pc:sldMk cId="4059418909" sldId="330"/>
        </pc:sldMkLst>
        <pc:spChg chg="mod">
          <ac:chgData name="Alessandro Ortis" userId="dcdc90ed-3509-45f7-ac48-ad038638580b" providerId="ADAL" clId="{7CEE1637-F9E7-47C4-ABE6-2C31977DEB6F}" dt="2022-03-13T21:13:46.300" v="2946" actId="14100"/>
          <ac:spMkLst>
            <pc:docMk/>
            <pc:sldMk cId="4059418909" sldId="330"/>
            <ac:spMk id="2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13T21:21:47.799" v="3362" actId="27636"/>
          <ac:spMkLst>
            <pc:docMk/>
            <pc:sldMk cId="4059418909" sldId="330"/>
            <ac:spMk id="3" creationId="{00000000-0000-0000-0000-000000000000}"/>
          </ac:spMkLst>
        </pc:spChg>
      </pc:sldChg>
      <pc:sldChg chg="delSp modSp add mod">
        <pc:chgData name="Alessandro Ortis" userId="dcdc90ed-3509-45f7-ac48-ad038638580b" providerId="ADAL" clId="{7CEE1637-F9E7-47C4-ABE6-2C31977DEB6F}" dt="2022-03-13T21:29:22.731" v="3641" actId="5793"/>
        <pc:sldMkLst>
          <pc:docMk/>
          <pc:sldMk cId="1666488036" sldId="331"/>
        </pc:sldMkLst>
        <pc:spChg chg="mod">
          <ac:chgData name="Alessandro Ortis" userId="dcdc90ed-3509-45f7-ac48-ad038638580b" providerId="ADAL" clId="{7CEE1637-F9E7-47C4-ABE6-2C31977DEB6F}" dt="2022-03-13T21:27:49.175" v="3372" actId="20577"/>
          <ac:spMkLst>
            <pc:docMk/>
            <pc:sldMk cId="1666488036" sldId="331"/>
            <ac:spMk id="2" creationId="{00000000-0000-0000-0000-000000000000}"/>
          </ac:spMkLst>
        </pc:spChg>
        <pc:spChg chg="mod">
          <ac:chgData name="Alessandro Ortis" userId="dcdc90ed-3509-45f7-ac48-ad038638580b" providerId="ADAL" clId="{7CEE1637-F9E7-47C4-ABE6-2C31977DEB6F}" dt="2022-03-13T21:29:22.731" v="3641" actId="5793"/>
          <ac:spMkLst>
            <pc:docMk/>
            <pc:sldMk cId="1666488036" sldId="331"/>
            <ac:spMk id="6" creationId="{33384637-6A94-4E67-82A9-D8C8613DB7B9}"/>
          </ac:spMkLst>
        </pc:spChg>
        <pc:spChg chg="del">
          <ac:chgData name="Alessandro Ortis" userId="dcdc90ed-3509-45f7-ac48-ad038638580b" providerId="ADAL" clId="{7CEE1637-F9E7-47C4-ABE6-2C31977DEB6F}" dt="2022-03-13T21:28:56.658" v="3526" actId="478"/>
          <ac:spMkLst>
            <pc:docMk/>
            <pc:sldMk cId="1666488036" sldId="331"/>
            <ac:spMk id="7" creationId="{3D6868B1-DE67-40C9-8769-64B95D02BC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BAFEB-A060-B64B-BC3E-93A045F58059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C4EEC-857F-4E4C-B2F5-D2B4F0E0B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78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E7E306-C7AB-D54C-982A-9750A09FB420}" type="slidenum">
              <a:rPr lang="en-GB">
                <a:solidFill>
                  <a:prstClr val="white"/>
                </a:solidFill>
              </a:rPr>
              <a:pPr/>
              <a:t>2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E7E306-C7AB-D54C-982A-9750A09FB420}" type="slidenum">
              <a:rPr lang="en-GB">
                <a:solidFill>
                  <a:prstClr val="white"/>
                </a:solidFill>
              </a:rPr>
              <a:pPr/>
              <a:t>4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2761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E7E306-C7AB-D54C-982A-9750A09FB420}" type="slidenum">
              <a:rPr lang="en-GB">
                <a:solidFill>
                  <a:prstClr val="white"/>
                </a:solidFill>
              </a:rPr>
              <a:pPr/>
              <a:t>5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0095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E7E306-C7AB-D54C-982A-9750A09FB420}" type="slidenum">
              <a:rPr lang="en-GB">
                <a:solidFill>
                  <a:prstClr val="white"/>
                </a:solidFill>
              </a:rPr>
              <a:pPr/>
              <a:t>6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0269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7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8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9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98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18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19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20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21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22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23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24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0525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25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1345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26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566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27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0009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28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7125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E6198FF-4AD6-2646-BCF5-A3B0E7BEDC19}" type="slidenum">
              <a:rPr lang="en-GB">
                <a:solidFill>
                  <a:prstClr val="white"/>
                </a:solidFill>
              </a:rPr>
              <a:pPr/>
              <a:t>29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228354" name="Text Box 2"/>
          <p:cNvSpPr txBox="1">
            <a:spLocks noChangeArrowheads="1"/>
          </p:cNvSpPr>
          <p:nvPr/>
        </p:nvSpPr>
        <p:spPr bwMode="auto">
          <a:xfrm>
            <a:off x="1131889" y="685524"/>
            <a:ext cx="4592637" cy="342761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it-IT" sz="2400">
              <a:solidFill>
                <a:prstClr val="white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228355" name="Text Box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1" y="4343756"/>
            <a:ext cx="5019675" cy="41052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7591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739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85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0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13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499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32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26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369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59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603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42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9A7EC-8974-1944-9894-6BA64294C6E1}" type="datetimeFigureOut">
              <a:rPr lang="it-IT" smtClean="0"/>
              <a:t>28/04/2023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58DED-720E-8048-98B5-679CBF569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16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Ricorsione</a:t>
            </a:r>
            <a:br>
              <a:rPr lang="it-IT" sz="1800" dirty="0"/>
            </a:br>
            <a:r>
              <a:rPr lang="it-IT" sz="1800" dirty="0"/>
              <a:t>Francesco Guarnera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francesco.guarnera@unict.it</a:t>
            </a:r>
            <a:br>
              <a:rPr lang="it-IT" sz="1800" dirty="0"/>
            </a:br>
            <a:r>
              <a:rPr lang="it-IT" sz="1800" dirty="0"/>
              <a:t>www.dmi.unict.it/fguarnera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7273925" cy="981075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333214" y="979941"/>
            <a:ext cx="863139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Quando una funzione chiama se stessa, sia direttamente che tramite altre funzioni, essa viene detta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6143" name="Text Box 15"/>
          <p:cNvSpPr txBox="1">
            <a:spLocks noChangeArrowheads="1"/>
          </p:cNvSpPr>
          <p:nvPr/>
        </p:nvSpPr>
        <p:spPr bwMode="auto">
          <a:xfrm>
            <a:off x="519193" y="1862137"/>
            <a:ext cx="844542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altLang="zh-CN" sz="2200" dirty="0">
                <a:solidFill>
                  <a:srgbClr val="000000"/>
                </a:solidFill>
                <a:latin typeface="Times New Roman" charset="0"/>
                <a:ea typeface="SimSun" charset="0"/>
                <a:cs typeface="SimSun" charset="0"/>
              </a:rPr>
              <a:t>es: il fattoriale è una funzione intrinsecamente ricorsiva: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	</a:t>
            </a:r>
          </a:p>
          <a:p>
            <a:pPr lvl="1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4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						n! = </a:t>
            </a:r>
            <a:r>
              <a:rPr lang="it-IT" sz="2400" i="1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n</a:t>
            </a:r>
            <a:r>
              <a:rPr lang="it-IT" sz="24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*(</a:t>
            </a:r>
            <a:r>
              <a:rPr lang="it-IT" sz="2400" i="1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n</a:t>
            </a:r>
            <a:r>
              <a:rPr lang="it-IT" sz="24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- 1)! </a:t>
            </a:r>
          </a:p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ogni funzione ricorsiva può avere un'implementazione iterativa:</a:t>
            </a: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395288" y="3124201"/>
            <a:ext cx="834207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// implementazione ricorsiva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fattoriale(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)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 {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== 0)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1; 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   else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* fattoriale(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- 1);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}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endParaRPr lang="it-IT" sz="2000" dirty="0">
              <a:solidFill>
                <a:srgbClr val="3333CC"/>
              </a:solidFill>
              <a:latin typeface="Courier New" charset="0"/>
              <a:ea typeface="ＭＳ Ｐゴシック" charset="0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// implementazione iterativa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fattoriale = 1;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for 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contatore =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; contatore &gt;= 1; contatore --)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  fattoriale *= contatore ; </a:t>
            </a:r>
          </a:p>
        </p:txBody>
      </p:sp>
    </p:spTree>
    <p:extLst>
      <p:ext uri="{BB962C8B-B14F-4D97-AF65-F5344CB8AC3E}">
        <p14:creationId xmlns:p14="http://schemas.microsoft.com/office/powerpoint/2010/main" val="3133654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Esempio: Prodotto di due numeri naturali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Prodotto di due numeri naturali a e b </a:t>
            </a:r>
          </a:p>
          <a:p>
            <a:r>
              <a:rPr lang="it-IT" dirty="0"/>
              <a:t>Soluzione iterativa </a:t>
            </a:r>
          </a:p>
          <a:p>
            <a:pPr marL="0" indent="0" algn="ctr">
              <a:buNone/>
            </a:pPr>
            <a:r>
              <a:rPr lang="it-IT" dirty="0" err="1"/>
              <a:t>prod</a:t>
            </a:r>
            <a:r>
              <a:rPr lang="it-IT" dirty="0"/>
              <a:t>(</a:t>
            </a:r>
            <a:r>
              <a:rPr lang="it-IT" dirty="0" err="1"/>
              <a:t>a,b</a:t>
            </a:r>
            <a:r>
              <a:rPr lang="it-IT" dirty="0"/>
              <a:t>) = </a:t>
            </a:r>
            <a:r>
              <a:rPr lang="it-IT" dirty="0" err="1"/>
              <a:t>a+a+a</a:t>
            </a:r>
            <a:r>
              <a:rPr lang="it-IT" dirty="0"/>
              <a:t>+…+a</a:t>
            </a:r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r>
              <a:rPr lang="it-IT" dirty="0"/>
              <a:t>Soluzione ricorsiva</a:t>
            </a:r>
          </a:p>
          <a:p>
            <a:pPr marL="0" indent="0">
              <a:buNone/>
            </a:pPr>
            <a:r>
              <a:rPr lang="it-IT" dirty="0"/>
              <a:t>		 </a:t>
            </a:r>
            <a:r>
              <a:rPr lang="it-IT" dirty="0" err="1"/>
              <a:t>prod</a:t>
            </a:r>
            <a:r>
              <a:rPr lang="it-IT" dirty="0"/>
              <a:t>(</a:t>
            </a:r>
            <a:r>
              <a:rPr lang="it-IT" dirty="0" err="1"/>
              <a:t>a,b</a:t>
            </a:r>
            <a:r>
              <a:rPr lang="it-IT"/>
              <a:t>) = a    </a:t>
            </a:r>
            <a:r>
              <a:rPr lang="it-IT" dirty="0"/>
              <a:t>		</a:t>
            </a:r>
            <a:r>
              <a:rPr lang="it-IT"/>
              <a:t>				se  </a:t>
            </a:r>
            <a:r>
              <a:rPr lang="it-IT" dirty="0"/>
              <a:t>b=1 </a:t>
            </a:r>
          </a:p>
          <a:p>
            <a:pPr marL="0" indent="0">
              <a:buNone/>
            </a:pPr>
            <a:r>
              <a:rPr lang="it-IT" dirty="0"/>
              <a:t>		 </a:t>
            </a:r>
            <a:r>
              <a:rPr lang="it-IT" dirty="0" err="1"/>
              <a:t>prod</a:t>
            </a:r>
            <a:r>
              <a:rPr lang="it-IT" dirty="0"/>
              <a:t>(</a:t>
            </a:r>
            <a:r>
              <a:rPr lang="it-IT" dirty="0" err="1"/>
              <a:t>a,b</a:t>
            </a:r>
            <a:r>
              <a:rPr lang="it-IT" dirty="0"/>
              <a:t>) = a + </a:t>
            </a:r>
            <a:r>
              <a:rPr lang="it-IT" dirty="0" err="1"/>
              <a:t>prod</a:t>
            </a:r>
            <a:r>
              <a:rPr lang="it-IT" dirty="0"/>
              <a:t>(a, b-1)   	altrimenti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4849033" y="346774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 volte </a:t>
            </a:r>
          </a:p>
        </p:txBody>
      </p:sp>
      <p:sp>
        <p:nvSpPr>
          <p:cNvPr id="6" name="Parentesi graffa aperta 5">
            <a:extLst>
              <a:ext uri="{FF2B5EF4-FFF2-40B4-BE49-F238E27FC236}">
                <a16:creationId xmlns:a16="http://schemas.microsoft.com/office/drawing/2014/main" id="{FA237635-DF82-436A-B024-C12C72FDB2A2}"/>
              </a:ext>
            </a:extLst>
          </p:cNvPr>
          <p:cNvSpPr/>
          <p:nvPr/>
        </p:nvSpPr>
        <p:spPr>
          <a:xfrm rot="16200000">
            <a:off x="5325606" y="2295684"/>
            <a:ext cx="418455" cy="19256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355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7273925" cy="981075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133165" y="781235"/>
            <a:ext cx="883144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Si può usare l’induzione matematica per convincersi che un programma ricorsivo si comporta correttamente:</a:t>
            </a: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Caso base:	calcola direttamente 0! = 1</a:t>
            </a: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Altrimenti:	assumendo che il programma calcoli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k! 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per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k&lt;N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(ipotesi induttiva), allora esso calcola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N!</a:t>
            </a: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In pratica, il legame con l’induzione matematica ci dice che le funzioni ricorsive devono soddisfare due requisiti fondamentali:</a:t>
            </a: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457200" indent="-4572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Risolvere in modo esplicito il caso base</a:t>
            </a:r>
          </a:p>
          <a:p>
            <a:pPr marL="457200" indent="-4572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Ogni chiamata ricorsiva deve avere come argomenti valori più piccoli</a:t>
            </a: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1682550" y="3085230"/>
            <a:ext cx="6186309" cy="132343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fattoriale(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n)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 {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(n == 0)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1; </a:t>
            </a:r>
            <a:b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</a:b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   else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n * fattoriale(n - 1);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1449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7273925" cy="981075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156276" y="981075"/>
            <a:ext cx="8831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Possiamo dimostrare la correttezza della seguente funzione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puzzle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?</a:t>
            </a: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2375009" y="1868989"/>
            <a:ext cx="4324261" cy="224676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N){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(N == 1)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1;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(N % 2 == 0)		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puzzle(N/2);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else						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puzzle(3*N+1);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3014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7273925" cy="981075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156276" y="981075"/>
            <a:ext cx="883144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Possiamo dimostrare la correttezza della seguente funzione </a:t>
            </a:r>
            <a:r>
              <a:rPr lang="it-IT" sz="2200" i="1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puzzle</a:t>
            </a: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?</a:t>
            </a: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it-IT" sz="22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it-IT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Se N è dispari la funzione chiama se stessa sull’argomento 3N+1, mentre se N è pari la funzione chiama se stessa su N/2. Non possiamo dimostrare per induzione che questo programma termina perché non tutte le chiamate ricorsive hanno come argomento valori più piccoli di quello dato.</a:t>
            </a: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2375009" y="1868989"/>
            <a:ext cx="4324261" cy="224676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N){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(N == 1) 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1;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(N % 2 == 0)		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puzzle(N/2);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else						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		</a:t>
            </a:r>
            <a:r>
              <a:rPr lang="it-IT" sz="2000" dirty="0" err="1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 puzzle(3*N+1);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it-IT" sz="2000" dirty="0">
                <a:solidFill>
                  <a:srgbClr val="3333CC"/>
                </a:solidFill>
                <a:latin typeface="Courier New" charset="0"/>
                <a:ea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03010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5888"/>
            <a:ext cx="7416800" cy="865187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 e iterazione</a:t>
            </a: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43102" y="1409925"/>
            <a:ext cx="8785225" cy="4832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Qualunque problema risolvibile ricorsivamente può essere risolto con un algoritmo iterativo; </a:t>
            </a:r>
          </a:p>
          <a:p>
            <a:pPr marL="800100" lvl="1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per ogni funzione ricorsiva se ne può trovare un’altra che fa la stessa cosa attraverso un ciclo (senza richiamare se stessa)</a:t>
            </a:r>
            <a:b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</a:br>
            <a:endParaRPr lang="it-IT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la ricorsione spesso produce soluzioni concettualmente più semplici </a:t>
            </a:r>
          </a:p>
          <a:p>
            <a:pPr marL="800100" lvl="1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la corrispondente soluzione iterativa sarà normalmente più efficiente, sia in termini di occupazione di spazio di memoria che in termini di tempo di computazione. </a:t>
            </a:r>
            <a:endParaRPr lang="en-US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233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5888"/>
            <a:ext cx="7416800" cy="865187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Svantaggi della Ricorsione</a:t>
            </a: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8" y="1303171"/>
            <a:ext cx="8785225" cy="4832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Spreco di tempo </a:t>
            </a:r>
          </a:p>
          <a:p>
            <a:pPr marL="800100" lvl="1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Ogni chiamata della funzione richiede per se un tempo di esecuzione (indipendente da cosa farà la funzione)</a:t>
            </a:r>
          </a:p>
          <a:p>
            <a:pPr marL="800100" lvl="1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endParaRPr lang="it-IT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Spreco di memoria</a:t>
            </a:r>
          </a:p>
          <a:p>
            <a:pPr marL="800100" lvl="1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Ad ogni chiamata bisogna memorizzare nello stack una serie di registri e parametri </a:t>
            </a:r>
          </a:p>
          <a:p>
            <a:pPr marL="1257300" lvl="2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Es. indirizzo dell’istruzione da seguire quando la funzione terminerà la sua esecuzione. </a:t>
            </a:r>
          </a:p>
          <a:p>
            <a:pPr marL="1257300" lvl="2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Argomenti della funzione</a:t>
            </a:r>
          </a:p>
          <a:p>
            <a:pPr marL="1257300" lvl="2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Variabili locali </a:t>
            </a:r>
            <a:endParaRPr lang="en-US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8868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15888"/>
            <a:ext cx="7416800" cy="865187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Vantaggi della Ricorsione</a:t>
            </a: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9" y="1303171"/>
            <a:ext cx="83609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i programmi sono più chiari, più semplici, più brevi e più facili da capire delle corrispondenti versioni iterative</a:t>
            </a: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endParaRPr lang="it-IT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il programma riflette la strategia di soluzione del problema</a:t>
            </a: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endParaRPr lang="it-IT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spesso la soluzione trovata può poi trasformarsi in una soluzione iterativa equivalente ma più efficiente </a:t>
            </a:r>
            <a:endParaRPr lang="en-US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07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Esempio: sommare gli elementi di una lista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Soluzione ricorsiva</a:t>
            </a:r>
          </a:p>
          <a:p>
            <a:pPr marL="0" indent="0">
              <a:buNone/>
            </a:pPr>
            <a:r>
              <a:rPr lang="it-IT" dirty="0"/>
              <a:t>		 somma(</a:t>
            </a:r>
            <a:r>
              <a:rPr lang="it-IT" dirty="0" err="1"/>
              <a:t>v,i</a:t>
            </a:r>
            <a:r>
              <a:rPr lang="it-IT" dirty="0"/>
              <a:t>) = v[0]   				se  i=0 </a:t>
            </a:r>
          </a:p>
          <a:p>
            <a:pPr marL="0" indent="0">
              <a:buNone/>
            </a:pPr>
            <a:r>
              <a:rPr lang="it-IT" dirty="0"/>
              <a:t>		 v[i] + somma(v,i-1)				   	altrimenti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Se v ha dimensione N, la prima chiamata sarà somma(v, N-1)</a:t>
            </a:r>
          </a:p>
        </p:txBody>
      </p:sp>
    </p:spTree>
    <p:extLst>
      <p:ext uri="{BB962C8B-B14F-4D97-AF65-F5344CB8AC3E}">
        <p14:creationId xmlns:p14="http://schemas.microsoft.com/office/powerpoint/2010/main" val="47732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Esempio: elevamento a potenza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Soluzione ricorsiva: </a:t>
            </a:r>
            <a:r>
              <a:rPr lang="it-IT" dirty="0" err="1"/>
              <a:t>Pot</a:t>
            </a:r>
            <a:r>
              <a:rPr lang="it-IT" dirty="0"/>
              <a:t>(</a:t>
            </a:r>
            <a:r>
              <a:rPr lang="it-IT" dirty="0" err="1"/>
              <a:t>b,n</a:t>
            </a:r>
            <a:r>
              <a:rPr lang="it-IT" dirty="0"/>
              <a:t>)</a:t>
            </a:r>
          </a:p>
          <a:p>
            <a:pPr marL="0" indent="0">
              <a:buNone/>
            </a:pPr>
            <a:r>
              <a:rPr lang="it-IT" dirty="0"/>
              <a:t>		</a:t>
            </a:r>
            <a:r>
              <a:rPr lang="it-IT" dirty="0" err="1"/>
              <a:t>Pot</a:t>
            </a:r>
            <a:r>
              <a:rPr lang="it-IT" dirty="0"/>
              <a:t>(b,0) = 1</a:t>
            </a:r>
          </a:p>
          <a:p>
            <a:pPr marL="0" indent="0">
              <a:buNone/>
            </a:pPr>
            <a:r>
              <a:rPr lang="it-IT" dirty="0"/>
              <a:t>		</a:t>
            </a:r>
            <a:r>
              <a:rPr lang="it-IT" dirty="0" err="1"/>
              <a:t>Pot</a:t>
            </a:r>
            <a:r>
              <a:rPr lang="it-IT" dirty="0"/>
              <a:t>(</a:t>
            </a:r>
            <a:r>
              <a:rPr lang="it-IT" dirty="0" err="1"/>
              <a:t>b,n</a:t>
            </a:r>
            <a:r>
              <a:rPr lang="it-IT" dirty="0"/>
              <a:t>) = b * </a:t>
            </a:r>
            <a:r>
              <a:rPr lang="it-IT" dirty="0" err="1"/>
              <a:t>Pot</a:t>
            </a:r>
            <a:r>
              <a:rPr lang="it-IT" dirty="0"/>
              <a:t>(b,n-1))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3449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Esempio: elevamento a potenza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6417FE-12CB-47BD-B40D-CD17586F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2" y="1269507"/>
            <a:ext cx="8163017" cy="48566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600" dirty="0"/>
              <a:t>Quanto costa calcolare ricorsivamente la potenza n-sima di un numero b? </a:t>
            </a:r>
          </a:p>
        </p:txBody>
      </p:sp>
    </p:spTree>
    <p:extLst>
      <p:ext uri="{BB962C8B-B14F-4D97-AF65-F5344CB8AC3E}">
        <p14:creationId xmlns:p14="http://schemas.microsoft.com/office/powerpoint/2010/main" val="4005784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Esempio: elevamento a potenza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D8ED4DD-017D-4E05-B01E-CC51EDB89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42" y="1873708"/>
            <a:ext cx="7324076" cy="3648254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3782" y="1269507"/>
            <a:ext cx="8163017" cy="48566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600" dirty="0"/>
              <a:t>Quanto costa calcolare ricorsivamente la potenza n-sima di un numero b?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0672B4-4C02-47CF-A817-67656BCFD139}"/>
              </a:ext>
            </a:extLst>
          </p:cNvPr>
          <p:cNvSpPr txBox="1"/>
          <p:nvPr/>
        </p:nvSpPr>
        <p:spPr>
          <a:xfrm>
            <a:off x="523782" y="5525998"/>
            <a:ext cx="846485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/>
              <a:t>Si </a:t>
            </a:r>
            <a:r>
              <a:rPr lang="en-GB" sz="2600" dirty="0" err="1"/>
              <a:t>calcolano</a:t>
            </a:r>
            <a:r>
              <a:rPr lang="en-GB" sz="2600" dirty="0"/>
              <a:t> n </a:t>
            </a:r>
            <a:r>
              <a:rPr lang="en-GB" sz="2600" dirty="0" err="1"/>
              <a:t>prodotti</a:t>
            </a:r>
            <a:r>
              <a:rPr lang="en-GB" sz="2600" dirty="0"/>
              <a:t> e </a:t>
            </a:r>
            <a:r>
              <a:rPr lang="en-GB" sz="2600" dirty="0" err="1"/>
              <a:t>si</a:t>
            </a:r>
            <a:r>
              <a:rPr lang="en-GB" sz="2600" dirty="0"/>
              <a:t> </a:t>
            </a:r>
            <a:r>
              <a:rPr lang="en-GB" sz="2600" dirty="0" err="1"/>
              <a:t>occupa</a:t>
            </a:r>
            <a:r>
              <a:rPr lang="en-GB" sz="2600" dirty="0"/>
              <a:t> uno </a:t>
            </a:r>
            <a:r>
              <a:rPr lang="en-GB" sz="2600" dirty="0" err="1"/>
              <a:t>spazio</a:t>
            </a:r>
            <a:r>
              <a:rPr lang="en-GB" sz="2600" dirty="0"/>
              <a:t> di </a:t>
            </a:r>
            <a:r>
              <a:rPr lang="en-GB" sz="2600" dirty="0" err="1"/>
              <a:t>memoria</a:t>
            </a:r>
            <a:r>
              <a:rPr lang="en-GB" sz="2600" dirty="0"/>
              <a:t> </a:t>
            </a:r>
            <a:r>
              <a:rPr lang="en-GB" sz="2600" dirty="0" err="1"/>
              <a:t>proporzionale</a:t>
            </a:r>
            <a:r>
              <a:rPr lang="en-GB" sz="2600" dirty="0"/>
              <a:t> a n, </a:t>
            </a:r>
            <a:r>
              <a:rPr lang="en-GB" sz="2600" dirty="0" err="1"/>
              <a:t>perché</a:t>
            </a:r>
            <a:r>
              <a:rPr lang="en-GB" sz="2600" dirty="0"/>
              <a:t> </a:t>
            </a:r>
            <a:r>
              <a:rPr lang="en-GB" sz="2600" dirty="0" err="1"/>
              <a:t>si</a:t>
            </a:r>
            <a:r>
              <a:rPr lang="en-GB" sz="2600" dirty="0"/>
              <a:t> </a:t>
            </a:r>
            <a:r>
              <a:rPr lang="en-GB" sz="2600" dirty="0" err="1"/>
              <a:t>deve</a:t>
            </a:r>
            <a:r>
              <a:rPr lang="en-GB" sz="2600" dirty="0"/>
              <a:t> </a:t>
            </a:r>
            <a:r>
              <a:rPr lang="en-GB" sz="2600" dirty="0" err="1"/>
              <a:t>considerare</a:t>
            </a:r>
            <a:r>
              <a:rPr lang="en-GB" sz="2600" dirty="0"/>
              <a:t> lo </a:t>
            </a:r>
            <a:r>
              <a:rPr lang="en-GB" sz="2600" dirty="0" err="1"/>
              <a:t>spazio</a:t>
            </a:r>
            <a:r>
              <a:rPr lang="en-GB" sz="2600" dirty="0"/>
              <a:t> per le </a:t>
            </a:r>
            <a:r>
              <a:rPr lang="en-GB" sz="2600" dirty="0" err="1"/>
              <a:t>chiamate</a:t>
            </a:r>
            <a:r>
              <a:rPr lang="en-GB" sz="2600" dirty="0"/>
              <a:t> in </a:t>
            </a:r>
            <a:r>
              <a:rPr lang="en-GB" sz="2600" dirty="0" err="1"/>
              <a:t>sospeso</a:t>
            </a:r>
            <a:r>
              <a:rPr lang="en-GB" sz="2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0909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Esempio: elevamento a potenza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384637-6A94-4E67-82A9-D8C8613DB7B9}"/>
              </a:ext>
            </a:extLst>
          </p:cNvPr>
          <p:cNvSpPr txBox="1"/>
          <p:nvPr/>
        </p:nvSpPr>
        <p:spPr>
          <a:xfrm>
            <a:off x="701336" y="1491319"/>
            <a:ext cx="7759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La </a:t>
            </a:r>
            <a:r>
              <a:rPr lang="en-GB" sz="2400" dirty="0" err="1"/>
              <a:t>versione</a:t>
            </a:r>
            <a:r>
              <a:rPr lang="en-GB" sz="2400" dirty="0"/>
              <a:t> </a:t>
            </a:r>
            <a:r>
              <a:rPr lang="en-GB" sz="2400" dirty="0" err="1"/>
              <a:t>iterativa</a:t>
            </a:r>
            <a:r>
              <a:rPr lang="en-GB" sz="2400" dirty="0"/>
              <a:t> </a:t>
            </a:r>
            <a:r>
              <a:rPr lang="en-GB" sz="2400" dirty="0" err="1"/>
              <a:t>equivalente</a:t>
            </a:r>
            <a:r>
              <a:rPr lang="en-GB" sz="2400" dirty="0"/>
              <a:t> </a:t>
            </a:r>
            <a:r>
              <a:rPr lang="en-GB" sz="2400" dirty="0" err="1"/>
              <a:t>invece</a:t>
            </a:r>
            <a:r>
              <a:rPr lang="en-GB" sz="2400" dirty="0"/>
              <a:t> </a:t>
            </a:r>
            <a:r>
              <a:rPr lang="en-GB" sz="2400" dirty="0" err="1"/>
              <a:t>comporta</a:t>
            </a:r>
            <a:r>
              <a:rPr lang="en-GB" sz="2400" dirty="0"/>
              <a:t> </a:t>
            </a:r>
            <a:r>
              <a:rPr lang="en-GB" sz="2400" dirty="0" err="1"/>
              <a:t>l’esecuzione</a:t>
            </a:r>
            <a:r>
              <a:rPr lang="en-GB" sz="2400" dirty="0"/>
              <a:t> di n </a:t>
            </a:r>
            <a:r>
              <a:rPr lang="en-GB" sz="2400" dirty="0" err="1"/>
              <a:t>prodotti</a:t>
            </a:r>
            <a:r>
              <a:rPr lang="en-GB" sz="2400" dirty="0"/>
              <a:t> ma in </a:t>
            </a:r>
            <a:r>
              <a:rPr lang="en-GB" sz="2400" dirty="0" err="1"/>
              <a:t>spazio</a:t>
            </a:r>
            <a:r>
              <a:rPr lang="en-GB" sz="2400" dirty="0"/>
              <a:t> </a:t>
            </a:r>
            <a:r>
              <a:rPr lang="en-GB" sz="2400" dirty="0" err="1"/>
              <a:t>costante</a:t>
            </a:r>
            <a:r>
              <a:rPr lang="en-GB" sz="2400" dirty="0"/>
              <a:t>: 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6868B1-DE67-40C9-8769-64B95D02BC7E}"/>
              </a:ext>
            </a:extLst>
          </p:cNvPr>
          <p:cNvSpPr txBox="1"/>
          <p:nvPr/>
        </p:nvSpPr>
        <p:spPr>
          <a:xfrm>
            <a:off x="2197223" y="3006818"/>
            <a:ext cx="4572000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potIter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(int b, int n){</a:t>
            </a:r>
          </a:p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ris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	for (;0&lt;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n;n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--) </a:t>
            </a:r>
          </a:p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ris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ris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*b; </a:t>
            </a:r>
          </a:p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GB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ris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/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45471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Serie di Fibonacci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28599" y="1981200"/>
            <a:ext cx="8915401" cy="4103688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it-IT" dirty="0">
                <a:latin typeface="Courier New"/>
                <a:cs typeface="Courier New"/>
              </a:rPr>
              <a:t>0,1,1,2,3,5,8,13,21,44,…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Soluzione ricorsiva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(0)=0</a:t>
            </a: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(1)=1</a:t>
            </a: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)=</a:t>
            </a: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(n-1)+</a:t>
            </a: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(n-2)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in modo ancora più compatto</a:t>
            </a:r>
          </a:p>
          <a:p>
            <a:pPr marL="0" indent="0">
              <a:buNone/>
            </a:pPr>
            <a:endParaRPr lang="it-IT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)=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 										</a:t>
            </a:r>
            <a:r>
              <a:rPr lang="it-IT" dirty="0" err="1">
                <a:latin typeface="Courier New"/>
                <a:cs typeface="Courier New"/>
              </a:rPr>
              <a:t>if</a:t>
            </a:r>
            <a:r>
              <a:rPr lang="it-IT" dirty="0">
                <a:latin typeface="Courier New"/>
                <a:cs typeface="Courier New"/>
              </a:rPr>
              <a:t> 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=0,1</a:t>
            </a: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)=</a:t>
            </a: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(n-1)+</a:t>
            </a: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(n-2) 	per 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&gt;=2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304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Esercizio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384637-6A94-4E67-82A9-D8C8613DB7B9}"/>
              </a:ext>
            </a:extLst>
          </p:cNvPr>
          <p:cNvSpPr txBox="1"/>
          <p:nvPr/>
        </p:nvSpPr>
        <p:spPr>
          <a:xfrm>
            <a:off x="701336" y="1491319"/>
            <a:ext cx="77590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/>
              <a:t>Individuare</a:t>
            </a:r>
            <a:r>
              <a:rPr lang="en-GB" sz="2400" dirty="0"/>
              <a:t> la </a:t>
            </a:r>
            <a:r>
              <a:rPr lang="en-GB" sz="2400" dirty="0" err="1"/>
              <a:t>sequenza</a:t>
            </a:r>
            <a:r>
              <a:rPr lang="en-GB" sz="2400" dirty="0"/>
              <a:t> di </a:t>
            </a:r>
            <a:r>
              <a:rPr lang="en-GB" sz="2400" dirty="0" err="1"/>
              <a:t>chiamate</a:t>
            </a:r>
            <a:r>
              <a:rPr lang="en-GB" sz="2400" dirty="0"/>
              <a:t> </a:t>
            </a:r>
            <a:r>
              <a:rPr lang="en-GB" sz="2400" dirty="0" err="1"/>
              <a:t>ricorsive</a:t>
            </a:r>
            <a:r>
              <a:rPr lang="en-GB" sz="2400" dirty="0"/>
              <a:t> </a:t>
            </a:r>
            <a:r>
              <a:rPr lang="en-GB" sz="2400" dirty="0" err="1"/>
              <a:t>dell’esecuzione</a:t>
            </a:r>
            <a:r>
              <a:rPr lang="en-GB" sz="2400" dirty="0"/>
              <a:t> </a:t>
            </a:r>
            <a:r>
              <a:rPr lang="en-GB" sz="2400" dirty="0" err="1"/>
              <a:t>della</a:t>
            </a:r>
            <a:r>
              <a:rPr lang="en-GB" sz="2400" dirty="0"/>
              <a:t> </a:t>
            </a:r>
            <a:r>
              <a:rPr lang="en-GB" sz="2400" dirty="0" err="1"/>
              <a:t>seguente</a:t>
            </a:r>
            <a:r>
              <a:rPr lang="en-GB" sz="2400" dirty="0"/>
              <a:t> </a:t>
            </a:r>
            <a:r>
              <a:rPr lang="en-GB" sz="2400" dirty="0" err="1"/>
              <a:t>chiamata</a:t>
            </a:r>
            <a:r>
              <a:rPr lang="en-GB" sz="2400" dirty="0"/>
              <a:t> di </a:t>
            </a:r>
            <a:r>
              <a:rPr lang="en-GB" sz="2400" dirty="0" err="1"/>
              <a:t>funzione</a:t>
            </a:r>
            <a:r>
              <a:rPr lang="en-GB" sz="2400" dirty="0"/>
              <a:t>, come visto </a:t>
            </a:r>
            <a:r>
              <a:rPr lang="en-GB" sz="2400" dirty="0" err="1"/>
              <a:t>nell’esempio</a:t>
            </a:r>
            <a:r>
              <a:rPr lang="en-GB" sz="2400" dirty="0"/>
              <a:t> </a:t>
            </a:r>
            <a:r>
              <a:rPr lang="en-GB" sz="2400" dirty="0" err="1"/>
              <a:t>dell’elevamento</a:t>
            </a:r>
            <a:r>
              <a:rPr lang="en-GB" sz="2400" dirty="0"/>
              <a:t> a </a:t>
            </a:r>
            <a:r>
              <a:rPr lang="en-GB" sz="2400" dirty="0" err="1"/>
              <a:t>potenza</a:t>
            </a:r>
            <a:endParaRPr lang="en-GB" sz="2400" dirty="0"/>
          </a:p>
          <a:p>
            <a:pPr algn="just"/>
            <a:endParaRPr lang="en-GB" sz="2400" dirty="0"/>
          </a:p>
          <a:p>
            <a:pPr algn="ctr"/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fibonacci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488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Serie di Fibonacci: soluzione iterativa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28600" y="1981200"/>
            <a:ext cx="8699500" cy="4103688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it-IT" dirty="0">
                <a:latin typeface="Courier New"/>
                <a:cs typeface="Courier New"/>
              </a:rPr>
              <a:t>0,1,1,2,3,5,8,13,21,44,…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</a:t>
            </a:r>
            <a:r>
              <a:rPr lang="it-IT" dirty="0" err="1">
                <a:latin typeface="Courier New"/>
                <a:cs typeface="Courier New"/>
              </a:rPr>
              <a:t>fibonacci</a:t>
            </a:r>
            <a:r>
              <a:rPr lang="it-IT" dirty="0">
                <a:latin typeface="Courier New"/>
                <a:cs typeface="Courier New"/>
              </a:rPr>
              <a:t>(</a:t>
            </a: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)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{	</a:t>
            </a: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primo=0, secondo=1, </a:t>
            </a:r>
            <a:r>
              <a:rPr lang="it-IT" dirty="0" err="1">
                <a:latin typeface="Courier New"/>
                <a:cs typeface="Courier New"/>
              </a:rPr>
              <a:t>temp</a:t>
            </a:r>
            <a:r>
              <a:rPr lang="it-IT" dirty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endParaRPr lang="it-IT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</a:t>
            </a:r>
            <a:r>
              <a:rPr lang="it-IT" dirty="0" err="1">
                <a:latin typeface="Courier New"/>
                <a:cs typeface="Courier New"/>
              </a:rPr>
              <a:t>if</a:t>
            </a:r>
            <a:r>
              <a:rPr lang="it-IT" dirty="0">
                <a:latin typeface="Courier New"/>
                <a:cs typeface="Courier New"/>
              </a:rPr>
              <a:t> (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&lt;=1) </a:t>
            </a:r>
            <a:r>
              <a:rPr lang="it-IT" dirty="0" err="1">
                <a:latin typeface="Courier New"/>
                <a:cs typeface="Courier New"/>
              </a:rPr>
              <a:t>return</a:t>
            </a:r>
            <a:r>
              <a:rPr lang="it-IT" dirty="0">
                <a:latin typeface="Courier New"/>
                <a:cs typeface="Courier New"/>
              </a:rPr>
              <a:t> 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;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for (i=2; i&lt;=</a:t>
            </a:r>
            <a:r>
              <a:rPr lang="it-IT" dirty="0" err="1">
                <a:latin typeface="Courier New"/>
                <a:cs typeface="Courier New"/>
              </a:rPr>
              <a:t>n</a:t>
            </a:r>
            <a:r>
              <a:rPr lang="it-IT" dirty="0">
                <a:latin typeface="Courier New"/>
                <a:cs typeface="Courier New"/>
              </a:rPr>
              <a:t>; i++)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{	</a:t>
            </a:r>
            <a:r>
              <a:rPr lang="it-IT" dirty="0" err="1">
                <a:latin typeface="Courier New"/>
                <a:cs typeface="Courier New"/>
              </a:rPr>
              <a:t>temp</a:t>
            </a:r>
            <a:r>
              <a:rPr lang="it-IT" dirty="0">
                <a:latin typeface="Courier New"/>
                <a:cs typeface="Courier New"/>
              </a:rPr>
              <a:t>=primo;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	primo=secondo;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	secondo=primo + </a:t>
            </a:r>
            <a:r>
              <a:rPr lang="it-IT" dirty="0" err="1">
                <a:latin typeface="Courier New"/>
                <a:cs typeface="Courier New"/>
              </a:rPr>
              <a:t>temp</a:t>
            </a:r>
            <a:r>
              <a:rPr lang="it-IT" dirty="0">
                <a:latin typeface="Courier New"/>
                <a:cs typeface="Courier New"/>
              </a:rPr>
              <a:t>;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}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   </a:t>
            </a:r>
            <a:r>
              <a:rPr lang="it-IT" dirty="0" err="1">
                <a:latin typeface="Courier New"/>
                <a:cs typeface="Courier New"/>
              </a:rPr>
              <a:t>return</a:t>
            </a:r>
            <a:r>
              <a:rPr lang="it-IT" dirty="0">
                <a:latin typeface="Courier New"/>
                <a:cs typeface="Courier New"/>
              </a:rPr>
              <a:t> secondo; 			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444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20738" y="179549"/>
            <a:ext cx="7416800" cy="865187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4000" b="0" dirty="0">
                <a:latin typeface="Times New Roman" charset="0"/>
              </a:rPr>
              <a:t>Ricorsione indiretta</a:t>
            </a: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407990" y="1192213"/>
            <a:ext cx="878522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La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funzione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chiama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se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stessa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non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direttamente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ma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tramite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una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concatenazione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di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chiamate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con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altre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funzioni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.</a:t>
            </a:r>
          </a:p>
          <a:p>
            <a:pPr marL="342900" indent="-3429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  <a:buFont typeface="Arial"/>
              <a:buChar char="•"/>
            </a:pP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Esempio</a:t>
            </a:r>
            <a:endParaRPr lang="en-US" sz="22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407990" y="2533154"/>
            <a:ext cx="8699500" cy="41036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void</a:t>
            </a:r>
            <a:r>
              <a:rPr lang="it-IT" dirty="0">
                <a:latin typeface="Courier New"/>
                <a:cs typeface="Courier New"/>
              </a:rPr>
              <a:t> A(</a:t>
            </a: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c)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{	</a:t>
            </a:r>
            <a:r>
              <a:rPr lang="it-IT" dirty="0" err="1">
                <a:latin typeface="Courier New"/>
                <a:cs typeface="Courier New"/>
              </a:rPr>
              <a:t>if</a:t>
            </a:r>
            <a:r>
              <a:rPr lang="it-IT" dirty="0">
                <a:latin typeface="Courier New"/>
                <a:cs typeface="Courier New"/>
              </a:rPr>
              <a:t> (c&gt; 5) B(c);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</a:t>
            </a:r>
            <a:r>
              <a:rPr lang="it-IT" dirty="0" err="1">
                <a:latin typeface="Courier New"/>
                <a:cs typeface="Courier New"/>
              </a:rPr>
              <a:t>cout</a:t>
            </a:r>
            <a:r>
              <a:rPr lang="it-IT" dirty="0">
                <a:latin typeface="Courier New"/>
                <a:cs typeface="Courier New"/>
              </a:rPr>
              <a:t> &lt;&lt; c &lt;&lt; “ “;}</a:t>
            </a:r>
          </a:p>
          <a:p>
            <a:pPr marL="0" indent="0">
              <a:buNone/>
            </a:pPr>
            <a:endParaRPr lang="it-IT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void</a:t>
            </a:r>
            <a:r>
              <a:rPr lang="it-IT" dirty="0">
                <a:latin typeface="Courier New"/>
                <a:cs typeface="Courier New"/>
              </a:rPr>
              <a:t> B(</a:t>
            </a: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c)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{	A(--c);  }</a:t>
            </a:r>
          </a:p>
          <a:p>
            <a:pPr marL="0" indent="0">
              <a:buNone/>
            </a:pPr>
            <a:endParaRPr lang="it-IT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it-IT" dirty="0" err="1">
                <a:latin typeface="Courier New"/>
                <a:cs typeface="Courier New"/>
              </a:rPr>
              <a:t>int</a:t>
            </a:r>
            <a:r>
              <a:rPr lang="it-IT" dirty="0">
                <a:latin typeface="Courier New"/>
                <a:cs typeface="Courier New"/>
              </a:rPr>
              <a:t> </a:t>
            </a:r>
            <a:r>
              <a:rPr lang="it-IT" dirty="0" err="1">
                <a:latin typeface="Courier New"/>
                <a:cs typeface="Courier New"/>
              </a:rPr>
              <a:t>main</a:t>
            </a:r>
            <a:r>
              <a:rPr lang="it-IT" dirty="0">
                <a:latin typeface="Courier New"/>
                <a:cs typeface="Courier New"/>
              </a:rPr>
              <a:t>() 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{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	A(25);</a:t>
            </a:r>
          </a:p>
          <a:p>
            <a:pPr marL="0" indent="0">
              <a:buNone/>
            </a:pPr>
            <a:r>
              <a:rPr lang="it-IT" dirty="0">
                <a:latin typeface="Courier New"/>
                <a:cs typeface="Courier New"/>
              </a:rPr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1607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56809" y="329868"/>
            <a:ext cx="7416800" cy="865187"/>
          </a:xfrm>
          <a:ln/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Massimo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Comune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Divisore</a:t>
            </a:r>
            <a:br>
              <a:rPr lang="en-US" sz="3600" b="0" dirty="0">
                <a:latin typeface="Times New Roman" charset="0"/>
                <a:ea typeface="ＭＳ Ｐゴシック" charset="0"/>
              </a:rPr>
            </a:br>
            <a:r>
              <a:rPr lang="en-US" sz="3600" b="0" dirty="0">
                <a:latin typeface="Times New Roman" charset="0"/>
                <a:ea typeface="ＭＳ Ｐゴシック" charset="0"/>
              </a:rPr>
              <a:t>(MCD)</a:t>
            </a:r>
            <a:endParaRPr lang="it-IT" sz="3600" b="0" dirty="0">
              <a:latin typeface="Times New Roman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383575" y="3582279"/>
            <a:ext cx="878522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MCD(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n				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se n&lt;=m e n è 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divisore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di m      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MCD(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)= 	MCD(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n,m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 	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se m &lt; n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MCD(n,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resto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di m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diviso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n)	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altrimenti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</a:t>
            </a:r>
          </a:p>
        </p:txBody>
      </p:sp>
      <p:sp>
        <p:nvSpPr>
          <p:cNvPr id="2" name="Parentesi graffa aperta 1"/>
          <p:cNvSpPr/>
          <p:nvPr/>
        </p:nvSpPr>
        <p:spPr bwMode="auto">
          <a:xfrm>
            <a:off x="2057399" y="3977566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CAF464D-B189-4084-9331-19643B9F358E}"/>
              </a:ext>
            </a:extLst>
          </p:cNvPr>
          <p:cNvSpPr txBox="1"/>
          <p:nvPr/>
        </p:nvSpPr>
        <p:spPr>
          <a:xfrm>
            <a:off x="383575" y="1747032"/>
            <a:ext cx="79632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Il MCD tra m ed n con m&gt;n è lo stesso del MCD tra n ed il resto della divisione di m per n.</a:t>
            </a:r>
            <a:endParaRPr lang="it-IT" sz="28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7116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1" y="353931"/>
            <a:ext cx="7416800" cy="865187"/>
          </a:xfrm>
          <a:ln/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Massimo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Comune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Divisore</a:t>
            </a:r>
            <a:br>
              <a:rPr lang="en-US" sz="3600" b="0" dirty="0">
                <a:latin typeface="Times New Roman" charset="0"/>
                <a:ea typeface="ＭＳ Ｐゴシック" charset="0"/>
              </a:rPr>
            </a:br>
            <a:r>
              <a:rPr lang="en-US" sz="3600" b="0" dirty="0">
                <a:latin typeface="Times New Roman" charset="0"/>
                <a:ea typeface="ＭＳ Ｐゴシック" charset="0"/>
              </a:rPr>
              <a:t>(MCD)</a:t>
            </a:r>
            <a:endParaRPr lang="it-IT" sz="3600" b="0" dirty="0">
              <a:latin typeface="Times New Roman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9" y="1700213"/>
            <a:ext cx="43926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MCD(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n=r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0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0&lt;r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 		0&lt;r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…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l-1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0&lt;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l-1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4902200" y="1700213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Determiniamo </a:t>
            </a:r>
            <a:r>
              <a:rPr lang="it-IT" dirty="0">
                <a:latin typeface="Brush Script MT Italic"/>
                <a:cs typeface="Brush Script MT Italic"/>
              </a:rPr>
              <a:t>l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288" y="2578100"/>
            <a:ext cx="3389312" cy="160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43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6"/>
            <a:ext cx="7416800" cy="865187"/>
          </a:xfrm>
          <a:ln/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Massimo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Comune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Divisore</a:t>
            </a:r>
            <a:br>
              <a:rPr lang="en-US" sz="3600" b="0" dirty="0">
                <a:latin typeface="Times New Roman" charset="0"/>
                <a:ea typeface="ＭＳ Ｐゴシック" charset="0"/>
              </a:rPr>
            </a:br>
            <a:r>
              <a:rPr lang="en-US" sz="3600" b="0" dirty="0">
                <a:latin typeface="Times New Roman" charset="0"/>
                <a:ea typeface="ＭＳ Ｐゴシック" charset="0"/>
              </a:rPr>
              <a:t>(MCD)</a:t>
            </a:r>
            <a:endParaRPr lang="it-IT" sz="3600" b="0" dirty="0">
              <a:latin typeface="Times New Roman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9" y="1700213"/>
            <a:ext cx="43926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MCD(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m=r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n=r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0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0&lt;r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 		0&lt;r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…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l-1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=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q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0&lt;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r</a:t>
            </a:r>
            <a:r>
              <a:rPr lang="en-US" sz="2200" baseline="-250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&lt;r</a:t>
            </a:r>
            <a:r>
              <a:rPr lang="en-US" sz="2200" baseline="-25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l-1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4902200" y="1700213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Determiniamo </a:t>
            </a:r>
            <a:r>
              <a:rPr lang="it-IT" dirty="0">
                <a:latin typeface="Brush Script MT Italic"/>
                <a:cs typeface="Brush Script MT Italic"/>
              </a:rPr>
              <a:t>l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288" y="2578100"/>
            <a:ext cx="3389312" cy="1608752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4660898"/>
            <a:ext cx="7755334" cy="158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08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6"/>
            <a:ext cx="7416800" cy="865187"/>
          </a:xfrm>
          <a:ln/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Calcolare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la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somma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dei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primi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N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numeri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interi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br>
              <a:rPr lang="en-US" sz="3600" b="0" dirty="0">
                <a:latin typeface="Times New Roman" charset="0"/>
                <a:ea typeface="ＭＳ Ｐゴシック" charset="0"/>
              </a:rPr>
            </a:br>
            <a:endParaRPr lang="it-IT" sz="3600" b="0" dirty="0">
              <a:latin typeface="Times New Roman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8" y="1700213"/>
            <a:ext cx="878522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	 1						se N=1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Sommatoria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(N)=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	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N+Sommatoria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(N-1) 	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altrimenti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2" name="Parentesi graffa aperta 1"/>
          <p:cNvSpPr/>
          <p:nvPr/>
        </p:nvSpPr>
        <p:spPr bwMode="auto">
          <a:xfrm>
            <a:off x="2794000" y="2082800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11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6"/>
            <a:ext cx="7416800" cy="865187"/>
          </a:xfrm>
          <a:ln/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Calcolare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la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somma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dei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quadrati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dei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primi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N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numeri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r>
              <a:rPr lang="en-US" sz="3600" b="0" dirty="0" err="1">
                <a:latin typeface="Times New Roman" charset="0"/>
                <a:ea typeface="ＭＳ Ｐゴシック" charset="0"/>
              </a:rPr>
              <a:t>interi</a:t>
            </a:r>
            <a:r>
              <a:rPr lang="en-US" sz="3600" b="0" dirty="0">
                <a:latin typeface="Times New Roman" charset="0"/>
                <a:ea typeface="ＭＳ Ｐゴシック" charset="0"/>
              </a:rPr>
              <a:t> </a:t>
            </a:r>
            <a:br>
              <a:rPr lang="en-US" sz="3600" b="0" dirty="0">
                <a:latin typeface="Times New Roman" charset="0"/>
                <a:ea typeface="ＭＳ Ｐゴシック" charset="0"/>
              </a:rPr>
            </a:br>
            <a:endParaRPr lang="it-IT" sz="3600" b="0" dirty="0">
              <a:latin typeface="Times New Roman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179388" y="1700213"/>
            <a:ext cx="878522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	 1						se N=1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Sommatoria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(N)=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	 N</a:t>
            </a:r>
            <a:r>
              <a:rPr lang="en-US" sz="2200" baseline="30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+Sommatoria(N-1) 	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altrimenti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2" name="Parentesi graffa aperta 1"/>
          <p:cNvSpPr/>
          <p:nvPr/>
        </p:nvSpPr>
        <p:spPr bwMode="auto">
          <a:xfrm>
            <a:off x="2794000" y="2082800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4391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107" y="-376838"/>
            <a:ext cx="8327253" cy="2409824"/>
          </a:xfrm>
          <a:ln/>
        </p:spPr>
        <p:txBody>
          <a:bodyPr lIns="0" tIns="0" rIns="0" bIns="0">
            <a:noAutofit/>
          </a:bodyPr>
          <a:lstStyle/>
          <a:p>
            <a:pPr algn="just"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200" b="0" dirty="0" err="1">
                <a:latin typeface="Times New Roman" charset="0"/>
                <a:ea typeface="ＭＳ Ｐゴシック" charset="0"/>
              </a:rPr>
              <a:t>d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efinire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una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funzione</a:t>
            </a:r>
            <a:r>
              <a:rPr lang="en-US" sz="3200" dirty="0">
                <a:latin typeface="Times New Roman" charset="0"/>
                <a:ea typeface="ＭＳ Ｐゴシック" charset="0"/>
              </a:rPr>
              <a:t>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ricorsiva</a:t>
            </a:r>
            <a:r>
              <a:rPr lang="en-US" sz="3200" dirty="0">
                <a:latin typeface="Times New Roman" charset="0"/>
                <a:ea typeface="ＭＳ Ｐゴシック" charset="0"/>
              </a:rPr>
              <a:t> per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determinare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il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massimo</a:t>
            </a:r>
            <a:r>
              <a:rPr lang="en-US" sz="3200" dirty="0">
                <a:latin typeface="Times New Roman" charset="0"/>
                <a:ea typeface="ＭＳ Ｐゴシック" charset="0"/>
              </a:rPr>
              <a:t> in un array di N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elementi</a:t>
            </a:r>
            <a:endParaRPr lang="it-IT" sz="3600" b="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41871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107" y="-376838"/>
            <a:ext cx="8327253" cy="2409824"/>
          </a:xfrm>
          <a:ln/>
        </p:spPr>
        <p:txBody>
          <a:bodyPr lIns="0" tIns="0" rIns="0" bIns="0">
            <a:noAutofit/>
          </a:bodyPr>
          <a:lstStyle/>
          <a:p>
            <a:pPr algn="just"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200" b="0" dirty="0" err="1">
                <a:latin typeface="Times New Roman" charset="0"/>
                <a:ea typeface="ＭＳ Ｐゴシック" charset="0"/>
              </a:rPr>
              <a:t>d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efinire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una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funzione</a:t>
            </a:r>
            <a:r>
              <a:rPr lang="en-US" sz="3200" dirty="0">
                <a:latin typeface="Times New Roman" charset="0"/>
                <a:ea typeface="ＭＳ Ｐゴシック" charset="0"/>
              </a:rPr>
              <a:t>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ricorsiva</a:t>
            </a:r>
            <a:r>
              <a:rPr lang="en-US" sz="3200" dirty="0">
                <a:latin typeface="Times New Roman" charset="0"/>
                <a:ea typeface="ＭＳ Ｐゴシック" charset="0"/>
              </a:rPr>
              <a:t> per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determinare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il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massimo</a:t>
            </a:r>
            <a:r>
              <a:rPr lang="en-US" sz="3200" dirty="0">
                <a:latin typeface="Times New Roman" charset="0"/>
                <a:ea typeface="ＭＳ Ｐゴシック" charset="0"/>
              </a:rPr>
              <a:t> in un array di N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elementi</a:t>
            </a:r>
            <a:endParaRPr lang="it-IT" sz="3600" b="0" dirty="0">
              <a:latin typeface="Times New Roman" charset="0"/>
            </a:endParaRPr>
          </a:p>
        </p:txBody>
      </p:sp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D81F03DD-BB8B-4EF8-845D-0285212D45D3}"/>
              </a:ext>
            </a:extLst>
          </p:cNvPr>
          <p:cNvGraphicFramePr>
            <a:graphicFrameLocks noGrp="1"/>
          </p:cNvGraphicFramePr>
          <p:nvPr/>
        </p:nvGraphicFramePr>
        <p:xfrm>
          <a:off x="1887982" y="2452419"/>
          <a:ext cx="6332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274">
                  <a:extLst>
                    <a:ext uri="{9D8B030D-6E8A-4147-A177-3AD203B41FA5}">
                      <a16:colId xmlns:a16="http://schemas.microsoft.com/office/drawing/2014/main" val="3231324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46001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1D3050-B4D6-48E0-975F-7428D17E7994}"/>
              </a:ext>
            </a:extLst>
          </p:cNvPr>
          <p:cNvSpPr txBox="1"/>
          <p:nvPr/>
        </p:nvSpPr>
        <p:spPr>
          <a:xfrm>
            <a:off x="745723" y="2443541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N = 1</a:t>
            </a:r>
            <a:endParaRPr lang="en-GB" sz="2400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966DDB-28F6-4F66-A769-EE7926A45A2C}"/>
              </a:ext>
            </a:extLst>
          </p:cNvPr>
          <p:cNvSpPr txBox="1"/>
          <p:nvPr/>
        </p:nvSpPr>
        <p:spPr>
          <a:xfrm>
            <a:off x="2864218" y="2407006"/>
            <a:ext cx="1513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Max = v[0]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130532110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107" y="-376838"/>
            <a:ext cx="8327253" cy="2409824"/>
          </a:xfrm>
          <a:ln/>
        </p:spPr>
        <p:txBody>
          <a:bodyPr lIns="0" tIns="0" rIns="0" bIns="0">
            <a:noAutofit/>
          </a:bodyPr>
          <a:lstStyle/>
          <a:p>
            <a:pPr algn="just"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200" b="0" dirty="0" err="1">
                <a:latin typeface="Times New Roman" charset="0"/>
                <a:ea typeface="ＭＳ Ｐゴシック" charset="0"/>
              </a:rPr>
              <a:t>d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efinire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una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funzione</a:t>
            </a:r>
            <a:r>
              <a:rPr lang="en-US" sz="3200" dirty="0">
                <a:latin typeface="Times New Roman" charset="0"/>
                <a:ea typeface="ＭＳ Ｐゴシック" charset="0"/>
              </a:rPr>
              <a:t>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ricorsiva</a:t>
            </a:r>
            <a:r>
              <a:rPr lang="en-US" sz="3200" dirty="0">
                <a:latin typeface="Times New Roman" charset="0"/>
                <a:ea typeface="ＭＳ Ｐゴシック" charset="0"/>
              </a:rPr>
              <a:t> per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determinare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il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massimo</a:t>
            </a:r>
            <a:r>
              <a:rPr lang="en-US" sz="3200" dirty="0">
                <a:latin typeface="Times New Roman" charset="0"/>
                <a:ea typeface="ＭＳ Ｐゴシック" charset="0"/>
              </a:rPr>
              <a:t> in un array di N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elementi</a:t>
            </a:r>
            <a:endParaRPr lang="it-IT" sz="3600" b="0" dirty="0">
              <a:latin typeface="Times New Roman" charset="0"/>
            </a:endParaRPr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C12B8354-7486-4036-A2E5-CE0A9A508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857903"/>
              </p:ext>
            </p:extLst>
          </p:nvPr>
        </p:nvGraphicFramePr>
        <p:xfrm>
          <a:off x="1887982" y="3182410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D81F03DD-BB8B-4EF8-845D-0285212D4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692798"/>
              </p:ext>
            </p:extLst>
          </p:nvPr>
        </p:nvGraphicFramePr>
        <p:xfrm>
          <a:off x="1887982" y="2452419"/>
          <a:ext cx="6332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274">
                  <a:extLst>
                    <a:ext uri="{9D8B030D-6E8A-4147-A177-3AD203B41FA5}">
                      <a16:colId xmlns:a16="http://schemas.microsoft.com/office/drawing/2014/main" val="3231324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46001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1D3050-B4D6-48E0-975F-7428D17E7994}"/>
              </a:ext>
            </a:extLst>
          </p:cNvPr>
          <p:cNvSpPr txBox="1"/>
          <p:nvPr/>
        </p:nvSpPr>
        <p:spPr>
          <a:xfrm>
            <a:off x="745723" y="2443541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N = 1</a:t>
            </a:r>
            <a:endParaRPr lang="en-GB" sz="2400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3AE933A-03B5-49FA-885D-905FEE281589}"/>
              </a:ext>
            </a:extLst>
          </p:cNvPr>
          <p:cNvSpPr txBox="1"/>
          <p:nvPr/>
        </p:nvSpPr>
        <p:spPr>
          <a:xfrm>
            <a:off x="745723" y="3091585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N &gt; 1</a:t>
            </a:r>
            <a:endParaRPr lang="en-GB" sz="2400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966DDB-28F6-4F66-A769-EE7926A45A2C}"/>
              </a:ext>
            </a:extLst>
          </p:cNvPr>
          <p:cNvSpPr txBox="1"/>
          <p:nvPr/>
        </p:nvSpPr>
        <p:spPr>
          <a:xfrm>
            <a:off x="2864218" y="2407006"/>
            <a:ext cx="1513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Max = v[0]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55257296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107" y="-376838"/>
            <a:ext cx="8327253" cy="2409824"/>
          </a:xfrm>
          <a:ln/>
        </p:spPr>
        <p:txBody>
          <a:bodyPr lIns="0" tIns="0" rIns="0" bIns="0">
            <a:noAutofit/>
          </a:bodyPr>
          <a:lstStyle/>
          <a:p>
            <a:pPr algn="just"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200" b="0" dirty="0" err="1">
                <a:latin typeface="Times New Roman" charset="0"/>
                <a:ea typeface="ＭＳ Ｐゴシック" charset="0"/>
              </a:rPr>
              <a:t>d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efinire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una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funzione</a:t>
            </a:r>
            <a:r>
              <a:rPr lang="en-US" sz="3200" dirty="0">
                <a:latin typeface="Times New Roman" charset="0"/>
                <a:ea typeface="ＭＳ Ｐゴシック" charset="0"/>
              </a:rPr>
              <a:t>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ricorsiva</a:t>
            </a:r>
            <a:r>
              <a:rPr lang="en-US" sz="3200" dirty="0">
                <a:latin typeface="Times New Roman" charset="0"/>
                <a:ea typeface="ＭＳ Ｐゴシック" charset="0"/>
              </a:rPr>
              <a:t> per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determinare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il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massimo</a:t>
            </a:r>
            <a:r>
              <a:rPr lang="en-US" sz="3200" dirty="0">
                <a:latin typeface="Times New Roman" charset="0"/>
                <a:ea typeface="ＭＳ Ｐゴシック" charset="0"/>
              </a:rPr>
              <a:t> in un array di N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elementi</a:t>
            </a:r>
            <a:endParaRPr lang="it-IT" sz="3600" b="0" dirty="0">
              <a:latin typeface="Times New Roman" charset="0"/>
            </a:endParaRPr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C12B8354-7486-4036-A2E5-CE0A9A508190}"/>
              </a:ext>
            </a:extLst>
          </p:cNvPr>
          <p:cNvGraphicFramePr>
            <a:graphicFrameLocks noGrp="1"/>
          </p:cNvGraphicFramePr>
          <p:nvPr/>
        </p:nvGraphicFramePr>
        <p:xfrm>
          <a:off x="1887982" y="3182410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D81F03DD-BB8B-4EF8-845D-0285212D45D3}"/>
              </a:ext>
            </a:extLst>
          </p:cNvPr>
          <p:cNvGraphicFramePr>
            <a:graphicFrameLocks noGrp="1"/>
          </p:cNvGraphicFramePr>
          <p:nvPr/>
        </p:nvGraphicFramePr>
        <p:xfrm>
          <a:off x="1887982" y="2452419"/>
          <a:ext cx="6332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274">
                  <a:extLst>
                    <a:ext uri="{9D8B030D-6E8A-4147-A177-3AD203B41FA5}">
                      <a16:colId xmlns:a16="http://schemas.microsoft.com/office/drawing/2014/main" val="3231324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460010"/>
                  </a:ext>
                </a:extLst>
              </a:tr>
            </a:tbl>
          </a:graphicData>
        </a:graphic>
      </p:graphicFrame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1D54F10A-00DA-4437-97B7-A591E2721F2E}"/>
              </a:ext>
            </a:extLst>
          </p:cNvPr>
          <p:cNvSpPr/>
          <p:nvPr/>
        </p:nvSpPr>
        <p:spPr>
          <a:xfrm rot="16200000">
            <a:off x="2851949" y="2725654"/>
            <a:ext cx="855216" cy="258488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arentesi graffa aperta 6">
            <a:extLst>
              <a:ext uri="{FF2B5EF4-FFF2-40B4-BE49-F238E27FC236}">
                <a16:creationId xmlns:a16="http://schemas.microsoft.com/office/drawing/2014/main" id="{EE34EE05-0E89-4FEC-A211-BB0623EE6669}"/>
              </a:ext>
            </a:extLst>
          </p:cNvPr>
          <p:cNvSpPr/>
          <p:nvPr/>
        </p:nvSpPr>
        <p:spPr>
          <a:xfrm rot="16200000">
            <a:off x="5817833" y="2344654"/>
            <a:ext cx="855216" cy="334688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1D3050-B4D6-48E0-975F-7428D17E7994}"/>
              </a:ext>
            </a:extLst>
          </p:cNvPr>
          <p:cNvSpPr txBox="1"/>
          <p:nvPr/>
        </p:nvSpPr>
        <p:spPr>
          <a:xfrm>
            <a:off x="745723" y="2443541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N = 1</a:t>
            </a:r>
            <a:endParaRPr lang="en-GB" sz="2400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3AE933A-03B5-49FA-885D-905FEE281589}"/>
              </a:ext>
            </a:extLst>
          </p:cNvPr>
          <p:cNvSpPr txBox="1"/>
          <p:nvPr/>
        </p:nvSpPr>
        <p:spPr>
          <a:xfrm>
            <a:off x="745723" y="3091585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N &gt; 1</a:t>
            </a:r>
            <a:endParaRPr lang="en-GB" sz="2400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966DDB-28F6-4F66-A769-EE7926A45A2C}"/>
              </a:ext>
            </a:extLst>
          </p:cNvPr>
          <p:cNvSpPr txBox="1"/>
          <p:nvPr/>
        </p:nvSpPr>
        <p:spPr>
          <a:xfrm>
            <a:off x="2864218" y="2407006"/>
            <a:ext cx="1513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Max = v[0]</a:t>
            </a:r>
            <a:endParaRPr lang="en-GB" sz="2400" i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A3EE4D8-259D-47FA-B003-C6A41605DEAF}"/>
              </a:ext>
            </a:extLst>
          </p:cNvPr>
          <p:cNvSpPr txBox="1"/>
          <p:nvPr/>
        </p:nvSpPr>
        <p:spPr>
          <a:xfrm>
            <a:off x="2881691" y="4585997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Max</a:t>
            </a:r>
            <a:endParaRPr lang="en-GB" sz="2400" i="1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089C4D-0D68-4D2C-BBE7-D736F4125E04}"/>
              </a:ext>
            </a:extLst>
          </p:cNvPr>
          <p:cNvSpPr txBox="1"/>
          <p:nvPr/>
        </p:nvSpPr>
        <p:spPr>
          <a:xfrm>
            <a:off x="5823615" y="4585997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dirty="0"/>
              <a:t>Max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10052281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107" y="-376838"/>
            <a:ext cx="8327253" cy="2409824"/>
          </a:xfrm>
          <a:ln/>
        </p:spPr>
        <p:txBody>
          <a:bodyPr lIns="0" tIns="0" rIns="0" bIns="0">
            <a:noAutofit/>
          </a:bodyPr>
          <a:lstStyle/>
          <a:p>
            <a:pPr algn="just"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Esercizio: </a:t>
            </a:r>
            <a:r>
              <a:rPr lang="en-US" sz="3200" b="0" dirty="0" err="1">
                <a:latin typeface="Times New Roman" charset="0"/>
                <a:ea typeface="ＭＳ Ｐゴシック" charset="0"/>
              </a:rPr>
              <a:t>d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efinire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una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funzione</a:t>
            </a:r>
            <a:r>
              <a:rPr lang="en-US" sz="3200" dirty="0">
                <a:latin typeface="Times New Roman" charset="0"/>
                <a:ea typeface="ＭＳ Ｐゴシック" charset="0"/>
              </a:rPr>
              <a:t>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ricorsiva</a:t>
            </a:r>
            <a:r>
              <a:rPr lang="en-US" sz="3200" dirty="0">
                <a:latin typeface="Times New Roman" charset="0"/>
                <a:ea typeface="ＭＳ Ｐゴシック" charset="0"/>
              </a:rPr>
              <a:t> per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determinare</a:t>
            </a:r>
            <a:r>
              <a:rPr lang="en-US" sz="3200" dirty="0">
                <a:latin typeface="Times New Roman" charset="0"/>
                <a:ea typeface="ＭＳ Ｐゴシック" charset="0"/>
              </a:rPr>
              <a:t> il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massimo</a:t>
            </a:r>
            <a:r>
              <a:rPr lang="en-US" sz="3200" dirty="0">
                <a:latin typeface="Times New Roman" charset="0"/>
                <a:ea typeface="ＭＳ Ｐゴシック" charset="0"/>
              </a:rPr>
              <a:t> in un array di N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elementi</a:t>
            </a:r>
            <a:endParaRPr lang="it-IT" sz="3600" b="0" dirty="0">
              <a:latin typeface="Times New Roman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FE8F82-5449-410D-A9C5-99594F0CC0AD}"/>
              </a:ext>
            </a:extLst>
          </p:cNvPr>
          <p:cNvSpPr txBox="1"/>
          <p:nvPr/>
        </p:nvSpPr>
        <p:spPr>
          <a:xfrm>
            <a:off x="461639" y="1890944"/>
            <a:ext cx="79632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Dimostrazione induttiva:</a:t>
            </a: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it-IT" sz="280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Caso base:	se N = 1 allora max=v[0]</a:t>
            </a:r>
          </a:p>
          <a:p>
            <a:pPr marL="342900" indent="-34290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Altrimenti:	se N&gt;1 dividi l’array in due </a:t>
            </a:r>
            <a:r>
              <a:rPr lang="it-IT" sz="28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sottoarray</a:t>
            </a: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di dimensioni inferiori ad N, trova il max tra i due </a:t>
            </a:r>
            <a:r>
              <a:rPr lang="it-IT" sz="28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sottoarray</a:t>
            </a:r>
            <a:r>
              <a:rPr lang="it-IT" sz="28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e restituisci il più grande dei due valori.</a:t>
            </a:r>
            <a:endParaRPr lang="it-IT" sz="2800" i="1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36514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9376"/>
            <a:ext cx="7416800" cy="865187"/>
          </a:xfrm>
          <a:ln/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sz="3600" b="0" dirty="0">
                <a:latin typeface="Times New Roman" charset="0"/>
              </a:rPr>
              <a:t>Torri di Hanoi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861" y="2833950"/>
            <a:ext cx="4119240" cy="392484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F48389-7310-42C3-94A7-3A4CBFD3A95C}"/>
              </a:ext>
            </a:extLst>
          </p:cNvPr>
          <p:cNvSpPr txBox="1"/>
          <p:nvPr/>
        </p:nvSpPr>
        <p:spPr>
          <a:xfrm>
            <a:off x="97655" y="825624"/>
            <a:ext cx="85987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it-IT" sz="24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Abbiamo 3 pioli ed N dischi che possono essere inseriti nei pioli. I dischi hanno diversa dimensione e sono inizialmente sistemati in un piolo, dal più grande posto alla base (disco N) al più piccolo in cima (disco 1). L’obiettivo è quello di spostare la pila di dischi sul piolo più a destra rispettando le due regole seguenti: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D9640F-CBAD-4EF9-81AE-884AD5CBA634}"/>
              </a:ext>
            </a:extLst>
          </p:cNvPr>
          <p:cNvSpPr txBox="1"/>
          <p:nvPr/>
        </p:nvSpPr>
        <p:spPr>
          <a:xfrm>
            <a:off x="179388" y="3123889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it-IT" sz="24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Può essere spostato solo un disco per volta</a:t>
            </a:r>
          </a:p>
          <a:p>
            <a:pPr marL="514350" indent="-514350" algn="just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it-IT" sz="24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Non è possibile mettere un disco più grande sopra uno più piccolo</a:t>
            </a:r>
          </a:p>
        </p:txBody>
      </p:sp>
    </p:spTree>
    <p:extLst>
      <p:ext uri="{BB962C8B-B14F-4D97-AF65-F5344CB8AC3E}">
        <p14:creationId xmlns:p14="http://schemas.microsoft.com/office/powerpoint/2010/main" val="420128615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</a:t>
            </a:r>
            <a:r>
              <a:rPr lang="it-IT" dirty="0" err="1"/>
              <a:t>n</a:t>
            </a:r>
            <a:r>
              <a:rPr lang="it-IT" dirty="0"/>
              <a:t>=3</a:t>
            </a:r>
          </a:p>
        </p:txBody>
      </p:sp>
      <p:sp>
        <p:nvSpPr>
          <p:cNvPr id="4" name="Rettangolo 3"/>
          <p:cNvSpPr/>
          <p:nvPr/>
        </p:nvSpPr>
        <p:spPr bwMode="auto">
          <a:xfrm>
            <a:off x="2222500" y="22098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5" name="Rettangolo 4"/>
          <p:cNvSpPr/>
          <p:nvPr/>
        </p:nvSpPr>
        <p:spPr bwMode="auto">
          <a:xfrm>
            <a:off x="2413000" y="19685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Rettangolo 5"/>
          <p:cNvSpPr/>
          <p:nvPr/>
        </p:nvSpPr>
        <p:spPr bwMode="auto">
          <a:xfrm>
            <a:off x="2616200" y="174625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Rettangolo 6"/>
          <p:cNvSpPr/>
          <p:nvPr/>
        </p:nvSpPr>
        <p:spPr bwMode="auto">
          <a:xfrm>
            <a:off x="2095501" y="239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ttangolo 7"/>
          <p:cNvSpPr/>
          <p:nvPr/>
        </p:nvSpPr>
        <p:spPr bwMode="auto">
          <a:xfrm>
            <a:off x="3949701" y="239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9" name="Rettangolo 8"/>
          <p:cNvSpPr/>
          <p:nvPr/>
        </p:nvSpPr>
        <p:spPr bwMode="auto">
          <a:xfrm>
            <a:off x="5822951" y="239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0" name="Rettangolo 9"/>
          <p:cNvSpPr/>
          <p:nvPr/>
        </p:nvSpPr>
        <p:spPr bwMode="auto">
          <a:xfrm>
            <a:off x="2222500" y="347345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1" name="Rettangolo 10"/>
          <p:cNvSpPr/>
          <p:nvPr/>
        </p:nvSpPr>
        <p:spPr bwMode="auto">
          <a:xfrm>
            <a:off x="2413000" y="323215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2" name="Rettangolo 11"/>
          <p:cNvSpPr/>
          <p:nvPr/>
        </p:nvSpPr>
        <p:spPr bwMode="auto">
          <a:xfrm>
            <a:off x="6375400" y="343535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3" name="Rettangolo 12"/>
          <p:cNvSpPr/>
          <p:nvPr/>
        </p:nvSpPr>
        <p:spPr bwMode="auto">
          <a:xfrm>
            <a:off x="2095501" y="36576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4" name="Rettangolo 13"/>
          <p:cNvSpPr/>
          <p:nvPr/>
        </p:nvSpPr>
        <p:spPr bwMode="auto">
          <a:xfrm>
            <a:off x="3949701" y="36576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5" name="Rettangolo 14"/>
          <p:cNvSpPr/>
          <p:nvPr/>
        </p:nvSpPr>
        <p:spPr bwMode="auto">
          <a:xfrm>
            <a:off x="5822951" y="36576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6" name="Rettangolo 15"/>
          <p:cNvSpPr/>
          <p:nvPr/>
        </p:nvSpPr>
        <p:spPr bwMode="auto">
          <a:xfrm>
            <a:off x="2222500" y="456565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7" name="Rettangolo 16"/>
          <p:cNvSpPr/>
          <p:nvPr/>
        </p:nvSpPr>
        <p:spPr bwMode="auto">
          <a:xfrm>
            <a:off x="4279900" y="452755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8" name="Rettangolo 17"/>
          <p:cNvSpPr/>
          <p:nvPr/>
        </p:nvSpPr>
        <p:spPr bwMode="auto">
          <a:xfrm>
            <a:off x="6375400" y="452755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9" name="Rettangolo 18"/>
          <p:cNvSpPr/>
          <p:nvPr/>
        </p:nvSpPr>
        <p:spPr bwMode="auto">
          <a:xfrm>
            <a:off x="2095501" y="47498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0" name="Rettangolo 19"/>
          <p:cNvSpPr/>
          <p:nvPr/>
        </p:nvSpPr>
        <p:spPr bwMode="auto">
          <a:xfrm>
            <a:off x="3949701" y="47498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1" name="Rettangolo 20"/>
          <p:cNvSpPr/>
          <p:nvPr/>
        </p:nvSpPr>
        <p:spPr bwMode="auto">
          <a:xfrm>
            <a:off x="5822951" y="474980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2" name="Rettangolo 21"/>
          <p:cNvSpPr/>
          <p:nvPr/>
        </p:nvSpPr>
        <p:spPr bwMode="auto">
          <a:xfrm>
            <a:off x="2222500" y="56134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3" name="Rettangolo 22"/>
          <p:cNvSpPr/>
          <p:nvPr/>
        </p:nvSpPr>
        <p:spPr bwMode="auto">
          <a:xfrm>
            <a:off x="4279900" y="55753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4" name="Rettangolo 23"/>
          <p:cNvSpPr/>
          <p:nvPr/>
        </p:nvSpPr>
        <p:spPr bwMode="auto">
          <a:xfrm>
            <a:off x="4483100" y="53467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5" name="Rettangolo 24"/>
          <p:cNvSpPr/>
          <p:nvPr/>
        </p:nvSpPr>
        <p:spPr bwMode="auto">
          <a:xfrm>
            <a:off x="2095501" y="57975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6" name="Rettangolo 25"/>
          <p:cNvSpPr/>
          <p:nvPr/>
        </p:nvSpPr>
        <p:spPr bwMode="auto">
          <a:xfrm>
            <a:off x="3949701" y="57975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7" name="Rettangolo 26"/>
          <p:cNvSpPr/>
          <p:nvPr/>
        </p:nvSpPr>
        <p:spPr bwMode="auto">
          <a:xfrm>
            <a:off x="5822951" y="57975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0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 bwMode="auto">
          <a:xfrm>
            <a:off x="2222500" y="11176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5" name="Rettangolo 4"/>
          <p:cNvSpPr/>
          <p:nvPr/>
        </p:nvSpPr>
        <p:spPr bwMode="auto">
          <a:xfrm>
            <a:off x="4279900" y="10795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Rettangolo 5"/>
          <p:cNvSpPr/>
          <p:nvPr/>
        </p:nvSpPr>
        <p:spPr bwMode="auto">
          <a:xfrm>
            <a:off x="4483100" y="8509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Rettangolo 6"/>
          <p:cNvSpPr/>
          <p:nvPr/>
        </p:nvSpPr>
        <p:spPr bwMode="auto">
          <a:xfrm>
            <a:off x="2095501" y="13017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ttangolo 7"/>
          <p:cNvSpPr/>
          <p:nvPr/>
        </p:nvSpPr>
        <p:spPr bwMode="auto">
          <a:xfrm>
            <a:off x="3949701" y="13017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9" name="Rettangolo 8"/>
          <p:cNvSpPr/>
          <p:nvPr/>
        </p:nvSpPr>
        <p:spPr bwMode="auto">
          <a:xfrm>
            <a:off x="5822951" y="13017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0" name="Rettangolo 9"/>
          <p:cNvSpPr/>
          <p:nvPr/>
        </p:nvSpPr>
        <p:spPr bwMode="auto">
          <a:xfrm>
            <a:off x="5943600" y="23622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1" name="Rettangolo 10"/>
          <p:cNvSpPr/>
          <p:nvPr/>
        </p:nvSpPr>
        <p:spPr bwMode="auto">
          <a:xfrm>
            <a:off x="4279900" y="23241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2" name="Rettangolo 11"/>
          <p:cNvSpPr/>
          <p:nvPr/>
        </p:nvSpPr>
        <p:spPr bwMode="auto">
          <a:xfrm>
            <a:off x="4483100" y="20955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3" name="Rettangolo 12"/>
          <p:cNvSpPr/>
          <p:nvPr/>
        </p:nvSpPr>
        <p:spPr bwMode="auto">
          <a:xfrm>
            <a:off x="2095501" y="25463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4" name="Rettangolo 13"/>
          <p:cNvSpPr/>
          <p:nvPr/>
        </p:nvSpPr>
        <p:spPr bwMode="auto">
          <a:xfrm>
            <a:off x="3949701" y="25463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5" name="Rettangolo 14"/>
          <p:cNvSpPr/>
          <p:nvPr/>
        </p:nvSpPr>
        <p:spPr bwMode="auto">
          <a:xfrm>
            <a:off x="5822951" y="25463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685800" y="2870200"/>
            <a:ext cx="772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Situazione molto simile a quella iniziale! </a:t>
            </a:r>
          </a:p>
        </p:txBody>
      </p:sp>
      <p:sp>
        <p:nvSpPr>
          <p:cNvPr id="17" name="Rettangolo 16"/>
          <p:cNvSpPr/>
          <p:nvPr/>
        </p:nvSpPr>
        <p:spPr bwMode="auto">
          <a:xfrm>
            <a:off x="5943600" y="38481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8" name="Rettangolo 17"/>
          <p:cNvSpPr/>
          <p:nvPr/>
        </p:nvSpPr>
        <p:spPr bwMode="auto">
          <a:xfrm>
            <a:off x="4279900" y="38100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19" name="Rettangolo 18"/>
          <p:cNvSpPr/>
          <p:nvPr/>
        </p:nvSpPr>
        <p:spPr bwMode="auto">
          <a:xfrm>
            <a:off x="2578100" y="38100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0" name="Rettangolo 19"/>
          <p:cNvSpPr/>
          <p:nvPr/>
        </p:nvSpPr>
        <p:spPr bwMode="auto">
          <a:xfrm>
            <a:off x="2095501" y="40322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1" name="Rettangolo 20"/>
          <p:cNvSpPr/>
          <p:nvPr/>
        </p:nvSpPr>
        <p:spPr bwMode="auto">
          <a:xfrm>
            <a:off x="3949701" y="40322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2" name="Rettangolo 21"/>
          <p:cNvSpPr/>
          <p:nvPr/>
        </p:nvSpPr>
        <p:spPr bwMode="auto">
          <a:xfrm>
            <a:off x="5822951" y="40322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4" name="Rettangolo 23"/>
          <p:cNvSpPr/>
          <p:nvPr/>
        </p:nvSpPr>
        <p:spPr bwMode="auto">
          <a:xfrm>
            <a:off x="5943600" y="49530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5" name="Rettangolo 24"/>
          <p:cNvSpPr/>
          <p:nvPr/>
        </p:nvSpPr>
        <p:spPr bwMode="auto">
          <a:xfrm>
            <a:off x="6121400" y="47371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6" name="Rettangolo 25"/>
          <p:cNvSpPr/>
          <p:nvPr/>
        </p:nvSpPr>
        <p:spPr bwMode="auto">
          <a:xfrm>
            <a:off x="2578100" y="49149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7" name="Rettangolo 26"/>
          <p:cNvSpPr/>
          <p:nvPr/>
        </p:nvSpPr>
        <p:spPr bwMode="auto">
          <a:xfrm>
            <a:off x="2095501" y="51371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8" name="Rettangolo 27"/>
          <p:cNvSpPr/>
          <p:nvPr/>
        </p:nvSpPr>
        <p:spPr bwMode="auto">
          <a:xfrm>
            <a:off x="3949701" y="51371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29" name="Rettangolo 28"/>
          <p:cNvSpPr/>
          <p:nvPr/>
        </p:nvSpPr>
        <p:spPr bwMode="auto">
          <a:xfrm>
            <a:off x="5822951" y="51371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0" name="Rettangolo 29"/>
          <p:cNvSpPr/>
          <p:nvPr/>
        </p:nvSpPr>
        <p:spPr bwMode="auto">
          <a:xfrm>
            <a:off x="5943600" y="6019800"/>
            <a:ext cx="1409700" cy="127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1" name="Rettangolo 30"/>
          <p:cNvSpPr/>
          <p:nvPr/>
        </p:nvSpPr>
        <p:spPr bwMode="auto">
          <a:xfrm>
            <a:off x="6121400" y="5803900"/>
            <a:ext cx="1028700" cy="165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2" name="Rettangolo 31"/>
          <p:cNvSpPr/>
          <p:nvPr/>
        </p:nvSpPr>
        <p:spPr bwMode="auto">
          <a:xfrm>
            <a:off x="6311900" y="5600700"/>
            <a:ext cx="647700" cy="1651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3" name="Rettangolo 32"/>
          <p:cNvSpPr/>
          <p:nvPr/>
        </p:nvSpPr>
        <p:spPr bwMode="auto">
          <a:xfrm>
            <a:off x="2095501" y="620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4" name="Rettangolo 33"/>
          <p:cNvSpPr/>
          <p:nvPr/>
        </p:nvSpPr>
        <p:spPr bwMode="auto">
          <a:xfrm>
            <a:off x="3949701" y="620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5" name="Rettangolo 34"/>
          <p:cNvSpPr/>
          <p:nvPr/>
        </p:nvSpPr>
        <p:spPr bwMode="auto">
          <a:xfrm>
            <a:off x="5822951" y="6203950"/>
            <a:ext cx="1625599" cy="80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85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Torri di Hanoi idee di base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</a:t>
            </a:r>
            <a:r>
              <a:rPr lang="it-IT" dirty="0" err="1"/>
              <a:t>n</a:t>
            </a:r>
            <a:r>
              <a:rPr lang="it-IT" dirty="0"/>
              <a:t>=1 spostare (l’unico) disco sul piatto finale</a:t>
            </a:r>
          </a:p>
          <a:p>
            <a:r>
              <a:rPr lang="it-IT" dirty="0"/>
              <a:t>Se </a:t>
            </a:r>
            <a:r>
              <a:rPr lang="it-IT" dirty="0" err="1"/>
              <a:t>n</a:t>
            </a:r>
            <a:r>
              <a:rPr lang="it-IT" dirty="0"/>
              <a:t>&gt;1</a:t>
            </a:r>
          </a:p>
          <a:p>
            <a:pPr lvl="1"/>
            <a:r>
              <a:rPr lang="it-IT" dirty="0"/>
              <a:t>Spostare n-1 dischi dal piatto iniziale al piatto centrale</a:t>
            </a:r>
          </a:p>
          <a:p>
            <a:pPr lvl="1"/>
            <a:r>
              <a:rPr lang="it-IT" dirty="0"/>
              <a:t>Spostare il disco più grande dal piatto iniziale al piatto finale</a:t>
            </a:r>
          </a:p>
          <a:p>
            <a:pPr lvl="1"/>
            <a:r>
              <a:rPr lang="it-IT" dirty="0"/>
              <a:t>Spostare gli n-1 dischi rimanenti dal piatto centrale al piatto finale  </a:t>
            </a:r>
          </a:p>
          <a:p>
            <a:pPr lvl="2"/>
            <a:r>
              <a:rPr lang="it-IT" dirty="0"/>
              <a:t>Usando il piatto iniziale come piatto ausiliario</a:t>
            </a:r>
          </a:p>
        </p:txBody>
      </p:sp>
    </p:spTree>
    <p:extLst>
      <p:ext uri="{BB962C8B-B14F-4D97-AF65-F5344CB8AC3E}">
        <p14:creationId xmlns:p14="http://schemas.microsoft.com/office/powerpoint/2010/main" val="1502156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8236"/>
          </a:xfrm>
        </p:spPr>
        <p:txBody>
          <a:bodyPr/>
          <a:lstStyle/>
          <a:p>
            <a:r>
              <a:rPr lang="it-IT" dirty="0"/>
              <a:t>Esercizi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127464"/>
            <a:ext cx="8229600" cy="52200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800" dirty="0"/>
              <a:t>Implementare i seguenti algoritmi in maniera ricorsiva:</a:t>
            </a:r>
          </a:p>
          <a:p>
            <a:pPr marL="0" indent="0">
              <a:buNone/>
            </a:pPr>
            <a:endParaRPr lang="it-IT" sz="2800" dirty="0"/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Sommare gli elementi di una lista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Trovare il massimo in una lista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Generare il n-esimo numero della serie di Fibonacci e stampare la sequenza fino ad n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Calcolare il MCD tra due interi dati in input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calcolare il numero di occorrenze di un carattere c in una stringa s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Dato il numero di dischi </a:t>
            </a:r>
            <a:r>
              <a:rPr lang="it-IT" sz="2800" i="1" dirty="0"/>
              <a:t>n</a:t>
            </a:r>
            <a:r>
              <a:rPr lang="it-IT" sz="2800" dirty="0"/>
              <a:t> risolvere il problema delle torri di Hanoi elencando le mosse da effettuare</a:t>
            </a:r>
          </a:p>
        </p:txBody>
      </p:sp>
    </p:spTree>
    <p:extLst>
      <p:ext uri="{BB962C8B-B14F-4D97-AF65-F5344CB8AC3E}">
        <p14:creationId xmlns:p14="http://schemas.microsoft.com/office/powerpoint/2010/main" val="4059418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Complessità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981200"/>
            <a:ext cx="9144000" cy="4103688"/>
          </a:xfrm>
        </p:spPr>
        <p:txBody>
          <a:bodyPr>
            <a:normAutofit/>
          </a:bodyPr>
          <a:lstStyle/>
          <a:p>
            <a:r>
              <a:rPr lang="it-IT" dirty="0"/>
              <a:t>Quanti passi deve fare l’algoritmo per fermarsi? </a:t>
            </a:r>
          </a:p>
          <a:p>
            <a:r>
              <a:rPr lang="it-IT" dirty="0"/>
              <a:t>Nel caso delle torri di </a:t>
            </a:r>
            <a:r>
              <a:rPr lang="it-IT" dirty="0" err="1"/>
              <a:t>hanoi</a:t>
            </a:r>
            <a:r>
              <a:rPr lang="it-IT" dirty="0"/>
              <a:t> </a:t>
            </a:r>
          </a:p>
          <a:p>
            <a:pPr marL="0" indent="0">
              <a:buNone/>
            </a:pPr>
            <a:endParaRPr lang="it-IT" dirty="0"/>
          </a:p>
          <a:p>
            <a:pPr marL="0" indent="0" algn="ctr">
              <a:buNone/>
            </a:pPr>
            <a:r>
              <a:rPr lang="it-IT" dirty="0"/>
              <a:t>	</a:t>
            </a:r>
            <a:r>
              <a:rPr lang="it-IT" dirty="0" err="1">
                <a:solidFill>
                  <a:srgbClr val="FF0000"/>
                </a:solidFill>
              </a:rPr>
              <a:t>Num_Spostamenti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  <a:latin typeface="Courier New"/>
                <a:cs typeface="Courier New"/>
              </a:rPr>
              <a:t>hanoi</a:t>
            </a:r>
            <a:r>
              <a:rPr lang="it-IT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it-IT" dirty="0" err="1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lang="it-IT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lang="it-IT" dirty="0">
                <a:solidFill>
                  <a:srgbClr val="FF0000"/>
                </a:solidFill>
              </a:rPr>
              <a:t>)=2(</a:t>
            </a:r>
            <a:r>
              <a:rPr lang="it-IT" dirty="0" err="1">
                <a:solidFill>
                  <a:srgbClr val="FF0000"/>
                </a:solidFill>
              </a:rPr>
              <a:t>Num_Spostamenti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  <a:latin typeface="Courier New"/>
                <a:cs typeface="Courier New"/>
              </a:rPr>
              <a:t>hanoi</a:t>
            </a:r>
            <a:r>
              <a:rPr lang="it-IT" dirty="0">
                <a:solidFill>
                  <a:srgbClr val="FF0000"/>
                </a:solidFill>
                <a:latin typeface="Courier New"/>
                <a:cs typeface="Courier New"/>
              </a:rPr>
              <a:t>(n-1)</a:t>
            </a:r>
            <a:r>
              <a:rPr lang="it-IT" dirty="0">
                <a:solidFill>
                  <a:srgbClr val="FF0000"/>
                </a:solidFill>
              </a:rPr>
              <a:t>)) + 1 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Dimostriamo che tale numero è 2</a:t>
            </a:r>
            <a:r>
              <a:rPr lang="it-IT" baseline="30000" dirty="0"/>
              <a:t>n</a:t>
            </a:r>
            <a:r>
              <a:rPr lang="it-IT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8906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E63A90-FBFE-4EAB-A7AE-1929879741E1}"/>
</file>

<file path=customXml/itemProps2.xml><?xml version="1.0" encoding="utf-8"?>
<ds:datastoreItem xmlns:ds="http://schemas.openxmlformats.org/officeDocument/2006/customXml" ds:itemID="{DFDB2AB3-9F28-4EEE-9AFC-38386281FA0B}"/>
</file>

<file path=customXml/itemProps3.xml><?xml version="1.0" encoding="utf-8"?>
<ds:datastoreItem xmlns:ds="http://schemas.openxmlformats.org/officeDocument/2006/customXml" ds:itemID="{FD0D09C9-F062-43F4-ACF2-5FA2AB100542}"/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1961</Words>
  <Application>Microsoft Office PowerPoint</Application>
  <PresentationFormat>Presentazione su schermo (4:3)</PresentationFormat>
  <Paragraphs>261</Paragraphs>
  <Slides>34</Slides>
  <Notes>20</Notes>
  <HiddenSlides>4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0" baseType="lpstr">
      <vt:lpstr>Arial</vt:lpstr>
      <vt:lpstr>Brush Script MT Italic</vt:lpstr>
      <vt:lpstr>Calibri</vt:lpstr>
      <vt:lpstr>Courier New</vt:lpstr>
      <vt:lpstr>Times New Roman</vt:lpstr>
      <vt:lpstr>Tema di Office</vt:lpstr>
      <vt:lpstr>Ricorsione Francesco Guarnera Image Processing Lab - iplab.dmi.unict.it   francesco.guarnera@unict.it www.dmi.unict.it/fguarnera</vt:lpstr>
      <vt:lpstr>Ricorsione</vt:lpstr>
      <vt:lpstr>Esempio: Prodotto di due numeri naturali</vt:lpstr>
      <vt:lpstr>Ricorsione</vt:lpstr>
      <vt:lpstr>Ricorsione</vt:lpstr>
      <vt:lpstr>Ricorsione</vt:lpstr>
      <vt:lpstr>Ricorsione e iterazione</vt:lpstr>
      <vt:lpstr>Svantaggi della Ricorsione</vt:lpstr>
      <vt:lpstr>Vantaggi della Ricorsione</vt:lpstr>
      <vt:lpstr>Esempio: sommare gli elementi di una lista</vt:lpstr>
      <vt:lpstr>Esempio: elevamento a potenza</vt:lpstr>
      <vt:lpstr>Esempio: elevamento a potenza</vt:lpstr>
      <vt:lpstr>Esempio: elevamento a potenza</vt:lpstr>
      <vt:lpstr>Esempio: elevamento a potenza</vt:lpstr>
      <vt:lpstr>Esempio: Serie di Fibonacci</vt:lpstr>
      <vt:lpstr>Esercizio</vt:lpstr>
      <vt:lpstr>Serie di Fibonacci: soluzione iterativa</vt:lpstr>
      <vt:lpstr>Ricorsione indiretta</vt:lpstr>
      <vt:lpstr>Esercizio: Massimo Comune Divisore (MCD)</vt:lpstr>
      <vt:lpstr>Esercizio: Massimo Comune Divisore (MCD)</vt:lpstr>
      <vt:lpstr>Esercizio: Massimo Comune Divisore (MCD)</vt:lpstr>
      <vt:lpstr>Esercizio: Calcolare la somma dei primi N numeri interi  </vt:lpstr>
      <vt:lpstr>Esercizio: Calcolare la somma dei quadrati dei primi N numeri interi  </vt:lpstr>
      <vt:lpstr>Esercizio: definire una funzione ricorsiva per determinare il massimo in un array di N elementi</vt:lpstr>
      <vt:lpstr>Esercizio: definire una funzione ricorsiva per determinare il massimo in un array di N elementi</vt:lpstr>
      <vt:lpstr>Esercizio: definire una funzione ricorsiva per determinare il massimo in un array di N elementi</vt:lpstr>
      <vt:lpstr>Esercizio: definire una funzione ricorsiva per determinare il massimo in un array di N elementi</vt:lpstr>
      <vt:lpstr>Esercizio: definire una funzione ricorsiva per determinare il massimo in un array di N elementi</vt:lpstr>
      <vt:lpstr>Torri di Hanoi </vt:lpstr>
      <vt:lpstr>Esempio: n=3</vt:lpstr>
      <vt:lpstr>Presentazione standard di PowerPoint</vt:lpstr>
      <vt:lpstr>Torri di Hanoi idee di base</vt:lpstr>
      <vt:lpstr>Esercizi</vt:lpstr>
      <vt:lpstr>Complessità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Ricorsione</dc:title>
  <dc:creator>Catalano</dc:creator>
  <cp:lastModifiedBy>Francesco Guarnera</cp:lastModifiedBy>
  <cp:revision>12</cp:revision>
  <dcterms:created xsi:type="dcterms:W3CDTF">2017-03-22T09:43:54Z</dcterms:created>
  <dcterms:modified xsi:type="dcterms:W3CDTF">2023-04-28T08:25:52Z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