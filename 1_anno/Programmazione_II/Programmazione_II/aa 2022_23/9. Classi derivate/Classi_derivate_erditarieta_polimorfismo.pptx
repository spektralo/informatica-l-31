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21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6" d="100"/>
          <a:sy n="56" d="100"/>
        </p:scale>
        <p:origin x="1190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e, Luigi" userId="0bb35f83-ebdf-4526-ae9a-c3e8393a1d1b" providerId="ADAL" clId="{A7DB3507-1374-4BB7-A5E7-2EAEB4AC8BB8}"/>
    <pc:docChg chg="undo custSel addSld delSld modSld modMainMaster">
      <pc:chgData name="Natale, Luigi" userId="0bb35f83-ebdf-4526-ae9a-c3e8393a1d1b" providerId="ADAL" clId="{A7DB3507-1374-4BB7-A5E7-2EAEB4AC8BB8}" dt="2021-09-01T11:11:48.029" v="163" actId="1036"/>
      <pc:docMkLst>
        <pc:docMk/>
      </pc:docMkLst>
      <pc:sldChg chg="del mod modClrScheme chgLayout modNotes">
        <pc:chgData name="Natale, Luigi" userId="0bb35f83-ebdf-4526-ae9a-c3e8393a1d1b" providerId="ADAL" clId="{A7DB3507-1374-4BB7-A5E7-2EAEB4AC8BB8}" dt="2021-09-01T11:07:15.930" v="23" actId="47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A7DB3507-1374-4BB7-A5E7-2EAEB4AC8BB8}" dt="2021-09-01T11:11:48.029" v="163" actId="1036"/>
        <pc:sldMkLst>
          <pc:docMk/>
          <pc:sldMk cId="0" sldId="257"/>
        </pc:sldMkLst>
        <pc:spChg chg="add mod">
          <ac:chgData name="Natale, Luigi" userId="0bb35f83-ebdf-4526-ae9a-c3e8393a1d1b" providerId="ADAL" clId="{A7DB3507-1374-4BB7-A5E7-2EAEB4AC8BB8}" dt="2021-09-01T11:11:40.297" v="149"/>
          <ac:spMkLst>
            <pc:docMk/>
            <pc:sldMk cId="0" sldId="257"/>
            <ac:spMk id="4" creationId="{7FBA0AA7-2320-44A3-96F0-7BC001AD2337}"/>
          </ac:spMkLst>
        </pc:spChg>
        <pc:spChg chg="del mod">
          <ac:chgData name="Natale, Luigi" userId="0bb35f83-ebdf-4526-ae9a-c3e8393a1d1b" providerId="ADAL" clId="{A7DB3507-1374-4BB7-A5E7-2EAEB4AC8BB8}" dt="2021-09-01T11:11:42.151" v="150" actId="478"/>
          <ac:spMkLst>
            <pc:docMk/>
            <pc:sldMk cId="0" sldId="257"/>
            <ac:spMk id="99" creationId="{00000000-0000-0000-0000-000000000000}"/>
          </ac:spMkLst>
        </pc:spChg>
        <pc:picChg chg="mod">
          <ac:chgData name="Natale, Luigi" userId="0bb35f83-ebdf-4526-ae9a-c3e8393a1d1b" providerId="ADAL" clId="{A7DB3507-1374-4BB7-A5E7-2EAEB4AC8BB8}" dt="2021-09-01T11:11:48.029" v="163" actId="1036"/>
          <ac:picMkLst>
            <pc:docMk/>
            <pc:sldMk cId="0" sldId="257"/>
            <ac:picMk id="100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A7DB3507-1374-4BB7-A5E7-2EAEB4AC8BB8}" dt="2021-09-01T11:11:34.306" v="148" actId="1035"/>
        <pc:sldMkLst>
          <pc:docMk/>
          <pc:sldMk cId="0" sldId="258"/>
        </pc:sldMkLst>
        <pc:spChg chg="add mod">
          <ac:chgData name="Natale, Luigi" userId="0bb35f83-ebdf-4526-ae9a-c3e8393a1d1b" providerId="ADAL" clId="{A7DB3507-1374-4BB7-A5E7-2EAEB4AC8BB8}" dt="2021-09-01T11:11:29.612" v="143"/>
          <ac:spMkLst>
            <pc:docMk/>
            <pc:sldMk cId="0" sldId="258"/>
            <ac:spMk id="4" creationId="{D036597E-3216-488A-B092-7DAEA7D16A4A}"/>
          </ac:spMkLst>
        </pc:spChg>
        <pc:spChg chg="del mod">
          <ac:chgData name="Natale, Luigi" userId="0bb35f83-ebdf-4526-ae9a-c3e8393a1d1b" providerId="ADAL" clId="{A7DB3507-1374-4BB7-A5E7-2EAEB4AC8BB8}" dt="2021-09-01T11:11:31.207" v="144" actId="478"/>
          <ac:spMkLst>
            <pc:docMk/>
            <pc:sldMk cId="0" sldId="258"/>
            <ac:spMk id="101" creationId="{00000000-0000-0000-0000-000000000000}"/>
          </ac:spMkLst>
        </pc:spChg>
        <pc:spChg chg="mod">
          <ac:chgData name="Natale, Luigi" userId="0bb35f83-ebdf-4526-ae9a-c3e8393a1d1b" providerId="ADAL" clId="{A7DB3507-1374-4BB7-A5E7-2EAEB4AC8BB8}" dt="2021-09-01T11:11:34.306" v="148" actId="1035"/>
          <ac:spMkLst>
            <pc:docMk/>
            <pc:sldMk cId="0" sldId="258"/>
            <ac:spMk id="10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11:22.332" v="142" actId="1076"/>
        <pc:sldMkLst>
          <pc:docMk/>
          <pc:sldMk cId="0" sldId="259"/>
        </pc:sldMkLst>
        <pc:spChg chg="add mod">
          <ac:chgData name="Natale, Luigi" userId="0bb35f83-ebdf-4526-ae9a-c3e8393a1d1b" providerId="ADAL" clId="{A7DB3507-1374-4BB7-A5E7-2EAEB4AC8BB8}" dt="2021-09-01T11:11:22.332" v="142" actId="1076"/>
          <ac:spMkLst>
            <pc:docMk/>
            <pc:sldMk cId="0" sldId="259"/>
            <ac:spMk id="11" creationId="{9000C64E-E9BB-4664-8F95-E7EC76A92605}"/>
          </ac:spMkLst>
        </pc:spChg>
        <pc:spChg chg="del">
          <ac:chgData name="Natale, Luigi" userId="0bb35f83-ebdf-4526-ae9a-c3e8393a1d1b" providerId="ADAL" clId="{A7DB3507-1374-4BB7-A5E7-2EAEB4AC8BB8}" dt="2021-09-01T11:11:13.068" v="138" actId="478"/>
          <ac:spMkLst>
            <pc:docMk/>
            <pc:sldMk cId="0" sldId="259"/>
            <ac:spMk id="10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11:03.401" v="136" actId="478"/>
        <pc:sldMkLst>
          <pc:docMk/>
          <pc:sldMk cId="0" sldId="260"/>
        </pc:sldMkLst>
        <pc:spChg chg="add mod">
          <ac:chgData name="Natale, Luigi" userId="0bb35f83-ebdf-4526-ae9a-c3e8393a1d1b" providerId="ADAL" clId="{A7DB3507-1374-4BB7-A5E7-2EAEB4AC8BB8}" dt="2021-09-01T11:11:01.237" v="135"/>
          <ac:spMkLst>
            <pc:docMk/>
            <pc:sldMk cId="0" sldId="260"/>
            <ac:spMk id="4" creationId="{E906A4D3-6BB2-419D-BAA3-8AC4EC1CDA2A}"/>
          </ac:spMkLst>
        </pc:spChg>
        <pc:spChg chg="del mod">
          <ac:chgData name="Natale, Luigi" userId="0bb35f83-ebdf-4526-ae9a-c3e8393a1d1b" providerId="ADAL" clId="{A7DB3507-1374-4BB7-A5E7-2EAEB4AC8BB8}" dt="2021-09-01T11:11:03.401" v="136" actId="478"/>
          <ac:spMkLst>
            <pc:docMk/>
            <pc:sldMk cId="0" sldId="260"/>
            <ac:spMk id="11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10:55.791" v="134" actId="1035"/>
        <pc:sldMkLst>
          <pc:docMk/>
          <pc:sldMk cId="0" sldId="261"/>
        </pc:sldMkLst>
        <pc:spChg chg="add mod">
          <ac:chgData name="Natale, Luigi" userId="0bb35f83-ebdf-4526-ae9a-c3e8393a1d1b" providerId="ADAL" clId="{A7DB3507-1374-4BB7-A5E7-2EAEB4AC8BB8}" dt="2021-09-01T11:10:50.093" v="126"/>
          <ac:spMkLst>
            <pc:docMk/>
            <pc:sldMk cId="0" sldId="261"/>
            <ac:spMk id="4" creationId="{7DD95058-5530-412E-BFA7-FEF66F7878FD}"/>
          </ac:spMkLst>
        </pc:spChg>
        <pc:spChg chg="del mod">
          <ac:chgData name="Natale, Luigi" userId="0bb35f83-ebdf-4526-ae9a-c3e8393a1d1b" providerId="ADAL" clId="{A7DB3507-1374-4BB7-A5E7-2EAEB4AC8BB8}" dt="2021-09-01T11:10:51.762" v="127" actId="478"/>
          <ac:spMkLst>
            <pc:docMk/>
            <pc:sldMk cId="0" sldId="261"/>
            <ac:spMk id="114" creationId="{00000000-0000-0000-0000-000000000000}"/>
          </ac:spMkLst>
        </pc:spChg>
        <pc:spChg chg="mod">
          <ac:chgData name="Natale, Luigi" userId="0bb35f83-ebdf-4526-ae9a-c3e8393a1d1b" providerId="ADAL" clId="{A7DB3507-1374-4BB7-A5E7-2EAEB4AC8BB8}" dt="2021-09-01T11:10:55.791" v="134" actId="1035"/>
          <ac:spMkLst>
            <pc:docMk/>
            <pc:sldMk cId="0" sldId="261"/>
            <ac:spMk id="11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10:42.907" v="125" actId="1036"/>
        <pc:sldMkLst>
          <pc:docMk/>
          <pc:sldMk cId="0" sldId="262"/>
        </pc:sldMkLst>
        <pc:spChg chg="add mod">
          <ac:chgData name="Natale, Luigi" userId="0bb35f83-ebdf-4526-ae9a-c3e8393a1d1b" providerId="ADAL" clId="{A7DB3507-1374-4BB7-A5E7-2EAEB4AC8BB8}" dt="2021-09-01T11:10:42.907" v="125" actId="1036"/>
          <ac:spMkLst>
            <pc:docMk/>
            <pc:sldMk cId="0" sldId="262"/>
            <ac:spMk id="4" creationId="{4C1C6BD1-B8C1-4021-AE40-A88C690A9539}"/>
          </ac:spMkLst>
        </pc:spChg>
        <pc:spChg chg="del">
          <ac:chgData name="Natale, Luigi" userId="0bb35f83-ebdf-4526-ae9a-c3e8393a1d1b" providerId="ADAL" clId="{A7DB3507-1374-4BB7-A5E7-2EAEB4AC8BB8}" dt="2021-09-01T11:10:25.818" v="115" actId="478"/>
          <ac:spMkLst>
            <pc:docMk/>
            <pc:sldMk cId="0" sldId="262"/>
            <ac:spMk id="11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10:14.019" v="112" actId="478"/>
        <pc:sldMkLst>
          <pc:docMk/>
          <pc:sldMk cId="0" sldId="263"/>
        </pc:sldMkLst>
        <pc:spChg chg="add mod">
          <ac:chgData name="Natale, Luigi" userId="0bb35f83-ebdf-4526-ae9a-c3e8393a1d1b" providerId="ADAL" clId="{A7DB3507-1374-4BB7-A5E7-2EAEB4AC8BB8}" dt="2021-09-01T11:10:12.174" v="111"/>
          <ac:spMkLst>
            <pc:docMk/>
            <pc:sldMk cId="0" sldId="263"/>
            <ac:spMk id="4" creationId="{910D3436-E1DC-4CFC-A8CB-AB50287A9137}"/>
          </ac:spMkLst>
        </pc:spChg>
        <pc:spChg chg="del mod">
          <ac:chgData name="Natale, Luigi" userId="0bb35f83-ebdf-4526-ae9a-c3e8393a1d1b" providerId="ADAL" clId="{A7DB3507-1374-4BB7-A5E7-2EAEB4AC8BB8}" dt="2021-09-01T11:10:14.019" v="112" actId="478"/>
          <ac:spMkLst>
            <pc:docMk/>
            <pc:sldMk cId="0" sldId="263"/>
            <ac:spMk id="11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10:06.684" v="110" actId="478"/>
        <pc:sldMkLst>
          <pc:docMk/>
          <pc:sldMk cId="0" sldId="264"/>
        </pc:sldMkLst>
        <pc:spChg chg="add mod">
          <ac:chgData name="Natale, Luigi" userId="0bb35f83-ebdf-4526-ae9a-c3e8393a1d1b" providerId="ADAL" clId="{A7DB3507-1374-4BB7-A5E7-2EAEB4AC8BB8}" dt="2021-09-01T11:10:04.430" v="109"/>
          <ac:spMkLst>
            <pc:docMk/>
            <pc:sldMk cId="0" sldId="264"/>
            <ac:spMk id="4" creationId="{C36F8EA9-07FE-46A2-8414-17A364EDC1DC}"/>
          </ac:spMkLst>
        </pc:spChg>
        <pc:spChg chg="del mod">
          <ac:chgData name="Natale, Luigi" userId="0bb35f83-ebdf-4526-ae9a-c3e8393a1d1b" providerId="ADAL" clId="{A7DB3507-1374-4BB7-A5E7-2EAEB4AC8BB8}" dt="2021-09-01T11:10:06.684" v="110" actId="478"/>
          <ac:spMkLst>
            <pc:docMk/>
            <pc:sldMk cId="0" sldId="264"/>
            <ac:spMk id="12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09:59.600" v="108" actId="478"/>
        <pc:sldMkLst>
          <pc:docMk/>
          <pc:sldMk cId="0" sldId="265"/>
        </pc:sldMkLst>
        <pc:spChg chg="add mod">
          <ac:chgData name="Natale, Luigi" userId="0bb35f83-ebdf-4526-ae9a-c3e8393a1d1b" providerId="ADAL" clId="{A7DB3507-1374-4BB7-A5E7-2EAEB4AC8BB8}" dt="2021-09-01T11:09:57.869" v="107"/>
          <ac:spMkLst>
            <pc:docMk/>
            <pc:sldMk cId="0" sldId="265"/>
            <ac:spMk id="4" creationId="{3611B277-2B5C-45C4-A3E4-7EA8735066C4}"/>
          </ac:spMkLst>
        </pc:spChg>
        <pc:spChg chg="del mod">
          <ac:chgData name="Natale, Luigi" userId="0bb35f83-ebdf-4526-ae9a-c3e8393a1d1b" providerId="ADAL" clId="{A7DB3507-1374-4BB7-A5E7-2EAEB4AC8BB8}" dt="2021-09-01T11:09:59.600" v="108" actId="478"/>
          <ac:spMkLst>
            <pc:docMk/>
            <pc:sldMk cId="0" sldId="265"/>
            <ac:spMk id="12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09:53.070" v="106" actId="478"/>
        <pc:sldMkLst>
          <pc:docMk/>
          <pc:sldMk cId="0" sldId="266"/>
        </pc:sldMkLst>
        <pc:spChg chg="add mod">
          <ac:chgData name="Natale, Luigi" userId="0bb35f83-ebdf-4526-ae9a-c3e8393a1d1b" providerId="ADAL" clId="{A7DB3507-1374-4BB7-A5E7-2EAEB4AC8BB8}" dt="2021-09-01T11:09:51.010" v="105"/>
          <ac:spMkLst>
            <pc:docMk/>
            <pc:sldMk cId="0" sldId="266"/>
            <ac:spMk id="4" creationId="{F4F2F4B8-18DE-4B9B-B84A-124630D390BD}"/>
          </ac:spMkLst>
        </pc:spChg>
        <pc:spChg chg="del mod">
          <ac:chgData name="Natale, Luigi" userId="0bb35f83-ebdf-4526-ae9a-c3e8393a1d1b" providerId="ADAL" clId="{A7DB3507-1374-4BB7-A5E7-2EAEB4AC8BB8}" dt="2021-09-01T11:09:53.070" v="106" actId="478"/>
          <ac:spMkLst>
            <pc:docMk/>
            <pc:sldMk cId="0" sldId="266"/>
            <ac:spMk id="124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09:46.806" v="104" actId="478"/>
        <pc:sldMkLst>
          <pc:docMk/>
          <pc:sldMk cId="0" sldId="267"/>
        </pc:sldMkLst>
        <pc:spChg chg="add mod">
          <ac:chgData name="Natale, Luigi" userId="0bb35f83-ebdf-4526-ae9a-c3e8393a1d1b" providerId="ADAL" clId="{A7DB3507-1374-4BB7-A5E7-2EAEB4AC8BB8}" dt="2021-09-01T11:09:45.111" v="103"/>
          <ac:spMkLst>
            <pc:docMk/>
            <pc:sldMk cId="0" sldId="267"/>
            <ac:spMk id="5" creationId="{D1A6B279-D2ED-4F70-B360-66FFABA7CA9C}"/>
          </ac:spMkLst>
        </pc:spChg>
        <pc:spChg chg="del mod">
          <ac:chgData name="Natale, Luigi" userId="0bb35f83-ebdf-4526-ae9a-c3e8393a1d1b" providerId="ADAL" clId="{A7DB3507-1374-4BB7-A5E7-2EAEB4AC8BB8}" dt="2021-09-01T11:09:46.806" v="104" actId="478"/>
          <ac:spMkLst>
            <pc:docMk/>
            <pc:sldMk cId="0" sldId="267"/>
            <ac:spMk id="12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09:40.265" v="102" actId="478"/>
        <pc:sldMkLst>
          <pc:docMk/>
          <pc:sldMk cId="0" sldId="268"/>
        </pc:sldMkLst>
        <pc:spChg chg="add mod">
          <ac:chgData name="Natale, Luigi" userId="0bb35f83-ebdf-4526-ae9a-c3e8393a1d1b" providerId="ADAL" clId="{A7DB3507-1374-4BB7-A5E7-2EAEB4AC8BB8}" dt="2021-09-01T11:09:38.171" v="101"/>
          <ac:spMkLst>
            <pc:docMk/>
            <pc:sldMk cId="0" sldId="268"/>
            <ac:spMk id="4" creationId="{B03A9FB5-D205-43C2-8628-A1BB644D27BC}"/>
          </ac:spMkLst>
        </pc:spChg>
        <pc:spChg chg="del mod">
          <ac:chgData name="Natale, Luigi" userId="0bb35f83-ebdf-4526-ae9a-c3e8393a1d1b" providerId="ADAL" clId="{A7DB3507-1374-4BB7-A5E7-2EAEB4AC8BB8}" dt="2021-09-01T11:09:40.265" v="102" actId="478"/>
          <ac:spMkLst>
            <pc:docMk/>
            <pc:sldMk cId="0" sldId="268"/>
            <ac:spMk id="129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09:33.295" v="100" actId="478"/>
        <pc:sldMkLst>
          <pc:docMk/>
          <pc:sldMk cId="0" sldId="269"/>
        </pc:sldMkLst>
        <pc:spChg chg="add mod">
          <ac:chgData name="Natale, Luigi" userId="0bb35f83-ebdf-4526-ae9a-c3e8393a1d1b" providerId="ADAL" clId="{A7DB3507-1374-4BB7-A5E7-2EAEB4AC8BB8}" dt="2021-09-01T11:09:31.980" v="99"/>
          <ac:spMkLst>
            <pc:docMk/>
            <pc:sldMk cId="0" sldId="269"/>
            <ac:spMk id="4" creationId="{BFE7A005-6760-48E3-9B6D-7C86D238C4A2}"/>
          </ac:spMkLst>
        </pc:spChg>
        <pc:spChg chg="del mod">
          <ac:chgData name="Natale, Luigi" userId="0bb35f83-ebdf-4526-ae9a-c3e8393a1d1b" providerId="ADAL" clId="{A7DB3507-1374-4BB7-A5E7-2EAEB4AC8BB8}" dt="2021-09-01T11:09:33.295" v="100" actId="478"/>
          <ac:spMkLst>
            <pc:docMk/>
            <pc:sldMk cId="0" sldId="269"/>
            <ac:spMk id="131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09:27.258" v="98" actId="478"/>
        <pc:sldMkLst>
          <pc:docMk/>
          <pc:sldMk cId="0" sldId="270"/>
        </pc:sldMkLst>
        <pc:spChg chg="add mod">
          <ac:chgData name="Natale, Luigi" userId="0bb35f83-ebdf-4526-ae9a-c3e8393a1d1b" providerId="ADAL" clId="{A7DB3507-1374-4BB7-A5E7-2EAEB4AC8BB8}" dt="2021-09-01T11:09:25.551" v="97"/>
          <ac:spMkLst>
            <pc:docMk/>
            <pc:sldMk cId="0" sldId="270"/>
            <ac:spMk id="4" creationId="{9415CC5B-2683-4348-A184-793EE140ACD0}"/>
          </ac:spMkLst>
        </pc:spChg>
        <pc:spChg chg="del mod">
          <ac:chgData name="Natale, Luigi" userId="0bb35f83-ebdf-4526-ae9a-c3e8393a1d1b" providerId="ADAL" clId="{A7DB3507-1374-4BB7-A5E7-2EAEB4AC8BB8}" dt="2021-09-01T11:09:27.258" v="98" actId="478"/>
          <ac:spMkLst>
            <pc:docMk/>
            <pc:sldMk cId="0" sldId="270"/>
            <ac:spMk id="13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09:19.347" v="96" actId="1036"/>
        <pc:sldMkLst>
          <pc:docMk/>
          <pc:sldMk cId="0" sldId="271"/>
        </pc:sldMkLst>
        <pc:spChg chg="add mod">
          <ac:chgData name="Natale, Luigi" userId="0bb35f83-ebdf-4526-ae9a-c3e8393a1d1b" providerId="ADAL" clId="{A7DB3507-1374-4BB7-A5E7-2EAEB4AC8BB8}" dt="2021-09-01T11:09:14.167" v="94"/>
          <ac:spMkLst>
            <pc:docMk/>
            <pc:sldMk cId="0" sldId="271"/>
            <ac:spMk id="4" creationId="{BAA42FFB-E4F8-4289-AADB-8572AD059092}"/>
          </ac:spMkLst>
        </pc:spChg>
        <pc:spChg chg="del mod">
          <ac:chgData name="Natale, Luigi" userId="0bb35f83-ebdf-4526-ae9a-c3e8393a1d1b" providerId="ADAL" clId="{A7DB3507-1374-4BB7-A5E7-2EAEB4AC8BB8}" dt="2021-09-01T11:09:16.138" v="95" actId="478"/>
          <ac:spMkLst>
            <pc:docMk/>
            <pc:sldMk cId="0" sldId="271"/>
            <ac:spMk id="135" creationId="{00000000-0000-0000-0000-000000000000}"/>
          </ac:spMkLst>
        </pc:spChg>
        <pc:spChg chg="mod">
          <ac:chgData name="Natale, Luigi" userId="0bb35f83-ebdf-4526-ae9a-c3e8393a1d1b" providerId="ADAL" clId="{A7DB3507-1374-4BB7-A5E7-2EAEB4AC8BB8}" dt="2021-09-01T11:09:19.347" v="96" actId="1036"/>
          <ac:spMkLst>
            <pc:docMk/>
            <pc:sldMk cId="0" sldId="271"/>
            <ac:spMk id="13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09:08.553" v="93" actId="1036"/>
        <pc:sldMkLst>
          <pc:docMk/>
          <pc:sldMk cId="0" sldId="272"/>
        </pc:sldMkLst>
        <pc:spChg chg="add mod">
          <ac:chgData name="Natale, Luigi" userId="0bb35f83-ebdf-4526-ae9a-c3e8393a1d1b" providerId="ADAL" clId="{A7DB3507-1374-4BB7-A5E7-2EAEB4AC8BB8}" dt="2021-09-01T11:09:02.795" v="86"/>
          <ac:spMkLst>
            <pc:docMk/>
            <pc:sldMk cId="0" sldId="272"/>
            <ac:spMk id="4" creationId="{A44BDCB7-0C16-4E31-B8BD-1C8E5E33E03E}"/>
          </ac:spMkLst>
        </pc:spChg>
        <pc:spChg chg="del mod">
          <ac:chgData name="Natale, Luigi" userId="0bb35f83-ebdf-4526-ae9a-c3e8393a1d1b" providerId="ADAL" clId="{A7DB3507-1374-4BB7-A5E7-2EAEB4AC8BB8}" dt="2021-09-01T11:09:04.467" v="87" actId="478"/>
          <ac:spMkLst>
            <pc:docMk/>
            <pc:sldMk cId="0" sldId="272"/>
            <ac:spMk id="137" creationId="{00000000-0000-0000-0000-000000000000}"/>
          </ac:spMkLst>
        </pc:spChg>
        <pc:spChg chg="mod">
          <ac:chgData name="Natale, Luigi" userId="0bb35f83-ebdf-4526-ae9a-c3e8393a1d1b" providerId="ADAL" clId="{A7DB3507-1374-4BB7-A5E7-2EAEB4AC8BB8}" dt="2021-09-01T11:09:08.553" v="93" actId="1036"/>
          <ac:spMkLst>
            <pc:docMk/>
            <pc:sldMk cId="0" sldId="272"/>
            <ac:spMk id="13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08:57.250" v="85" actId="1036"/>
        <pc:sldMkLst>
          <pc:docMk/>
          <pc:sldMk cId="0" sldId="273"/>
        </pc:sldMkLst>
        <pc:spChg chg="add mod">
          <ac:chgData name="Natale, Luigi" userId="0bb35f83-ebdf-4526-ae9a-c3e8393a1d1b" providerId="ADAL" clId="{A7DB3507-1374-4BB7-A5E7-2EAEB4AC8BB8}" dt="2021-09-01T11:08:44.652" v="73"/>
          <ac:spMkLst>
            <pc:docMk/>
            <pc:sldMk cId="0" sldId="273"/>
            <ac:spMk id="5" creationId="{49ED58F5-BA02-472D-BD5E-F67A5368C1A4}"/>
          </ac:spMkLst>
        </pc:spChg>
        <pc:spChg chg="del mod">
          <ac:chgData name="Natale, Luigi" userId="0bb35f83-ebdf-4526-ae9a-c3e8393a1d1b" providerId="ADAL" clId="{A7DB3507-1374-4BB7-A5E7-2EAEB4AC8BB8}" dt="2021-09-01T11:08:46.680" v="74" actId="478"/>
          <ac:spMkLst>
            <pc:docMk/>
            <pc:sldMk cId="0" sldId="273"/>
            <ac:spMk id="139" creationId="{00000000-0000-0000-0000-000000000000}"/>
          </ac:spMkLst>
        </pc:spChg>
        <pc:spChg chg="mod">
          <ac:chgData name="Natale, Luigi" userId="0bb35f83-ebdf-4526-ae9a-c3e8393a1d1b" providerId="ADAL" clId="{A7DB3507-1374-4BB7-A5E7-2EAEB4AC8BB8}" dt="2021-09-01T11:08:51.761" v="80" actId="1036"/>
          <ac:spMkLst>
            <pc:docMk/>
            <pc:sldMk cId="0" sldId="273"/>
            <ac:spMk id="140" creationId="{00000000-0000-0000-0000-000000000000}"/>
          </ac:spMkLst>
        </pc:spChg>
        <pc:spChg chg="mod">
          <ac:chgData name="Natale, Luigi" userId="0bb35f83-ebdf-4526-ae9a-c3e8393a1d1b" providerId="ADAL" clId="{A7DB3507-1374-4BB7-A5E7-2EAEB4AC8BB8}" dt="2021-09-01T11:08:57.250" v="85" actId="1036"/>
          <ac:spMkLst>
            <pc:docMk/>
            <pc:sldMk cId="0" sldId="273"/>
            <ac:spMk id="141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A7DB3507-1374-4BB7-A5E7-2EAEB4AC8BB8}" dt="2021-09-01T11:08:39.605" v="72" actId="1035"/>
        <pc:sldMkLst>
          <pc:docMk/>
          <pc:sldMk cId="0" sldId="274"/>
        </pc:sldMkLst>
        <pc:spChg chg="add mod">
          <ac:chgData name="Natale, Luigi" userId="0bb35f83-ebdf-4526-ae9a-c3e8393a1d1b" providerId="ADAL" clId="{A7DB3507-1374-4BB7-A5E7-2EAEB4AC8BB8}" dt="2021-09-01T11:08:32.698" v="58"/>
          <ac:spMkLst>
            <pc:docMk/>
            <pc:sldMk cId="0" sldId="274"/>
            <ac:spMk id="4" creationId="{A7D45207-E751-40C7-90CF-F1E8BE510D00}"/>
          </ac:spMkLst>
        </pc:spChg>
        <pc:spChg chg="del mod">
          <ac:chgData name="Natale, Luigi" userId="0bb35f83-ebdf-4526-ae9a-c3e8393a1d1b" providerId="ADAL" clId="{A7DB3507-1374-4BB7-A5E7-2EAEB4AC8BB8}" dt="2021-09-01T11:08:34.920" v="59" actId="478"/>
          <ac:spMkLst>
            <pc:docMk/>
            <pc:sldMk cId="0" sldId="274"/>
            <ac:spMk id="142" creationId="{00000000-0000-0000-0000-000000000000}"/>
          </ac:spMkLst>
        </pc:spChg>
        <pc:spChg chg="mod">
          <ac:chgData name="Natale, Luigi" userId="0bb35f83-ebdf-4526-ae9a-c3e8393a1d1b" providerId="ADAL" clId="{A7DB3507-1374-4BB7-A5E7-2EAEB4AC8BB8}" dt="2021-09-01T11:08:39.605" v="72" actId="1035"/>
          <ac:spMkLst>
            <pc:docMk/>
            <pc:sldMk cId="0" sldId="274"/>
            <ac:spMk id="143" creationId="{00000000-0000-0000-0000-000000000000}"/>
          </ac:spMkLst>
        </pc:spChg>
      </pc:sldChg>
      <pc:sldChg chg="modSp add mod modClrScheme chgLayout">
        <pc:chgData name="Natale, Luigi" userId="0bb35f83-ebdf-4526-ae9a-c3e8393a1d1b" providerId="ADAL" clId="{A7DB3507-1374-4BB7-A5E7-2EAEB4AC8BB8}" dt="2021-09-01T11:07:13.805" v="22" actId="20577"/>
        <pc:sldMkLst>
          <pc:docMk/>
          <pc:sldMk cId="0" sldId="286"/>
        </pc:sldMkLst>
        <pc:spChg chg="mod">
          <ac:chgData name="Natale, Luigi" userId="0bb35f83-ebdf-4526-ae9a-c3e8393a1d1b" providerId="ADAL" clId="{A7DB3507-1374-4BB7-A5E7-2EAEB4AC8BB8}" dt="2021-09-01T11:07:13.805" v="22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SldLayout modSldLayout">
        <pc:chgData name="Natale, Luigi" userId="0bb35f83-ebdf-4526-ae9a-c3e8393a1d1b" providerId="ADAL" clId="{A7DB3507-1374-4BB7-A5E7-2EAEB4AC8BB8}" dt="2021-09-01T11:06:41.871" v="16" actId="20577"/>
        <pc:sldMasterMkLst>
          <pc:docMk/>
          <pc:sldMasterMk cId="2148800376" sldId="2147483674"/>
        </pc:sldMasterMkLst>
        <pc:sldLayoutChg chg="modSp mod">
          <pc:chgData name="Natale, Luigi" userId="0bb35f83-ebdf-4526-ae9a-c3e8393a1d1b" providerId="ADAL" clId="{A7DB3507-1374-4BB7-A5E7-2EAEB4AC8BB8}" dt="2021-09-01T11:06:41.871" v="16" actId="20577"/>
          <pc:sldLayoutMkLst>
            <pc:docMk/>
            <pc:sldMasterMk cId="2148800376" sldId="2147483674"/>
            <pc:sldLayoutMk cId="1781627564" sldId="2147483675"/>
          </pc:sldLayoutMkLst>
          <pc:spChg chg="mod">
            <ac:chgData name="Natale, Luigi" userId="0bb35f83-ebdf-4526-ae9a-c3e8393a1d1b" providerId="ADAL" clId="{A7DB3507-1374-4BB7-A5E7-2EAEB4AC8BB8}" dt="2021-09-01T11:06:41.871" v="16" actId="20577"/>
            <ac:spMkLst>
              <pc:docMk/>
              <pc:sldMasterMk cId="2148800376" sldId="2147483674"/>
              <pc:sldLayoutMk cId="1781627564" sldId="2147483675"/>
              <ac:spMk id="8" creationId="{39337AFF-2B3D-43A8-B024-4B73D336750A}"/>
            </ac:spMkLst>
          </pc:spChg>
        </pc:sldLayoutChg>
        <pc:sldLayoutChg chg="delSp del mod">
          <pc:chgData name="Natale, Luigi" userId="0bb35f83-ebdf-4526-ae9a-c3e8393a1d1b" providerId="ADAL" clId="{A7DB3507-1374-4BB7-A5E7-2EAEB4AC8BB8}" dt="2021-09-01T11:06:20.968" v="6" actId="2696"/>
          <pc:sldLayoutMkLst>
            <pc:docMk/>
            <pc:sldMasterMk cId="2148800376" sldId="2147483674"/>
            <pc:sldLayoutMk cId="3335185410" sldId="2147483676"/>
          </pc:sldLayoutMkLst>
          <pc:picChg chg="del">
            <ac:chgData name="Natale, Luigi" userId="0bb35f83-ebdf-4526-ae9a-c3e8393a1d1b" providerId="ADAL" clId="{A7DB3507-1374-4BB7-A5E7-2EAEB4AC8BB8}" dt="2021-09-01T11:06:18.428" v="4" actId="21"/>
            <ac:picMkLst>
              <pc:docMk/>
              <pc:sldMasterMk cId="2148800376" sldId="2147483674"/>
              <pc:sldLayoutMk cId="3335185410" sldId="2147483676"/>
              <ac:picMk id="5" creationId="{2C852528-98ED-4EF8-94D2-65154EB73827}"/>
            </ac:picMkLst>
          </pc:picChg>
        </pc:sldLayoutChg>
        <pc:sldLayoutChg chg="del">
          <pc:chgData name="Natale, Luigi" userId="0bb35f83-ebdf-4526-ae9a-c3e8393a1d1b" providerId="ADAL" clId="{A7DB3507-1374-4BB7-A5E7-2EAEB4AC8BB8}" dt="2021-09-01T11:06:09.391" v="1" actId="2696"/>
          <pc:sldLayoutMkLst>
            <pc:docMk/>
            <pc:sldMasterMk cId="2148800376" sldId="2147483674"/>
            <pc:sldLayoutMk cId="956045775" sldId="2147483677"/>
          </pc:sldLayoutMkLst>
        </pc:sldLayoutChg>
        <pc:sldLayoutChg chg="addSp delSp modSp mod">
          <pc:chgData name="Natale, Luigi" userId="0bb35f83-ebdf-4526-ae9a-c3e8393a1d1b" providerId="ADAL" clId="{A7DB3507-1374-4BB7-A5E7-2EAEB4AC8BB8}" dt="2021-09-01T11:06:19.643" v="5"/>
          <pc:sldLayoutMkLst>
            <pc:docMk/>
            <pc:sldMasterMk cId="2148800376" sldId="2147483674"/>
            <pc:sldLayoutMk cId="1954265406" sldId="2147483678"/>
          </pc:sldLayoutMkLst>
          <pc:spChg chg="del">
            <ac:chgData name="Natale, Luigi" userId="0bb35f83-ebdf-4526-ae9a-c3e8393a1d1b" providerId="ADAL" clId="{A7DB3507-1374-4BB7-A5E7-2EAEB4AC8BB8}" dt="2021-09-01T11:06:11.772" v="2" actId="478"/>
            <ac:spMkLst>
              <pc:docMk/>
              <pc:sldMasterMk cId="2148800376" sldId="2147483674"/>
              <pc:sldLayoutMk cId="1954265406" sldId="2147483678"/>
              <ac:spMk id="9" creationId="{00000000-0000-0000-0000-000000000000}"/>
            </ac:spMkLst>
          </pc:spChg>
          <pc:spChg chg="del">
            <ac:chgData name="Natale, Luigi" userId="0bb35f83-ebdf-4526-ae9a-c3e8393a1d1b" providerId="ADAL" clId="{A7DB3507-1374-4BB7-A5E7-2EAEB4AC8BB8}" dt="2021-09-01T11:06:11.772" v="2" actId="478"/>
            <ac:spMkLst>
              <pc:docMk/>
              <pc:sldMasterMk cId="2148800376" sldId="2147483674"/>
              <pc:sldLayoutMk cId="1954265406" sldId="2147483678"/>
              <ac:spMk id="10" creationId="{00000000-0000-0000-0000-000000000000}"/>
            </ac:spMkLst>
          </pc:spChg>
          <pc:picChg chg="add mod">
            <ac:chgData name="Natale, Luigi" userId="0bb35f83-ebdf-4526-ae9a-c3e8393a1d1b" providerId="ADAL" clId="{A7DB3507-1374-4BB7-A5E7-2EAEB4AC8BB8}" dt="2021-09-01T11:06:19.643" v="5"/>
            <ac:picMkLst>
              <pc:docMk/>
              <pc:sldMasterMk cId="2148800376" sldId="2147483674"/>
              <pc:sldLayoutMk cId="1954265406" sldId="2147483678"/>
              <ac:picMk id="4" creationId="{AAD793E5-CEA2-4E58-BCE9-3FEE2F45EA8C}"/>
            </ac:picMkLst>
          </pc:picChg>
        </pc:sldLayoutChg>
        <pc:sldLayoutChg chg="delSp mod">
          <pc:chgData name="Natale, Luigi" userId="0bb35f83-ebdf-4526-ae9a-c3e8393a1d1b" providerId="ADAL" clId="{A7DB3507-1374-4BB7-A5E7-2EAEB4AC8BB8}" dt="2021-09-01T11:06:14.265" v="3" actId="478"/>
          <pc:sldLayoutMkLst>
            <pc:docMk/>
            <pc:sldMasterMk cId="2148800376" sldId="2147483674"/>
            <pc:sldLayoutMk cId="469137864" sldId="2147483679"/>
          </pc:sldLayoutMkLst>
          <pc:spChg chg="del">
            <ac:chgData name="Natale, Luigi" userId="0bb35f83-ebdf-4526-ae9a-c3e8393a1d1b" providerId="ADAL" clId="{A7DB3507-1374-4BB7-A5E7-2EAEB4AC8BB8}" dt="2021-09-01T11:06:14.265" v="3" actId="478"/>
            <ac:spMkLst>
              <pc:docMk/>
              <pc:sldMasterMk cId="2148800376" sldId="2147483674"/>
              <pc:sldLayoutMk cId="469137864" sldId="2147483679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A7DB3507-1374-4BB7-A5E7-2EAEB4AC8BB8}" dt="2021-09-01T11:06:14.265" v="3" actId="478"/>
            <ac:spMkLst>
              <pc:docMk/>
              <pc:sldMasterMk cId="2148800376" sldId="2147483674"/>
              <pc:sldLayoutMk cId="469137864" sldId="2147483679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A7DB3507-1374-4BB7-A5E7-2EAEB4AC8BB8}" dt="2021-09-01T11:06:14.265" v="3" actId="478"/>
            <ac:spMkLst>
              <pc:docMk/>
              <pc:sldMasterMk cId="2148800376" sldId="2147483674"/>
              <pc:sldLayoutMk cId="469137864" sldId="2147483679"/>
              <ac:spMk id="61" creationId="{00000000-0000-0000-0000-000000000000}"/>
            </ac:spMkLst>
          </pc:spChg>
        </pc:sldLayoutChg>
      </pc:sldMasterChg>
    </pc:docChg>
  </pc:docChgLst>
  <pc:docChgLst>
    <pc:chgData name="Massimo Orazio Spata" userId="cc365b76-c41f-4401-a5bc-1d5b99d6e750" providerId="ADAL" clId="{CF14E2DE-C3D2-4CCE-8417-76400CF4A58D}"/>
    <pc:docChg chg="modSld">
      <pc:chgData name="Massimo Orazio Spata" userId="cc365b76-c41f-4401-a5bc-1d5b99d6e750" providerId="ADAL" clId="{CF14E2DE-C3D2-4CCE-8417-76400CF4A58D}" dt="2023-02-01T10:12:27.132" v="1" actId="1076"/>
      <pc:docMkLst>
        <pc:docMk/>
      </pc:docMkLst>
      <pc:sldChg chg="addSp modSp mod">
        <pc:chgData name="Massimo Orazio Spata" userId="cc365b76-c41f-4401-a5bc-1d5b99d6e750" providerId="ADAL" clId="{CF14E2DE-C3D2-4CCE-8417-76400CF4A58D}" dt="2023-02-01T10:12:27.132" v="1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CF14E2DE-C3D2-4CCE-8417-76400CF4A58D}" dt="2023-02-01T10:12:27.132" v="1" actId="1076"/>
          <ac:spMkLst>
            <pc:docMk/>
            <pc:sldMk cId="0" sldId="286"/>
            <ac:spMk id="5" creationId="{B7794ECC-2E3A-409D-A656-CFCB111E12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Fai clic per spostare la diapositiva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2000" b="0" strike="noStrike" spc="-1">
                <a:latin typeface="Arial"/>
              </a:rPr>
              <a:t>Fai clic per modificare il formato delle note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&lt;intestazione&gt;</a:t>
            </a:r>
          </a:p>
        </p:txBody>
      </p:sp>
      <p:sp>
        <p:nvSpPr>
          <p:cNvPr id="94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&lt;data/ora&gt;</a:t>
            </a:r>
          </a:p>
        </p:txBody>
      </p:sp>
      <p:sp>
        <p:nvSpPr>
          <p:cNvPr id="95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&lt;piè di pagina&gt;</a:t>
            </a:r>
          </a:p>
        </p:txBody>
      </p:sp>
      <p:sp>
        <p:nvSpPr>
          <p:cNvPr id="96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584BD88B-BFFD-4DC9-AD35-C7FDC645E38A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12. Classi derivate: ereditarietà e polimorfismo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78162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2">
            <a:extLst>
              <a:ext uri="{FF2B5EF4-FFF2-40B4-BE49-F238E27FC236}">
                <a16:creationId xmlns:a16="http://schemas.microsoft.com/office/drawing/2014/main" id="{AAD793E5-CEA2-4E58-BCE9-3FEE2F45EA8C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9542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13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880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8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31686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12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Classi derivate: ereditarietà e polimorfismo</a:t>
            </a:r>
            <a:endParaRPr lang="it-IT" sz="4000" b="1" strike="noStrike" spc="-100" dirty="0">
              <a:solidFill>
                <a:srgbClr val="E21A24"/>
              </a:solidFill>
              <a:latin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716000" y="5013000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Immagine 99"/>
          <p:cNvPicPr/>
          <p:nvPr/>
        </p:nvPicPr>
        <p:blipFill>
          <a:blip r:embed="rId2"/>
          <a:stretch/>
        </p:blipFill>
        <p:spPr>
          <a:xfrm>
            <a:off x="1836000" y="1414800"/>
            <a:ext cx="5526360" cy="410220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7FBA0AA7-2320-44A3-96F0-7BC001AD2337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ereditarietà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asellaDiTesto 101"/>
          <p:cNvSpPr txBox="1"/>
          <p:nvPr/>
        </p:nvSpPr>
        <p:spPr>
          <a:xfrm>
            <a:off x="341640" y="1917000"/>
            <a:ext cx="8548560" cy="405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una </a:t>
            </a:r>
            <a:r>
              <a:rPr lang="it-IT" sz="2400" b="0" i="1" strike="noStrike" spc="-1" dirty="0">
                <a:solidFill>
                  <a:srgbClr val="FF0000"/>
                </a:solidFill>
                <a:latin typeface="Arial"/>
                <a:ea typeface="SimSun"/>
              </a:rPr>
              <a:t>classe derivata</a:t>
            </a: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eredita attributi e metodi dalla </a:t>
            </a:r>
            <a:r>
              <a:rPr lang="it-IT" sz="2400" b="0" i="1" strike="noStrike" spc="-1" dirty="0">
                <a:solidFill>
                  <a:srgbClr val="008000"/>
                </a:solidFill>
                <a:latin typeface="Arial"/>
                <a:ea typeface="SimSun"/>
              </a:rPr>
              <a:t>classe base</a:t>
            </a: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già esistente</a:t>
            </a:r>
            <a:endParaRPr lang="it-IT" sz="24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anche l’ereditarietà è caratterizzata da uno </a:t>
            </a:r>
            <a:r>
              <a:rPr lang="it-IT" sz="2400" b="0" i="1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specificatore</a:t>
            </a:r>
            <a:r>
              <a:rPr lang="it-IT" sz="24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 di accesso</a:t>
            </a: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(anche detto </a:t>
            </a:r>
            <a:r>
              <a:rPr lang="it-IT" sz="24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tipo di ereditarietà</a:t>
            </a: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) che può essere</a:t>
            </a:r>
            <a:r>
              <a:rPr lang="it-IT" sz="2400" b="0" strike="noStrike" spc="-1" dirty="0">
                <a:solidFill>
                  <a:srgbClr val="000000"/>
                </a:solidFill>
                <a:latin typeface="Times New Roman"/>
                <a:ea typeface="SimSun"/>
              </a:rPr>
              <a:t> </a:t>
            </a:r>
            <a:r>
              <a:rPr lang="it-IT" sz="2400" b="0" strike="noStrike" spc="-1" dirty="0">
                <a:solidFill>
                  <a:srgbClr val="0000FF"/>
                </a:solidFill>
                <a:latin typeface="Courier New"/>
                <a:ea typeface="SimSun"/>
              </a:rPr>
              <a:t>public</a:t>
            </a: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, </a:t>
            </a:r>
            <a:r>
              <a:rPr lang="it-IT" sz="2400" b="0" strike="noStrike" spc="-1" dirty="0">
                <a:solidFill>
                  <a:srgbClr val="0000FF"/>
                </a:solidFill>
                <a:latin typeface="Courier New"/>
                <a:ea typeface="SimSun"/>
              </a:rPr>
              <a:t>private</a:t>
            </a:r>
            <a:r>
              <a:rPr lang="it-IT" sz="2400" b="0" strike="noStrike" spc="-1" dirty="0">
                <a:solidFill>
                  <a:srgbClr val="000000"/>
                </a:solidFill>
                <a:latin typeface="Times New Roman"/>
                <a:ea typeface="SimSun"/>
              </a:rPr>
              <a:t> </a:t>
            </a: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(default) o </a:t>
            </a:r>
            <a:r>
              <a:rPr lang="it-IT" sz="2400" b="0" strike="noStrike" spc="-1" dirty="0" err="1">
                <a:solidFill>
                  <a:srgbClr val="0000FF"/>
                </a:solidFill>
                <a:latin typeface="Courier New"/>
                <a:ea typeface="SimSun"/>
              </a:rPr>
              <a:t>protected</a:t>
            </a:r>
            <a:br>
              <a:rPr dirty="0"/>
            </a:br>
            <a:br>
              <a:rPr dirty="0"/>
            </a:br>
            <a:r>
              <a:rPr lang="it-IT" sz="2400" b="1" strike="noStrike" spc="-1" dirty="0">
                <a:solidFill>
                  <a:srgbClr val="000000"/>
                </a:solidFill>
                <a:latin typeface="Courier New"/>
                <a:ea typeface="SimSun"/>
              </a:rPr>
              <a:t>class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2400" b="0" i="1" strike="noStrike" spc="-1" dirty="0" err="1">
                <a:solidFill>
                  <a:srgbClr val="FF0000"/>
                </a:solidFill>
                <a:latin typeface="Courier New"/>
                <a:ea typeface="SimSun"/>
              </a:rPr>
              <a:t>ClasseDerivata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2400" b="0" strike="noStrike" spc="-1" dirty="0">
                <a:solidFill>
                  <a:srgbClr val="FF0000"/>
                </a:solidFill>
                <a:latin typeface="Courier New"/>
                <a:ea typeface="SimSun"/>
              </a:rPr>
              <a:t>: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[</a:t>
            </a:r>
            <a:r>
              <a:rPr lang="it-IT" sz="2400" b="0" i="1" strike="noStrike" spc="-1" dirty="0" err="1">
                <a:solidFill>
                  <a:srgbClr val="0000FF"/>
                </a:solidFill>
                <a:latin typeface="Courier New"/>
                <a:ea typeface="SimSun"/>
              </a:rPr>
              <a:t>spec_acc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]</a:t>
            </a:r>
            <a:r>
              <a:rPr lang="it-IT" sz="2400" b="0" i="1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2400" b="0" i="1" strike="noStrike" spc="-1" dirty="0" err="1">
                <a:solidFill>
                  <a:srgbClr val="008000"/>
                </a:solidFill>
                <a:latin typeface="Courier New"/>
                <a:ea typeface="SimSun"/>
              </a:rPr>
              <a:t>ClasseBase</a:t>
            </a:r>
            <a:br>
              <a:rPr dirty="0"/>
            </a:br>
            <a:r>
              <a:rPr lang="it-IT" sz="24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{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i="1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 membri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;</a:t>
            </a:r>
            <a:endParaRPr lang="it-IT" sz="2400" b="0" strike="noStrike" spc="-1" dirty="0">
              <a:latin typeface="Times New Roman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  };</a:t>
            </a:r>
            <a:endParaRPr lang="it-IT" sz="2400" b="0" strike="noStrike" spc="-1" dirty="0">
              <a:latin typeface="Times New Roman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endParaRPr lang="it-IT" sz="24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endParaRPr lang="it-IT" sz="24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D036597E-3216-488A-B092-7DAEA7D16A4A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classi derivate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magine 103"/>
          <p:cNvPicPr/>
          <p:nvPr/>
        </p:nvPicPr>
        <p:blipFill>
          <a:blip r:embed="rId2"/>
          <a:stretch/>
        </p:blipFill>
        <p:spPr>
          <a:xfrm>
            <a:off x="71280" y="571320"/>
            <a:ext cx="5513760" cy="5728680"/>
          </a:xfrm>
          <a:prstGeom prst="rect">
            <a:avLst/>
          </a:prstGeom>
          <a:ln w="0">
            <a:noFill/>
          </a:ln>
        </p:spPr>
      </p:pic>
      <p:pic>
        <p:nvPicPr>
          <p:cNvPr id="105" name="Immagine 104"/>
          <p:cNvPicPr/>
          <p:nvPr/>
        </p:nvPicPr>
        <p:blipFill>
          <a:blip r:embed="rId3"/>
          <a:stretch/>
        </p:blipFill>
        <p:spPr>
          <a:xfrm>
            <a:off x="5040000" y="4003560"/>
            <a:ext cx="3771000" cy="1140840"/>
          </a:xfrm>
          <a:prstGeom prst="rect">
            <a:avLst/>
          </a:prstGeom>
          <a:ln w="0">
            <a:noFill/>
          </a:ln>
        </p:spPr>
      </p:pic>
      <p:sp>
        <p:nvSpPr>
          <p:cNvPr id="106" name="Figura a mano libera: forma 105"/>
          <p:cNvSpPr/>
          <p:nvPr/>
        </p:nvSpPr>
        <p:spPr>
          <a:xfrm>
            <a:off x="2149200" y="2530440"/>
            <a:ext cx="784440" cy="205200"/>
          </a:xfrm>
          <a:custGeom>
            <a:avLst/>
            <a:gdLst/>
            <a:ahLst/>
            <a:cxnLst/>
            <a:rect l="0" t="0" r="r" b="b"/>
            <a:pathLst>
              <a:path w="2181" h="572">
                <a:moveTo>
                  <a:pt x="95" y="0"/>
                </a:moveTo>
                <a:lnTo>
                  <a:pt x="95" y="0"/>
                </a:lnTo>
                <a:cubicBezTo>
                  <a:pt x="78" y="0"/>
                  <a:pt x="62" y="4"/>
                  <a:pt x="48" y="13"/>
                </a:cubicBezTo>
                <a:cubicBezTo>
                  <a:pt x="33" y="21"/>
                  <a:pt x="21" y="33"/>
                  <a:pt x="13" y="48"/>
                </a:cubicBezTo>
                <a:cubicBezTo>
                  <a:pt x="4" y="62"/>
                  <a:pt x="0" y="78"/>
                  <a:pt x="0" y="95"/>
                </a:cubicBezTo>
                <a:lnTo>
                  <a:pt x="0" y="475"/>
                </a:lnTo>
                <a:lnTo>
                  <a:pt x="0" y="476"/>
                </a:lnTo>
                <a:cubicBezTo>
                  <a:pt x="0" y="493"/>
                  <a:pt x="4" y="509"/>
                  <a:pt x="13" y="523"/>
                </a:cubicBezTo>
                <a:cubicBezTo>
                  <a:pt x="21" y="538"/>
                  <a:pt x="33" y="550"/>
                  <a:pt x="48" y="558"/>
                </a:cubicBezTo>
                <a:cubicBezTo>
                  <a:pt x="62" y="567"/>
                  <a:pt x="78" y="571"/>
                  <a:pt x="95" y="571"/>
                </a:cubicBezTo>
                <a:lnTo>
                  <a:pt x="2084" y="571"/>
                </a:lnTo>
                <a:lnTo>
                  <a:pt x="2085" y="571"/>
                </a:lnTo>
                <a:cubicBezTo>
                  <a:pt x="2102" y="571"/>
                  <a:pt x="2118" y="567"/>
                  <a:pt x="2132" y="558"/>
                </a:cubicBezTo>
                <a:cubicBezTo>
                  <a:pt x="2147" y="550"/>
                  <a:pt x="2159" y="538"/>
                  <a:pt x="2167" y="523"/>
                </a:cubicBezTo>
                <a:cubicBezTo>
                  <a:pt x="2176" y="509"/>
                  <a:pt x="2180" y="493"/>
                  <a:pt x="2180" y="476"/>
                </a:cubicBezTo>
                <a:lnTo>
                  <a:pt x="2180" y="95"/>
                </a:lnTo>
                <a:lnTo>
                  <a:pt x="2180" y="95"/>
                </a:lnTo>
                <a:lnTo>
                  <a:pt x="2180" y="95"/>
                </a:lnTo>
                <a:cubicBezTo>
                  <a:pt x="2180" y="78"/>
                  <a:pt x="2176" y="62"/>
                  <a:pt x="2167" y="48"/>
                </a:cubicBezTo>
                <a:cubicBezTo>
                  <a:pt x="2159" y="33"/>
                  <a:pt x="2147" y="21"/>
                  <a:pt x="2132" y="13"/>
                </a:cubicBezTo>
                <a:cubicBezTo>
                  <a:pt x="2118" y="4"/>
                  <a:pt x="2102" y="0"/>
                  <a:pt x="2085" y="0"/>
                </a:cubicBezTo>
                <a:lnTo>
                  <a:pt x="95" y="0"/>
                </a:lnTo>
              </a:path>
            </a:pathLst>
          </a:custGeom>
          <a:solidFill>
            <a:srgbClr val="99CCFF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Figura a mano libera: forma 106"/>
          <p:cNvSpPr/>
          <p:nvPr/>
        </p:nvSpPr>
        <p:spPr>
          <a:xfrm>
            <a:off x="3009600" y="2530440"/>
            <a:ext cx="1525320" cy="205200"/>
          </a:xfrm>
          <a:custGeom>
            <a:avLst/>
            <a:gdLst/>
            <a:ahLst/>
            <a:cxnLst/>
            <a:rect l="0" t="0" r="r" b="b"/>
            <a:pathLst>
              <a:path w="4239" h="572">
                <a:moveTo>
                  <a:pt x="95" y="0"/>
                </a:moveTo>
                <a:lnTo>
                  <a:pt x="95" y="0"/>
                </a:lnTo>
                <a:cubicBezTo>
                  <a:pt x="78" y="0"/>
                  <a:pt x="62" y="4"/>
                  <a:pt x="48" y="13"/>
                </a:cubicBezTo>
                <a:cubicBezTo>
                  <a:pt x="33" y="21"/>
                  <a:pt x="21" y="33"/>
                  <a:pt x="13" y="48"/>
                </a:cubicBezTo>
                <a:cubicBezTo>
                  <a:pt x="4" y="62"/>
                  <a:pt x="0" y="78"/>
                  <a:pt x="0" y="95"/>
                </a:cubicBezTo>
                <a:lnTo>
                  <a:pt x="0" y="475"/>
                </a:lnTo>
                <a:lnTo>
                  <a:pt x="0" y="476"/>
                </a:lnTo>
                <a:cubicBezTo>
                  <a:pt x="0" y="493"/>
                  <a:pt x="4" y="509"/>
                  <a:pt x="13" y="523"/>
                </a:cubicBezTo>
                <a:cubicBezTo>
                  <a:pt x="21" y="538"/>
                  <a:pt x="33" y="550"/>
                  <a:pt x="48" y="558"/>
                </a:cubicBezTo>
                <a:cubicBezTo>
                  <a:pt x="62" y="567"/>
                  <a:pt x="78" y="571"/>
                  <a:pt x="95" y="571"/>
                </a:cubicBezTo>
                <a:lnTo>
                  <a:pt x="4142" y="571"/>
                </a:lnTo>
                <a:lnTo>
                  <a:pt x="4143" y="571"/>
                </a:lnTo>
                <a:cubicBezTo>
                  <a:pt x="4160" y="571"/>
                  <a:pt x="4176" y="567"/>
                  <a:pt x="4190" y="558"/>
                </a:cubicBezTo>
                <a:cubicBezTo>
                  <a:pt x="4205" y="550"/>
                  <a:pt x="4217" y="538"/>
                  <a:pt x="4225" y="523"/>
                </a:cubicBezTo>
                <a:cubicBezTo>
                  <a:pt x="4234" y="509"/>
                  <a:pt x="4238" y="493"/>
                  <a:pt x="4238" y="476"/>
                </a:cubicBezTo>
                <a:lnTo>
                  <a:pt x="4238" y="95"/>
                </a:lnTo>
                <a:lnTo>
                  <a:pt x="4238" y="95"/>
                </a:lnTo>
                <a:lnTo>
                  <a:pt x="4238" y="95"/>
                </a:lnTo>
                <a:cubicBezTo>
                  <a:pt x="4238" y="78"/>
                  <a:pt x="4234" y="62"/>
                  <a:pt x="4225" y="48"/>
                </a:cubicBezTo>
                <a:cubicBezTo>
                  <a:pt x="4217" y="33"/>
                  <a:pt x="4205" y="21"/>
                  <a:pt x="4190" y="13"/>
                </a:cubicBezTo>
                <a:cubicBezTo>
                  <a:pt x="4176" y="4"/>
                  <a:pt x="4160" y="0"/>
                  <a:pt x="4143" y="0"/>
                </a:cubicBezTo>
                <a:lnTo>
                  <a:pt x="95" y="0"/>
                </a:lnTo>
              </a:path>
            </a:pathLst>
          </a:custGeom>
          <a:solidFill>
            <a:srgbClr val="00AE00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8" name="Figura a mano libera: forma 107"/>
          <p:cNvSpPr/>
          <p:nvPr/>
        </p:nvSpPr>
        <p:spPr>
          <a:xfrm>
            <a:off x="983520" y="2530440"/>
            <a:ext cx="904320" cy="205200"/>
          </a:xfrm>
          <a:custGeom>
            <a:avLst/>
            <a:gdLst/>
            <a:ahLst/>
            <a:cxnLst/>
            <a:rect l="0" t="0" r="r" b="b"/>
            <a:pathLst>
              <a:path w="2514" h="572">
                <a:moveTo>
                  <a:pt x="95" y="0"/>
                </a:moveTo>
                <a:lnTo>
                  <a:pt x="95" y="0"/>
                </a:lnTo>
                <a:cubicBezTo>
                  <a:pt x="78" y="0"/>
                  <a:pt x="62" y="4"/>
                  <a:pt x="48" y="13"/>
                </a:cubicBezTo>
                <a:cubicBezTo>
                  <a:pt x="33" y="21"/>
                  <a:pt x="21" y="33"/>
                  <a:pt x="13" y="48"/>
                </a:cubicBezTo>
                <a:cubicBezTo>
                  <a:pt x="4" y="62"/>
                  <a:pt x="0" y="78"/>
                  <a:pt x="0" y="95"/>
                </a:cubicBezTo>
                <a:lnTo>
                  <a:pt x="0" y="475"/>
                </a:lnTo>
                <a:lnTo>
                  <a:pt x="0" y="476"/>
                </a:lnTo>
                <a:cubicBezTo>
                  <a:pt x="0" y="493"/>
                  <a:pt x="4" y="509"/>
                  <a:pt x="13" y="523"/>
                </a:cubicBezTo>
                <a:cubicBezTo>
                  <a:pt x="21" y="538"/>
                  <a:pt x="33" y="550"/>
                  <a:pt x="48" y="558"/>
                </a:cubicBezTo>
                <a:cubicBezTo>
                  <a:pt x="62" y="567"/>
                  <a:pt x="78" y="571"/>
                  <a:pt x="95" y="571"/>
                </a:cubicBezTo>
                <a:lnTo>
                  <a:pt x="2417" y="571"/>
                </a:lnTo>
                <a:lnTo>
                  <a:pt x="2418" y="571"/>
                </a:lnTo>
                <a:cubicBezTo>
                  <a:pt x="2435" y="571"/>
                  <a:pt x="2451" y="567"/>
                  <a:pt x="2465" y="558"/>
                </a:cubicBezTo>
                <a:cubicBezTo>
                  <a:pt x="2480" y="550"/>
                  <a:pt x="2492" y="538"/>
                  <a:pt x="2500" y="523"/>
                </a:cubicBezTo>
                <a:cubicBezTo>
                  <a:pt x="2509" y="509"/>
                  <a:pt x="2513" y="493"/>
                  <a:pt x="2513" y="476"/>
                </a:cubicBezTo>
                <a:lnTo>
                  <a:pt x="2513" y="95"/>
                </a:lnTo>
                <a:lnTo>
                  <a:pt x="2513" y="95"/>
                </a:lnTo>
                <a:lnTo>
                  <a:pt x="2513" y="95"/>
                </a:lnTo>
                <a:cubicBezTo>
                  <a:pt x="2513" y="78"/>
                  <a:pt x="2509" y="62"/>
                  <a:pt x="2500" y="48"/>
                </a:cubicBezTo>
                <a:cubicBezTo>
                  <a:pt x="2492" y="33"/>
                  <a:pt x="2480" y="21"/>
                  <a:pt x="2465" y="13"/>
                </a:cubicBezTo>
                <a:cubicBezTo>
                  <a:pt x="2451" y="4"/>
                  <a:pt x="2435" y="0"/>
                  <a:pt x="2418" y="0"/>
                </a:cubicBezTo>
                <a:lnTo>
                  <a:pt x="95" y="0"/>
                </a:lnTo>
              </a:path>
            </a:pathLst>
          </a:custGeom>
          <a:solidFill>
            <a:srgbClr val="EB613D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9" name="Figura a mano libera: forma 108"/>
          <p:cNvSpPr/>
          <p:nvPr/>
        </p:nvSpPr>
        <p:spPr>
          <a:xfrm>
            <a:off x="1898640" y="4447440"/>
            <a:ext cx="784440" cy="205200"/>
          </a:xfrm>
          <a:custGeom>
            <a:avLst/>
            <a:gdLst/>
            <a:ahLst/>
            <a:cxnLst/>
            <a:rect l="0" t="0" r="r" b="b"/>
            <a:pathLst>
              <a:path w="2181" h="572">
                <a:moveTo>
                  <a:pt x="95" y="0"/>
                </a:moveTo>
                <a:lnTo>
                  <a:pt x="95" y="0"/>
                </a:lnTo>
                <a:cubicBezTo>
                  <a:pt x="78" y="0"/>
                  <a:pt x="62" y="4"/>
                  <a:pt x="48" y="13"/>
                </a:cubicBezTo>
                <a:cubicBezTo>
                  <a:pt x="33" y="21"/>
                  <a:pt x="21" y="33"/>
                  <a:pt x="13" y="48"/>
                </a:cubicBezTo>
                <a:cubicBezTo>
                  <a:pt x="4" y="62"/>
                  <a:pt x="0" y="78"/>
                  <a:pt x="0" y="95"/>
                </a:cubicBezTo>
                <a:lnTo>
                  <a:pt x="0" y="475"/>
                </a:lnTo>
                <a:lnTo>
                  <a:pt x="0" y="476"/>
                </a:lnTo>
                <a:cubicBezTo>
                  <a:pt x="0" y="493"/>
                  <a:pt x="4" y="509"/>
                  <a:pt x="13" y="523"/>
                </a:cubicBezTo>
                <a:cubicBezTo>
                  <a:pt x="21" y="538"/>
                  <a:pt x="33" y="550"/>
                  <a:pt x="48" y="558"/>
                </a:cubicBezTo>
                <a:cubicBezTo>
                  <a:pt x="62" y="567"/>
                  <a:pt x="78" y="571"/>
                  <a:pt x="95" y="571"/>
                </a:cubicBezTo>
                <a:lnTo>
                  <a:pt x="2084" y="571"/>
                </a:lnTo>
                <a:lnTo>
                  <a:pt x="2085" y="571"/>
                </a:lnTo>
                <a:cubicBezTo>
                  <a:pt x="2102" y="571"/>
                  <a:pt x="2118" y="567"/>
                  <a:pt x="2132" y="558"/>
                </a:cubicBezTo>
                <a:cubicBezTo>
                  <a:pt x="2147" y="550"/>
                  <a:pt x="2159" y="538"/>
                  <a:pt x="2167" y="523"/>
                </a:cubicBezTo>
                <a:cubicBezTo>
                  <a:pt x="2176" y="509"/>
                  <a:pt x="2180" y="493"/>
                  <a:pt x="2180" y="476"/>
                </a:cubicBezTo>
                <a:lnTo>
                  <a:pt x="2180" y="95"/>
                </a:lnTo>
                <a:lnTo>
                  <a:pt x="2180" y="95"/>
                </a:lnTo>
                <a:lnTo>
                  <a:pt x="2180" y="95"/>
                </a:lnTo>
                <a:cubicBezTo>
                  <a:pt x="2180" y="78"/>
                  <a:pt x="2176" y="62"/>
                  <a:pt x="2167" y="48"/>
                </a:cubicBezTo>
                <a:cubicBezTo>
                  <a:pt x="2159" y="33"/>
                  <a:pt x="2147" y="21"/>
                  <a:pt x="2132" y="13"/>
                </a:cubicBezTo>
                <a:cubicBezTo>
                  <a:pt x="2118" y="4"/>
                  <a:pt x="2102" y="0"/>
                  <a:pt x="2085" y="0"/>
                </a:cubicBezTo>
                <a:lnTo>
                  <a:pt x="95" y="0"/>
                </a:lnTo>
              </a:path>
            </a:pathLst>
          </a:custGeom>
          <a:solidFill>
            <a:srgbClr val="99CCFF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0" name="Figura a mano libera: forma 109"/>
          <p:cNvSpPr/>
          <p:nvPr/>
        </p:nvSpPr>
        <p:spPr>
          <a:xfrm>
            <a:off x="2759400" y="4447440"/>
            <a:ext cx="1525320" cy="205200"/>
          </a:xfrm>
          <a:custGeom>
            <a:avLst/>
            <a:gdLst/>
            <a:ahLst/>
            <a:cxnLst/>
            <a:rect l="0" t="0" r="r" b="b"/>
            <a:pathLst>
              <a:path w="4239" h="572">
                <a:moveTo>
                  <a:pt x="95" y="0"/>
                </a:moveTo>
                <a:lnTo>
                  <a:pt x="95" y="0"/>
                </a:lnTo>
                <a:cubicBezTo>
                  <a:pt x="78" y="0"/>
                  <a:pt x="62" y="4"/>
                  <a:pt x="48" y="13"/>
                </a:cubicBezTo>
                <a:cubicBezTo>
                  <a:pt x="33" y="21"/>
                  <a:pt x="21" y="33"/>
                  <a:pt x="13" y="48"/>
                </a:cubicBezTo>
                <a:cubicBezTo>
                  <a:pt x="4" y="62"/>
                  <a:pt x="0" y="78"/>
                  <a:pt x="0" y="95"/>
                </a:cubicBezTo>
                <a:lnTo>
                  <a:pt x="0" y="475"/>
                </a:lnTo>
                <a:lnTo>
                  <a:pt x="0" y="476"/>
                </a:lnTo>
                <a:cubicBezTo>
                  <a:pt x="0" y="493"/>
                  <a:pt x="4" y="509"/>
                  <a:pt x="13" y="523"/>
                </a:cubicBezTo>
                <a:cubicBezTo>
                  <a:pt x="21" y="538"/>
                  <a:pt x="33" y="550"/>
                  <a:pt x="48" y="558"/>
                </a:cubicBezTo>
                <a:cubicBezTo>
                  <a:pt x="62" y="567"/>
                  <a:pt x="78" y="571"/>
                  <a:pt x="95" y="571"/>
                </a:cubicBezTo>
                <a:lnTo>
                  <a:pt x="4142" y="571"/>
                </a:lnTo>
                <a:lnTo>
                  <a:pt x="4143" y="571"/>
                </a:lnTo>
                <a:cubicBezTo>
                  <a:pt x="4160" y="571"/>
                  <a:pt x="4176" y="567"/>
                  <a:pt x="4190" y="558"/>
                </a:cubicBezTo>
                <a:cubicBezTo>
                  <a:pt x="4205" y="550"/>
                  <a:pt x="4217" y="538"/>
                  <a:pt x="4225" y="523"/>
                </a:cubicBezTo>
                <a:cubicBezTo>
                  <a:pt x="4234" y="509"/>
                  <a:pt x="4238" y="493"/>
                  <a:pt x="4238" y="476"/>
                </a:cubicBezTo>
                <a:lnTo>
                  <a:pt x="4238" y="95"/>
                </a:lnTo>
                <a:lnTo>
                  <a:pt x="4238" y="95"/>
                </a:lnTo>
                <a:lnTo>
                  <a:pt x="4238" y="95"/>
                </a:lnTo>
                <a:cubicBezTo>
                  <a:pt x="4238" y="78"/>
                  <a:pt x="4234" y="62"/>
                  <a:pt x="4225" y="48"/>
                </a:cubicBezTo>
                <a:cubicBezTo>
                  <a:pt x="4217" y="33"/>
                  <a:pt x="4205" y="21"/>
                  <a:pt x="4190" y="13"/>
                </a:cubicBezTo>
                <a:cubicBezTo>
                  <a:pt x="4176" y="4"/>
                  <a:pt x="4160" y="0"/>
                  <a:pt x="4143" y="0"/>
                </a:cubicBezTo>
                <a:lnTo>
                  <a:pt x="95" y="0"/>
                </a:lnTo>
              </a:path>
            </a:pathLst>
          </a:custGeom>
          <a:solidFill>
            <a:srgbClr val="00AE00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Figura a mano libera: forma 110"/>
          <p:cNvSpPr/>
          <p:nvPr/>
        </p:nvSpPr>
        <p:spPr>
          <a:xfrm>
            <a:off x="994320" y="4447440"/>
            <a:ext cx="642960" cy="205200"/>
          </a:xfrm>
          <a:custGeom>
            <a:avLst/>
            <a:gdLst/>
            <a:ahLst/>
            <a:cxnLst/>
            <a:rect l="0" t="0" r="r" b="b"/>
            <a:pathLst>
              <a:path w="1788" h="572">
                <a:moveTo>
                  <a:pt x="95" y="0"/>
                </a:moveTo>
                <a:lnTo>
                  <a:pt x="95" y="0"/>
                </a:lnTo>
                <a:cubicBezTo>
                  <a:pt x="78" y="0"/>
                  <a:pt x="62" y="4"/>
                  <a:pt x="48" y="13"/>
                </a:cubicBezTo>
                <a:cubicBezTo>
                  <a:pt x="33" y="21"/>
                  <a:pt x="21" y="33"/>
                  <a:pt x="13" y="48"/>
                </a:cubicBezTo>
                <a:cubicBezTo>
                  <a:pt x="4" y="62"/>
                  <a:pt x="0" y="78"/>
                  <a:pt x="0" y="95"/>
                </a:cubicBezTo>
                <a:lnTo>
                  <a:pt x="0" y="475"/>
                </a:lnTo>
                <a:lnTo>
                  <a:pt x="0" y="476"/>
                </a:lnTo>
                <a:cubicBezTo>
                  <a:pt x="0" y="493"/>
                  <a:pt x="4" y="509"/>
                  <a:pt x="13" y="523"/>
                </a:cubicBezTo>
                <a:cubicBezTo>
                  <a:pt x="21" y="538"/>
                  <a:pt x="33" y="550"/>
                  <a:pt x="48" y="558"/>
                </a:cubicBezTo>
                <a:cubicBezTo>
                  <a:pt x="62" y="567"/>
                  <a:pt x="78" y="571"/>
                  <a:pt x="95" y="571"/>
                </a:cubicBezTo>
                <a:lnTo>
                  <a:pt x="1691" y="571"/>
                </a:lnTo>
                <a:lnTo>
                  <a:pt x="1692" y="571"/>
                </a:lnTo>
                <a:cubicBezTo>
                  <a:pt x="1709" y="571"/>
                  <a:pt x="1725" y="567"/>
                  <a:pt x="1739" y="558"/>
                </a:cubicBezTo>
                <a:cubicBezTo>
                  <a:pt x="1754" y="550"/>
                  <a:pt x="1766" y="538"/>
                  <a:pt x="1774" y="523"/>
                </a:cubicBezTo>
                <a:cubicBezTo>
                  <a:pt x="1783" y="509"/>
                  <a:pt x="1787" y="493"/>
                  <a:pt x="1787" y="476"/>
                </a:cubicBezTo>
                <a:lnTo>
                  <a:pt x="1787" y="95"/>
                </a:lnTo>
                <a:lnTo>
                  <a:pt x="1787" y="95"/>
                </a:lnTo>
                <a:lnTo>
                  <a:pt x="1787" y="95"/>
                </a:lnTo>
                <a:cubicBezTo>
                  <a:pt x="1787" y="78"/>
                  <a:pt x="1783" y="62"/>
                  <a:pt x="1774" y="48"/>
                </a:cubicBezTo>
                <a:cubicBezTo>
                  <a:pt x="1766" y="33"/>
                  <a:pt x="1754" y="21"/>
                  <a:pt x="1739" y="13"/>
                </a:cubicBezTo>
                <a:cubicBezTo>
                  <a:pt x="1725" y="4"/>
                  <a:pt x="1709" y="0"/>
                  <a:pt x="1692" y="0"/>
                </a:cubicBezTo>
                <a:lnTo>
                  <a:pt x="95" y="0"/>
                </a:lnTo>
              </a:path>
            </a:pathLst>
          </a:custGeom>
          <a:solidFill>
            <a:srgbClr val="EB613D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">
            <a:extLst>
              <a:ext uri="{FF2B5EF4-FFF2-40B4-BE49-F238E27FC236}">
                <a16:creationId xmlns:a16="http://schemas.microsoft.com/office/drawing/2014/main" id="{9000C64E-E9BB-4664-8F95-E7EC76A92605}"/>
              </a:ext>
            </a:extLst>
          </p:cNvPr>
          <p:cNvSpPr/>
          <p:nvPr/>
        </p:nvSpPr>
        <p:spPr>
          <a:xfrm>
            <a:off x="5975350" y="2997200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 di classi derivate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magine 112"/>
          <p:cNvPicPr/>
          <p:nvPr/>
        </p:nvPicPr>
        <p:blipFill>
          <a:blip r:embed="rId2"/>
          <a:stretch/>
        </p:blipFill>
        <p:spPr>
          <a:xfrm>
            <a:off x="40320" y="1741680"/>
            <a:ext cx="9058680" cy="3962160"/>
          </a:xfrm>
          <a:prstGeom prst="rect">
            <a:avLst/>
          </a:prstGeom>
          <a:ln w="0"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E906A4D3-6BB2-419D-BAA3-8AC4EC1CDA2A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tipi di ereditarietà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asellaDiTesto 114"/>
          <p:cNvSpPr txBox="1"/>
          <p:nvPr/>
        </p:nvSpPr>
        <p:spPr>
          <a:xfrm>
            <a:off x="169200" y="1629000"/>
            <a:ext cx="8737920" cy="520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public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è il tipo di ereditarietà più utilizzato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private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è  il tipo di ereditarietà per default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quindi </a:t>
            </a:r>
            <a:r>
              <a:rPr lang="en-GB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s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e si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dimentica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di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specificare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il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tipo di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ereditarietà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,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gli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elementi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privati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della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classe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base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saranno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inaccessibili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a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quella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derivata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siccome neanche una classe derivata può accedere a metodi ed attributi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SimSun"/>
              </a:rPr>
              <a:t>privati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della sua classe base, per occultarli essa li inserisce normalmente nella sezione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protected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invece che in quella private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gli elementi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protected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della classe base sono accessibili ai metodi delle classi derivate con ereditarietà pubblica:</a:t>
            </a:r>
            <a:endParaRPr lang="it-IT" sz="2200" b="0" strike="noStrike" spc="-1" dirty="0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gli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elementi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pubblici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si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ereditano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come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elementi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pubblici</a:t>
            </a:r>
            <a:endParaRPr lang="it-IT" sz="2200" b="0" strike="noStrike" spc="-1" dirty="0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gli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elementi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protetti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come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  <a:ea typeface="SimSun"/>
              </a:rPr>
              <a:t>protetti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7DD95058-5530-412E-BFA7-FEF66F7878FD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tipi di ereditarietà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igura a mano libera: forma 116"/>
          <p:cNvSpPr/>
          <p:nvPr/>
        </p:nvSpPr>
        <p:spPr>
          <a:xfrm>
            <a:off x="102960" y="446040"/>
            <a:ext cx="6917040" cy="6033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class ogg_geom {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public: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ogg_geom(float x=0, float y=0) : xC(x), yC(y) {}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void stampacentro()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{ cout &lt;&lt; xC &lt;&lt; " " &lt;&lt; yC &lt;&lt; endl; }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protected: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float xC, yC;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};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class cerchio : </a:t>
            </a:r>
            <a:r>
              <a:rPr lang="it-IT" sz="1300" b="1" strike="noStrike" spc="-1">
                <a:solidFill>
                  <a:srgbClr val="FF3300"/>
                </a:solidFill>
                <a:latin typeface="Courier New"/>
              </a:rPr>
              <a:t>public</a:t>
            </a: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ogg_geom {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public: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cerchio(float x_C, float y_C, float r) </a:t>
            </a:r>
            <a:r>
              <a:rPr lang="it-IT" sz="1300" b="0" strike="noStrike" spc="-1">
                <a:solidFill>
                  <a:srgbClr val="FF0000"/>
                </a:solidFill>
                <a:latin typeface="Courier New"/>
              </a:rPr>
              <a:t>:</a:t>
            </a: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ogg_geom (x_C, y_C)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{ raggio = r; }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float area() {return PI * raggio * raggio; }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private: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float raggio;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};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class quadrato : </a:t>
            </a:r>
            <a:r>
              <a:rPr lang="it-IT" sz="1300" b="1" strike="noStrike" spc="-1">
                <a:solidFill>
                  <a:srgbClr val="FF3300"/>
                </a:solidFill>
                <a:latin typeface="Courier New"/>
              </a:rPr>
              <a:t>public</a:t>
            </a: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ogg_geom {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public :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quadrato(float x_C,float y_C,float x,float y) </a:t>
            </a:r>
            <a:r>
              <a:rPr lang="it-IT" sz="1300" b="0" strike="noStrike" spc="-1">
                <a:solidFill>
                  <a:srgbClr val="FF0000"/>
                </a:solidFill>
                <a:latin typeface="Courier New"/>
              </a:rPr>
              <a:t>:</a:t>
            </a: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ogg_geom(x_C,y_C)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{ x1 = x; y1 = y; }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float area()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{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   float a, b;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   a = x1 - xC;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   b = y1 - yC;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   return 4*a*b;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}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private: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   float x1, y1;</a:t>
            </a:r>
            <a:endParaRPr lang="it-IT" sz="13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300" b="0" strike="noStrike" spc="-1">
                <a:solidFill>
                  <a:srgbClr val="3333CC"/>
                </a:solidFill>
                <a:latin typeface="Courier New"/>
              </a:rPr>
              <a:t>};</a:t>
            </a:r>
            <a:r>
              <a:rPr lang="it-IT" sz="1300" b="0" strike="noStrike" spc="-1">
                <a:latin typeface="Courier New"/>
                <a:ea typeface="SimSun"/>
              </a:rPr>
              <a:t> </a:t>
            </a:r>
            <a:endParaRPr lang="it-IT" sz="13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4C1C6BD1-B8C1-4021-AE40-A88C690A9539}"/>
              </a:ext>
            </a:extLst>
          </p:cNvPr>
          <p:cNvSpPr/>
          <p:nvPr/>
        </p:nvSpPr>
        <p:spPr>
          <a:xfrm>
            <a:off x="5971809" y="2997200"/>
            <a:ext cx="316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 ereditarietà pubblica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asellaDiTesto 118"/>
          <p:cNvSpPr txBox="1"/>
          <p:nvPr/>
        </p:nvSpPr>
        <p:spPr>
          <a:xfrm>
            <a:off x="245520" y="1221840"/>
            <a:ext cx="8737920" cy="534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con l'ereditarietà privata un utente della classe derivata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non ha accesso ad alcun elemento della classe base: </a:t>
            </a:r>
            <a:endParaRPr lang="it-IT" sz="2000" b="0" strike="noStrike" spc="-1">
              <a:latin typeface="Arial"/>
            </a:endParaRPr>
          </a:p>
          <a:p>
            <a:r>
              <a:rPr lang="it-IT" sz="2000" b="1" strike="noStrike" spc="-1">
                <a:solidFill>
                  <a:srgbClr val="000000"/>
                </a:solidFill>
                <a:latin typeface="Courier New"/>
                <a:ea typeface="SimSun"/>
              </a:rPr>
              <a:t>class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 ClasseDerivata : </a:t>
            </a:r>
            <a:r>
              <a:rPr lang="it-IT" sz="2000" b="1" strike="noStrike" spc="-1">
                <a:solidFill>
                  <a:srgbClr val="FF3300"/>
                </a:solidFill>
                <a:latin typeface="Courier New"/>
                <a:ea typeface="SimSun"/>
              </a:rPr>
              <a:t>private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 ClasseBase {</a:t>
            </a:r>
            <a:endParaRPr lang="it-IT" sz="2000" b="0" strike="noStrike" spc="-1">
              <a:latin typeface="Arial"/>
            </a:endParaRPr>
          </a:p>
          <a:p>
            <a:r>
              <a:rPr lang="it-IT" sz="2000" b="1" strike="noStrike" spc="-1">
                <a:solidFill>
                  <a:srgbClr val="000000"/>
                </a:solidFill>
                <a:latin typeface="Courier New"/>
                <a:ea typeface="SimSun"/>
              </a:rPr>
              <a:t>public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: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// sezione pubblica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1" strike="noStrike" spc="-1">
                <a:solidFill>
                  <a:srgbClr val="000000"/>
                </a:solidFill>
                <a:latin typeface="Courier New"/>
                <a:ea typeface="SimSun"/>
              </a:rPr>
              <a:t>protected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: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// sezione protetta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1" strike="noStrike" spc="-1">
                <a:solidFill>
                  <a:srgbClr val="000000"/>
                </a:solidFill>
                <a:latin typeface="Courier New"/>
                <a:ea typeface="SimSun"/>
              </a:rPr>
              <a:t>private</a:t>
            </a:r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: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   // sezione privata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strike="noStrike" spc="-1">
                <a:solidFill>
                  <a:srgbClr val="000000"/>
                </a:solidFill>
                <a:latin typeface="Courier New"/>
                <a:ea typeface="SimSun"/>
              </a:rPr>
              <a:t>};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i membri pubblici e protetti della classe base diventano membri privati della classe derivata</a:t>
            </a:r>
            <a:endParaRPr lang="it-IT" sz="2000" b="0" strike="noStrike" spc="-1">
              <a:latin typeface="Times New Roman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l'ereditarietà privata è quella di default; essa occulta la classe base all'utente perché sia possibile cambiare l'implementazione della classe base o eliminarla del tutto senza richiedere alcuna modifica all’utente dell'interfaccia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910D3436-E1DC-4CFC-A8CB-AB50287A9137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ereditarietà privata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asellaDiTesto 120"/>
          <p:cNvSpPr txBox="1"/>
          <p:nvPr/>
        </p:nvSpPr>
        <p:spPr>
          <a:xfrm>
            <a:off x="180000" y="1162080"/>
            <a:ext cx="8640000" cy="513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bisogna che il costruttore della classe base venga chiamato 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per creare un oggetto (della classe base) prima che si attivi il </a:t>
            </a:r>
            <a:br/>
            <a:r>
              <a:rPr lang="it-IT" sz="2000" b="0" strike="noStrike" spc="-1">
                <a:solidFill>
                  <a:srgbClr val="000000"/>
                </a:solidFill>
                <a:latin typeface="Arial"/>
                <a:ea typeface="SimSun"/>
              </a:rPr>
              <a:t>costruttore della classe derivata (l'oggetto della classe base deve esistere prima di diventare un oggetto della classe derivata)</a:t>
            </a:r>
            <a:br/>
            <a:r>
              <a:rPr lang="it-IT" sz="1500" b="1" strike="noStrike" spc="-1">
                <a:solidFill>
                  <a:srgbClr val="3333CC"/>
                </a:solidFill>
                <a:latin typeface="Courier New"/>
                <a:ea typeface="SimSun"/>
              </a:rPr>
              <a:t>class</a:t>
            </a:r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B1 {</a:t>
            </a:r>
            <a:endParaRPr lang="it-IT" sz="1500" b="0" strike="noStrike" spc="-1">
              <a:latin typeface="Arial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public: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   B1() { cout &lt;&lt; "oggetto della classe B1" &lt;&lt; endl; }</a:t>
            </a:r>
            <a:br/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};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</a:t>
            </a:r>
            <a:r>
              <a:rPr lang="it-IT" sz="1500" b="1" strike="noStrike" spc="-1">
                <a:solidFill>
                  <a:srgbClr val="3333CC"/>
                </a:solidFill>
                <a:latin typeface="Courier New"/>
                <a:ea typeface="SimSun"/>
              </a:rPr>
              <a:t>class</a:t>
            </a:r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B2 {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public: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   B2() { cout &lt;&lt; "oggetto della classe B2" &lt;&lt; endl; }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};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</a:t>
            </a:r>
            <a:r>
              <a:rPr lang="it-IT" sz="1500" b="1" strike="noStrike" spc="-1">
                <a:solidFill>
                  <a:srgbClr val="3333CC"/>
                </a:solidFill>
                <a:latin typeface="Courier New"/>
                <a:ea typeface="SimSun"/>
              </a:rPr>
              <a:t>class</a:t>
            </a:r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D : public B1, B2 {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public: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   D() { cout &lt;&lt; "oggetto della classe D derivata da B1 e B2" &lt;&lt; endl; }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};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D d1;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000000"/>
                </a:solidFill>
                <a:latin typeface="Times New Roman"/>
                <a:ea typeface="SimSun"/>
              </a:rPr>
              <a:t>      Questo esempio scrive a schermo: 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1" strike="noStrike" spc="-1">
                <a:solidFill>
                  <a:srgbClr val="3333CC"/>
                </a:solidFill>
                <a:latin typeface="Courier New"/>
                <a:ea typeface="SimSun"/>
              </a:rPr>
              <a:t>   </a:t>
            </a:r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oggetto della classe B1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oggetto della classe B2</a:t>
            </a:r>
            <a:endParaRPr lang="it-IT" sz="1500" b="0" strike="noStrike" spc="-1">
              <a:latin typeface="Times New Roman"/>
            </a:endParaRPr>
          </a:p>
          <a:p>
            <a:r>
              <a:rPr lang="it-IT" sz="1500" b="0" strike="noStrike" spc="-1">
                <a:solidFill>
                  <a:srgbClr val="3333CC"/>
                </a:solidFill>
                <a:latin typeface="Courier New"/>
                <a:ea typeface="SimSun"/>
              </a:rPr>
              <a:t>   oggetto della classe D derivata da B1 e B2 </a:t>
            </a:r>
            <a:endParaRPr lang="it-IT" sz="1500" b="0" strike="noStrike" spc="-1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C36F8EA9-07FE-46A2-8414-17A364EDC1DC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costruttori ed ereditarietà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asellaDiTesto 122"/>
          <p:cNvSpPr txBox="1"/>
          <p:nvPr/>
        </p:nvSpPr>
        <p:spPr>
          <a:xfrm>
            <a:off x="180000" y="1620000"/>
            <a:ext cx="8737920" cy="46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it-IT" sz="1800" b="0" i="1" strike="noStrike" spc="-1">
                <a:solidFill>
                  <a:srgbClr val="000000"/>
                </a:solidFill>
                <a:latin typeface="Courier New"/>
                <a:ea typeface="SimSun"/>
              </a:rPr>
              <a:t>ClasseDer</a:t>
            </a:r>
            <a:r>
              <a:rPr lang="it-IT" sz="1800" b="1" strike="noStrike" spc="-1">
                <a:solidFill>
                  <a:srgbClr val="FF0000"/>
                </a:solidFill>
                <a:latin typeface="Courier New"/>
                <a:ea typeface="SimSun"/>
              </a:rPr>
              <a:t>::</a:t>
            </a:r>
            <a:r>
              <a:rPr lang="it-IT" sz="1800" b="0" i="1" strike="noStrike" spc="-1">
                <a:solidFill>
                  <a:srgbClr val="000000"/>
                </a:solidFill>
                <a:latin typeface="Courier New"/>
                <a:ea typeface="SimSun"/>
              </a:rPr>
              <a:t>ClasseDer</a:t>
            </a:r>
            <a:r>
              <a:rPr lang="it-IT" sz="1800" b="1" strike="noStrike" spc="-1">
                <a:solidFill>
                  <a:srgbClr val="000000"/>
                </a:solidFill>
                <a:latin typeface="Courier New"/>
                <a:ea typeface="SimSun"/>
              </a:rPr>
              <a:t>(</a:t>
            </a:r>
            <a:r>
              <a:rPr lang="it-IT" sz="1800" b="0" i="1" strike="noStrike" spc="-1">
                <a:solidFill>
                  <a:srgbClr val="000000"/>
                </a:solidFill>
                <a:latin typeface="Courier New"/>
                <a:ea typeface="SimSun"/>
              </a:rPr>
              <a:t>paramD</a:t>
            </a:r>
            <a:r>
              <a:rPr lang="it-IT" sz="1800" b="1" strike="noStrike" spc="-1">
                <a:solidFill>
                  <a:srgbClr val="000000"/>
                </a:solidFill>
                <a:latin typeface="Courier New"/>
                <a:ea typeface="SimSun"/>
              </a:rPr>
              <a:t>):</a:t>
            </a:r>
            <a:r>
              <a:rPr lang="it-IT" sz="1800" b="0" i="1" strike="noStrike" spc="-1">
                <a:solidFill>
                  <a:srgbClr val="000000"/>
                </a:solidFill>
                <a:latin typeface="Courier New"/>
                <a:ea typeface="SimSun"/>
              </a:rPr>
              <a:t>ClasseBase</a:t>
            </a:r>
            <a:r>
              <a:rPr lang="it-IT" sz="1800" b="1" strike="noStrike" spc="-1">
                <a:solidFill>
                  <a:srgbClr val="000000"/>
                </a:solidFill>
                <a:latin typeface="Courier New"/>
                <a:ea typeface="SimSun"/>
              </a:rPr>
              <a:t>(</a:t>
            </a:r>
            <a:r>
              <a:rPr lang="it-IT" sz="1800" b="0" i="1" strike="noStrike" spc="-1">
                <a:solidFill>
                  <a:srgbClr val="000000"/>
                </a:solidFill>
                <a:latin typeface="Courier New"/>
                <a:ea typeface="SimSun"/>
              </a:rPr>
              <a:t>paramB</a:t>
            </a:r>
            <a:r>
              <a:rPr lang="it-IT" sz="1800" b="1" strike="noStrike" spc="-1">
                <a:solidFill>
                  <a:srgbClr val="000000"/>
                </a:solidFill>
                <a:latin typeface="Courier New"/>
                <a:ea typeface="SimSun"/>
              </a:rPr>
              <a:t>),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1800" b="0" i="1" strike="noStrike" spc="-1">
                <a:solidFill>
                  <a:srgbClr val="000000"/>
                </a:solidFill>
                <a:latin typeface="Courier New"/>
                <a:ea typeface="SimSun"/>
              </a:rPr>
              <a:t>Inizial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  <a:ea typeface="SimSun"/>
              </a:rPr>
              <a:t> </a:t>
            </a:r>
            <a:r>
              <a:rPr lang="it-IT" sz="1800" b="1" strike="noStrike" spc="-1">
                <a:solidFill>
                  <a:srgbClr val="000000"/>
                </a:solidFill>
                <a:latin typeface="Courier New"/>
                <a:ea typeface="SimSun"/>
              </a:rPr>
              <a:t>{</a:t>
            </a:r>
            <a:endParaRPr lang="it-IT" sz="1800" b="0" strike="noStrike" spc="-1">
              <a:latin typeface="Arial"/>
            </a:endParaRPr>
          </a:p>
          <a:p>
            <a:r>
              <a:rPr lang="it-IT" sz="1800" b="0" strike="noStrike" spc="-1">
                <a:solidFill>
                  <a:srgbClr val="000000"/>
                </a:solidFill>
                <a:latin typeface="Courier New"/>
                <a:ea typeface="SimSun"/>
              </a:rPr>
              <a:t>  // corpo del costruttore della classe derivata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1" strike="noStrike" spc="-1">
                <a:solidFill>
                  <a:srgbClr val="000000"/>
                </a:solidFill>
                <a:latin typeface="Courier New"/>
                <a:ea typeface="SimSun"/>
              </a:rPr>
              <a:t>};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0" strike="noStrike" spc="-1">
                <a:solidFill>
                  <a:srgbClr val="000000"/>
                </a:solidFill>
                <a:latin typeface="Arial"/>
                <a:ea typeface="SimSun"/>
              </a:rPr>
              <a:t>supponiamo la classe 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SimSun"/>
              </a:rPr>
              <a:t>Punto3D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  <a:ea typeface="SimSun"/>
              </a:rPr>
              <a:t> sia una classe derivata dalla classe 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SimSun"/>
              </a:rPr>
              <a:t>Punto</a:t>
            </a:r>
            <a:r>
              <a:rPr lang="it-IT" sz="1800" b="0" strike="noStrike" spc="-1">
                <a:solidFill>
                  <a:srgbClr val="000000"/>
                </a:solidFill>
                <a:latin typeface="Times New Roman"/>
                <a:ea typeface="SimSun"/>
              </a:rPr>
              <a:t>: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0" strike="noStrike" spc="-1">
                <a:solidFill>
                  <a:srgbClr val="3333CC"/>
                </a:solidFill>
                <a:latin typeface="Courier New"/>
                <a:ea typeface="SimSun"/>
              </a:rPr>
              <a:t>Punto3D::Punto3D(</a:t>
            </a:r>
            <a:r>
              <a:rPr lang="it-IT" sz="1800" b="0" i="1" strike="noStrike" spc="-1">
                <a:solidFill>
                  <a:srgbClr val="3333CC"/>
                </a:solidFill>
                <a:latin typeface="Courier New"/>
                <a:ea typeface="SimSun"/>
              </a:rPr>
              <a:t>listaPar</a:t>
            </a:r>
            <a:r>
              <a:rPr lang="it-IT" sz="1800" b="0" strike="noStrike" spc="-1">
                <a:solidFill>
                  <a:srgbClr val="3333CC"/>
                </a:solidFill>
                <a:latin typeface="Courier New"/>
                <a:ea typeface="SimSun"/>
              </a:rPr>
              <a:t>):</a:t>
            </a:r>
            <a:r>
              <a:rPr lang="it-IT" sz="1800" b="0" i="1" strike="noStrike" spc="-1">
                <a:solidFill>
                  <a:srgbClr val="3333CC"/>
                </a:solidFill>
                <a:latin typeface="Courier New"/>
                <a:ea typeface="SimSun"/>
              </a:rPr>
              <a:t>inizializzatore-costruttore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0" strike="noStrike" spc="-1">
                <a:solidFill>
                  <a:srgbClr val="000000"/>
                </a:solidFill>
                <a:latin typeface="Arial"/>
                <a:ea typeface="SimSun"/>
              </a:rPr>
              <a:t>nell'implementazione del costruttore di 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SimSun"/>
              </a:rPr>
              <a:t>Punto3D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  <a:ea typeface="SimSun"/>
              </a:rPr>
              <a:t> si passano i parametri</a:t>
            </a:r>
            <a:r>
              <a:rPr lang="it-IT" sz="1800" b="0" strike="noStrike" spc="-1">
                <a:solidFill>
                  <a:srgbClr val="000000"/>
                </a:solidFill>
                <a:latin typeface="Times New Roman"/>
                <a:ea typeface="SimSun"/>
              </a:rPr>
              <a:t> 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SimSun"/>
              </a:rPr>
              <a:t>xv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  <a:ea typeface="SimSun"/>
              </a:rPr>
              <a:t> e 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SimSun"/>
              </a:rPr>
              <a:t>yv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  <a:ea typeface="SimSun"/>
              </a:rPr>
              <a:t> al costruttore di </a:t>
            </a:r>
            <a:r>
              <a:rPr lang="it-IT" sz="1800" b="0" strike="noStrike" spc="-1">
                <a:solidFill>
                  <a:srgbClr val="0000FF"/>
                </a:solidFill>
                <a:latin typeface="Courier New"/>
                <a:ea typeface="SimSun"/>
              </a:rPr>
              <a:t>Punto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  <a:ea typeface="SimSun"/>
              </a:rPr>
              <a:t>.</a:t>
            </a:r>
            <a:endParaRPr lang="it-IT" sz="1800" b="0" strike="noStrike" spc="-1">
              <a:latin typeface="Times New Roman"/>
            </a:endParaRPr>
          </a:p>
          <a:p>
            <a:r>
              <a:rPr lang="it-IT" sz="1200" b="1" strike="noStrike" spc="-1">
                <a:solidFill>
                  <a:srgbClr val="0000FF"/>
                </a:solidFill>
                <a:latin typeface="Courier New"/>
                <a:ea typeface="SimSun"/>
              </a:rPr>
              <a:t>class</a:t>
            </a:r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 Punto {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public: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   Punto(int xv, int yv);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   // ...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};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1" strike="noStrike" spc="-1">
                <a:solidFill>
                  <a:srgbClr val="0000FF"/>
                </a:solidFill>
                <a:latin typeface="Courier New"/>
                <a:ea typeface="SimSun"/>
              </a:rPr>
              <a:t>class</a:t>
            </a:r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 Punto3D: public Punto {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public: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   Punto3D(int xv, int yv, int zv);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   void FissareZ();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private: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   int z;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};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Punto3D::Punto3D(int xv, int yv, int zv): Punto(xv, yv){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   FissareZ(zv);</a:t>
            </a:r>
            <a:endParaRPr lang="it-IT" sz="1200" b="0" strike="noStrike" spc="-1">
              <a:latin typeface="Times New Roman"/>
            </a:endParaRPr>
          </a:p>
          <a:p>
            <a:r>
              <a:rPr lang="it-IT" sz="1200" b="0" strike="noStrike" spc="-1">
                <a:solidFill>
                  <a:srgbClr val="0000FF"/>
                </a:solidFill>
                <a:latin typeface="Courier New"/>
                <a:ea typeface="SimSun"/>
              </a:rPr>
              <a:t>}  </a:t>
            </a:r>
            <a:endParaRPr lang="it-IT" sz="1200" b="0" strike="noStrike" spc="-1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3611B277-2B5C-45C4-A3E4-7EA8735066C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costruttore di una classe derivata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asellaDiTesto 124"/>
          <p:cNvSpPr txBox="1"/>
          <p:nvPr/>
        </p:nvSpPr>
        <p:spPr>
          <a:xfrm>
            <a:off x="226440" y="1800000"/>
            <a:ext cx="8737920" cy="465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SimSun"/>
              </a:rPr>
              <a:t>i distruttori non si ereditano, ma se necessario si genera un distruttore di default</a:t>
            </a:r>
            <a:br/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4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SimSun"/>
              </a:rPr>
              <a:t>si utilizzano normalmente solo quando un corrispondente costruttore ha assegnato spazio in memoria che deve essere liberato</a:t>
            </a:r>
            <a:br/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4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400" b="0" strike="noStrike" spc="-1">
                <a:latin typeface="Arial"/>
              </a:rPr>
              <a:t>si gestiscono come i costruttori ma tutto va fatto in ordine inverso, vale a dire che s'inizia ad eseguire il distruttore dell'ultima classe derivata </a:t>
            </a: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F4F2F4B8-18DE-4B9B-B84A-124630D390BD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distruttori ed ereditarietà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asellaDiTesto 126"/>
          <p:cNvSpPr txBox="1"/>
          <p:nvPr/>
        </p:nvSpPr>
        <p:spPr>
          <a:xfrm>
            <a:off x="209880" y="1547280"/>
            <a:ext cx="8737920" cy="49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SimSun"/>
              </a:rPr>
              <a:t>una classe può ereditare attributi e comportamento di</a:t>
            </a:r>
            <a:br/>
            <a:r>
              <a:rPr lang="it-IT" sz="2400" b="0" strike="noStrike" spc="-1">
                <a:solidFill>
                  <a:srgbClr val="000000"/>
                </a:solidFill>
                <a:latin typeface="Arial"/>
                <a:ea typeface="SimSun"/>
              </a:rPr>
              <a:t>più di una classe base</a:t>
            </a:r>
            <a:endParaRPr lang="it-IT" sz="2400" b="0" strike="noStrike" spc="-1">
              <a:latin typeface="Arial"/>
            </a:endParaRPr>
          </a:p>
        </p:txBody>
      </p:sp>
      <p:pic>
        <p:nvPicPr>
          <p:cNvPr id="128" name="Immagine 127"/>
          <p:cNvPicPr/>
          <p:nvPr/>
        </p:nvPicPr>
        <p:blipFill>
          <a:blip r:embed="rId3"/>
          <a:stretch/>
        </p:blipFill>
        <p:spPr>
          <a:xfrm>
            <a:off x="921240" y="2510280"/>
            <a:ext cx="7480440" cy="3836520"/>
          </a:xfrm>
          <a:prstGeom prst="rect">
            <a:avLst/>
          </a:prstGeom>
          <a:ln w="0"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D1A6B279-D2ED-4F70-B360-66FFABA7CA9C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ereditarietà multipla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asellaDiTesto 129"/>
          <p:cNvSpPr txBox="1"/>
          <p:nvPr/>
        </p:nvSpPr>
        <p:spPr>
          <a:xfrm>
            <a:off x="226800" y="1271880"/>
            <a:ext cx="8737920" cy="510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la sintassi è:</a:t>
            </a:r>
            <a:br/>
            <a:r>
              <a:rPr lang="it-IT" sz="1800" b="1" strike="noStrike" spc="-1">
                <a:solidFill>
                  <a:srgbClr val="000000"/>
                </a:solidFill>
                <a:latin typeface="Courier New"/>
                <a:ea typeface="SimSun"/>
              </a:rPr>
              <a:t>class</a:t>
            </a:r>
            <a:r>
              <a:rPr lang="it-IT" sz="1800" b="1" i="1" strike="noStrike" spc="-1">
                <a:solidFill>
                  <a:srgbClr val="000000"/>
                </a:solidFill>
                <a:latin typeface="Courier New"/>
                <a:ea typeface="SimSun"/>
              </a:rPr>
              <a:t> Derivata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  <a:ea typeface="SimSun"/>
              </a:rPr>
              <a:t> : </a:t>
            </a:r>
            <a:r>
              <a:rPr lang="it-IT" sz="1800" b="0" i="1" strike="noStrike" spc="-1">
                <a:solidFill>
                  <a:srgbClr val="000000"/>
                </a:solidFill>
                <a:latin typeface="Courier New"/>
                <a:ea typeface="SimSun"/>
              </a:rPr>
              <a:t>[virtual][tipo_accesso] Base1, </a:t>
            </a:r>
            <a:endParaRPr lang="it-IT" sz="1800" b="0" strike="noStrike" spc="-1">
              <a:latin typeface="Arial"/>
            </a:endParaRPr>
          </a:p>
          <a:p>
            <a:r>
              <a:rPr lang="it-IT" sz="1800" b="0" i="1" strike="noStrike" spc="-1">
                <a:latin typeface="Courier New"/>
              </a:rPr>
              <a:t>                   ...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0" i="1" strike="noStrike" spc="-1">
                <a:latin typeface="Courier New"/>
              </a:rPr>
              <a:t>                   [virtual][tipo_accesso] Basen </a:t>
            </a:r>
            <a:r>
              <a:rPr lang="it-IT" sz="1800" b="0" strike="noStrike" spc="-1">
                <a:latin typeface="Courier New"/>
              </a:rPr>
              <a:t>{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1" strike="noStrike" spc="-1">
                <a:latin typeface="Courier New"/>
              </a:rPr>
              <a:t>   public</a:t>
            </a:r>
            <a:r>
              <a:rPr lang="it-IT" sz="1800" b="0" strike="noStrike" spc="-1">
                <a:latin typeface="Courier New"/>
              </a:rPr>
              <a:t>: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0" strike="noStrike" spc="-1">
                <a:latin typeface="Courier New"/>
              </a:rPr>
              <a:t>   // </a:t>
            </a:r>
            <a:r>
              <a:rPr lang="it-IT" sz="1800" b="0" i="1" strike="noStrike" spc="-1">
                <a:latin typeface="Courier New"/>
              </a:rPr>
              <a:t>sezione pubblica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1" strike="noStrike" spc="-1">
                <a:latin typeface="Courier New"/>
              </a:rPr>
              <a:t>   private</a:t>
            </a:r>
            <a:r>
              <a:rPr lang="it-IT" sz="1800" b="0" strike="noStrike" spc="-1">
                <a:latin typeface="Courier New"/>
              </a:rPr>
              <a:t>: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0" strike="noStrike" spc="-1">
                <a:latin typeface="Courier New"/>
              </a:rPr>
              <a:t>   // </a:t>
            </a:r>
            <a:r>
              <a:rPr lang="it-IT" sz="1800" b="0" i="1" strike="noStrike" spc="-1">
                <a:latin typeface="Courier New"/>
              </a:rPr>
              <a:t>sezione privata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0" strike="noStrike" spc="-1">
                <a:latin typeface="Courier New"/>
              </a:rPr>
              <a:t>   };</a:t>
            </a:r>
            <a:endParaRPr lang="it-IT" sz="1800" b="0" strike="noStrike" spc="-1">
              <a:latin typeface="Times New Roman"/>
            </a:endParaRPr>
          </a:p>
          <a:p>
            <a:r>
              <a:rPr lang="it-IT" sz="2000" b="0" strike="noStrike" spc="-1">
                <a:latin typeface="Arial"/>
              </a:rPr>
              <a:t>dove: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i="1" strike="noStrike" spc="-1">
                <a:latin typeface="Courier New"/>
              </a:rPr>
              <a:t>Derivata</a:t>
            </a:r>
            <a:r>
              <a:rPr lang="it-IT" sz="2000" b="0" strike="noStrike" spc="-1">
                <a:latin typeface="Times New Roman"/>
              </a:rPr>
              <a:t>:</a:t>
            </a:r>
            <a:r>
              <a:rPr lang="it-IT" sz="2000" b="0" strike="noStrike" spc="-1">
                <a:latin typeface="Arial"/>
              </a:rPr>
              <a:t> nome della classe derivata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i="1" strike="noStrike" spc="-1">
                <a:latin typeface="Courier New"/>
              </a:rPr>
              <a:t>tipo_accesso</a:t>
            </a:r>
            <a:r>
              <a:rPr lang="it-IT" sz="2000" b="0" strike="noStrike" spc="-1">
                <a:latin typeface="Arial"/>
              </a:rPr>
              <a:t>: </a:t>
            </a:r>
            <a:r>
              <a:rPr lang="it-IT" sz="2000" b="0" strike="noStrike" spc="-1">
                <a:latin typeface="Courier New"/>
              </a:rPr>
              <a:t>public</a:t>
            </a:r>
            <a:r>
              <a:rPr lang="it-IT" sz="2000" b="0" strike="noStrike" spc="-1">
                <a:latin typeface="Arial"/>
              </a:rPr>
              <a:t>, </a:t>
            </a:r>
            <a:r>
              <a:rPr lang="it-IT" sz="2000" b="0" strike="noStrike" spc="-1">
                <a:latin typeface="Courier New"/>
              </a:rPr>
              <a:t>private</a:t>
            </a:r>
            <a:r>
              <a:rPr lang="it-IT" sz="2000" b="0" strike="noStrike" spc="-1">
                <a:latin typeface="Arial"/>
              </a:rPr>
              <a:t> o </a:t>
            </a:r>
            <a:r>
              <a:rPr lang="it-IT" sz="2000" b="0" strike="noStrike" spc="-1">
                <a:latin typeface="Courier New"/>
              </a:rPr>
              <a:t>protected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i="1" strike="noStrike" spc="-1">
                <a:latin typeface="Courier New"/>
              </a:rPr>
              <a:t>Base1, Base2,...	</a:t>
            </a:r>
            <a:r>
              <a:rPr lang="it-IT" sz="2000" b="0" strike="noStrike" spc="-1">
                <a:latin typeface="Times New Roman"/>
              </a:rPr>
              <a:t>: </a:t>
            </a:r>
            <a:r>
              <a:rPr lang="it-IT" sz="2000" b="0" strike="noStrike" spc="-1">
                <a:latin typeface="Arial"/>
              </a:rPr>
              <a:t>classi base con nomi differenti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i="1" strike="noStrike" spc="-1">
                <a:latin typeface="Courier New"/>
              </a:rPr>
              <a:t>virtual..</a:t>
            </a:r>
            <a:r>
              <a:rPr lang="it-IT" sz="2000" b="0" strike="noStrike" spc="-1">
                <a:latin typeface="Times New Roman"/>
              </a:rPr>
              <a:t>	: </a:t>
            </a:r>
            <a:r>
              <a:rPr lang="it-IT" sz="2000" b="0" strike="noStrike" spc="-1">
                <a:latin typeface="Arial"/>
              </a:rPr>
              <a:t>è opzionale e specifica una classe base compatibile</a:t>
            </a:r>
            <a:endParaRPr lang="it-IT" sz="2000" b="0" strike="noStrike" spc="-1">
              <a:latin typeface="Times New Roman"/>
            </a:endParaRPr>
          </a:p>
          <a:p>
            <a:endParaRPr lang="it-IT" sz="2000" b="0" strike="noStrike" spc="-1">
              <a:latin typeface="Times New Roman"/>
            </a:endParaRPr>
          </a:p>
          <a:p>
            <a:pPr marL="331560" indent="-331560"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Metodi o attributi che abbiano lo stesso nome in </a:t>
            </a:r>
            <a:r>
              <a:rPr lang="it-IT" sz="2000" b="0" i="1" strike="noStrike" spc="-1">
                <a:solidFill>
                  <a:srgbClr val="000000"/>
                </a:solidFill>
                <a:latin typeface="Courier New"/>
              </a:rPr>
              <a:t>Base1, Base2, Basen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,</a:t>
            </a:r>
            <a:r>
              <a:rPr lang="it-IT" sz="2000" b="0" strike="noStrike" spc="-1">
                <a:solidFill>
                  <a:srgbClr val="FF0000"/>
                </a:solidFill>
                <a:latin typeface="Arial"/>
              </a:rPr>
              <a:t> costituiranno motivo di ambiguità</a:t>
            </a:r>
            <a:endParaRPr lang="it-IT" sz="2000" b="0" strike="noStrike" spc="-1">
              <a:latin typeface="Arial"/>
            </a:endParaRPr>
          </a:p>
          <a:p>
            <a:r>
              <a:rPr lang="it-IT" sz="2000" b="0" strike="noStrike" spc="-1">
                <a:solidFill>
                  <a:srgbClr val="000000"/>
                </a:solidFill>
                <a:latin typeface="Times New Roman"/>
                <a:ea typeface="SimSun"/>
              </a:rPr>
              <a:t> </a:t>
            </a:r>
            <a:endParaRPr lang="it-IT" sz="2000" b="0" strike="noStrike" spc="-1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B03A9FB5-D205-43C2-8628-A1BB644D27BC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ereditarietà multipla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asellaDiTesto 131"/>
          <p:cNvSpPr txBox="1"/>
          <p:nvPr/>
        </p:nvSpPr>
        <p:spPr>
          <a:xfrm>
            <a:off x="214920" y="1620000"/>
            <a:ext cx="873792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100" b="0" i="1" strike="noStrike" spc="-1">
                <a:solidFill>
                  <a:srgbClr val="000000"/>
                </a:solidFill>
                <a:latin typeface="Arial"/>
                <a:ea typeface="SimSun"/>
              </a:rPr>
              <a:t>binding</a:t>
            </a:r>
            <a:br/>
            <a:r>
              <a:rPr lang="es-ES" sz="2100" b="0" strike="noStrike" spc="-1">
                <a:solidFill>
                  <a:srgbClr val="000000"/>
                </a:solidFill>
                <a:latin typeface="Arial"/>
                <a:ea typeface="SimSun"/>
              </a:rPr>
              <a:t>connessione tra chiamata di funzione e codice che l'implementa</a:t>
            </a:r>
            <a:endParaRPr lang="it-IT" sz="2100" b="0" strike="noStrike" spc="-1">
              <a:latin typeface="Arial"/>
            </a:endParaRPr>
          </a:p>
          <a:p>
            <a:pPr marL="612000" lvl="1" indent="-360000">
              <a:buSzPct val="100000"/>
              <a:buBlip>
                <a:blip r:embed="rId3"/>
              </a:buBlip>
            </a:pPr>
            <a:r>
              <a:rPr lang="es-ES" sz="2100" b="0" i="1" strike="noStrike" spc="-1">
                <a:solidFill>
                  <a:srgbClr val="000000"/>
                </a:solidFill>
                <a:latin typeface="Arial"/>
                <a:ea typeface="SimSun"/>
              </a:rPr>
              <a:t>statico</a:t>
            </a:r>
            <a:r>
              <a:rPr lang="es-ES" sz="2100" b="0" strike="noStrike" spc="-1">
                <a:solidFill>
                  <a:srgbClr val="000000"/>
                </a:solidFill>
                <a:latin typeface="Arial"/>
                <a:ea typeface="SimSun"/>
              </a:rPr>
              <a:t>: se il collegamento avviene in fase di compilazione</a:t>
            </a:r>
            <a:endParaRPr lang="it-IT" sz="2100" b="0" strike="noStrike" spc="-1">
              <a:latin typeface="Arial"/>
            </a:endParaRPr>
          </a:p>
          <a:p>
            <a:pPr marL="612000" lvl="1" indent="-360000">
              <a:buSzPct val="100000"/>
              <a:buBlip>
                <a:blip r:embed="rId3"/>
              </a:buBlip>
            </a:pPr>
            <a:r>
              <a:rPr lang="es-ES" sz="2100" b="0" i="1" strike="noStrike" spc="-1">
                <a:solidFill>
                  <a:srgbClr val="000000"/>
                </a:solidFill>
                <a:latin typeface="Arial"/>
                <a:ea typeface="SimSun"/>
              </a:rPr>
              <a:t>dinamico</a:t>
            </a:r>
            <a:r>
              <a:rPr lang="es-ES" sz="2100" b="0" strike="noStrike" spc="-1">
                <a:solidFill>
                  <a:srgbClr val="000000"/>
                </a:solidFill>
                <a:latin typeface="Arial"/>
                <a:ea typeface="SimSun"/>
              </a:rPr>
              <a:t>: se la connessione avviene durante l’esecuzione</a:t>
            </a:r>
            <a:br/>
            <a:r>
              <a:rPr lang="it-IT" sz="2100" b="0" strike="noStrike" spc="-1">
                <a:solidFill>
                  <a:srgbClr val="000000"/>
                </a:solidFill>
                <a:latin typeface="Arial"/>
                <a:ea typeface="SimSun"/>
              </a:rPr>
              <a:t>solo durante l'esecuzione del programma si determinerà il binding effettivo (tipicamente tramite il valore di un puntatore ad una classe base) tra le diverse possibilità (una per ogni classe derivata)</a:t>
            </a:r>
            <a:r>
              <a:rPr lang="es-ES" sz="2100" b="0" strike="noStrike" spc="-1">
                <a:solidFill>
                  <a:srgbClr val="000000"/>
                </a:solidFill>
                <a:latin typeface="Arial"/>
                <a:ea typeface="SimSun"/>
              </a:rPr>
              <a:t> </a:t>
            </a:r>
            <a:endParaRPr lang="it-IT" sz="2100" b="0" strike="noStrike" spc="-1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100" b="0" strike="noStrike" spc="-1">
                <a:solidFill>
                  <a:srgbClr val="000000"/>
                </a:solidFill>
                <a:latin typeface="Arial"/>
                <a:ea typeface="SimSun"/>
              </a:rPr>
              <a:t>il binding dinamico offre un alto grado di flessibilità e praticità nella gestione delle gerarchie di classi, ma è meno efficiente di quello statico</a:t>
            </a:r>
            <a:endParaRPr lang="it-IT" sz="2100" b="0" strike="noStrike" spc="-1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100" b="0" strike="noStrike" spc="-1">
                <a:solidFill>
                  <a:srgbClr val="000000"/>
                </a:solidFill>
                <a:latin typeface="Arial"/>
                <a:ea typeface="SimSun"/>
              </a:rPr>
              <a:t>in C++</a:t>
            </a:r>
            <a:endParaRPr lang="it-IT" sz="2100" b="0" strike="noStrike" spc="-1">
              <a:latin typeface="Arial"/>
            </a:endParaRPr>
          </a:p>
          <a:p>
            <a:pPr marL="612000" lvl="1" indent="-360000">
              <a:buSzPct val="100000"/>
              <a:buBlip>
                <a:blip r:embed="rId3"/>
              </a:buBlip>
            </a:pPr>
            <a:r>
              <a:rPr lang="it-IT" sz="2100" b="0" strike="noStrike" spc="-1">
                <a:solidFill>
                  <a:srgbClr val="000000"/>
                </a:solidFill>
                <a:latin typeface="Arial"/>
                <a:ea typeface="SimSun"/>
              </a:rPr>
              <a:t>il binding per default è statico</a:t>
            </a:r>
            <a:endParaRPr lang="it-IT" sz="2100" b="0" strike="noStrike" spc="-1">
              <a:latin typeface="Arial"/>
            </a:endParaRPr>
          </a:p>
          <a:p>
            <a:pPr marL="612000" lvl="1" indent="-360000">
              <a:buSzPct val="100000"/>
              <a:buBlip>
                <a:blip r:embed="rId3"/>
              </a:buBlip>
            </a:pPr>
            <a:r>
              <a:rPr lang="it-IT" sz="2100" b="0" strike="noStrike" spc="-1">
                <a:solidFill>
                  <a:srgbClr val="000000"/>
                </a:solidFill>
                <a:latin typeface="Arial"/>
                <a:ea typeface="SimSun"/>
              </a:rPr>
              <a:t>per specificare il binding dinamico si fa precedere la dichiarazione della funzione dalla parola riservata </a:t>
            </a:r>
            <a:r>
              <a:rPr lang="it-IT" sz="2100" b="1" strike="noStrike" spc="-1">
                <a:solidFill>
                  <a:srgbClr val="000000"/>
                </a:solidFill>
                <a:latin typeface="Courier New"/>
                <a:ea typeface="SimSun"/>
              </a:rPr>
              <a:t>virtual</a:t>
            </a:r>
            <a:endParaRPr lang="it-IT" sz="21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BFE7A005-6760-48E3-9B6D-7C86D238C4A2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binding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dinamico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asellaDiTesto 133"/>
          <p:cNvSpPr txBox="1"/>
          <p:nvPr/>
        </p:nvSpPr>
        <p:spPr>
          <a:xfrm>
            <a:off x="226440" y="1496160"/>
            <a:ext cx="8737920" cy="534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Courier New"/>
                <a:ea typeface="SimSun"/>
              </a:rPr>
              <a:t>virtual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 anteposto alla dichiarazione di una funzione</a:t>
            </a:r>
            <a:br/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indica al compilatore che</a:t>
            </a:r>
            <a:endParaRPr lang="it-IT" sz="2200" b="0" strike="noStrike" spc="-1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essa può essere definita in una classe derivata</a:t>
            </a:r>
            <a:endParaRPr lang="it-IT" sz="2200" b="0" strike="noStrike" spc="-1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la funzione potrà essere invocata tramite un puntatore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si deve qualificare virtual un metodo di una classe solo se esiste la possibilità che da quella classe se ne possano derivare altre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le funzioni virtuali servono nella dichiarazione di classi astratte e nel polimorfismo</a:t>
            </a:r>
            <a:br/>
            <a:r>
              <a:rPr lang="it-IT" sz="22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it-IT" sz="2200" b="0" strike="noStrike" spc="-1">
              <a:latin typeface="Arial"/>
            </a:endParaRPr>
          </a:p>
          <a:p>
            <a:r>
              <a:rPr lang="it-IT" sz="2000" b="1" strike="noStrike" spc="-1">
                <a:solidFill>
                  <a:srgbClr val="3333CC"/>
                </a:solidFill>
                <a:latin typeface="Courier New"/>
                <a:ea typeface="SimSun"/>
              </a:rPr>
              <a:t>class figura {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 public: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1" strike="noStrike" spc="-1">
                <a:solidFill>
                  <a:srgbClr val="3333CC"/>
                </a:solidFill>
                <a:latin typeface="Courier New"/>
              </a:rPr>
              <a:t>virtual</a:t>
            </a:r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double calcola_area();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1" strike="noStrike" spc="-1">
                <a:solidFill>
                  <a:srgbClr val="3333CC"/>
                </a:solidFill>
                <a:latin typeface="Courier New"/>
              </a:rPr>
              <a:t>virtual</a:t>
            </a:r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 void disegna();</a:t>
            </a:r>
            <a:endParaRPr lang="it-IT" sz="2000" b="0" strike="noStrike" spc="-1">
              <a:latin typeface="Times New Roman"/>
            </a:endParaRPr>
          </a:p>
          <a:p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};</a:t>
            </a:r>
            <a:endParaRPr lang="it-IT" sz="2000" b="0" strike="noStrike" spc="-1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9415CC5B-2683-4348-A184-793EE140ACD0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funzioni virtuali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asellaDiTesto 135"/>
          <p:cNvSpPr txBox="1"/>
          <p:nvPr/>
        </p:nvSpPr>
        <p:spPr>
          <a:xfrm>
            <a:off x="226800" y="1262520"/>
            <a:ext cx="8737920" cy="526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ogni classe derivata deve definire le sue proprie versioni delle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funzioni dichiarate virtuali nella classe base; per esempio, le 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classi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cerchio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e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rettangolo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derivano dalla classe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figura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, debbono entrambe definire i propri metodi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  <a:ea typeface="SimSun"/>
              </a:rPr>
              <a:t>calcola_area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e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disegna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endParaRPr lang="it-IT" sz="2200" b="0" strike="noStrike" spc="-1" dirty="0">
              <a:latin typeface="Arial"/>
            </a:endParaRPr>
          </a:p>
          <a:p>
            <a:r>
              <a:rPr lang="it-IT" sz="1600" b="1" strike="noStrike" spc="-1" dirty="0">
                <a:solidFill>
                  <a:srgbClr val="3333CC"/>
                </a:solidFill>
                <a:latin typeface="Courier New"/>
                <a:ea typeface="SimSun"/>
              </a:rPr>
              <a:t>class cerchio : public figura 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{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public: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   double </a:t>
            </a:r>
            <a:r>
              <a:rPr lang="it-IT" sz="1600" b="0" strike="noStrike" spc="-1" dirty="0" err="1">
                <a:solidFill>
                  <a:srgbClr val="3333CC"/>
                </a:solidFill>
                <a:latin typeface="Courier New"/>
              </a:rPr>
              <a:t>calcola_area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   </a:t>
            </a:r>
            <a:r>
              <a:rPr lang="it-IT" sz="1600" b="0" strike="noStrike" spc="-1" dirty="0" err="1">
                <a:solidFill>
                  <a:srgbClr val="3333CC"/>
                </a:solidFill>
                <a:latin typeface="Courier New"/>
              </a:rPr>
              <a:t>void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disegna();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private: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   double xc, </a:t>
            </a:r>
            <a:r>
              <a:rPr lang="it-IT" sz="1600" b="0" strike="noStrike" spc="-1" dirty="0" err="1">
                <a:solidFill>
                  <a:srgbClr val="3333CC"/>
                </a:solidFill>
                <a:latin typeface="Courier New"/>
              </a:rPr>
              <a:t>yc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;        // coordinata del centro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   double raggio;        // raggio del cerchio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};</a:t>
            </a:r>
            <a:endParaRPr lang="it-IT" sz="1600" b="0" strike="noStrike" spc="-1" dirty="0">
              <a:latin typeface="Times New Roman"/>
            </a:endParaRPr>
          </a:p>
          <a:p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#define PI 3.14159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    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double cerchio::</a:t>
            </a:r>
            <a:r>
              <a:rPr lang="it-IT" sz="1600" b="0" strike="noStrike" spc="-1" dirty="0" err="1">
                <a:solidFill>
                  <a:srgbClr val="3333CC"/>
                </a:solidFill>
                <a:latin typeface="Courier New"/>
              </a:rPr>
              <a:t>calcola_area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() { </a:t>
            </a:r>
            <a:r>
              <a:rPr lang="it-IT" sz="1600" b="0" strike="noStrike" spc="-1" dirty="0" err="1">
                <a:solidFill>
                  <a:srgbClr val="3333CC"/>
                </a:solidFill>
                <a:latin typeface="Courier New"/>
              </a:rPr>
              <a:t>return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(PI * raggio * raggio);}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 err="1">
                <a:solidFill>
                  <a:srgbClr val="3333CC"/>
                </a:solidFill>
                <a:latin typeface="Courier New"/>
              </a:rPr>
              <a:t>void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cerchio::disegna() {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// funzione "disegna"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}</a:t>
            </a:r>
            <a:endParaRPr lang="it-IT" sz="1600" b="0" strike="noStrike" spc="-1" dirty="0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BAA42FFB-E4F8-4289-AADB-8572AD059092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 funzioni virtuali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asellaDiTesto 137"/>
          <p:cNvSpPr txBox="1"/>
          <p:nvPr/>
        </p:nvSpPr>
        <p:spPr>
          <a:xfrm>
            <a:off x="262080" y="1393200"/>
            <a:ext cx="8737920" cy="57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proprietà in base alla quale oggetti differenti possono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rispondere in maniera diversa ad una stessa invocazione</a:t>
            </a:r>
            <a:endParaRPr lang="it-IT" sz="2200" b="0" strike="noStrike" spc="-1" dirty="0">
              <a:latin typeface="Arial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class</a:t>
            </a:r>
            <a:r>
              <a:rPr lang="it-IT" sz="1600" b="1" strike="noStrike" spc="-1" dirty="0">
                <a:solidFill>
                  <a:srgbClr val="3333CC"/>
                </a:solidFill>
                <a:latin typeface="Courier New"/>
                <a:ea typeface="SimSun"/>
              </a:rPr>
              <a:t> figura {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public: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600" b="1" strike="noStrike" spc="-1" dirty="0" err="1">
                <a:solidFill>
                  <a:srgbClr val="3333CC"/>
                </a:solidFill>
                <a:latin typeface="Courier New"/>
              </a:rPr>
              <a:t>virtual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1600" b="0" strike="noStrike" spc="-1" dirty="0" err="1">
                <a:solidFill>
                  <a:srgbClr val="3333CC"/>
                </a:solidFill>
                <a:latin typeface="Courier New"/>
              </a:rPr>
              <a:t>void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Copia();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600" b="1" strike="noStrike" spc="-1" dirty="0" err="1">
                <a:solidFill>
                  <a:srgbClr val="3333CC"/>
                </a:solidFill>
                <a:latin typeface="Courier New"/>
              </a:rPr>
              <a:t>virtual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1600" b="0" strike="noStrike" spc="-1" dirty="0" err="1">
                <a:solidFill>
                  <a:srgbClr val="3333CC"/>
                </a:solidFill>
                <a:latin typeface="Courier New"/>
              </a:rPr>
              <a:t>void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Disegna();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600" b="1" strike="noStrike" spc="-1" dirty="0" err="1">
                <a:solidFill>
                  <a:srgbClr val="3333CC"/>
                </a:solidFill>
                <a:latin typeface="Courier New"/>
              </a:rPr>
              <a:t>virtual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double Area();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};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class </a:t>
            </a: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cerchio : public figura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{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public: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600" b="0" strike="noStrike" spc="-1" dirty="0" err="1">
                <a:solidFill>
                  <a:srgbClr val="3333CC"/>
                </a:solidFill>
                <a:latin typeface="Courier New"/>
              </a:rPr>
              <a:t>void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Copia();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600" b="0" strike="noStrike" spc="-1" dirty="0" err="1">
                <a:solidFill>
                  <a:srgbClr val="3333CC"/>
                </a:solidFill>
                <a:latin typeface="Courier New"/>
              </a:rPr>
              <a:t>void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Disegna();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double Area();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};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class </a:t>
            </a: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rettangolo : public figura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{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public: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600" b="0" strike="noStrike" spc="-1" dirty="0" err="1">
                <a:solidFill>
                  <a:srgbClr val="3333CC"/>
                </a:solidFill>
                <a:latin typeface="Courier New"/>
              </a:rPr>
              <a:t>void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Copia();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600" b="0" strike="noStrike" spc="-1" dirty="0" err="1">
                <a:solidFill>
                  <a:srgbClr val="3333CC"/>
                </a:solidFill>
                <a:latin typeface="Courier New"/>
              </a:rPr>
              <a:t>void</a:t>
            </a:r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Disegna();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double Area();</a:t>
            </a:r>
            <a:endParaRPr lang="it-IT" sz="1600" b="0" strike="noStrike" spc="-1" dirty="0">
              <a:latin typeface="Times New Roman"/>
            </a:endParaRPr>
          </a:p>
          <a:p>
            <a:r>
              <a:rPr lang="it-IT" sz="1600" b="0" strike="noStrike" spc="-1" dirty="0">
                <a:solidFill>
                  <a:srgbClr val="3333CC"/>
                </a:solidFill>
                <a:latin typeface="Courier New"/>
              </a:rPr>
              <a:t>   };</a:t>
            </a:r>
            <a:r>
              <a:rPr lang="it-IT" sz="14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endParaRPr lang="it-IT" sz="1400" b="0" strike="noStrike" spc="-1" dirty="0">
              <a:latin typeface="Times New Roman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A44BDCB7-0C16-4E31-B8BD-1C8E5E33E03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polimorfismo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asellaDiTesto 139"/>
          <p:cNvSpPr txBox="1"/>
          <p:nvPr/>
        </p:nvSpPr>
        <p:spPr>
          <a:xfrm>
            <a:off x="226800" y="1599480"/>
            <a:ext cx="8737920" cy="384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si può passare lo stesso messaggio ad oggetti differenti:</a:t>
            </a:r>
            <a:endParaRPr lang="it-IT" sz="2200" b="0" strike="noStrike" spc="-1" dirty="0">
              <a:latin typeface="Arial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cerchio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MioCerchio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rettangolo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  <a:ea typeface="SimSun"/>
              </a:rPr>
              <a:t>MioRettangolo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  <a:ea typeface="SimSun"/>
              </a:rPr>
              <a:t>switch(...) {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case ...: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MioCerchio</a:t>
            </a:r>
            <a:r>
              <a:rPr lang="it-IT" sz="1800" b="1" strike="noStrike" spc="-1" dirty="0" err="1">
                <a:solidFill>
                  <a:srgbClr val="3333CC"/>
                </a:solidFill>
                <a:latin typeface="Courier New"/>
              </a:rPr>
              <a:t>.Disegna</a:t>
            </a:r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()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; d =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MioCerchio.Area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();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break;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case ...: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MioRettangolo</a:t>
            </a:r>
            <a:r>
              <a:rPr lang="it-IT" sz="1800" b="1" strike="noStrike" spc="-1" dirty="0" err="1">
                <a:solidFill>
                  <a:srgbClr val="3333CC"/>
                </a:solidFill>
                <a:latin typeface="Courier New"/>
              </a:rPr>
              <a:t>.Disegna</a:t>
            </a:r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()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; d =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MioRettangolo.Area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();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 break;</a:t>
            </a:r>
            <a:endParaRPr lang="it-IT" sz="1800" b="0" strike="noStrike" spc="-1" dirty="0">
              <a:latin typeface="Times New Roman"/>
            </a:endParaRPr>
          </a:p>
          <a:p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};</a:t>
            </a:r>
            <a:endParaRPr lang="it-IT" sz="1800" b="0" strike="noStrike" spc="-1" dirty="0">
              <a:latin typeface="Times New Roman"/>
            </a:endParaRPr>
          </a:p>
        </p:txBody>
      </p:sp>
      <p:sp>
        <p:nvSpPr>
          <p:cNvPr id="141" name="CasellaDiTesto 140"/>
          <p:cNvSpPr txBox="1"/>
          <p:nvPr/>
        </p:nvSpPr>
        <p:spPr>
          <a:xfrm>
            <a:off x="226800" y="4965480"/>
            <a:ext cx="8737920" cy="191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SimSun"/>
              </a:rPr>
              <a:t>oppure con il binding dinamico</a:t>
            </a:r>
            <a:endParaRPr lang="it-IT" sz="2200" b="0" strike="noStrike" spc="-1">
              <a:latin typeface="Arial"/>
            </a:endParaRPr>
          </a:p>
          <a:p>
            <a:r>
              <a:rPr lang="it-IT" sz="1800" b="0" strike="noStrike" spc="-1">
                <a:solidFill>
                  <a:srgbClr val="3333CC"/>
                </a:solidFill>
                <a:latin typeface="Courier New"/>
                <a:ea typeface="SimSun"/>
              </a:rPr>
              <a:t>// crea e inizializza un array di figure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0" strike="noStrike" spc="-1">
                <a:solidFill>
                  <a:srgbClr val="FF0000"/>
                </a:solidFill>
                <a:latin typeface="Courier New"/>
              </a:rPr>
              <a:t>figura</a:t>
            </a: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* figure[]= {new cerchio, new rettangolo, new triangolo};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...</a:t>
            </a:r>
            <a:endParaRPr lang="it-IT" sz="1800" b="0" strike="noStrike" spc="-1">
              <a:latin typeface="Times New Roman"/>
            </a:endParaRPr>
          </a:p>
          <a:p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figure[i].Disegna();</a:t>
            </a:r>
            <a:endParaRPr lang="it-IT" sz="1800" b="0" strike="noStrike" spc="-1">
              <a:latin typeface="Times New Roman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49ED58F5-BA02-472D-BD5E-F67A5368C1A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polimorfismo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asellaDiTesto 142"/>
          <p:cNvSpPr txBox="1"/>
          <p:nvPr/>
        </p:nvSpPr>
        <p:spPr>
          <a:xfrm>
            <a:off x="226800" y="1917000"/>
            <a:ext cx="8737920" cy="512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06000" indent="-270000">
              <a:spcBef>
                <a:spcPts val="283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permette di utilizzare una stessa interfaccia (come i metodi 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Disegnare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ed 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SimSun"/>
              </a:rPr>
              <a:t>Area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) per lavorare con oggetti di diverse 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classi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 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spcBef>
                <a:spcPts val="283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rende il sistema più flessibile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spcBef>
                <a:spcPts val="283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C++ conserva i vantaggi della compilazione statica mentre altri linguaggi OOP adottano un polimorfismo assoluto che si scontra con l'idea della verifica dei tipi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spcBef>
                <a:spcPts val="283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SimSun"/>
              </a:rPr>
              <a:t>le sue applicazioni più frequenti sono:</a:t>
            </a:r>
            <a:endParaRPr lang="it-IT" sz="2200" b="0" strike="noStrike" spc="-1" dirty="0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specializzazione di classi derivate  </a:t>
            </a:r>
            <a:endParaRPr lang="it-IT" sz="2200" b="0" strike="noStrike" spc="-1" dirty="0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strutture di dati eterogenei </a:t>
            </a:r>
            <a:endParaRPr lang="it-IT" sz="2200" b="0" strike="noStrike" spc="-1" dirty="0">
              <a:latin typeface="Arial"/>
            </a:endParaRPr>
          </a:p>
          <a:p>
            <a:pPr marL="612000" lvl="1" indent="-360000">
              <a:spcBef>
                <a:spcPts val="1134"/>
              </a:spcBef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gestione delle gerarchie di classi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A7D45207-E751-40C7-90CF-F1E8BE510D00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vantaggi del polimorfismo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C1CDE0B-01CF-4DBD-975E-2E6224FAD536}"/>
</file>

<file path=customXml/itemProps2.xml><?xml version="1.0" encoding="utf-8"?>
<ds:datastoreItem xmlns:ds="http://schemas.openxmlformats.org/officeDocument/2006/customXml" ds:itemID="{8102B909-E8ED-46B8-9C85-6621046271C3}"/>
</file>

<file path=customXml/itemProps3.xml><?xml version="1.0" encoding="utf-8"?>
<ds:datastoreItem xmlns:ds="http://schemas.openxmlformats.org/officeDocument/2006/customXml" ds:itemID="{C1F525A1-6C65-4557-826A-5F294E5E1E1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1568</Words>
  <Application>Microsoft Office PowerPoint</Application>
  <PresentationFormat>Presentazione su schermo (4:3)</PresentationFormat>
  <Paragraphs>205</Paragraphs>
  <Slides>19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5" baseType="lpstr">
      <vt:lpstr>Arial</vt:lpstr>
      <vt:lpstr>Calibri</vt:lpstr>
      <vt:lpstr>Courier New</vt:lpstr>
      <vt:lpstr>Tahoma</vt:lpstr>
      <vt:lpstr>Times New Roman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330</cp:revision>
  <cp:lastPrinted>1999-03-05T00:48:02Z</cp:lastPrinted>
  <dcterms:created xsi:type="dcterms:W3CDTF">1999-01-19T02:07:12Z</dcterms:created>
  <dcterms:modified xsi:type="dcterms:W3CDTF">2023-02-01T10:12:28Z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0</vt:r8>
  </property>
  <property fmtid="{D5CDD505-2E9C-101B-9397-08002B2CF9AE}" pid="6" name="Notes">
    <vt:r8>1</vt:r8>
  </property>
  <property fmtid="{D5CDD505-2E9C-101B-9397-08002B2CF9AE}" pid="7" name="PresentationFormat">
    <vt:lpwstr>Presentazione su schermo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2</vt:r8>
  </property>
  <property fmtid="{D5CDD505-2E9C-101B-9397-08002B2CF9AE}" pid="11" name="ContentTypeId">
    <vt:lpwstr>0x010100CD9CE4ACF4375A4C8C0602FFE49177BE</vt:lpwstr>
  </property>
</Properties>
</file>