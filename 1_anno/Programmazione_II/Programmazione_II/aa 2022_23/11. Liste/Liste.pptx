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7" r:id="rId1"/>
  </p:sldMasterIdLst>
  <p:notesMasterIdLst>
    <p:notesMasterId r:id="rId13"/>
  </p:notesMasterIdLst>
  <p:sldIdLst>
    <p:sldId id="28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90038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86" d="100"/>
          <a:sy n="86" d="100"/>
        </p:scale>
        <p:origin x="1113" y="3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ssimo Orazio Spata" userId="cc365b76-c41f-4401-a5bc-1d5b99d6e750" providerId="ADAL" clId="{28B8570C-9452-46E0-858B-F161A530C3DB}"/>
    <pc:docChg chg="modSld">
      <pc:chgData name="Massimo Orazio Spata" userId="cc365b76-c41f-4401-a5bc-1d5b99d6e750" providerId="ADAL" clId="{28B8570C-9452-46E0-858B-F161A530C3DB}" dt="2023-02-01T10:14:39.834" v="1" actId="1076"/>
      <pc:docMkLst>
        <pc:docMk/>
      </pc:docMkLst>
      <pc:sldChg chg="addSp modSp mod">
        <pc:chgData name="Massimo Orazio Spata" userId="cc365b76-c41f-4401-a5bc-1d5b99d6e750" providerId="ADAL" clId="{28B8570C-9452-46E0-858B-F161A530C3DB}" dt="2023-02-01T10:14:39.834" v="1" actId="1076"/>
        <pc:sldMkLst>
          <pc:docMk/>
          <pc:sldMk cId="0" sldId="286"/>
        </pc:sldMkLst>
        <pc:spChg chg="add mod">
          <ac:chgData name="Massimo Orazio Spata" userId="cc365b76-c41f-4401-a5bc-1d5b99d6e750" providerId="ADAL" clId="{28B8570C-9452-46E0-858B-F161A530C3DB}" dt="2023-02-01T10:14:39.834" v="1" actId="1076"/>
          <ac:spMkLst>
            <pc:docMk/>
            <pc:sldMk cId="0" sldId="286"/>
            <ac:spMk id="5" creationId="{B7794ECC-2E3A-409D-A656-CFCB111E127F}"/>
          </ac:spMkLst>
        </pc:spChg>
      </pc:sldChg>
    </pc:docChg>
  </pc:docChgLst>
  <pc:docChgLst>
    <pc:chgData name="Natale, Luigi" userId="0bb35f83-ebdf-4526-ae9a-c3e8393a1d1b" providerId="ADAL" clId="{EA30F120-81A9-469C-B42B-A65548939495}"/>
    <pc:docChg chg="custSel addSld delSld modSld delMainMaster modMainMaster">
      <pc:chgData name="Natale, Luigi" userId="0bb35f83-ebdf-4526-ae9a-c3e8393a1d1b" providerId="ADAL" clId="{EA30F120-81A9-469C-B42B-A65548939495}" dt="2021-09-01T14:11:14.707" v="73" actId="478"/>
      <pc:docMkLst>
        <pc:docMk/>
      </pc:docMkLst>
      <pc:sldChg chg="del modNotes">
        <pc:chgData name="Natale, Luigi" userId="0bb35f83-ebdf-4526-ae9a-c3e8393a1d1b" providerId="ADAL" clId="{EA30F120-81A9-469C-B42B-A65548939495}" dt="2021-09-01T14:06:21.190" v="20" actId="47"/>
        <pc:sldMkLst>
          <pc:docMk/>
          <pc:sldMk cId="0" sldId="256"/>
        </pc:sldMkLst>
      </pc:sldChg>
      <pc:sldChg chg="addSp delSp modSp mod modClrScheme chgLayout">
        <pc:chgData name="Natale, Luigi" userId="0bb35f83-ebdf-4526-ae9a-c3e8393a1d1b" providerId="ADAL" clId="{EA30F120-81A9-469C-B42B-A65548939495}" dt="2021-09-01T14:11:14.707" v="73" actId="478"/>
        <pc:sldMkLst>
          <pc:docMk/>
          <pc:sldMk cId="0" sldId="257"/>
        </pc:sldMkLst>
        <pc:spChg chg="add mod">
          <ac:chgData name="Natale, Luigi" userId="0bb35f83-ebdf-4526-ae9a-c3e8393a1d1b" providerId="ADAL" clId="{EA30F120-81A9-469C-B42B-A65548939495}" dt="2021-09-01T14:11:13.057" v="72"/>
          <ac:spMkLst>
            <pc:docMk/>
            <pc:sldMk cId="0" sldId="257"/>
            <ac:spMk id="5" creationId="{8DC23D1C-E2A0-40D9-AEE9-BFB08D1B0646}"/>
          </ac:spMkLst>
        </pc:spChg>
        <pc:spChg chg="del mod">
          <ac:chgData name="Natale, Luigi" userId="0bb35f83-ebdf-4526-ae9a-c3e8393a1d1b" providerId="ADAL" clId="{EA30F120-81A9-469C-B42B-A65548939495}" dt="2021-09-01T14:11:14.707" v="73" actId="478"/>
          <ac:spMkLst>
            <pc:docMk/>
            <pc:sldMk cId="0" sldId="257"/>
            <ac:spMk id="145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EA30F120-81A9-469C-B42B-A65548939495}" dt="2021-09-01T14:11:02.728" v="71" actId="1036"/>
        <pc:sldMkLst>
          <pc:docMk/>
          <pc:sldMk cId="0" sldId="258"/>
        </pc:sldMkLst>
        <pc:spChg chg="add mod">
          <ac:chgData name="Natale, Luigi" userId="0bb35f83-ebdf-4526-ae9a-c3e8393a1d1b" providerId="ADAL" clId="{EA30F120-81A9-469C-B42B-A65548939495}" dt="2021-09-01T14:10:56.899" v="69"/>
          <ac:spMkLst>
            <pc:docMk/>
            <pc:sldMk cId="0" sldId="258"/>
            <ac:spMk id="6" creationId="{7FEBEF3B-3BEA-44A8-8DF3-DC433C170E74}"/>
          </ac:spMkLst>
        </pc:spChg>
        <pc:spChg chg="del mod">
          <ac:chgData name="Natale, Luigi" userId="0bb35f83-ebdf-4526-ae9a-c3e8393a1d1b" providerId="ADAL" clId="{EA30F120-81A9-469C-B42B-A65548939495}" dt="2021-09-01T14:10:58.943" v="70" actId="478"/>
          <ac:spMkLst>
            <pc:docMk/>
            <pc:sldMk cId="0" sldId="258"/>
            <ac:spMk id="148" creationId="{00000000-0000-0000-0000-000000000000}"/>
          </ac:spMkLst>
        </pc:spChg>
        <pc:picChg chg="mod">
          <ac:chgData name="Natale, Luigi" userId="0bb35f83-ebdf-4526-ae9a-c3e8393a1d1b" providerId="ADAL" clId="{EA30F120-81A9-469C-B42B-A65548939495}" dt="2021-09-01T14:11:02.728" v="71" actId="1036"/>
          <ac:picMkLst>
            <pc:docMk/>
            <pc:sldMk cId="0" sldId="258"/>
            <ac:picMk id="150" creationId="{00000000-0000-0000-0000-000000000000}"/>
          </ac:picMkLst>
        </pc:picChg>
      </pc:sldChg>
      <pc:sldChg chg="addSp delSp modSp mod modClrScheme chgLayout">
        <pc:chgData name="Natale, Luigi" userId="0bb35f83-ebdf-4526-ae9a-c3e8393a1d1b" providerId="ADAL" clId="{EA30F120-81A9-469C-B42B-A65548939495}" dt="2021-09-01T14:10:52.278" v="68" actId="478"/>
        <pc:sldMkLst>
          <pc:docMk/>
          <pc:sldMk cId="0" sldId="259"/>
        </pc:sldMkLst>
        <pc:spChg chg="add mod">
          <ac:chgData name="Natale, Luigi" userId="0bb35f83-ebdf-4526-ae9a-c3e8393a1d1b" providerId="ADAL" clId="{EA30F120-81A9-469C-B42B-A65548939495}" dt="2021-09-01T14:10:50.967" v="67"/>
          <ac:spMkLst>
            <pc:docMk/>
            <pc:sldMk cId="0" sldId="259"/>
            <ac:spMk id="6" creationId="{A50DC75C-4943-4B84-8043-B1B2B4A3101F}"/>
          </ac:spMkLst>
        </pc:spChg>
        <pc:spChg chg="del mod">
          <ac:chgData name="Natale, Luigi" userId="0bb35f83-ebdf-4526-ae9a-c3e8393a1d1b" providerId="ADAL" clId="{EA30F120-81A9-469C-B42B-A65548939495}" dt="2021-09-01T14:10:52.278" v="68" actId="478"/>
          <ac:spMkLst>
            <pc:docMk/>
            <pc:sldMk cId="0" sldId="259"/>
            <ac:spMk id="152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EA30F120-81A9-469C-B42B-A65548939495}" dt="2021-09-01T14:10:45.859" v="66" actId="478"/>
        <pc:sldMkLst>
          <pc:docMk/>
          <pc:sldMk cId="0" sldId="260"/>
        </pc:sldMkLst>
        <pc:spChg chg="add mod">
          <ac:chgData name="Natale, Luigi" userId="0bb35f83-ebdf-4526-ae9a-c3e8393a1d1b" providerId="ADAL" clId="{EA30F120-81A9-469C-B42B-A65548939495}" dt="2021-09-01T14:10:44.063" v="65" actId="14100"/>
          <ac:spMkLst>
            <pc:docMk/>
            <pc:sldMk cId="0" sldId="260"/>
            <ac:spMk id="7" creationId="{5D0A4353-548A-4968-A298-CD25C636C4F0}"/>
          </ac:spMkLst>
        </pc:spChg>
        <pc:spChg chg="del mod">
          <ac:chgData name="Natale, Luigi" userId="0bb35f83-ebdf-4526-ae9a-c3e8393a1d1b" providerId="ADAL" clId="{EA30F120-81A9-469C-B42B-A65548939495}" dt="2021-09-01T14:10:45.859" v="66" actId="478"/>
          <ac:spMkLst>
            <pc:docMk/>
            <pc:sldMk cId="0" sldId="260"/>
            <ac:spMk id="156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EA30F120-81A9-469C-B42B-A65548939495}" dt="2021-09-01T14:10:32.954" v="63" actId="478"/>
        <pc:sldMkLst>
          <pc:docMk/>
          <pc:sldMk cId="0" sldId="261"/>
        </pc:sldMkLst>
        <pc:spChg chg="add mod">
          <ac:chgData name="Natale, Luigi" userId="0bb35f83-ebdf-4526-ae9a-c3e8393a1d1b" providerId="ADAL" clId="{EA30F120-81A9-469C-B42B-A65548939495}" dt="2021-09-01T14:10:31.303" v="62"/>
          <ac:spMkLst>
            <pc:docMk/>
            <pc:sldMk cId="0" sldId="261"/>
            <ac:spMk id="6" creationId="{FB175FD7-6351-4BCF-A435-36E00245592A}"/>
          </ac:spMkLst>
        </pc:spChg>
        <pc:spChg chg="del mod">
          <ac:chgData name="Natale, Luigi" userId="0bb35f83-ebdf-4526-ae9a-c3e8393a1d1b" providerId="ADAL" clId="{EA30F120-81A9-469C-B42B-A65548939495}" dt="2021-09-01T14:10:32.954" v="63" actId="478"/>
          <ac:spMkLst>
            <pc:docMk/>
            <pc:sldMk cId="0" sldId="261"/>
            <ac:spMk id="161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EA30F120-81A9-469C-B42B-A65548939495}" dt="2021-09-01T14:10:25.236" v="61" actId="478"/>
        <pc:sldMkLst>
          <pc:docMk/>
          <pc:sldMk cId="0" sldId="262"/>
        </pc:sldMkLst>
        <pc:spChg chg="add mod">
          <ac:chgData name="Natale, Luigi" userId="0bb35f83-ebdf-4526-ae9a-c3e8393a1d1b" providerId="ADAL" clId="{EA30F120-81A9-469C-B42B-A65548939495}" dt="2021-09-01T14:10:23.369" v="60"/>
          <ac:spMkLst>
            <pc:docMk/>
            <pc:sldMk cId="0" sldId="262"/>
            <ac:spMk id="6" creationId="{3E89F5DC-6FBA-45C5-BE50-B577267F502F}"/>
          </ac:spMkLst>
        </pc:spChg>
        <pc:spChg chg="del mod">
          <ac:chgData name="Natale, Luigi" userId="0bb35f83-ebdf-4526-ae9a-c3e8393a1d1b" providerId="ADAL" clId="{EA30F120-81A9-469C-B42B-A65548939495}" dt="2021-09-01T14:10:25.236" v="61" actId="478"/>
          <ac:spMkLst>
            <pc:docMk/>
            <pc:sldMk cId="0" sldId="262"/>
            <ac:spMk id="165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EA30F120-81A9-469C-B42B-A65548939495}" dt="2021-09-01T14:10:18.357" v="59" actId="478"/>
        <pc:sldMkLst>
          <pc:docMk/>
          <pc:sldMk cId="0" sldId="263"/>
        </pc:sldMkLst>
        <pc:spChg chg="add mod">
          <ac:chgData name="Natale, Luigi" userId="0bb35f83-ebdf-4526-ae9a-c3e8393a1d1b" providerId="ADAL" clId="{EA30F120-81A9-469C-B42B-A65548939495}" dt="2021-09-01T14:10:16.682" v="58"/>
          <ac:spMkLst>
            <pc:docMk/>
            <pc:sldMk cId="0" sldId="263"/>
            <ac:spMk id="6" creationId="{1FCBE207-F8DE-4B9A-ABED-56C7A0A70E16}"/>
          </ac:spMkLst>
        </pc:spChg>
        <pc:spChg chg="del mod">
          <ac:chgData name="Natale, Luigi" userId="0bb35f83-ebdf-4526-ae9a-c3e8393a1d1b" providerId="ADAL" clId="{EA30F120-81A9-469C-B42B-A65548939495}" dt="2021-09-01T14:10:18.357" v="59" actId="478"/>
          <ac:spMkLst>
            <pc:docMk/>
            <pc:sldMk cId="0" sldId="263"/>
            <ac:spMk id="169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EA30F120-81A9-469C-B42B-A65548939495}" dt="2021-09-01T14:10:05.727" v="57" actId="478"/>
        <pc:sldMkLst>
          <pc:docMk/>
          <pc:sldMk cId="0" sldId="264"/>
        </pc:sldMkLst>
        <pc:spChg chg="add mod">
          <ac:chgData name="Natale, Luigi" userId="0bb35f83-ebdf-4526-ae9a-c3e8393a1d1b" providerId="ADAL" clId="{EA30F120-81A9-469C-B42B-A65548939495}" dt="2021-09-01T14:10:03.557" v="56"/>
          <ac:spMkLst>
            <pc:docMk/>
            <pc:sldMk cId="0" sldId="264"/>
            <ac:spMk id="6" creationId="{AD06163B-143D-47C6-AA5A-FCF1091BE7A1}"/>
          </ac:spMkLst>
        </pc:spChg>
        <pc:spChg chg="del mod">
          <ac:chgData name="Natale, Luigi" userId="0bb35f83-ebdf-4526-ae9a-c3e8393a1d1b" providerId="ADAL" clId="{EA30F120-81A9-469C-B42B-A65548939495}" dt="2021-09-01T14:10:05.727" v="57" actId="478"/>
          <ac:spMkLst>
            <pc:docMk/>
            <pc:sldMk cId="0" sldId="264"/>
            <ac:spMk id="173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EA30F120-81A9-469C-B42B-A65548939495}" dt="2021-09-01T14:09:55.440" v="54" actId="14100"/>
        <pc:sldMkLst>
          <pc:docMk/>
          <pc:sldMk cId="0" sldId="265"/>
        </pc:sldMkLst>
        <pc:spChg chg="add mod">
          <ac:chgData name="Natale, Luigi" userId="0bb35f83-ebdf-4526-ae9a-c3e8393a1d1b" providerId="ADAL" clId="{EA30F120-81A9-469C-B42B-A65548939495}" dt="2021-09-01T14:09:55.440" v="54" actId="14100"/>
          <ac:spMkLst>
            <pc:docMk/>
            <pc:sldMk cId="0" sldId="265"/>
            <ac:spMk id="6" creationId="{1EE6A785-483B-4B48-8F0D-C4A57F3D6A55}"/>
          </ac:spMkLst>
        </pc:spChg>
        <pc:spChg chg="del mod">
          <ac:chgData name="Natale, Luigi" userId="0bb35f83-ebdf-4526-ae9a-c3e8393a1d1b" providerId="ADAL" clId="{EA30F120-81A9-469C-B42B-A65548939495}" dt="2021-09-01T14:09:30.669" v="53" actId="478"/>
          <ac:spMkLst>
            <pc:docMk/>
            <pc:sldMk cId="0" sldId="265"/>
            <ac:spMk id="177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EA30F120-81A9-469C-B42B-A65548939495}" dt="2021-09-01T14:09:58.818" v="55" actId="14100"/>
        <pc:sldMkLst>
          <pc:docMk/>
          <pc:sldMk cId="0" sldId="266"/>
        </pc:sldMkLst>
        <pc:spChg chg="add mod">
          <ac:chgData name="Natale, Luigi" userId="0bb35f83-ebdf-4526-ae9a-c3e8393a1d1b" providerId="ADAL" clId="{EA30F120-81A9-469C-B42B-A65548939495}" dt="2021-09-01T14:09:58.818" v="55" actId="14100"/>
          <ac:spMkLst>
            <pc:docMk/>
            <pc:sldMk cId="0" sldId="266"/>
            <ac:spMk id="6" creationId="{256390DB-1782-41F7-BFEA-429C57CBA027}"/>
          </ac:spMkLst>
        </pc:spChg>
        <pc:spChg chg="del mod">
          <ac:chgData name="Natale, Luigi" userId="0bb35f83-ebdf-4526-ae9a-c3e8393a1d1b" providerId="ADAL" clId="{EA30F120-81A9-469C-B42B-A65548939495}" dt="2021-09-01T14:09:23.094" v="51" actId="478"/>
          <ac:spMkLst>
            <pc:docMk/>
            <pc:sldMk cId="0" sldId="266"/>
            <ac:spMk id="181" creationId="{00000000-0000-0000-0000-000000000000}"/>
          </ac:spMkLst>
        </pc:spChg>
      </pc:sldChg>
      <pc:sldChg chg="modSp add mod modClrScheme chgLayout">
        <pc:chgData name="Natale, Luigi" userId="0bb35f83-ebdf-4526-ae9a-c3e8393a1d1b" providerId="ADAL" clId="{EA30F120-81A9-469C-B42B-A65548939495}" dt="2021-09-01T14:06:40.853" v="29" actId="700"/>
        <pc:sldMkLst>
          <pc:docMk/>
          <pc:sldMk cId="0" sldId="286"/>
        </pc:sldMkLst>
        <pc:spChg chg="mod">
          <ac:chgData name="Natale, Luigi" userId="0bb35f83-ebdf-4526-ae9a-c3e8393a1d1b" providerId="ADAL" clId="{EA30F120-81A9-469C-B42B-A65548939495}" dt="2021-09-01T14:06:30.946" v="27" actId="20577"/>
          <ac:spMkLst>
            <pc:docMk/>
            <pc:sldMk cId="0" sldId="286"/>
            <ac:spMk id="104" creationId="{00000000-0000-0000-0000-000000000000}"/>
          </ac:spMkLst>
        </pc:spChg>
      </pc:sldChg>
      <pc:sldMasterChg chg="del delSldLayout">
        <pc:chgData name="Natale, Luigi" userId="0bb35f83-ebdf-4526-ae9a-c3e8393a1d1b" providerId="ADAL" clId="{EA30F120-81A9-469C-B42B-A65548939495}" dt="2021-09-01T14:05:50.791" v="13" actId="2696"/>
        <pc:sldMasterMkLst>
          <pc:docMk/>
          <pc:sldMasterMk cId="0" sldId="2147483674"/>
        </pc:sldMasterMkLst>
        <pc:sldLayoutChg chg="del">
          <pc:chgData name="Natale, Luigi" userId="0bb35f83-ebdf-4526-ae9a-c3e8393a1d1b" providerId="ADAL" clId="{EA30F120-81A9-469C-B42B-A65548939495}" dt="2021-09-01T14:05:50.760" v="1" actId="2696"/>
          <pc:sldLayoutMkLst>
            <pc:docMk/>
            <pc:sldMasterMk cId="0" sldId="2147483674"/>
            <pc:sldLayoutMk cId="0" sldId="2147483675"/>
          </pc:sldLayoutMkLst>
        </pc:sldLayoutChg>
        <pc:sldLayoutChg chg="del">
          <pc:chgData name="Natale, Luigi" userId="0bb35f83-ebdf-4526-ae9a-c3e8393a1d1b" providerId="ADAL" clId="{EA30F120-81A9-469C-B42B-A65548939495}" dt="2021-09-01T14:05:50.762" v="2" actId="2696"/>
          <pc:sldLayoutMkLst>
            <pc:docMk/>
            <pc:sldMasterMk cId="0" sldId="2147483674"/>
            <pc:sldLayoutMk cId="0" sldId="2147483676"/>
          </pc:sldLayoutMkLst>
        </pc:sldLayoutChg>
        <pc:sldLayoutChg chg="del">
          <pc:chgData name="Natale, Luigi" userId="0bb35f83-ebdf-4526-ae9a-c3e8393a1d1b" providerId="ADAL" clId="{EA30F120-81A9-469C-B42B-A65548939495}" dt="2021-09-01T14:05:50.764" v="3" actId="2696"/>
          <pc:sldLayoutMkLst>
            <pc:docMk/>
            <pc:sldMasterMk cId="0" sldId="2147483674"/>
            <pc:sldLayoutMk cId="0" sldId="2147483677"/>
          </pc:sldLayoutMkLst>
        </pc:sldLayoutChg>
        <pc:sldLayoutChg chg="del">
          <pc:chgData name="Natale, Luigi" userId="0bb35f83-ebdf-4526-ae9a-c3e8393a1d1b" providerId="ADAL" clId="{EA30F120-81A9-469C-B42B-A65548939495}" dt="2021-09-01T14:05:50.766" v="4" actId="2696"/>
          <pc:sldLayoutMkLst>
            <pc:docMk/>
            <pc:sldMasterMk cId="0" sldId="2147483674"/>
            <pc:sldLayoutMk cId="0" sldId="2147483678"/>
          </pc:sldLayoutMkLst>
        </pc:sldLayoutChg>
        <pc:sldLayoutChg chg="del">
          <pc:chgData name="Natale, Luigi" userId="0bb35f83-ebdf-4526-ae9a-c3e8393a1d1b" providerId="ADAL" clId="{EA30F120-81A9-469C-B42B-A65548939495}" dt="2021-09-01T14:05:50.769" v="5" actId="2696"/>
          <pc:sldLayoutMkLst>
            <pc:docMk/>
            <pc:sldMasterMk cId="0" sldId="2147483674"/>
            <pc:sldLayoutMk cId="0" sldId="2147483679"/>
          </pc:sldLayoutMkLst>
        </pc:sldLayoutChg>
        <pc:sldLayoutChg chg="del">
          <pc:chgData name="Natale, Luigi" userId="0bb35f83-ebdf-4526-ae9a-c3e8393a1d1b" providerId="ADAL" clId="{EA30F120-81A9-469C-B42B-A65548939495}" dt="2021-09-01T14:05:50.771" v="6" actId="2696"/>
          <pc:sldLayoutMkLst>
            <pc:docMk/>
            <pc:sldMasterMk cId="0" sldId="2147483674"/>
            <pc:sldLayoutMk cId="0" sldId="2147483680"/>
          </pc:sldLayoutMkLst>
        </pc:sldLayoutChg>
        <pc:sldLayoutChg chg="del">
          <pc:chgData name="Natale, Luigi" userId="0bb35f83-ebdf-4526-ae9a-c3e8393a1d1b" providerId="ADAL" clId="{EA30F120-81A9-469C-B42B-A65548939495}" dt="2021-09-01T14:05:50.776" v="7" actId="2696"/>
          <pc:sldLayoutMkLst>
            <pc:docMk/>
            <pc:sldMasterMk cId="0" sldId="2147483674"/>
            <pc:sldLayoutMk cId="0" sldId="2147483681"/>
          </pc:sldLayoutMkLst>
        </pc:sldLayoutChg>
        <pc:sldLayoutChg chg="del">
          <pc:chgData name="Natale, Luigi" userId="0bb35f83-ebdf-4526-ae9a-c3e8393a1d1b" providerId="ADAL" clId="{EA30F120-81A9-469C-B42B-A65548939495}" dt="2021-09-01T14:05:50.778" v="8" actId="2696"/>
          <pc:sldLayoutMkLst>
            <pc:docMk/>
            <pc:sldMasterMk cId="0" sldId="2147483674"/>
            <pc:sldLayoutMk cId="0" sldId="2147483682"/>
          </pc:sldLayoutMkLst>
        </pc:sldLayoutChg>
        <pc:sldLayoutChg chg="del">
          <pc:chgData name="Natale, Luigi" userId="0bb35f83-ebdf-4526-ae9a-c3e8393a1d1b" providerId="ADAL" clId="{EA30F120-81A9-469C-B42B-A65548939495}" dt="2021-09-01T14:05:50.781" v="9" actId="2696"/>
          <pc:sldLayoutMkLst>
            <pc:docMk/>
            <pc:sldMasterMk cId="0" sldId="2147483674"/>
            <pc:sldLayoutMk cId="0" sldId="2147483683"/>
          </pc:sldLayoutMkLst>
        </pc:sldLayoutChg>
        <pc:sldLayoutChg chg="del">
          <pc:chgData name="Natale, Luigi" userId="0bb35f83-ebdf-4526-ae9a-c3e8393a1d1b" providerId="ADAL" clId="{EA30F120-81A9-469C-B42B-A65548939495}" dt="2021-09-01T14:05:50.783" v="10" actId="2696"/>
          <pc:sldLayoutMkLst>
            <pc:docMk/>
            <pc:sldMasterMk cId="0" sldId="2147483674"/>
            <pc:sldLayoutMk cId="0" sldId="2147483684"/>
          </pc:sldLayoutMkLst>
        </pc:sldLayoutChg>
        <pc:sldLayoutChg chg="del">
          <pc:chgData name="Natale, Luigi" userId="0bb35f83-ebdf-4526-ae9a-c3e8393a1d1b" providerId="ADAL" clId="{EA30F120-81A9-469C-B42B-A65548939495}" dt="2021-09-01T14:05:50.784" v="11" actId="2696"/>
          <pc:sldLayoutMkLst>
            <pc:docMk/>
            <pc:sldMasterMk cId="0" sldId="2147483674"/>
            <pc:sldLayoutMk cId="0" sldId="2147483685"/>
          </pc:sldLayoutMkLst>
        </pc:sldLayoutChg>
        <pc:sldLayoutChg chg="del">
          <pc:chgData name="Natale, Luigi" userId="0bb35f83-ebdf-4526-ae9a-c3e8393a1d1b" providerId="ADAL" clId="{EA30F120-81A9-469C-B42B-A65548939495}" dt="2021-09-01T14:05:50.788" v="12" actId="2696"/>
          <pc:sldLayoutMkLst>
            <pc:docMk/>
            <pc:sldMasterMk cId="0" sldId="2147483674"/>
            <pc:sldLayoutMk cId="0" sldId="2147483686"/>
          </pc:sldLayoutMkLst>
        </pc:sldLayoutChg>
      </pc:sldMasterChg>
      <pc:sldMasterChg chg="delSldLayout modSldLayout">
        <pc:chgData name="Natale, Luigi" userId="0bb35f83-ebdf-4526-ae9a-c3e8393a1d1b" providerId="ADAL" clId="{EA30F120-81A9-469C-B42B-A65548939495}" dt="2021-09-01T14:06:08.589" v="18" actId="20577"/>
        <pc:sldMasterMkLst>
          <pc:docMk/>
          <pc:sldMasterMk cId="2055750627" sldId="2147483687"/>
        </pc:sldMasterMkLst>
        <pc:sldLayoutChg chg="modSp mod">
          <pc:chgData name="Natale, Luigi" userId="0bb35f83-ebdf-4526-ae9a-c3e8393a1d1b" providerId="ADAL" clId="{EA30F120-81A9-469C-B42B-A65548939495}" dt="2021-09-01T14:06:08.589" v="18" actId="20577"/>
          <pc:sldLayoutMkLst>
            <pc:docMk/>
            <pc:sldMasterMk cId="2055750627" sldId="2147483687"/>
            <pc:sldLayoutMk cId="545625208" sldId="2147483688"/>
          </pc:sldLayoutMkLst>
          <pc:spChg chg="mod">
            <ac:chgData name="Natale, Luigi" userId="0bb35f83-ebdf-4526-ae9a-c3e8393a1d1b" providerId="ADAL" clId="{EA30F120-81A9-469C-B42B-A65548939495}" dt="2021-09-01T14:06:08.589" v="18" actId="20577"/>
            <ac:spMkLst>
              <pc:docMk/>
              <pc:sldMasterMk cId="2055750627" sldId="2147483687"/>
              <pc:sldLayoutMk cId="545625208" sldId="2147483688"/>
              <ac:spMk id="8" creationId="{39337AFF-2B3D-43A8-B024-4B73D336750A}"/>
            </ac:spMkLst>
          </pc:spChg>
        </pc:sldLayoutChg>
        <pc:sldLayoutChg chg="del">
          <pc:chgData name="Natale, Luigi" userId="0bb35f83-ebdf-4526-ae9a-c3e8393a1d1b" providerId="ADAL" clId="{EA30F120-81A9-469C-B42B-A65548939495}" dt="2021-09-01T14:05:52.762" v="14" actId="2696"/>
          <pc:sldLayoutMkLst>
            <pc:docMk/>
            <pc:sldMasterMk cId="2055750627" sldId="2147483687"/>
            <pc:sldLayoutMk cId="2037898713" sldId="2147483690"/>
          </pc:sldLayoutMkLst>
        </pc:sldLayoutChg>
        <pc:sldLayoutChg chg="delSp mod">
          <pc:chgData name="Natale, Luigi" userId="0bb35f83-ebdf-4526-ae9a-c3e8393a1d1b" providerId="ADAL" clId="{EA30F120-81A9-469C-B42B-A65548939495}" dt="2021-09-01T14:05:54.517" v="15" actId="478"/>
          <pc:sldLayoutMkLst>
            <pc:docMk/>
            <pc:sldMasterMk cId="2055750627" sldId="2147483687"/>
            <pc:sldLayoutMk cId="1167950427" sldId="2147483691"/>
          </pc:sldLayoutMkLst>
          <pc:spChg chg="del">
            <ac:chgData name="Natale, Luigi" userId="0bb35f83-ebdf-4526-ae9a-c3e8393a1d1b" providerId="ADAL" clId="{EA30F120-81A9-469C-B42B-A65548939495}" dt="2021-09-01T14:05:54.517" v="15" actId="478"/>
            <ac:spMkLst>
              <pc:docMk/>
              <pc:sldMasterMk cId="2055750627" sldId="2147483687"/>
              <pc:sldLayoutMk cId="1167950427" sldId="2147483691"/>
              <ac:spMk id="59" creationId="{00000000-0000-0000-0000-000000000000}"/>
            </ac:spMkLst>
          </pc:spChg>
          <pc:spChg chg="del">
            <ac:chgData name="Natale, Luigi" userId="0bb35f83-ebdf-4526-ae9a-c3e8393a1d1b" providerId="ADAL" clId="{EA30F120-81A9-469C-B42B-A65548939495}" dt="2021-09-01T14:05:54.517" v="15" actId="478"/>
            <ac:spMkLst>
              <pc:docMk/>
              <pc:sldMasterMk cId="2055750627" sldId="2147483687"/>
              <pc:sldLayoutMk cId="1167950427" sldId="2147483691"/>
              <ac:spMk id="60" creationId="{00000000-0000-0000-0000-000000000000}"/>
            </ac:spMkLst>
          </pc:spChg>
          <pc:spChg chg="del">
            <ac:chgData name="Natale, Luigi" userId="0bb35f83-ebdf-4526-ae9a-c3e8393a1d1b" providerId="ADAL" clId="{EA30F120-81A9-469C-B42B-A65548939495}" dt="2021-09-01T14:05:54.517" v="15" actId="478"/>
            <ac:spMkLst>
              <pc:docMk/>
              <pc:sldMasterMk cId="2055750627" sldId="2147483687"/>
              <pc:sldLayoutMk cId="1167950427" sldId="2147483691"/>
              <ac:spMk id="61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it-IT" sz="4400" b="0" strike="noStrike" spc="-1">
                <a:latin typeface="Arial"/>
              </a:rPr>
              <a:t>Fai clic per spostare la diapositiva</a:t>
            </a: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it-IT" sz="2000" b="0" strike="noStrike" spc="-1">
                <a:latin typeface="Arial"/>
              </a:rPr>
              <a:t>Fai clic per modificare il formato delle note</a:t>
            </a:r>
          </a:p>
        </p:txBody>
      </p:sp>
      <p:sp>
        <p:nvSpPr>
          <p:cNvPr id="13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it-IT" sz="1400" b="0" strike="noStrike" spc="-1">
                <a:latin typeface="Times New Roman"/>
              </a:rPr>
              <a:t>&lt;intestazione&gt;</a:t>
            </a:r>
          </a:p>
        </p:txBody>
      </p:sp>
      <p:sp>
        <p:nvSpPr>
          <p:cNvPr id="140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/>
            <a:r>
              <a:rPr lang="it-IT" sz="1400" b="0" strike="noStrike" spc="-1">
                <a:latin typeface="Times New Roman"/>
              </a:rPr>
              <a:t>&lt;data/ora&gt;</a:t>
            </a:r>
          </a:p>
        </p:txBody>
      </p:sp>
      <p:sp>
        <p:nvSpPr>
          <p:cNvPr id="141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r>
              <a:rPr lang="it-IT" sz="1400" b="0" strike="noStrike" spc="-1">
                <a:latin typeface="Times New Roman"/>
              </a:rPr>
              <a:t>&lt;piè di pagina&gt;</a:t>
            </a:r>
          </a:p>
        </p:txBody>
      </p:sp>
      <p:sp>
        <p:nvSpPr>
          <p:cNvPr id="142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/>
            <a:fld id="{30FB1180-54A9-446D-A27D-2D686F1B744E}" type="slidenum">
              <a:rPr lang="it-IT" sz="1400" b="0" strike="noStrike" spc="-1">
                <a:latin typeface="Times New Roman"/>
              </a:rPr>
              <a:t>‹N›</a:t>
            </a:fld>
            <a:endParaRPr lang="it-IT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Shape 1"/>
          <p:cNvSpPr txBox="1"/>
          <p:nvPr/>
        </p:nvSpPr>
        <p:spPr>
          <a:xfrm>
            <a:off x="3886200" y="873108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691A6927-7EC0-4837-8C9E-FE19125D3E56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</a:t>
            </a:fld>
            <a:endParaRPr lang="it-IT" sz="1200" b="0" strike="noStrike" spc="-1">
              <a:latin typeface="Times New Roman"/>
            </a:endParaRPr>
          </a:p>
        </p:txBody>
      </p:sp>
      <p:sp>
        <p:nvSpPr>
          <p:cNvPr id="16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31888" y="688975"/>
            <a:ext cx="4594225" cy="3446463"/>
          </a:xfrm>
          <a:prstGeom prst="rect">
            <a:avLst/>
          </a:prstGeom>
        </p:spPr>
      </p:sp>
      <p:sp>
        <p:nvSpPr>
          <p:cNvPr id="169" name="PlaceHolder 3"/>
          <p:cNvSpPr>
            <a:spLocks noGrp="1"/>
          </p:cNvSpPr>
          <p:nvPr>
            <p:ph type="body"/>
          </p:nvPr>
        </p:nvSpPr>
        <p:spPr>
          <a:xfrm>
            <a:off x="914400" y="4365720"/>
            <a:ext cx="5028840" cy="413496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it-IT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stomShape 1">
            <a:extLst>
              <a:ext uri="{FF2B5EF4-FFF2-40B4-BE49-F238E27FC236}">
                <a16:creationId xmlns:a16="http://schemas.microsoft.com/office/drawing/2014/main" id="{39337AFF-2B3D-43A8-B024-4B73D336750A}"/>
              </a:ext>
            </a:extLst>
          </p:cNvPr>
          <p:cNvSpPr/>
          <p:nvPr userDrawn="1"/>
        </p:nvSpPr>
        <p:spPr>
          <a:xfrm>
            <a:off x="0" y="0"/>
            <a:ext cx="9144000" cy="456120"/>
          </a:xfrm>
          <a:prstGeom prst="rect">
            <a:avLst/>
          </a:prstGeom>
          <a:solidFill>
            <a:srgbClr val="2893D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it-IT" sz="2400" b="1" strike="noStrike" spc="0" dirty="0">
                <a:solidFill>
                  <a:srgbClr val="FFFFFF"/>
                </a:solidFill>
                <a:latin typeface="Tahoma"/>
                <a:ea typeface="Tahoma"/>
              </a:rPr>
              <a:t>Capitolo 17. Liste</a:t>
            </a:r>
            <a:endParaRPr lang="it-IT" sz="2400" b="0" strike="noStrike" spc="0" dirty="0">
              <a:latin typeface="Arial"/>
            </a:endParaRPr>
          </a:p>
        </p:txBody>
      </p:sp>
      <p:sp>
        <p:nvSpPr>
          <p:cNvPr id="9" name="Line 2">
            <a:extLst>
              <a:ext uri="{FF2B5EF4-FFF2-40B4-BE49-F238E27FC236}">
                <a16:creationId xmlns:a16="http://schemas.microsoft.com/office/drawing/2014/main" id="{15AE6D9E-DF10-40C5-8429-9386A2B34B28}"/>
              </a:ext>
            </a:extLst>
          </p:cNvPr>
          <p:cNvSpPr/>
          <p:nvPr userDrawn="1"/>
        </p:nvSpPr>
        <p:spPr>
          <a:xfrm>
            <a:off x="0" y="444170"/>
            <a:ext cx="7808760" cy="0"/>
          </a:xfrm>
          <a:prstGeom prst="line">
            <a:avLst/>
          </a:prstGeom>
          <a:ln w="9360">
            <a:solidFill>
              <a:schemeClr val="tx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 dirty="0"/>
          </a:p>
        </p:txBody>
      </p:sp>
      <p:pic>
        <p:nvPicPr>
          <p:cNvPr id="10" name="Immagine 2">
            <a:extLst>
              <a:ext uri="{FF2B5EF4-FFF2-40B4-BE49-F238E27FC236}">
                <a16:creationId xmlns:a16="http://schemas.microsoft.com/office/drawing/2014/main" id="{34C3AAF7-DEFB-44BD-A9A4-FB105D3862A8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7782120" y="0"/>
            <a:ext cx="1361880" cy="192456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54562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2">
            <a:extLst>
              <a:ext uri="{FF2B5EF4-FFF2-40B4-BE49-F238E27FC236}">
                <a16:creationId xmlns:a16="http://schemas.microsoft.com/office/drawing/2014/main" id="{2C852528-98ED-4EF8-94D2-65154EB73827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7782120" y="0"/>
            <a:ext cx="1361880" cy="192456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3574128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7950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3"/>
          <p:cNvSpPr/>
          <p:nvPr/>
        </p:nvSpPr>
        <p:spPr>
          <a:xfrm>
            <a:off x="0" y="6453360"/>
            <a:ext cx="9143640" cy="431280"/>
          </a:xfrm>
          <a:prstGeom prst="rect">
            <a:avLst/>
          </a:prstGeom>
          <a:solidFill>
            <a:srgbClr val="2893D1"/>
          </a:solidFill>
          <a:ln w="9360">
            <a:solidFill>
              <a:schemeClr val="tx2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CustomShape 4"/>
          <p:cNvSpPr/>
          <p:nvPr/>
        </p:nvSpPr>
        <p:spPr>
          <a:xfrm>
            <a:off x="59040" y="6472440"/>
            <a:ext cx="4368960" cy="39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it-IT" sz="1000" b="1" strike="noStrike" spc="-1">
                <a:solidFill>
                  <a:srgbClr val="FFFFFF"/>
                </a:solidFill>
                <a:latin typeface="Tahoma"/>
                <a:ea typeface="Tahoma"/>
              </a:rPr>
              <a:t>Fondamenti di programmazione in C++ – Seconda edizione</a:t>
            </a:r>
            <a:br/>
            <a:r>
              <a:rPr lang="it-IT" sz="1000" b="0" strike="noStrike" spc="-1">
                <a:solidFill>
                  <a:srgbClr val="FFFFFF"/>
                </a:solidFill>
                <a:latin typeface="Tahoma"/>
                <a:ea typeface="Tahoma"/>
              </a:rPr>
              <a:t>Luis Joyanes Aguilar, Aldo Franco Dragoni (a cura di)</a:t>
            </a:r>
            <a:endParaRPr lang="it-IT" sz="1000" b="0" strike="noStrike" spc="-1">
              <a:latin typeface="Arial"/>
            </a:endParaRPr>
          </a:p>
        </p:txBody>
      </p:sp>
      <p:sp>
        <p:nvSpPr>
          <p:cNvPr id="4" name="CustomShape 5"/>
          <p:cNvSpPr/>
          <p:nvPr/>
        </p:nvSpPr>
        <p:spPr>
          <a:xfrm>
            <a:off x="6156000" y="6453360"/>
            <a:ext cx="2499120" cy="546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r>
              <a:rPr lang="it-IT" sz="1000" b="1" strike="noStrike" spc="-1">
                <a:solidFill>
                  <a:srgbClr val="FFFFFF"/>
                </a:solidFill>
                <a:latin typeface="Tahoma"/>
                <a:ea typeface="Tahoma"/>
              </a:rPr>
              <a:t>Copyright © 2021</a:t>
            </a:r>
            <a:endParaRPr lang="it-IT" sz="1000" b="0" strike="noStrike" spc="-1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it-IT" sz="1000" b="1" strike="noStrike" spc="-1">
                <a:solidFill>
                  <a:srgbClr val="FFFFFF"/>
                </a:solidFill>
                <a:latin typeface="Tahoma"/>
                <a:ea typeface="Tahoma"/>
              </a:rPr>
              <a:t>McGraw-Hill Education (Italy) S.r.l. </a:t>
            </a:r>
            <a:endParaRPr lang="it-IT" sz="1000" b="0" strike="noStrike" spc="-1">
              <a:latin typeface="Arial"/>
            </a:endParaRPr>
          </a:p>
        </p:txBody>
      </p:sp>
      <p:pic>
        <p:nvPicPr>
          <p:cNvPr id="5" name="Immagine 15" descr="Immagine che contiene segnale, arresto, disegnando, camion&#10;&#10;Descrizione generata automaticamente"/>
          <p:cNvPicPr/>
          <p:nvPr/>
        </p:nvPicPr>
        <p:blipFill>
          <a:blip r:embed="rId5"/>
          <a:stretch/>
        </p:blipFill>
        <p:spPr>
          <a:xfrm>
            <a:off x="8623440" y="6362640"/>
            <a:ext cx="520200" cy="522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55750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CustomShape 1"/>
          <p:cNvSpPr/>
          <p:nvPr/>
        </p:nvSpPr>
        <p:spPr>
          <a:xfrm>
            <a:off x="8317080" y="6093000"/>
            <a:ext cx="647280" cy="431280"/>
          </a:xfrm>
          <a:prstGeom prst="actionButtonBlank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4" name="CustomShape 2"/>
          <p:cNvSpPr/>
          <p:nvPr/>
        </p:nvSpPr>
        <p:spPr>
          <a:xfrm>
            <a:off x="4572000" y="1139299"/>
            <a:ext cx="3619500" cy="193753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it-IT" sz="4000" b="1" strike="noStrike" spc="-1" dirty="0">
                <a:solidFill>
                  <a:srgbClr val="2893D1"/>
                </a:solidFill>
                <a:latin typeface="Calibri"/>
              </a:rPr>
              <a:t>Capitolo 17</a:t>
            </a:r>
            <a:endParaRPr lang="it-IT" sz="4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it-IT" sz="4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it-IT" sz="4000" b="1" spc="-100" dirty="0">
                <a:solidFill>
                  <a:srgbClr val="E21A24"/>
                </a:solidFill>
                <a:latin typeface="Calibri"/>
              </a:rPr>
              <a:t>Liste</a:t>
            </a:r>
            <a:endParaRPr lang="it-IT" sz="4000" b="1" strike="noStrike" spc="-100" dirty="0">
              <a:solidFill>
                <a:srgbClr val="E21A24"/>
              </a:solidFill>
              <a:latin typeface="Calibri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40FA196-2483-41FD-A148-0D19FA9F7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636397"/>
            <a:ext cx="3619500" cy="5114925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</p:pic>
      <p:sp>
        <p:nvSpPr>
          <p:cNvPr id="5" name="CasellaDiTesto 1">
            <a:extLst>
              <a:ext uri="{FF2B5EF4-FFF2-40B4-BE49-F238E27FC236}">
                <a16:creationId xmlns:a16="http://schemas.microsoft.com/office/drawing/2014/main" id="{B7794ECC-2E3A-409D-A656-CFCB111E127F}"/>
              </a:ext>
            </a:extLst>
          </p:cNvPr>
          <p:cNvSpPr txBox="1"/>
          <p:nvPr/>
        </p:nvSpPr>
        <p:spPr>
          <a:xfrm>
            <a:off x="4572000" y="4509000"/>
            <a:ext cx="4147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Presenta: Massimo Orazio Spata, PhD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Immagine 145"/>
          <p:cNvPicPr/>
          <p:nvPr/>
        </p:nvPicPr>
        <p:blipFill>
          <a:blip r:embed="rId2"/>
          <a:stretch/>
        </p:blipFill>
        <p:spPr>
          <a:xfrm>
            <a:off x="11880" y="1440000"/>
            <a:ext cx="7807320" cy="4815720"/>
          </a:xfrm>
          <a:prstGeom prst="rect">
            <a:avLst/>
          </a:prstGeom>
          <a:ln w="0">
            <a:noFill/>
          </a:ln>
        </p:spPr>
      </p:pic>
      <p:sp>
        <p:nvSpPr>
          <p:cNvPr id="147" name="Rettangolo 146"/>
          <p:cNvSpPr/>
          <p:nvPr/>
        </p:nvSpPr>
        <p:spPr>
          <a:xfrm>
            <a:off x="6840000" y="1260000"/>
            <a:ext cx="979200" cy="72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1">
            <a:extLst>
              <a:ext uri="{FF2B5EF4-FFF2-40B4-BE49-F238E27FC236}">
                <a16:creationId xmlns:a16="http://schemas.microsoft.com/office/drawing/2014/main" id="{8DC23D1C-E2A0-40D9-AEE9-BFB08D1B0646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strutture con campi puntatore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ttangolo 148"/>
          <p:cNvSpPr/>
          <p:nvPr/>
        </p:nvSpPr>
        <p:spPr>
          <a:xfrm>
            <a:off x="6840000" y="1260000"/>
            <a:ext cx="979200" cy="72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50" name="Immagine 149"/>
          <p:cNvPicPr/>
          <p:nvPr/>
        </p:nvPicPr>
        <p:blipFill>
          <a:blip r:embed="rId2"/>
          <a:stretch/>
        </p:blipFill>
        <p:spPr>
          <a:xfrm>
            <a:off x="180000" y="1568520"/>
            <a:ext cx="7639200" cy="4812480"/>
          </a:xfrm>
          <a:prstGeom prst="rect">
            <a:avLst/>
          </a:prstGeom>
          <a:ln w="0">
            <a:noFill/>
          </a:ln>
        </p:spPr>
      </p:pic>
      <p:sp>
        <p:nvSpPr>
          <p:cNvPr id="151" name="Rettangolo 150"/>
          <p:cNvSpPr/>
          <p:nvPr/>
        </p:nvSpPr>
        <p:spPr>
          <a:xfrm>
            <a:off x="6840000" y="1260000"/>
            <a:ext cx="979200" cy="90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CustomShape 1">
            <a:extLst>
              <a:ext uri="{FF2B5EF4-FFF2-40B4-BE49-F238E27FC236}">
                <a16:creationId xmlns:a16="http://schemas.microsoft.com/office/drawing/2014/main" id="{7FEBEF3B-3BEA-44A8-8DF3-DC433C170E74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strutture con campi puntatore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ttangolo 152"/>
          <p:cNvSpPr/>
          <p:nvPr/>
        </p:nvSpPr>
        <p:spPr>
          <a:xfrm>
            <a:off x="6840000" y="1260000"/>
            <a:ext cx="979200" cy="72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4" name="Rettangolo 153"/>
          <p:cNvSpPr/>
          <p:nvPr/>
        </p:nvSpPr>
        <p:spPr>
          <a:xfrm>
            <a:off x="6840000" y="1260000"/>
            <a:ext cx="979200" cy="90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5" name="CasellaDiTesto 154"/>
          <p:cNvSpPr txBox="1"/>
          <p:nvPr/>
        </p:nvSpPr>
        <p:spPr>
          <a:xfrm>
            <a:off x="900000" y="1980000"/>
            <a:ext cx="4973760" cy="3728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it-IT" sz="2800" b="0" strike="noStrike" spc="-1">
                <a:latin typeface="Arial"/>
              </a:rPr>
              <a:t>operazioni fondamentali:</a:t>
            </a:r>
          </a:p>
          <a:p>
            <a:r>
              <a:rPr lang="it-IT" sz="2800" b="0" strike="noStrike" spc="-1">
                <a:latin typeface="Arial"/>
              </a:rPr>
              <a:t>1) inserimento in testa</a:t>
            </a:r>
          </a:p>
          <a:p>
            <a:r>
              <a:rPr lang="it-IT" sz="2800" b="0" strike="noStrike" spc="-1">
                <a:latin typeface="Arial"/>
              </a:rPr>
              <a:t>2) estrazione dalla testa</a:t>
            </a:r>
          </a:p>
          <a:p>
            <a:r>
              <a:rPr lang="it-IT" sz="2800" b="0" strike="noStrike" spc="-1">
                <a:latin typeface="Arial"/>
              </a:rPr>
              <a:t>3) inserimento in coda</a:t>
            </a:r>
          </a:p>
          <a:p>
            <a:r>
              <a:rPr lang="it-IT" sz="2800" b="0" strike="noStrike" spc="-1">
                <a:latin typeface="Arial"/>
              </a:rPr>
              <a:t>4) estrazione dalla coda</a:t>
            </a:r>
          </a:p>
          <a:p>
            <a:r>
              <a:rPr lang="it-IT" sz="2800" b="0" strike="noStrike" spc="-1">
                <a:latin typeface="Arial"/>
              </a:rPr>
              <a:t>5) inserimento ordinato</a:t>
            </a:r>
          </a:p>
          <a:p>
            <a:r>
              <a:rPr lang="it-IT" sz="2800" b="0" strike="noStrike" spc="-1">
                <a:latin typeface="Arial"/>
              </a:rPr>
              <a:t>6) estrazione di elemento dato</a:t>
            </a:r>
          </a:p>
        </p:txBody>
      </p:sp>
      <p:sp>
        <p:nvSpPr>
          <p:cNvPr id="6" name="CustomShape 1">
            <a:extLst>
              <a:ext uri="{FF2B5EF4-FFF2-40B4-BE49-F238E27FC236}">
                <a16:creationId xmlns:a16="http://schemas.microsoft.com/office/drawing/2014/main" id="{A50DC75C-4943-4B84-8043-B1B2B4A3101F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liste semplici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ttangolo 156"/>
          <p:cNvSpPr/>
          <p:nvPr/>
        </p:nvSpPr>
        <p:spPr>
          <a:xfrm>
            <a:off x="6840000" y="1260000"/>
            <a:ext cx="979200" cy="72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8" name="CasellaDiTesto 157"/>
          <p:cNvSpPr txBox="1"/>
          <p:nvPr/>
        </p:nvSpPr>
        <p:spPr>
          <a:xfrm>
            <a:off x="6480000" y="2880000"/>
            <a:ext cx="180720" cy="346320"/>
          </a:xfrm>
          <a:prstGeom prst="rect">
            <a:avLst/>
          </a:prstGeom>
          <a:noFill/>
          <a:ln w="0">
            <a:noFill/>
          </a:ln>
        </p:spPr>
      </p:sp>
      <p:pic>
        <p:nvPicPr>
          <p:cNvPr id="159" name="Immagine 158"/>
          <p:cNvPicPr/>
          <p:nvPr/>
        </p:nvPicPr>
        <p:blipFill>
          <a:blip r:embed="rId2"/>
          <a:stretch/>
        </p:blipFill>
        <p:spPr>
          <a:xfrm>
            <a:off x="280800" y="2197080"/>
            <a:ext cx="7603200" cy="4183920"/>
          </a:xfrm>
          <a:prstGeom prst="rect">
            <a:avLst/>
          </a:prstGeom>
          <a:ln w="0">
            <a:noFill/>
          </a:ln>
        </p:spPr>
      </p:pic>
      <p:sp>
        <p:nvSpPr>
          <p:cNvPr id="160" name="Rettangolo 159"/>
          <p:cNvSpPr/>
          <p:nvPr/>
        </p:nvSpPr>
        <p:spPr>
          <a:xfrm>
            <a:off x="6797520" y="1276920"/>
            <a:ext cx="979200" cy="90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" name="CustomShape 1">
            <a:extLst>
              <a:ext uri="{FF2B5EF4-FFF2-40B4-BE49-F238E27FC236}">
                <a16:creationId xmlns:a16="http://schemas.microsoft.com/office/drawing/2014/main" id="{5D0A4353-548A-4968-A298-CD25C636C4F0}"/>
              </a:ext>
            </a:extLst>
          </p:cNvPr>
          <p:cNvSpPr/>
          <p:nvPr/>
        </p:nvSpPr>
        <p:spPr>
          <a:xfrm>
            <a:off x="684000" y="836613"/>
            <a:ext cx="705665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creazione per inserimento in testa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D889E3B6-7F6F-4535-97E2-831A934AB63D}"/>
              </a:ext>
            </a:extLst>
          </p:cNvPr>
          <p:cNvSpPr txBox="1"/>
          <p:nvPr/>
        </p:nvSpPr>
        <p:spPr>
          <a:xfrm>
            <a:off x="2749631" y="4643668"/>
            <a:ext cx="42530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/>
              <a:t>// assegna al puntatore al successivo elemento p0  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DC808EC-FBC7-4C8C-ADD9-996A27FF1B28}"/>
              </a:ext>
            </a:extLst>
          </p:cNvPr>
          <p:cNvSpPr txBox="1"/>
          <p:nvPr/>
        </p:nvSpPr>
        <p:spPr>
          <a:xfrm>
            <a:off x="2668840" y="4427668"/>
            <a:ext cx="41921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/>
              <a:t>// prendi in input il dato del nuovo elemento creato 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EDB2497-2535-409D-8694-A9BE0C528FB8}"/>
              </a:ext>
            </a:extLst>
          </p:cNvPr>
          <p:cNvSpPr txBox="1"/>
          <p:nvPr/>
        </p:nvSpPr>
        <p:spPr>
          <a:xfrm>
            <a:off x="2852400" y="4224360"/>
            <a:ext cx="20537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/>
              <a:t>// crea nuovo elemento 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EA2D23B-AD53-4DDD-AAB1-09CBAFDC7877}"/>
              </a:ext>
            </a:extLst>
          </p:cNvPr>
          <p:cNvSpPr txBox="1"/>
          <p:nvPr/>
        </p:nvSpPr>
        <p:spPr>
          <a:xfrm>
            <a:off x="2749631" y="4878310"/>
            <a:ext cx="21531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/>
              <a:t>// nuovo primo elemento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Rettangolo 161"/>
          <p:cNvSpPr/>
          <p:nvPr/>
        </p:nvSpPr>
        <p:spPr>
          <a:xfrm>
            <a:off x="6840000" y="1260000"/>
            <a:ext cx="979200" cy="72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3" name="Rettangolo 162"/>
          <p:cNvSpPr/>
          <p:nvPr/>
        </p:nvSpPr>
        <p:spPr>
          <a:xfrm>
            <a:off x="6797520" y="1276920"/>
            <a:ext cx="979200" cy="90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64" name="Immagine 163"/>
          <p:cNvPicPr/>
          <p:nvPr/>
        </p:nvPicPr>
        <p:blipFill>
          <a:blip r:embed="rId2"/>
          <a:stretch/>
        </p:blipFill>
        <p:spPr>
          <a:xfrm>
            <a:off x="0" y="2880000"/>
            <a:ext cx="9143640" cy="3050280"/>
          </a:xfrm>
          <a:prstGeom prst="rect">
            <a:avLst/>
          </a:prstGeom>
          <a:ln w="0">
            <a:noFill/>
          </a:ln>
        </p:spPr>
      </p:pic>
      <p:sp>
        <p:nvSpPr>
          <p:cNvPr id="6" name="CustomShape 1">
            <a:extLst>
              <a:ext uri="{FF2B5EF4-FFF2-40B4-BE49-F238E27FC236}">
                <a16:creationId xmlns:a16="http://schemas.microsoft.com/office/drawing/2014/main" id="{FB175FD7-6351-4BCF-A435-36E00245592A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inserimento in testa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ttangolo 165"/>
          <p:cNvSpPr/>
          <p:nvPr/>
        </p:nvSpPr>
        <p:spPr>
          <a:xfrm>
            <a:off x="6840000" y="1260000"/>
            <a:ext cx="979200" cy="72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7" name="Rettangolo 166"/>
          <p:cNvSpPr/>
          <p:nvPr/>
        </p:nvSpPr>
        <p:spPr>
          <a:xfrm>
            <a:off x="6797520" y="1276920"/>
            <a:ext cx="979200" cy="90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68" name="Immagine 167"/>
          <p:cNvPicPr/>
          <p:nvPr/>
        </p:nvPicPr>
        <p:blipFill>
          <a:blip r:embed="rId2"/>
          <a:stretch/>
        </p:blipFill>
        <p:spPr>
          <a:xfrm>
            <a:off x="191880" y="1980000"/>
            <a:ext cx="8088120" cy="4413600"/>
          </a:xfrm>
          <a:prstGeom prst="rect">
            <a:avLst/>
          </a:prstGeom>
          <a:ln w="0">
            <a:noFill/>
          </a:ln>
        </p:spPr>
      </p:pic>
      <p:sp>
        <p:nvSpPr>
          <p:cNvPr id="6" name="CustomShape 1">
            <a:extLst>
              <a:ext uri="{FF2B5EF4-FFF2-40B4-BE49-F238E27FC236}">
                <a16:creationId xmlns:a16="http://schemas.microsoft.com/office/drawing/2014/main" id="{3E89F5DC-6FBA-45C5-BE50-B577267F502F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estrazione dalla testa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ttangolo 169"/>
          <p:cNvSpPr/>
          <p:nvPr/>
        </p:nvSpPr>
        <p:spPr>
          <a:xfrm>
            <a:off x="6840000" y="1260000"/>
            <a:ext cx="979200" cy="72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71" name="Immagine 170"/>
          <p:cNvPicPr/>
          <p:nvPr/>
        </p:nvPicPr>
        <p:blipFill>
          <a:blip r:embed="rId2"/>
          <a:stretch/>
        </p:blipFill>
        <p:spPr>
          <a:xfrm>
            <a:off x="191880" y="1800000"/>
            <a:ext cx="8088120" cy="4627800"/>
          </a:xfrm>
          <a:prstGeom prst="rect">
            <a:avLst/>
          </a:prstGeom>
          <a:ln w="0">
            <a:noFill/>
          </a:ln>
        </p:spPr>
      </p:pic>
      <p:sp>
        <p:nvSpPr>
          <p:cNvPr id="172" name="Rettangolo 171"/>
          <p:cNvSpPr/>
          <p:nvPr/>
        </p:nvSpPr>
        <p:spPr>
          <a:xfrm>
            <a:off x="6797520" y="1276920"/>
            <a:ext cx="979200" cy="90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CustomShape 1">
            <a:extLst>
              <a:ext uri="{FF2B5EF4-FFF2-40B4-BE49-F238E27FC236}">
                <a16:creationId xmlns:a16="http://schemas.microsoft.com/office/drawing/2014/main" id="{1FCBE207-F8DE-4B9A-ABED-56C7A0A70E16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inserimento in fondo alla lista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ettangolo 173"/>
          <p:cNvSpPr/>
          <p:nvPr/>
        </p:nvSpPr>
        <p:spPr>
          <a:xfrm>
            <a:off x="6840000" y="1260000"/>
            <a:ext cx="979200" cy="72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75" name="Immagine 174"/>
          <p:cNvPicPr/>
          <p:nvPr/>
        </p:nvPicPr>
        <p:blipFill>
          <a:blip r:embed="rId2"/>
          <a:stretch/>
        </p:blipFill>
        <p:spPr>
          <a:xfrm>
            <a:off x="180000" y="1800000"/>
            <a:ext cx="8166600" cy="4514400"/>
          </a:xfrm>
          <a:prstGeom prst="rect">
            <a:avLst/>
          </a:prstGeom>
          <a:ln w="0">
            <a:noFill/>
          </a:ln>
        </p:spPr>
      </p:pic>
      <p:sp>
        <p:nvSpPr>
          <p:cNvPr id="176" name="Rettangolo 175"/>
          <p:cNvSpPr/>
          <p:nvPr/>
        </p:nvSpPr>
        <p:spPr>
          <a:xfrm>
            <a:off x="6797520" y="1276920"/>
            <a:ext cx="979200" cy="90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CustomShape 1">
            <a:extLst>
              <a:ext uri="{FF2B5EF4-FFF2-40B4-BE49-F238E27FC236}">
                <a16:creationId xmlns:a16="http://schemas.microsoft.com/office/drawing/2014/main" id="{AD06163B-143D-47C6-AA5A-FCF1091BE7A1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estrazione dal fondo della lista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ttangolo 177"/>
          <p:cNvSpPr/>
          <p:nvPr/>
        </p:nvSpPr>
        <p:spPr>
          <a:xfrm>
            <a:off x="6840000" y="1260000"/>
            <a:ext cx="979200" cy="72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79" name="Immagine 178"/>
          <p:cNvPicPr/>
          <p:nvPr/>
        </p:nvPicPr>
        <p:blipFill>
          <a:blip r:embed="rId2"/>
          <a:stretch/>
        </p:blipFill>
        <p:spPr>
          <a:xfrm>
            <a:off x="180000" y="1620000"/>
            <a:ext cx="7740000" cy="4682160"/>
          </a:xfrm>
          <a:prstGeom prst="rect">
            <a:avLst/>
          </a:prstGeom>
          <a:ln w="0">
            <a:noFill/>
          </a:ln>
        </p:spPr>
      </p:pic>
      <p:sp>
        <p:nvSpPr>
          <p:cNvPr id="180" name="Rettangolo 179"/>
          <p:cNvSpPr/>
          <p:nvPr/>
        </p:nvSpPr>
        <p:spPr>
          <a:xfrm>
            <a:off x="6797520" y="1276920"/>
            <a:ext cx="979200" cy="90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CustomShape 1">
            <a:extLst>
              <a:ext uri="{FF2B5EF4-FFF2-40B4-BE49-F238E27FC236}">
                <a16:creationId xmlns:a16="http://schemas.microsoft.com/office/drawing/2014/main" id="{1EE6A785-483B-4B48-8F0D-C4A57F3D6A55}"/>
              </a:ext>
            </a:extLst>
          </p:cNvPr>
          <p:cNvSpPr/>
          <p:nvPr/>
        </p:nvSpPr>
        <p:spPr>
          <a:xfrm>
            <a:off x="1044000" y="836613"/>
            <a:ext cx="669665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inserimento ordinato in una lista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Rettangolo 181"/>
          <p:cNvSpPr/>
          <p:nvPr/>
        </p:nvSpPr>
        <p:spPr>
          <a:xfrm>
            <a:off x="6840000" y="1260000"/>
            <a:ext cx="979200" cy="72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83" name="Immagine 182"/>
          <p:cNvPicPr/>
          <p:nvPr/>
        </p:nvPicPr>
        <p:blipFill>
          <a:blip r:embed="rId2"/>
          <a:stretch/>
        </p:blipFill>
        <p:spPr>
          <a:xfrm>
            <a:off x="180000" y="1620000"/>
            <a:ext cx="7639200" cy="4689360"/>
          </a:xfrm>
          <a:prstGeom prst="rect">
            <a:avLst/>
          </a:prstGeom>
          <a:ln w="0">
            <a:noFill/>
          </a:ln>
        </p:spPr>
      </p:pic>
      <p:sp>
        <p:nvSpPr>
          <p:cNvPr id="184" name="Rettangolo 183"/>
          <p:cNvSpPr/>
          <p:nvPr/>
        </p:nvSpPr>
        <p:spPr>
          <a:xfrm>
            <a:off x="6840000" y="1268280"/>
            <a:ext cx="979200" cy="90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CustomShape 1">
            <a:extLst>
              <a:ext uri="{FF2B5EF4-FFF2-40B4-BE49-F238E27FC236}">
                <a16:creationId xmlns:a16="http://schemas.microsoft.com/office/drawing/2014/main" id="{256390DB-1782-41F7-BFEA-429C57CBA027}"/>
              </a:ext>
            </a:extLst>
          </p:cNvPr>
          <p:cNvSpPr/>
          <p:nvPr/>
        </p:nvSpPr>
        <p:spPr>
          <a:xfrm>
            <a:off x="1324800" y="836613"/>
            <a:ext cx="641585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estrazione di un elemento dato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9CE4ACF4375A4C8C0602FFE49177BE" ma:contentTypeVersion="6" ma:contentTypeDescription="Create a new document." ma:contentTypeScope="" ma:versionID="82a94c78be15446697ccc96dbbd817c7">
  <xsd:schema xmlns:xsd="http://www.w3.org/2001/XMLSchema" xmlns:xs="http://www.w3.org/2001/XMLSchema" xmlns:p="http://schemas.microsoft.com/office/2006/metadata/properties" xmlns:ns2="9f742c12-864c-4ce5-b6f6-1feb9fbefa8b" xmlns:ns3="368b7124-ee9b-43bd-a59a-62348eb2d076" targetNamespace="http://schemas.microsoft.com/office/2006/metadata/properties" ma:root="true" ma:fieldsID="3d066933c85ad0744444035c00985e91" ns2:_="" ns3:_="">
    <xsd:import namespace="9f742c12-864c-4ce5-b6f6-1feb9fbefa8b"/>
    <xsd:import namespace="368b7124-ee9b-43bd-a59a-62348eb2d0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42c12-864c-4ce5-b6f6-1feb9fbefa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8b7124-ee9b-43bd-a59a-62348eb2d07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8B60411-7686-4CB0-989A-BCDCD78777F8}"/>
</file>

<file path=customXml/itemProps2.xml><?xml version="1.0" encoding="utf-8"?>
<ds:datastoreItem xmlns:ds="http://schemas.openxmlformats.org/officeDocument/2006/customXml" ds:itemID="{DA7BCC26-FB7E-4EDA-9DC9-CC7E53A4AC1C}"/>
</file>

<file path=customXml/itemProps3.xml><?xml version="1.0" encoding="utf-8"?>
<ds:datastoreItem xmlns:ds="http://schemas.openxmlformats.org/officeDocument/2006/customXml" ds:itemID="{E8B79A57-DED2-4DB8-A70A-AA1F88371556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1469</TotalTime>
  <Words>111</Words>
  <Application>Microsoft Office PowerPoint</Application>
  <PresentationFormat>Presentazione su schermo (4:3)</PresentationFormat>
  <Paragraphs>26</Paragraphs>
  <Slides>11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6" baseType="lpstr">
      <vt:lpstr>Arial</vt:lpstr>
      <vt:lpstr>Calibri</vt:lpstr>
      <vt:lpstr>Tahoma</vt:lpstr>
      <vt:lpstr>Times New Roman</vt:lpstr>
      <vt:lpstr>1_Office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ucl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Tecnica industriale e commerciale Market-driven Management Professore J.J. Lambin</dc:title>
  <dc:subject/>
  <dc:creator>lambin</dc:creator>
  <dc:description/>
  <cp:lastModifiedBy>Massimo Orazio Spata</cp:lastModifiedBy>
  <cp:revision>342</cp:revision>
  <cp:lastPrinted>1999-03-05T00:48:02Z</cp:lastPrinted>
  <dcterms:created xsi:type="dcterms:W3CDTF">1999-01-19T02:07:12Z</dcterms:created>
  <dcterms:modified xsi:type="dcterms:W3CDTF">2023-05-11T08:15:13Z</dcterms:modified>
  <dc:language>it-IT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r8>0</vt:r8>
  </property>
  <property fmtid="{D5CDD505-2E9C-101B-9397-08002B2CF9AE}" pid="3" name="HyperlinksChanged">
    <vt:bool>false</vt:bool>
  </property>
  <property fmtid="{D5CDD505-2E9C-101B-9397-08002B2CF9AE}" pid="4" name="LinksUpToDate">
    <vt:bool>false</vt:bool>
  </property>
  <property fmtid="{D5CDD505-2E9C-101B-9397-08002B2CF9AE}" pid="5" name="MMClips">
    <vt:r8>0</vt:r8>
  </property>
  <property fmtid="{D5CDD505-2E9C-101B-9397-08002B2CF9AE}" pid="6" name="Notes">
    <vt:r8>1</vt:r8>
  </property>
  <property fmtid="{D5CDD505-2E9C-101B-9397-08002B2CF9AE}" pid="7" name="PresentationFormat">
    <vt:lpwstr>Presentazione su schermo (4:3)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r8>2</vt:r8>
  </property>
  <property fmtid="{D5CDD505-2E9C-101B-9397-08002B2CF9AE}" pid="11" name="ContentTypeId">
    <vt:lpwstr>0x010100CD9CE4ACF4375A4C8C0602FFE49177BE</vt:lpwstr>
  </property>
</Properties>
</file>