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4" r:id="rId1"/>
  </p:sldMasterIdLst>
  <p:notesMasterIdLst>
    <p:notesMasterId r:id="rId15"/>
  </p:notesMasterIdLst>
  <p:sldIdLst>
    <p:sldId id="28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90038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6" d="100"/>
          <a:sy n="56" d="100"/>
        </p:scale>
        <p:origin x="1190" y="3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ale, Luigi" userId="0bb35f83-ebdf-4526-ae9a-c3e8393a1d1b" providerId="ADAL" clId="{5884D03D-678F-4BD0-8E64-38F67B5F812A}"/>
    <pc:docChg chg="undo custSel addSld delSld modSld modMainMaster">
      <pc:chgData name="Natale, Luigi" userId="0bb35f83-ebdf-4526-ae9a-c3e8393a1d1b" providerId="ADAL" clId="{5884D03D-678F-4BD0-8E64-38F67B5F812A}" dt="2021-09-01T10:49:32.043" v="100" actId="1076"/>
      <pc:docMkLst>
        <pc:docMk/>
      </pc:docMkLst>
      <pc:sldChg chg="del mod modClrScheme chgLayout modNotes">
        <pc:chgData name="Natale, Luigi" userId="0bb35f83-ebdf-4526-ae9a-c3e8393a1d1b" providerId="ADAL" clId="{5884D03D-678F-4BD0-8E64-38F67B5F812A}" dt="2021-09-01T10:44:00.980" v="12" actId="47"/>
        <pc:sldMkLst>
          <pc:docMk/>
          <pc:sldMk cId="0" sldId="256"/>
        </pc:sldMkLst>
      </pc:sldChg>
      <pc:sldChg chg="addSp delSp modSp mod modClrScheme chgLayout">
        <pc:chgData name="Natale, Luigi" userId="0bb35f83-ebdf-4526-ae9a-c3e8393a1d1b" providerId="ADAL" clId="{5884D03D-678F-4BD0-8E64-38F67B5F812A}" dt="2021-09-01T10:49:32.043" v="100" actId="1076"/>
        <pc:sldMkLst>
          <pc:docMk/>
          <pc:sldMk cId="0" sldId="257"/>
        </pc:sldMkLst>
        <pc:spChg chg="add mod">
          <ac:chgData name="Natale, Luigi" userId="0bb35f83-ebdf-4526-ae9a-c3e8393a1d1b" providerId="ADAL" clId="{5884D03D-678F-4BD0-8E64-38F67B5F812A}" dt="2021-09-01T10:49:20.325" v="97"/>
          <ac:spMkLst>
            <pc:docMk/>
            <pc:sldMk cId="0" sldId="257"/>
            <ac:spMk id="5" creationId="{D52C066E-6D63-464F-88CE-2FCECE7C0E15}"/>
          </ac:spMkLst>
        </pc:spChg>
        <pc:spChg chg="del mod">
          <ac:chgData name="Natale, Luigi" userId="0bb35f83-ebdf-4526-ae9a-c3e8393a1d1b" providerId="ADAL" clId="{5884D03D-678F-4BD0-8E64-38F67B5F812A}" dt="2021-09-01T10:49:15.305" v="96" actId="478"/>
          <ac:spMkLst>
            <pc:docMk/>
            <pc:sldMk cId="0" sldId="257"/>
            <ac:spMk id="99" creationId="{00000000-0000-0000-0000-000000000000}"/>
          </ac:spMkLst>
        </pc:spChg>
        <pc:spChg chg="mod">
          <ac:chgData name="Natale, Luigi" userId="0bb35f83-ebdf-4526-ae9a-c3e8393a1d1b" providerId="ADAL" clId="{5884D03D-678F-4BD0-8E64-38F67B5F812A}" dt="2021-09-01T10:49:32.043" v="100" actId="1076"/>
          <ac:spMkLst>
            <pc:docMk/>
            <pc:sldMk cId="0" sldId="257"/>
            <ac:spMk id="100" creationId="{00000000-0000-0000-0000-000000000000}"/>
          </ac:spMkLst>
        </pc:spChg>
        <pc:picChg chg="mod">
          <ac:chgData name="Natale, Luigi" userId="0bb35f83-ebdf-4526-ae9a-c3e8393a1d1b" providerId="ADAL" clId="{5884D03D-678F-4BD0-8E64-38F67B5F812A}" dt="2021-09-01T10:49:29.707" v="99" actId="1076"/>
          <ac:picMkLst>
            <pc:docMk/>
            <pc:sldMk cId="0" sldId="257"/>
            <ac:picMk id="101" creationId="{00000000-0000-0000-0000-000000000000}"/>
          </ac:picMkLst>
        </pc:picChg>
      </pc:sldChg>
      <pc:sldChg chg="addSp delSp modSp mod modClrScheme chgLayout">
        <pc:chgData name="Natale, Luigi" userId="0bb35f83-ebdf-4526-ae9a-c3e8393a1d1b" providerId="ADAL" clId="{5884D03D-678F-4BD0-8E64-38F67B5F812A}" dt="2021-09-01T10:47:57.692" v="87" actId="478"/>
        <pc:sldMkLst>
          <pc:docMk/>
          <pc:sldMk cId="0" sldId="258"/>
        </pc:sldMkLst>
        <pc:spChg chg="add mod">
          <ac:chgData name="Natale, Luigi" userId="0bb35f83-ebdf-4526-ae9a-c3e8393a1d1b" providerId="ADAL" clId="{5884D03D-678F-4BD0-8E64-38F67B5F812A}" dt="2021-09-01T10:47:54.634" v="86" actId="2711"/>
          <ac:spMkLst>
            <pc:docMk/>
            <pc:sldMk cId="0" sldId="258"/>
            <ac:spMk id="5" creationId="{BC75E555-DE30-4EA0-90F1-DE8E3C635903}"/>
          </ac:spMkLst>
        </pc:spChg>
        <pc:spChg chg="del mod">
          <ac:chgData name="Natale, Luigi" userId="0bb35f83-ebdf-4526-ae9a-c3e8393a1d1b" providerId="ADAL" clId="{5884D03D-678F-4BD0-8E64-38F67B5F812A}" dt="2021-09-01T10:47:57.692" v="87" actId="478"/>
          <ac:spMkLst>
            <pc:docMk/>
            <pc:sldMk cId="0" sldId="258"/>
            <ac:spMk id="103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5884D03D-678F-4BD0-8E64-38F67B5F812A}" dt="2021-09-01T10:47:19.565" v="84" actId="1076"/>
        <pc:sldMkLst>
          <pc:docMk/>
          <pc:sldMk cId="0" sldId="259"/>
        </pc:sldMkLst>
        <pc:spChg chg="add mod">
          <ac:chgData name="Natale, Luigi" userId="0bb35f83-ebdf-4526-ae9a-c3e8393a1d1b" providerId="ADAL" clId="{5884D03D-678F-4BD0-8E64-38F67B5F812A}" dt="2021-09-01T10:47:10.712" v="81" actId="947"/>
          <ac:spMkLst>
            <pc:docMk/>
            <pc:sldMk cId="0" sldId="259"/>
            <ac:spMk id="4" creationId="{4BDD7519-4EFB-45CE-B090-9EDC0CF69E64}"/>
          </ac:spMkLst>
        </pc:spChg>
        <pc:spChg chg="del mod">
          <ac:chgData name="Natale, Luigi" userId="0bb35f83-ebdf-4526-ae9a-c3e8393a1d1b" providerId="ADAL" clId="{5884D03D-678F-4BD0-8E64-38F67B5F812A}" dt="2021-09-01T10:46:42.665" v="64" actId="478"/>
          <ac:spMkLst>
            <pc:docMk/>
            <pc:sldMk cId="0" sldId="259"/>
            <ac:spMk id="105" creationId="{00000000-0000-0000-0000-000000000000}"/>
          </ac:spMkLst>
        </pc:spChg>
        <pc:picChg chg="mod">
          <ac:chgData name="Natale, Luigi" userId="0bb35f83-ebdf-4526-ae9a-c3e8393a1d1b" providerId="ADAL" clId="{5884D03D-678F-4BD0-8E64-38F67B5F812A}" dt="2021-09-01T10:47:19.565" v="84" actId="1076"/>
          <ac:picMkLst>
            <pc:docMk/>
            <pc:sldMk cId="0" sldId="259"/>
            <ac:picMk id="106" creationId="{00000000-0000-0000-0000-000000000000}"/>
          </ac:picMkLst>
        </pc:picChg>
      </pc:sldChg>
      <pc:sldChg chg="addSp delSp modSp mod modClrScheme chgLayout">
        <pc:chgData name="Natale, Luigi" userId="0bb35f83-ebdf-4526-ae9a-c3e8393a1d1b" providerId="ADAL" clId="{5884D03D-678F-4BD0-8E64-38F67B5F812A}" dt="2021-09-01T10:48:05.227" v="88" actId="2711"/>
        <pc:sldMkLst>
          <pc:docMk/>
          <pc:sldMk cId="0" sldId="260"/>
        </pc:sldMkLst>
        <pc:spChg chg="add mod">
          <ac:chgData name="Natale, Luigi" userId="0bb35f83-ebdf-4526-ae9a-c3e8393a1d1b" providerId="ADAL" clId="{5884D03D-678F-4BD0-8E64-38F67B5F812A}" dt="2021-09-01T10:48:05.227" v="88" actId="2711"/>
          <ac:spMkLst>
            <pc:docMk/>
            <pc:sldMk cId="0" sldId="260"/>
            <ac:spMk id="4" creationId="{AF9BAD7C-00A5-4532-B639-EBD2E6D1FD22}"/>
          </ac:spMkLst>
        </pc:spChg>
        <pc:spChg chg="del mod">
          <ac:chgData name="Natale, Luigi" userId="0bb35f83-ebdf-4526-ae9a-c3e8393a1d1b" providerId="ADAL" clId="{5884D03D-678F-4BD0-8E64-38F67B5F812A}" dt="2021-09-01T10:46:34.692" v="62" actId="478"/>
          <ac:spMkLst>
            <pc:docMk/>
            <pc:sldMk cId="0" sldId="260"/>
            <ac:spMk id="107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5884D03D-678F-4BD0-8E64-38F67B5F812A}" dt="2021-09-01T10:49:06.651" v="94" actId="20577"/>
        <pc:sldMkLst>
          <pc:docMk/>
          <pc:sldMk cId="0" sldId="261"/>
        </pc:sldMkLst>
        <pc:spChg chg="add mod">
          <ac:chgData name="Natale, Luigi" userId="0bb35f83-ebdf-4526-ae9a-c3e8393a1d1b" providerId="ADAL" clId="{5884D03D-678F-4BD0-8E64-38F67B5F812A}" dt="2021-09-01T10:49:06.651" v="94" actId="20577"/>
          <ac:spMkLst>
            <pc:docMk/>
            <pc:sldMk cId="0" sldId="261"/>
            <ac:spMk id="4" creationId="{CB7493DA-60E0-46B2-B691-C8ECD262C0A9}"/>
          </ac:spMkLst>
        </pc:spChg>
        <pc:spChg chg="del mod">
          <ac:chgData name="Natale, Luigi" userId="0bb35f83-ebdf-4526-ae9a-c3e8393a1d1b" providerId="ADAL" clId="{5884D03D-678F-4BD0-8E64-38F67B5F812A}" dt="2021-09-01T10:46:22.484" v="59" actId="478"/>
          <ac:spMkLst>
            <pc:docMk/>
            <pc:sldMk cId="0" sldId="261"/>
            <ac:spMk id="109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5884D03D-678F-4BD0-8E64-38F67B5F812A}" dt="2021-09-01T10:46:04.085" v="55" actId="478"/>
        <pc:sldMkLst>
          <pc:docMk/>
          <pc:sldMk cId="0" sldId="262"/>
        </pc:sldMkLst>
        <pc:spChg chg="add mod">
          <ac:chgData name="Natale, Luigi" userId="0bb35f83-ebdf-4526-ae9a-c3e8393a1d1b" providerId="ADAL" clId="{5884D03D-678F-4BD0-8E64-38F67B5F812A}" dt="2021-09-01T10:46:01.452" v="54"/>
          <ac:spMkLst>
            <pc:docMk/>
            <pc:sldMk cId="0" sldId="262"/>
            <ac:spMk id="4" creationId="{93DEF1A6-0455-4201-B1B9-7B007103F314}"/>
          </ac:spMkLst>
        </pc:spChg>
        <pc:spChg chg="del mod">
          <ac:chgData name="Natale, Luigi" userId="0bb35f83-ebdf-4526-ae9a-c3e8393a1d1b" providerId="ADAL" clId="{5884D03D-678F-4BD0-8E64-38F67B5F812A}" dt="2021-09-01T10:46:04.085" v="55" actId="478"/>
          <ac:spMkLst>
            <pc:docMk/>
            <pc:sldMk cId="0" sldId="262"/>
            <ac:spMk id="111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5884D03D-678F-4BD0-8E64-38F67B5F812A}" dt="2021-09-01T10:45:53.713" v="53" actId="478"/>
        <pc:sldMkLst>
          <pc:docMk/>
          <pc:sldMk cId="0" sldId="263"/>
        </pc:sldMkLst>
        <pc:spChg chg="add mod">
          <ac:chgData name="Natale, Luigi" userId="0bb35f83-ebdf-4526-ae9a-c3e8393a1d1b" providerId="ADAL" clId="{5884D03D-678F-4BD0-8E64-38F67B5F812A}" dt="2021-09-01T10:45:51.550" v="52"/>
          <ac:spMkLst>
            <pc:docMk/>
            <pc:sldMk cId="0" sldId="263"/>
            <ac:spMk id="4" creationId="{45FF3ACE-7D96-43D3-8882-9DBA43412337}"/>
          </ac:spMkLst>
        </pc:spChg>
        <pc:spChg chg="del mod">
          <ac:chgData name="Natale, Luigi" userId="0bb35f83-ebdf-4526-ae9a-c3e8393a1d1b" providerId="ADAL" clId="{5884D03D-678F-4BD0-8E64-38F67B5F812A}" dt="2021-09-01T10:45:53.713" v="53" actId="478"/>
          <ac:spMkLst>
            <pc:docMk/>
            <pc:sldMk cId="0" sldId="263"/>
            <ac:spMk id="113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5884D03D-678F-4BD0-8E64-38F67B5F812A}" dt="2021-09-01T10:45:39.235" v="51" actId="478"/>
        <pc:sldMkLst>
          <pc:docMk/>
          <pc:sldMk cId="0" sldId="264"/>
        </pc:sldMkLst>
        <pc:spChg chg="add mod">
          <ac:chgData name="Natale, Luigi" userId="0bb35f83-ebdf-4526-ae9a-c3e8393a1d1b" providerId="ADAL" clId="{5884D03D-678F-4BD0-8E64-38F67B5F812A}" dt="2021-09-01T10:45:35.612" v="50"/>
          <ac:spMkLst>
            <pc:docMk/>
            <pc:sldMk cId="0" sldId="264"/>
            <ac:spMk id="4" creationId="{27DF7582-D41E-405C-A563-4EFA34E6729F}"/>
          </ac:spMkLst>
        </pc:spChg>
        <pc:spChg chg="del mod">
          <ac:chgData name="Natale, Luigi" userId="0bb35f83-ebdf-4526-ae9a-c3e8393a1d1b" providerId="ADAL" clId="{5884D03D-678F-4BD0-8E64-38F67B5F812A}" dt="2021-09-01T10:45:39.235" v="51" actId="478"/>
          <ac:spMkLst>
            <pc:docMk/>
            <pc:sldMk cId="0" sldId="264"/>
            <ac:spMk id="115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5884D03D-678F-4BD0-8E64-38F67B5F812A}" dt="2021-09-01T10:45:29.785" v="49" actId="478"/>
        <pc:sldMkLst>
          <pc:docMk/>
          <pc:sldMk cId="0" sldId="265"/>
        </pc:sldMkLst>
        <pc:spChg chg="add mod">
          <ac:chgData name="Natale, Luigi" userId="0bb35f83-ebdf-4526-ae9a-c3e8393a1d1b" providerId="ADAL" clId="{5884D03D-678F-4BD0-8E64-38F67B5F812A}" dt="2021-09-01T10:45:27.963" v="48"/>
          <ac:spMkLst>
            <pc:docMk/>
            <pc:sldMk cId="0" sldId="265"/>
            <ac:spMk id="4" creationId="{BDB768B1-7823-4C91-AACA-7CDD94D07DB1}"/>
          </ac:spMkLst>
        </pc:spChg>
        <pc:spChg chg="del mod">
          <ac:chgData name="Natale, Luigi" userId="0bb35f83-ebdf-4526-ae9a-c3e8393a1d1b" providerId="ADAL" clId="{5884D03D-678F-4BD0-8E64-38F67B5F812A}" dt="2021-09-01T10:45:29.785" v="49" actId="478"/>
          <ac:spMkLst>
            <pc:docMk/>
            <pc:sldMk cId="0" sldId="265"/>
            <ac:spMk id="117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5884D03D-678F-4BD0-8E64-38F67B5F812A}" dt="2021-09-01T10:45:23.235" v="47" actId="14100"/>
        <pc:sldMkLst>
          <pc:docMk/>
          <pc:sldMk cId="0" sldId="266"/>
        </pc:sldMkLst>
        <pc:spChg chg="add mod">
          <ac:chgData name="Natale, Luigi" userId="0bb35f83-ebdf-4526-ae9a-c3e8393a1d1b" providerId="ADAL" clId="{5884D03D-678F-4BD0-8E64-38F67B5F812A}" dt="2021-09-01T10:45:23.235" v="47" actId="14100"/>
          <ac:spMkLst>
            <pc:docMk/>
            <pc:sldMk cId="0" sldId="266"/>
            <ac:spMk id="5" creationId="{6F2033EA-ED13-4D3C-9946-EEC6A01831FF}"/>
          </ac:spMkLst>
        </pc:spChg>
        <pc:spChg chg="del mod">
          <ac:chgData name="Natale, Luigi" userId="0bb35f83-ebdf-4526-ae9a-c3e8393a1d1b" providerId="ADAL" clId="{5884D03D-678F-4BD0-8E64-38F67B5F812A}" dt="2021-09-01T10:45:19.043" v="46" actId="478"/>
          <ac:spMkLst>
            <pc:docMk/>
            <pc:sldMk cId="0" sldId="266"/>
            <ac:spMk id="119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5884D03D-678F-4BD0-8E64-38F67B5F812A}" dt="2021-09-01T10:45:12.441" v="44" actId="478"/>
        <pc:sldMkLst>
          <pc:docMk/>
          <pc:sldMk cId="0" sldId="267"/>
        </pc:sldMkLst>
        <pc:spChg chg="add mod">
          <ac:chgData name="Natale, Luigi" userId="0bb35f83-ebdf-4526-ae9a-c3e8393a1d1b" providerId="ADAL" clId="{5884D03D-678F-4BD0-8E64-38F67B5F812A}" dt="2021-09-01T10:45:09.416" v="42"/>
          <ac:spMkLst>
            <pc:docMk/>
            <pc:sldMk cId="0" sldId="267"/>
            <ac:spMk id="4" creationId="{292C3D46-8C0F-4AF9-B360-47EBF70EE3D9}"/>
          </ac:spMkLst>
        </pc:spChg>
        <pc:spChg chg="del mod">
          <ac:chgData name="Natale, Luigi" userId="0bb35f83-ebdf-4526-ae9a-c3e8393a1d1b" providerId="ADAL" clId="{5884D03D-678F-4BD0-8E64-38F67B5F812A}" dt="2021-09-01T10:45:12.441" v="44" actId="478"/>
          <ac:spMkLst>
            <pc:docMk/>
            <pc:sldMk cId="0" sldId="267"/>
            <ac:spMk id="122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5884D03D-678F-4BD0-8E64-38F67B5F812A}" dt="2021-09-01T10:45:04.505" v="41" actId="478"/>
        <pc:sldMkLst>
          <pc:docMk/>
          <pc:sldMk cId="0" sldId="268"/>
        </pc:sldMkLst>
        <pc:spChg chg="add mod">
          <ac:chgData name="Natale, Luigi" userId="0bb35f83-ebdf-4526-ae9a-c3e8393a1d1b" providerId="ADAL" clId="{5884D03D-678F-4BD0-8E64-38F67B5F812A}" dt="2021-09-01T10:45:02.681" v="40"/>
          <ac:spMkLst>
            <pc:docMk/>
            <pc:sldMk cId="0" sldId="268"/>
            <ac:spMk id="4" creationId="{05E90038-1C8F-4E16-8FE8-29B9E8198164}"/>
          </ac:spMkLst>
        </pc:spChg>
        <pc:spChg chg="del mod">
          <ac:chgData name="Natale, Luigi" userId="0bb35f83-ebdf-4526-ae9a-c3e8393a1d1b" providerId="ADAL" clId="{5884D03D-678F-4BD0-8E64-38F67B5F812A}" dt="2021-09-01T10:45:04.505" v="41" actId="478"/>
          <ac:spMkLst>
            <pc:docMk/>
            <pc:sldMk cId="0" sldId="268"/>
            <ac:spMk id="124" creationId="{00000000-0000-0000-0000-000000000000}"/>
          </ac:spMkLst>
        </pc:spChg>
      </pc:sldChg>
      <pc:sldChg chg="modSp add mod modClrScheme chgLayout">
        <pc:chgData name="Natale, Luigi" userId="0bb35f83-ebdf-4526-ae9a-c3e8393a1d1b" providerId="ADAL" clId="{5884D03D-678F-4BD0-8E64-38F67B5F812A}" dt="2021-09-01T10:44:04.311" v="15" actId="20577"/>
        <pc:sldMkLst>
          <pc:docMk/>
          <pc:sldMk cId="0" sldId="286"/>
        </pc:sldMkLst>
        <pc:spChg chg="mod">
          <ac:chgData name="Natale, Luigi" userId="0bb35f83-ebdf-4526-ae9a-c3e8393a1d1b" providerId="ADAL" clId="{5884D03D-678F-4BD0-8E64-38F67B5F812A}" dt="2021-09-01T10:44:04.311" v="15" actId="20577"/>
          <ac:spMkLst>
            <pc:docMk/>
            <pc:sldMk cId="0" sldId="286"/>
            <ac:spMk id="104" creationId="{00000000-0000-0000-0000-000000000000}"/>
          </ac:spMkLst>
        </pc:spChg>
      </pc:sldChg>
      <pc:sldMasterChg chg="delSldLayout modSldLayout">
        <pc:chgData name="Natale, Luigi" userId="0bb35f83-ebdf-4526-ae9a-c3e8393a1d1b" providerId="ADAL" clId="{5884D03D-678F-4BD0-8E64-38F67B5F812A}" dt="2021-09-01T10:43:30.700" v="5"/>
        <pc:sldMasterMkLst>
          <pc:docMk/>
          <pc:sldMasterMk cId="2379760159" sldId="2147483674"/>
        </pc:sldMasterMkLst>
        <pc:sldLayoutChg chg="modSp mod">
          <pc:chgData name="Natale, Luigi" userId="0bb35f83-ebdf-4526-ae9a-c3e8393a1d1b" providerId="ADAL" clId="{5884D03D-678F-4BD0-8E64-38F67B5F812A}" dt="2021-09-01T10:43:30.700" v="5"/>
          <pc:sldLayoutMkLst>
            <pc:docMk/>
            <pc:sldMasterMk cId="2379760159" sldId="2147483674"/>
            <pc:sldLayoutMk cId="1675761877" sldId="2147483675"/>
          </pc:sldLayoutMkLst>
          <pc:spChg chg="mod">
            <ac:chgData name="Natale, Luigi" userId="0bb35f83-ebdf-4526-ae9a-c3e8393a1d1b" providerId="ADAL" clId="{5884D03D-678F-4BD0-8E64-38F67B5F812A}" dt="2021-09-01T10:43:30.700" v="5"/>
            <ac:spMkLst>
              <pc:docMk/>
              <pc:sldMasterMk cId="2379760159" sldId="2147483674"/>
              <pc:sldLayoutMk cId="1675761877" sldId="2147483675"/>
              <ac:spMk id="8" creationId="{39337AFF-2B3D-43A8-B024-4B73D336750A}"/>
            </ac:spMkLst>
          </pc:spChg>
        </pc:sldLayoutChg>
        <pc:sldLayoutChg chg="del">
          <pc:chgData name="Natale, Luigi" userId="0bb35f83-ebdf-4526-ae9a-c3e8393a1d1b" providerId="ADAL" clId="{5884D03D-678F-4BD0-8E64-38F67B5F812A}" dt="2021-09-01T10:43:15.540" v="1" actId="2696"/>
          <pc:sldLayoutMkLst>
            <pc:docMk/>
            <pc:sldMasterMk cId="2379760159" sldId="2147483674"/>
            <pc:sldLayoutMk cId="2944297191" sldId="2147483677"/>
          </pc:sldLayoutMkLst>
        </pc:sldLayoutChg>
        <pc:sldLayoutChg chg="delSp mod">
          <pc:chgData name="Natale, Luigi" userId="0bb35f83-ebdf-4526-ae9a-c3e8393a1d1b" providerId="ADAL" clId="{5884D03D-678F-4BD0-8E64-38F67B5F812A}" dt="2021-09-01T10:43:17.113" v="2" actId="478"/>
          <pc:sldLayoutMkLst>
            <pc:docMk/>
            <pc:sldMasterMk cId="2379760159" sldId="2147483674"/>
            <pc:sldLayoutMk cId="20899821" sldId="2147483678"/>
          </pc:sldLayoutMkLst>
          <pc:spChg chg="del">
            <ac:chgData name="Natale, Luigi" userId="0bb35f83-ebdf-4526-ae9a-c3e8393a1d1b" providerId="ADAL" clId="{5884D03D-678F-4BD0-8E64-38F67B5F812A}" dt="2021-09-01T10:43:17.113" v="2" actId="478"/>
            <ac:spMkLst>
              <pc:docMk/>
              <pc:sldMasterMk cId="2379760159" sldId="2147483674"/>
              <pc:sldLayoutMk cId="20899821" sldId="2147483678"/>
              <ac:spMk id="59" creationId="{00000000-0000-0000-0000-000000000000}"/>
            </ac:spMkLst>
          </pc:spChg>
          <pc:spChg chg="del">
            <ac:chgData name="Natale, Luigi" userId="0bb35f83-ebdf-4526-ae9a-c3e8393a1d1b" providerId="ADAL" clId="{5884D03D-678F-4BD0-8E64-38F67B5F812A}" dt="2021-09-01T10:43:17.113" v="2" actId="478"/>
            <ac:spMkLst>
              <pc:docMk/>
              <pc:sldMasterMk cId="2379760159" sldId="2147483674"/>
              <pc:sldLayoutMk cId="20899821" sldId="2147483678"/>
              <ac:spMk id="60" creationId="{00000000-0000-0000-0000-000000000000}"/>
            </ac:spMkLst>
          </pc:spChg>
          <pc:spChg chg="del">
            <ac:chgData name="Natale, Luigi" userId="0bb35f83-ebdf-4526-ae9a-c3e8393a1d1b" providerId="ADAL" clId="{5884D03D-678F-4BD0-8E64-38F67B5F812A}" dt="2021-09-01T10:43:17.113" v="2" actId="478"/>
            <ac:spMkLst>
              <pc:docMk/>
              <pc:sldMasterMk cId="2379760159" sldId="2147483674"/>
              <pc:sldLayoutMk cId="20899821" sldId="2147483678"/>
              <ac:spMk id="61" creationId="{00000000-0000-0000-0000-000000000000}"/>
            </ac:spMkLst>
          </pc:spChg>
        </pc:sldLayoutChg>
      </pc:sldMasterChg>
    </pc:docChg>
  </pc:docChgLst>
  <pc:docChgLst>
    <pc:chgData name="Massimo Orazio Spata" userId="cc365b76-c41f-4401-a5bc-1d5b99d6e750" providerId="ADAL" clId="{067C4647-EC93-4114-BDB9-0A7972A65FAA}"/>
    <pc:docChg chg="modSld">
      <pc:chgData name="Massimo Orazio Spata" userId="cc365b76-c41f-4401-a5bc-1d5b99d6e750" providerId="ADAL" clId="{067C4647-EC93-4114-BDB9-0A7972A65FAA}" dt="2023-02-01T10:11:22.241" v="1" actId="1076"/>
      <pc:docMkLst>
        <pc:docMk/>
      </pc:docMkLst>
      <pc:sldChg chg="addSp modSp mod">
        <pc:chgData name="Massimo Orazio Spata" userId="cc365b76-c41f-4401-a5bc-1d5b99d6e750" providerId="ADAL" clId="{067C4647-EC93-4114-BDB9-0A7972A65FAA}" dt="2023-02-01T10:11:22.241" v="1" actId="1076"/>
        <pc:sldMkLst>
          <pc:docMk/>
          <pc:sldMk cId="0" sldId="286"/>
        </pc:sldMkLst>
        <pc:spChg chg="add mod">
          <ac:chgData name="Massimo Orazio Spata" userId="cc365b76-c41f-4401-a5bc-1d5b99d6e750" providerId="ADAL" clId="{067C4647-EC93-4114-BDB9-0A7972A65FAA}" dt="2023-02-01T10:11:22.241" v="1" actId="1076"/>
          <ac:spMkLst>
            <pc:docMk/>
            <pc:sldMk cId="0" sldId="286"/>
            <ac:spMk id="5" creationId="{B7794ECC-2E3A-409D-A656-CFCB111E127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it-IT" sz="4400" b="0" strike="noStrike" spc="-1">
                <a:latin typeface="Arial"/>
              </a:rPr>
              <a:t>Click to move the slide</a:t>
            </a: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it-IT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9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it-IT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94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it-IT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95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it-IT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96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271780CE-E561-411B-B9E2-349CAB88B5E0}" type="slidenum">
              <a:rPr lang="it-IT" sz="1400" b="0" strike="noStrike" spc="-1">
                <a:latin typeface="Times New Roman"/>
              </a:rPr>
              <a:t>‹N›</a:t>
            </a:fld>
            <a:endParaRPr lang="it-IT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Shape 1"/>
          <p:cNvSpPr txBox="1"/>
          <p:nvPr/>
        </p:nvSpPr>
        <p:spPr>
          <a:xfrm>
            <a:off x="3886200" y="873108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691A6927-7EC0-4837-8C9E-FE19125D3E56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</a:t>
            </a:fld>
            <a:endParaRPr lang="it-IT" sz="1200" b="0" strike="noStrike" spc="-1">
              <a:latin typeface="Times New Roman"/>
            </a:endParaRPr>
          </a:p>
        </p:txBody>
      </p:sp>
      <p:sp>
        <p:nvSpPr>
          <p:cNvPr id="16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31888" y="688975"/>
            <a:ext cx="4594225" cy="3446463"/>
          </a:xfrm>
          <a:prstGeom prst="rect">
            <a:avLst/>
          </a:prstGeom>
        </p:spPr>
      </p:sp>
      <p:sp>
        <p:nvSpPr>
          <p:cNvPr id="169" name="PlaceHolder 3"/>
          <p:cNvSpPr>
            <a:spLocks noGrp="1"/>
          </p:cNvSpPr>
          <p:nvPr>
            <p:ph type="body"/>
          </p:nvPr>
        </p:nvSpPr>
        <p:spPr>
          <a:xfrm>
            <a:off x="914400" y="4365720"/>
            <a:ext cx="5028840" cy="413496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it-IT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stomShape 1">
            <a:extLst>
              <a:ext uri="{FF2B5EF4-FFF2-40B4-BE49-F238E27FC236}">
                <a16:creationId xmlns:a16="http://schemas.microsoft.com/office/drawing/2014/main" id="{39337AFF-2B3D-43A8-B024-4B73D336750A}"/>
              </a:ext>
            </a:extLst>
          </p:cNvPr>
          <p:cNvSpPr/>
          <p:nvPr userDrawn="1"/>
        </p:nvSpPr>
        <p:spPr>
          <a:xfrm>
            <a:off x="0" y="0"/>
            <a:ext cx="9144000" cy="456120"/>
          </a:xfrm>
          <a:prstGeom prst="rect">
            <a:avLst/>
          </a:prstGeom>
          <a:solidFill>
            <a:srgbClr val="2893D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it-IT" sz="2400" b="1" strike="noStrike" spc="0" dirty="0">
                <a:solidFill>
                  <a:srgbClr val="FFFFFF"/>
                </a:solidFill>
                <a:latin typeface="Tahoma"/>
                <a:ea typeface="Tahoma"/>
              </a:rPr>
              <a:t>Capitolo 10. Flussi e file: libreria standard di I/O</a:t>
            </a:r>
            <a:endParaRPr lang="it-IT" sz="2400" b="0" strike="noStrike" spc="0" dirty="0">
              <a:latin typeface="Arial"/>
            </a:endParaRPr>
          </a:p>
        </p:txBody>
      </p:sp>
      <p:sp>
        <p:nvSpPr>
          <p:cNvPr id="9" name="Line 2">
            <a:extLst>
              <a:ext uri="{FF2B5EF4-FFF2-40B4-BE49-F238E27FC236}">
                <a16:creationId xmlns:a16="http://schemas.microsoft.com/office/drawing/2014/main" id="{15AE6D9E-DF10-40C5-8429-9386A2B34B28}"/>
              </a:ext>
            </a:extLst>
          </p:cNvPr>
          <p:cNvSpPr/>
          <p:nvPr userDrawn="1"/>
        </p:nvSpPr>
        <p:spPr>
          <a:xfrm>
            <a:off x="0" y="444170"/>
            <a:ext cx="7808760" cy="0"/>
          </a:xfrm>
          <a:prstGeom prst="line">
            <a:avLst/>
          </a:prstGeom>
          <a:ln w="9360">
            <a:solidFill>
              <a:schemeClr val="tx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 dirty="0"/>
          </a:p>
        </p:txBody>
      </p:sp>
      <p:pic>
        <p:nvPicPr>
          <p:cNvPr id="10" name="Immagine 2">
            <a:extLst>
              <a:ext uri="{FF2B5EF4-FFF2-40B4-BE49-F238E27FC236}">
                <a16:creationId xmlns:a16="http://schemas.microsoft.com/office/drawing/2014/main" id="{34C3AAF7-DEFB-44BD-A9A4-FB105D3862A8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7782120" y="0"/>
            <a:ext cx="1361880" cy="1924560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675761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2">
            <a:extLst>
              <a:ext uri="{FF2B5EF4-FFF2-40B4-BE49-F238E27FC236}">
                <a16:creationId xmlns:a16="http://schemas.microsoft.com/office/drawing/2014/main" id="{2C852528-98ED-4EF8-94D2-65154EB73827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7782120" y="0"/>
            <a:ext cx="1361880" cy="1924560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205361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99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3"/>
          <p:cNvSpPr/>
          <p:nvPr/>
        </p:nvSpPr>
        <p:spPr>
          <a:xfrm>
            <a:off x="0" y="6453360"/>
            <a:ext cx="9143640" cy="431280"/>
          </a:xfrm>
          <a:prstGeom prst="rect">
            <a:avLst/>
          </a:prstGeom>
          <a:solidFill>
            <a:srgbClr val="2893D1"/>
          </a:solidFill>
          <a:ln w="9360">
            <a:solidFill>
              <a:schemeClr val="tx2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CustomShape 4"/>
          <p:cNvSpPr/>
          <p:nvPr/>
        </p:nvSpPr>
        <p:spPr>
          <a:xfrm>
            <a:off x="59040" y="6472440"/>
            <a:ext cx="4368960" cy="39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it-IT" sz="1000" b="1" strike="noStrike" spc="-1">
                <a:solidFill>
                  <a:srgbClr val="FFFFFF"/>
                </a:solidFill>
                <a:latin typeface="Tahoma"/>
                <a:ea typeface="Tahoma"/>
              </a:rPr>
              <a:t>Fondamenti di programmazione in C++ – Seconda edizione</a:t>
            </a:r>
            <a:br/>
            <a:r>
              <a:rPr lang="it-IT" sz="1000" b="0" strike="noStrike" spc="-1">
                <a:solidFill>
                  <a:srgbClr val="FFFFFF"/>
                </a:solidFill>
                <a:latin typeface="Tahoma"/>
                <a:ea typeface="Tahoma"/>
              </a:rPr>
              <a:t>Luis Joyanes Aguilar, Aldo Franco Dragoni (a cura di)</a:t>
            </a:r>
            <a:endParaRPr lang="it-IT" sz="1000" b="0" strike="noStrike" spc="-1">
              <a:latin typeface="Arial"/>
            </a:endParaRPr>
          </a:p>
        </p:txBody>
      </p:sp>
      <p:sp>
        <p:nvSpPr>
          <p:cNvPr id="4" name="CustomShape 5"/>
          <p:cNvSpPr/>
          <p:nvPr/>
        </p:nvSpPr>
        <p:spPr>
          <a:xfrm>
            <a:off x="6156000" y="6453360"/>
            <a:ext cx="2499120" cy="546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r>
              <a:rPr lang="it-IT" sz="1000" b="1" strike="noStrike" spc="-1">
                <a:solidFill>
                  <a:srgbClr val="FFFFFF"/>
                </a:solidFill>
                <a:latin typeface="Tahoma"/>
                <a:ea typeface="Tahoma"/>
              </a:rPr>
              <a:t>Copyright © 2021</a:t>
            </a:r>
            <a:endParaRPr lang="it-IT" sz="1000" b="0" strike="noStrike" spc="-1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it-IT" sz="1000" b="1" strike="noStrike" spc="-1">
                <a:solidFill>
                  <a:srgbClr val="FFFFFF"/>
                </a:solidFill>
                <a:latin typeface="Tahoma"/>
                <a:ea typeface="Tahoma"/>
              </a:rPr>
              <a:t>McGraw-Hill Education (Italy) S.r.l. </a:t>
            </a:r>
            <a:endParaRPr lang="it-IT" sz="1000" b="0" strike="noStrike" spc="-1">
              <a:latin typeface="Arial"/>
            </a:endParaRPr>
          </a:p>
        </p:txBody>
      </p:sp>
      <p:pic>
        <p:nvPicPr>
          <p:cNvPr id="5" name="Immagine 15" descr="Immagine che contiene segnale, arresto, disegnando, camion&#10;&#10;Descrizione generata automaticamente"/>
          <p:cNvPicPr/>
          <p:nvPr/>
        </p:nvPicPr>
        <p:blipFill>
          <a:blip r:embed="rId5"/>
          <a:stretch/>
        </p:blipFill>
        <p:spPr>
          <a:xfrm>
            <a:off x="8623440" y="6362640"/>
            <a:ext cx="520200" cy="522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79760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CustomShape 1"/>
          <p:cNvSpPr/>
          <p:nvPr/>
        </p:nvSpPr>
        <p:spPr>
          <a:xfrm>
            <a:off x="8317080" y="6093000"/>
            <a:ext cx="647280" cy="431280"/>
          </a:xfrm>
          <a:prstGeom prst="actionButtonBlank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4" name="CustomShape 2"/>
          <p:cNvSpPr/>
          <p:nvPr/>
        </p:nvSpPr>
        <p:spPr>
          <a:xfrm>
            <a:off x="4572000" y="1139299"/>
            <a:ext cx="3619500" cy="316864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it-IT" sz="4000" b="1" strike="noStrike" spc="-1" dirty="0">
                <a:solidFill>
                  <a:srgbClr val="2893D1"/>
                </a:solidFill>
                <a:latin typeface="Calibri"/>
              </a:rPr>
              <a:t>Capitolo 10</a:t>
            </a:r>
            <a:endParaRPr lang="it-IT" sz="40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it-IT" sz="40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it-IT" sz="4000" b="1" spc="-100" dirty="0">
                <a:solidFill>
                  <a:srgbClr val="E21A24"/>
                </a:solidFill>
                <a:latin typeface="Calibri"/>
              </a:rPr>
              <a:t>Flussi e file:</a:t>
            </a:r>
          </a:p>
          <a:p>
            <a:pPr algn="ctr">
              <a:lnSpc>
                <a:spcPct val="100000"/>
              </a:lnSpc>
            </a:pPr>
            <a:r>
              <a:rPr lang="it-IT" sz="4000" b="1" spc="-100" dirty="0">
                <a:solidFill>
                  <a:srgbClr val="E21A24"/>
                </a:solidFill>
                <a:latin typeface="Calibri"/>
              </a:rPr>
              <a:t>libreria standard di Input/Output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40FA196-2483-41FD-A148-0D19FA9F7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636397"/>
            <a:ext cx="3619500" cy="5114925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</p:pic>
      <p:sp>
        <p:nvSpPr>
          <p:cNvPr id="5" name="CasellaDiTesto 1">
            <a:extLst>
              <a:ext uri="{FF2B5EF4-FFF2-40B4-BE49-F238E27FC236}">
                <a16:creationId xmlns:a16="http://schemas.microsoft.com/office/drawing/2014/main" id="{B7794ECC-2E3A-409D-A656-CFCB111E127F}"/>
              </a:ext>
            </a:extLst>
          </p:cNvPr>
          <p:cNvSpPr txBox="1"/>
          <p:nvPr/>
        </p:nvSpPr>
        <p:spPr>
          <a:xfrm>
            <a:off x="4817071" y="4844967"/>
            <a:ext cx="4147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Presenta: Massimo Orazio Spata, PhD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ustomShape 2"/>
          <p:cNvSpPr/>
          <p:nvPr/>
        </p:nvSpPr>
        <p:spPr>
          <a:xfrm>
            <a:off x="252000" y="1553454"/>
            <a:ext cx="7836480" cy="2899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360000" indent="-359640">
              <a:lnSpc>
                <a:spcPct val="100000"/>
              </a:lnSpc>
              <a:buSzPct val="110030"/>
              <a:buBlip>
                <a:blip r:embed="rId2"/>
              </a:buBlip>
            </a:pP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astrazione che rappresenta un flusso di dati che scorre tra un programma produttore ed un programma consumatore</a:t>
            </a:r>
            <a:endParaRPr lang="it-IT" sz="2000" b="0" strike="noStrike" spc="-1" dirty="0">
              <a:latin typeface="Arial"/>
            </a:endParaRPr>
          </a:p>
          <a:p>
            <a:pPr marL="360000" indent="-359640">
              <a:lnSpc>
                <a:spcPct val="100000"/>
              </a:lnSpc>
              <a:buSzPct val="110030"/>
              <a:buBlip>
                <a:blip r:embed="rId2"/>
              </a:buBlip>
            </a:pP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"standard input": corrente di bytes che fluisce (normalmente) dalla tastiera verso un programma in esecuzione sulla CPU</a:t>
            </a:r>
            <a:endParaRPr lang="it-IT" sz="2000" b="0" strike="noStrike" spc="-1" dirty="0">
              <a:latin typeface="Arial"/>
            </a:endParaRPr>
          </a:p>
          <a:p>
            <a:pPr marL="360000" indent="-359640">
              <a:lnSpc>
                <a:spcPct val="100000"/>
              </a:lnSpc>
              <a:buSzPct val="110030"/>
              <a:buBlip>
                <a:blip r:embed="rId2"/>
              </a:buBlip>
            </a:pP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"standard output" come un flusso che scorre dalla CPU verso un dispositivo di uscita</a:t>
            </a:r>
            <a:endParaRPr lang="it-IT" sz="2000" b="0" strike="noStrike" spc="-1" dirty="0">
              <a:latin typeface="Arial"/>
            </a:endParaRPr>
          </a:p>
          <a:p>
            <a:pPr marL="360000" indent="-359640">
              <a:lnSpc>
                <a:spcPct val="100000"/>
              </a:lnSpc>
              <a:buSzPct val="110030"/>
              <a:buBlip>
                <a:blip r:embed="rId2"/>
              </a:buBlip>
            </a:pP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"estrarre da un flusso": ricezione dati da un dispositivo di input</a:t>
            </a:r>
            <a:endParaRPr lang="it-IT" sz="2000" b="0" strike="noStrike" spc="-1" dirty="0">
              <a:latin typeface="Arial"/>
            </a:endParaRPr>
          </a:p>
          <a:p>
            <a:pPr marL="360000" indent="-359640">
              <a:lnSpc>
                <a:spcPct val="100000"/>
              </a:lnSpc>
              <a:buSzPct val="110030"/>
              <a:buBlip>
                <a:blip r:embed="rId2"/>
              </a:buBlip>
            </a:pP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"inserire in un flusso": trasmissione di dati ad un dispositivo di output. </a:t>
            </a:r>
            <a:r>
              <a:rPr lang="it-IT" sz="24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lang="it-IT" sz="2400" b="0" strike="noStrike" spc="-1" dirty="0">
              <a:latin typeface="Arial"/>
            </a:endParaRPr>
          </a:p>
        </p:txBody>
      </p:sp>
      <p:pic>
        <p:nvPicPr>
          <p:cNvPr id="101" name="Immagine 100"/>
          <p:cNvPicPr/>
          <p:nvPr/>
        </p:nvPicPr>
        <p:blipFill>
          <a:blip r:embed="rId3"/>
          <a:stretch/>
        </p:blipFill>
        <p:spPr>
          <a:xfrm>
            <a:off x="1740420" y="4869000"/>
            <a:ext cx="5663160" cy="1495080"/>
          </a:xfrm>
          <a:prstGeom prst="rect">
            <a:avLst/>
          </a:prstGeom>
          <a:ln>
            <a:noFill/>
          </a:ln>
        </p:spPr>
      </p:pic>
      <p:sp>
        <p:nvSpPr>
          <p:cNvPr id="5" name="CustomShape 1">
            <a:extLst>
              <a:ext uri="{FF2B5EF4-FFF2-40B4-BE49-F238E27FC236}">
                <a16:creationId xmlns:a16="http://schemas.microsoft.com/office/drawing/2014/main" id="{D52C066E-6D63-464F-88CE-2FCECE7C0E15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Flusso (stream)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Immagine 101"/>
          <p:cNvPicPr/>
          <p:nvPr/>
        </p:nvPicPr>
        <p:blipFill>
          <a:blip r:embed="rId2"/>
          <a:stretch/>
        </p:blipFill>
        <p:spPr>
          <a:xfrm>
            <a:off x="4824000" y="4104000"/>
            <a:ext cx="4176000" cy="2274120"/>
          </a:xfrm>
          <a:prstGeom prst="rect">
            <a:avLst/>
          </a:prstGeom>
          <a:ln>
            <a:noFill/>
          </a:ln>
        </p:spPr>
      </p:pic>
      <p:sp>
        <p:nvSpPr>
          <p:cNvPr id="104" name="CustomShape 2"/>
          <p:cNvSpPr/>
          <p:nvPr/>
        </p:nvSpPr>
        <p:spPr>
          <a:xfrm>
            <a:off x="174600" y="1351080"/>
            <a:ext cx="8825400" cy="31424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360000" indent="-359640">
              <a:lnSpc>
                <a:spcPct val="100000"/>
              </a:lnSpc>
              <a:buSzPct val="110030"/>
              <a:buBlip>
                <a:blip r:embed="rId3"/>
              </a:buBlip>
            </a:pPr>
            <a:r>
              <a:rPr lang="it-IT" sz="2000" b="0" i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al momento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distribuita su quattro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Arial"/>
                <a:ea typeface="DejaVu Sans"/>
              </a:rPr>
              <a:t>header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files: </a:t>
            </a:r>
            <a:endParaRPr lang="it-IT" sz="2000" b="0" strike="noStrike" spc="-1" dirty="0"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&lt;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iostream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&gt; 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classi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Arial"/>
                <a:ea typeface="DejaVu Sans"/>
              </a:rPr>
              <a:t>istream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,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Arial"/>
                <a:ea typeface="DejaVu Sans"/>
              </a:rPr>
              <a:t>ostream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ed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Arial"/>
                <a:ea typeface="DejaVu Sans"/>
              </a:rPr>
              <a:t>iostream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per le </a:t>
            </a:r>
            <a:br>
              <a:rPr dirty="0"/>
            </a:b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operazioni di I/O con i flussi di input ed output standard, nonché gli oggetti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Arial"/>
                <a:ea typeface="DejaVu Sans"/>
              </a:rPr>
              <a:t>cout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, cin,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Arial"/>
                <a:ea typeface="DejaVu Sans"/>
              </a:rPr>
              <a:t>cerr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e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Arial"/>
                <a:ea typeface="DejaVu Sans"/>
              </a:rPr>
              <a:t>clog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che si utilizzano nella maggior parte dei programmi C++ (Tabella 10.1)</a:t>
            </a:r>
            <a:endParaRPr lang="it-IT" sz="2000" b="0" strike="noStrike" spc="-1" dirty="0"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&lt;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fstream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&gt; 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classi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Arial"/>
                <a:ea typeface="DejaVu Sans"/>
              </a:rPr>
              <a:t>ifstream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,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Arial"/>
                <a:ea typeface="DejaVu Sans"/>
              </a:rPr>
              <a:t>ofstream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ed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Arial"/>
                <a:ea typeface="DejaVu Sans"/>
              </a:rPr>
              <a:t>fstream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per operazioni di I/O su files (memoria di massa).</a:t>
            </a:r>
            <a:endParaRPr lang="it-IT" sz="2000" b="0" strike="noStrike" spc="-1" dirty="0"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&lt;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sstream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&gt; 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classi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Arial"/>
                <a:ea typeface="DejaVu Sans"/>
              </a:rPr>
              <a:t>istringstream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ed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Arial"/>
                <a:ea typeface="DejaVu Sans"/>
              </a:rPr>
              <a:t>ostringstream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lang="it-IT" sz="2000" b="0" strike="noStrike" spc="-1" dirty="0"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&lt;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strstream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&gt; 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classi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Arial"/>
                <a:ea typeface="DejaVu Sans"/>
              </a:rPr>
              <a:t>istrstream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,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Arial"/>
                <a:ea typeface="DejaVu Sans"/>
              </a:rPr>
              <a:t>ostrstream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e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Arial"/>
                <a:ea typeface="DejaVu Sans"/>
              </a:rPr>
              <a:t>strstream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per formattare dati con buffers di caratteri. </a:t>
            </a:r>
            <a:endParaRPr lang="it-IT" sz="2000" b="0" strike="noStrike" spc="-1" dirty="0">
              <a:latin typeface="Arial"/>
            </a:endParaRPr>
          </a:p>
        </p:txBody>
      </p:sp>
      <p:sp>
        <p:nvSpPr>
          <p:cNvPr id="5" name="CustomShape 1">
            <a:extLst>
              <a:ext uri="{FF2B5EF4-FFF2-40B4-BE49-F238E27FC236}">
                <a16:creationId xmlns:a16="http://schemas.microsoft.com/office/drawing/2014/main" id="{BC75E555-DE30-4EA0-90F1-DE8E3C635903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libreria &lt;</a:t>
            </a:r>
            <a:r>
              <a:rPr lang="it-IT" sz="4000" spc="-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Immagine 105"/>
          <p:cNvPicPr/>
          <p:nvPr/>
        </p:nvPicPr>
        <p:blipFill>
          <a:blip r:embed="rId2"/>
          <a:stretch/>
        </p:blipFill>
        <p:spPr>
          <a:xfrm>
            <a:off x="2068485" y="1557000"/>
            <a:ext cx="5007030" cy="4896000"/>
          </a:xfrm>
          <a:prstGeom prst="rect">
            <a:avLst/>
          </a:prstGeom>
          <a:ln>
            <a:noFill/>
          </a:ln>
        </p:spPr>
      </p:pic>
      <p:sp>
        <p:nvSpPr>
          <p:cNvPr id="4" name="CustomShape 1">
            <a:extLst>
              <a:ext uri="{FF2B5EF4-FFF2-40B4-BE49-F238E27FC236}">
                <a16:creationId xmlns:a16="http://schemas.microsoft.com/office/drawing/2014/main" id="{4BDD7519-4EFB-45CE-B090-9EDC0CF69E64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conversione di dati a/da flussi di caratteri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Immagine 107"/>
          <p:cNvPicPr/>
          <p:nvPr/>
        </p:nvPicPr>
        <p:blipFill>
          <a:blip r:embed="rId2"/>
          <a:stretch/>
        </p:blipFill>
        <p:spPr>
          <a:xfrm>
            <a:off x="24840" y="2151360"/>
            <a:ext cx="9143640" cy="2588040"/>
          </a:xfrm>
          <a:prstGeom prst="rect">
            <a:avLst/>
          </a:prstGeom>
          <a:ln>
            <a:noFill/>
          </a:ln>
        </p:spPr>
      </p:pic>
      <p:sp>
        <p:nvSpPr>
          <p:cNvPr id="4" name="CustomShape 1">
            <a:extLst>
              <a:ext uri="{FF2B5EF4-FFF2-40B4-BE49-F238E27FC236}">
                <a16:creationId xmlns:a16="http://schemas.microsoft.com/office/drawing/2014/main" id="{AF9BAD7C-00A5-4532-B639-EBD2E6D1FD22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oggetti di &lt;</a:t>
            </a:r>
            <a:r>
              <a:rPr lang="it-IT" sz="4000" spc="-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CustomShape 2"/>
          <p:cNvSpPr/>
          <p:nvPr/>
        </p:nvSpPr>
        <p:spPr>
          <a:xfrm>
            <a:off x="155520" y="1836720"/>
            <a:ext cx="8700480" cy="25941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360000" indent="-359640">
              <a:lnSpc>
                <a:spcPct val="100000"/>
              </a:lnSpc>
              <a:buSzPct val="110030"/>
              <a:buBlip>
                <a:blip r:embed="rId2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  <a:ea typeface="DejaVu Sans"/>
              </a:rPr>
              <a:t>la classe istream permette di definire un flusso d'input e 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Arial"/>
                <a:ea typeface="DejaVu Sans"/>
              </a:rPr>
              <a:t>contiene metodi per accettare dati in modo formattato e non formattato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</a:t>
            </a:r>
            <a:endParaRPr lang="it-IT" sz="2000" b="0" strike="noStrike" spc="-1">
              <a:latin typeface="Arial"/>
            </a:endParaRPr>
          </a:p>
          <a:p>
            <a:pPr marL="360000" indent="-359640">
              <a:lnSpc>
                <a:spcPct val="100000"/>
              </a:lnSpc>
              <a:buSzPct val="110030"/>
              <a:buBlip>
                <a:blip r:embed="rId2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  <a:ea typeface="DejaVu Sans"/>
              </a:rPr>
              <a:t>per poter effettuare operazioni di input ad alto livello l’estrattore &gt;&gt; è sovraccaricato per tutti i tipi di dato fondamentali del C++: 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char, unsigned char, signed char, short, unsigned short, int, unsigned int, long, unsigned long, float, double, long double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  <a:ea typeface="DejaVu Sans"/>
              </a:rPr>
              <a:t>, stringhe e puntatori.</a:t>
            </a:r>
            <a:r>
              <a:rPr lang="it-IT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lang="it-IT" sz="2400" b="0" strike="noStrike" spc="-1"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CB7493DA-60E0-46B2-B691-C8ECD262C0A9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istream</a:t>
            </a:r>
            <a:endParaRPr lang="it-IT" sz="4000" spc="-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Immagine 111"/>
          <p:cNvPicPr/>
          <p:nvPr/>
        </p:nvPicPr>
        <p:blipFill>
          <a:blip r:embed="rId2"/>
          <a:stretch/>
        </p:blipFill>
        <p:spPr>
          <a:xfrm>
            <a:off x="8280" y="2526120"/>
            <a:ext cx="9143640" cy="1821960"/>
          </a:xfrm>
          <a:prstGeom prst="rect">
            <a:avLst/>
          </a:prstGeom>
          <a:ln>
            <a:noFill/>
          </a:ln>
        </p:spPr>
      </p:pic>
      <p:sp>
        <p:nvSpPr>
          <p:cNvPr id="4" name="CustomShape 1">
            <a:extLst>
              <a:ext uri="{FF2B5EF4-FFF2-40B4-BE49-F238E27FC236}">
                <a16:creationId xmlns:a16="http://schemas.microsoft.com/office/drawing/2014/main" id="{93DEF1A6-0455-4201-B1B9-7B007103F314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indicatori di stato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Immagine 113"/>
          <p:cNvPicPr/>
          <p:nvPr/>
        </p:nvPicPr>
        <p:blipFill>
          <a:blip r:embed="rId2"/>
          <a:stretch/>
        </p:blipFill>
        <p:spPr>
          <a:xfrm>
            <a:off x="24840" y="1544040"/>
            <a:ext cx="9143640" cy="3803040"/>
          </a:xfrm>
          <a:prstGeom prst="rect">
            <a:avLst/>
          </a:prstGeom>
          <a:ln>
            <a:noFill/>
          </a:ln>
        </p:spPr>
      </p:pic>
      <p:sp>
        <p:nvSpPr>
          <p:cNvPr id="4" name="CustomShape 1">
            <a:extLst>
              <a:ext uri="{FF2B5EF4-FFF2-40B4-BE49-F238E27FC236}">
                <a16:creationId xmlns:a16="http://schemas.microsoft.com/office/drawing/2014/main" id="{45FF3ACE-7D96-43D3-8882-9DBA43412337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conversione in output di diversi tipi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Immagine 115"/>
          <p:cNvPicPr/>
          <p:nvPr/>
        </p:nvPicPr>
        <p:blipFill>
          <a:blip r:embed="rId2"/>
          <a:stretch/>
        </p:blipFill>
        <p:spPr>
          <a:xfrm>
            <a:off x="16560" y="1230120"/>
            <a:ext cx="8335440" cy="5218560"/>
          </a:xfrm>
          <a:prstGeom prst="rect">
            <a:avLst/>
          </a:prstGeom>
          <a:ln>
            <a:noFill/>
          </a:ln>
        </p:spPr>
      </p:pic>
      <p:sp>
        <p:nvSpPr>
          <p:cNvPr id="4" name="CustomShape 1">
            <a:extLst>
              <a:ext uri="{FF2B5EF4-FFF2-40B4-BE49-F238E27FC236}">
                <a16:creationId xmlns:a16="http://schemas.microsoft.com/office/drawing/2014/main" id="{27DF7582-D41E-405C-A563-4EFA34E6729F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formattazione dell’output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CustomShape 2"/>
          <p:cNvSpPr/>
          <p:nvPr/>
        </p:nvSpPr>
        <p:spPr>
          <a:xfrm>
            <a:off x="11520" y="1440000"/>
            <a:ext cx="8988480" cy="4758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360000" indent="-359640">
              <a:lnSpc>
                <a:spcPct val="100000"/>
              </a:lnSpc>
              <a:buSzPct val="129502"/>
              <a:buBlip>
                <a:blip r:embed="rId2"/>
              </a:buBlip>
            </a:pPr>
            <a:r>
              <a:rPr lang="it-IT" sz="1700" b="0" strike="noStrike" spc="-1">
                <a:solidFill>
                  <a:srgbClr val="000000"/>
                </a:solidFill>
                <a:latin typeface="Arial"/>
                <a:ea typeface="DejaVu Sans"/>
              </a:rPr>
              <a:t>un file è semplicemente un flusso esterno: una sequenza di bytes in </a:t>
            </a:r>
            <a:br/>
            <a:r>
              <a:rPr lang="it-IT" sz="1700" b="0" strike="noStrike" spc="-1">
                <a:solidFill>
                  <a:srgbClr val="000000"/>
                </a:solidFill>
                <a:latin typeface="Arial"/>
                <a:ea typeface="DejaVu Sans"/>
              </a:rPr>
              <a:t>memoria di massa: se il file viene aperto per scriverci è un flusso di output,</a:t>
            </a:r>
            <a:br/>
            <a:r>
              <a:rPr lang="it-IT" sz="1700" b="0" strike="noStrike" spc="-1">
                <a:solidFill>
                  <a:srgbClr val="000000"/>
                </a:solidFill>
                <a:latin typeface="Arial"/>
                <a:ea typeface="DejaVu Sans"/>
              </a:rPr>
              <a:t>se viene aperto per leggervi dentro è un flusso di input</a:t>
            </a:r>
            <a:endParaRPr lang="it-IT" sz="1700" b="0" strike="noStrike" spc="-1">
              <a:latin typeface="Arial"/>
            </a:endParaRPr>
          </a:p>
          <a:p>
            <a:pPr marL="360000" indent="-359640">
              <a:lnSpc>
                <a:spcPct val="100000"/>
              </a:lnSpc>
              <a:buSzPct val="129502"/>
              <a:buBlip>
                <a:blip r:embed="rId2"/>
              </a:buBlip>
            </a:pPr>
            <a:r>
              <a:rPr lang="it-IT" sz="1700" b="0" strike="noStrike" spc="-1">
                <a:solidFill>
                  <a:srgbClr val="000000"/>
                </a:solidFill>
                <a:latin typeface="Arial"/>
                <a:ea typeface="DejaVu Sans"/>
              </a:rPr>
              <a:t>tre classi:</a:t>
            </a:r>
            <a:endParaRPr lang="it-IT" sz="1700" b="0" strike="noStrike" spc="-1"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7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ifstream</a:t>
            </a:r>
            <a:r>
              <a:rPr lang="it-IT" sz="1700" b="0" strike="noStrike" spc="-1">
                <a:solidFill>
                  <a:srgbClr val="000000"/>
                </a:solidFill>
                <a:latin typeface="Arial"/>
                <a:ea typeface="DejaVu Sans"/>
              </a:rPr>
              <a:t>, per aprire un file di testo in lettura</a:t>
            </a:r>
            <a:endParaRPr lang="it-IT" sz="1700" b="0" strike="noStrike" spc="-1"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7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ofstream</a:t>
            </a:r>
            <a:r>
              <a:rPr lang="it-IT" sz="1700" b="0" strike="noStrike" spc="-1">
                <a:solidFill>
                  <a:srgbClr val="000000"/>
                </a:solidFill>
                <a:latin typeface="Arial"/>
                <a:ea typeface="DejaVu Sans"/>
              </a:rPr>
              <a:t> per aprire un file in scrittura</a:t>
            </a:r>
            <a:endParaRPr lang="it-IT" sz="1700" b="0" strike="noStrike" spc="-1"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7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fstream </a:t>
            </a:r>
            <a:r>
              <a:rPr lang="it-IT" sz="1700" b="0" strike="noStrike" spc="-1">
                <a:solidFill>
                  <a:srgbClr val="000000"/>
                </a:solidFill>
                <a:latin typeface="Arial"/>
                <a:ea typeface="DejaVu Sans"/>
              </a:rPr>
              <a:t>per aprire un file indistintamente</a:t>
            </a:r>
            <a:endParaRPr lang="it-IT" sz="1700" b="0" strike="noStrike" spc="-1">
              <a:latin typeface="Arial"/>
            </a:endParaRPr>
          </a:p>
          <a:p>
            <a:pPr marL="360000" indent="-359640">
              <a:lnSpc>
                <a:spcPct val="100000"/>
              </a:lnSpc>
              <a:buSzPct val="129502"/>
              <a:buBlip>
                <a:blip r:embed="rId2"/>
              </a:buBlip>
            </a:pPr>
            <a:r>
              <a:rPr lang="it-IT" sz="1700" b="0" strike="noStrike" spc="-1">
                <a:solidFill>
                  <a:srgbClr val="000000"/>
                </a:solidFill>
                <a:latin typeface="Arial"/>
                <a:ea typeface="DejaVu Sans"/>
              </a:rPr>
              <a:t>per aprire il file in lettura bisogna dichiarare un oggetto flusso ed associarlo ad un file:</a:t>
            </a:r>
            <a:br/>
            <a:r>
              <a:rPr lang="it-IT" sz="17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ifstream fin ("demo");</a:t>
            </a:r>
            <a:br/>
            <a:r>
              <a:rPr lang="it-IT" sz="1700" b="0" strike="noStrike" spc="-1">
                <a:solidFill>
                  <a:srgbClr val="000000"/>
                </a:solidFill>
                <a:latin typeface="Arial"/>
                <a:ea typeface="DejaVu Sans"/>
              </a:rPr>
              <a:t>l’oggetto si chiama </a:t>
            </a:r>
            <a:r>
              <a:rPr lang="it-IT" sz="17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fin</a:t>
            </a:r>
            <a:r>
              <a:rPr lang="it-IT" sz="1700" b="0" strike="noStrike" spc="-1">
                <a:solidFill>
                  <a:srgbClr val="000000"/>
                </a:solidFill>
                <a:latin typeface="Arial"/>
                <a:ea typeface="DejaVu Sans"/>
              </a:rPr>
              <a:t> ed è associato ad un file il cui nome è "</a:t>
            </a:r>
            <a:r>
              <a:rPr lang="it-IT" sz="17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demo</a:t>
            </a:r>
            <a:r>
              <a:rPr lang="it-IT" sz="1700" b="0" strike="noStrike" spc="-1">
                <a:solidFill>
                  <a:srgbClr val="000000"/>
                </a:solidFill>
                <a:latin typeface="Arial"/>
                <a:ea typeface="DejaVu Sans"/>
              </a:rPr>
              <a:t>"</a:t>
            </a:r>
            <a:endParaRPr lang="it-IT" sz="1700" b="0" strike="noStrike" spc="-1">
              <a:latin typeface="Arial"/>
            </a:endParaRPr>
          </a:p>
          <a:p>
            <a:pPr marL="360000" indent="-359640">
              <a:lnSpc>
                <a:spcPct val="100000"/>
              </a:lnSpc>
              <a:buSzPct val="129502"/>
              <a:buBlip>
                <a:blip r:embed="rId2"/>
              </a:buBlip>
            </a:pPr>
            <a:r>
              <a:rPr lang="it-IT" sz="1700" b="0" strike="noStrike" spc="-1">
                <a:solidFill>
                  <a:srgbClr val="000000"/>
                </a:solidFill>
                <a:latin typeface="Arial"/>
                <a:ea typeface="DejaVu Sans"/>
              </a:rPr>
              <a:t>per aprire il file in scrittura non basta dichiarare un oggetto flusso ed associarlo ad un file ma bisogna specificare anche la modalità d'apertura in un secondo parametro:</a:t>
            </a:r>
            <a:br/>
            <a:r>
              <a:rPr lang="it-IT" sz="17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ofstream fout ("demo", ios::out);</a:t>
            </a:r>
            <a:br/>
            <a:r>
              <a:rPr lang="it-IT" sz="1700" b="0" strike="noStrike" spc="-1">
                <a:solidFill>
                  <a:srgbClr val="000000"/>
                </a:solidFill>
                <a:latin typeface="Arial"/>
                <a:ea typeface="DejaVu Sans"/>
              </a:rPr>
              <a:t>perché un flusso </a:t>
            </a:r>
            <a:r>
              <a:rPr lang="it-IT" sz="17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ofstream</a:t>
            </a:r>
            <a:r>
              <a:rPr lang="it-IT" sz="1700" b="0" strike="noStrike" spc="-1">
                <a:solidFill>
                  <a:srgbClr val="000000"/>
                </a:solidFill>
                <a:latin typeface="Arial"/>
                <a:ea typeface="DejaVu Sans"/>
              </a:rPr>
              <a:t> in scrittura si può aprire in due modi:</a:t>
            </a:r>
            <a:br/>
            <a:r>
              <a:rPr lang="it-IT" sz="17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output (ios::out)</a:t>
            </a:r>
            <a:r>
              <a:rPr lang="it-IT" sz="1700" b="0" strike="noStrike" spc="-1">
                <a:solidFill>
                  <a:srgbClr val="000000"/>
                </a:solidFill>
                <a:latin typeface="Arial"/>
                <a:ea typeface="DejaVu Sans"/>
              </a:rPr>
              <a:t> per sovrascrivere i file</a:t>
            </a:r>
            <a:br/>
            <a:r>
              <a:rPr lang="it-IT" sz="1700" b="0" strike="noStrike" spc="-1">
                <a:solidFill>
                  <a:srgbClr val="000000"/>
                </a:solidFill>
                <a:latin typeface="Arial"/>
                <a:ea typeface="DejaVu Sans"/>
              </a:rPr>
              <a:t>ed </a:t>
            </a:r>
            <a:r>
              <a:rPr lang="it-IT" sz="17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append (ios::app)</a:t>
            </a:r>
            <a:r>
              <a:rPr lang="it-IT" sz="1700" b="0" strike="noStrike" spc="-1">
                <a:solidFill>
                  <a:srgbClr val="000000"/>
                </a:solidFill>
                <a:latin typeface="Arial"/>
                <a:ea typeface="DejaVu Sans"/>
              </a:rPr>
              <a:t>.per continuare a scrivere nel file dopo la fine</a:t>
            </a:r>
            <a:endParaRPr lang="it-IT" sz="1700" b="0" strike="noStrike" spc="-1">
              <a:latin typeface="Arial"/>
            </a:endParaRPr>
          </a:p>
          <a:p>
            <a:pPr marL="360000" indent="-359640">
              <a:lnSpc>
                <a:spcPct val="100000"/>
              </a:lnSpc>
              <a:buSzPct val="129502"/>
              <a:buBlip>
                <a:blip r:embed="rId2"/>
              </a:buBlip>
            </a:pPr>
            <a:r>
              <a:rPr lang="it-IT" sz="1700" b="0" strike="noStrike" spc="-1">
                <a:solidFill>
                  <a:srgbClr val="000000"/>
                </a:solidFill>
                <a:latin typeface="Arial"/>
                <a:ea typeface="DejaVu Sans"/>
              </a:rPr>
              <a:t>per default, un file ofstream si apre in modo output:</a:t>
            </a:r>
            <a:br/>
            <a:r>
              <a:rPr lang="it-IT" sz="17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ofstream fout ("demo");</a:t>
            </a:r>
            <a:endParaRPr lang="it-IT" sz="1700" b="0" strike="noStrike" spc="-1"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BDB768B1-7823-4C91-AACA-7CDD94D07DB1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I/O da file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2"/>
          <p:cNvSpPr/>
          <p:nvPr/>
        </p:nvSpPr>
        <p:spPr>
          <a:xfrm>
            <a:off x="11520" y="1440000"/>
            <a:ext cx="8988480" cy="3531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360000" indent="-359640">
              <a:lnSpc>
                <a:spcPct val="100000"/>
              </a:lnSpc>
              <a:buSzPct val="129502"/>
              <a:buBlip>
                <a:blip r:embed="rId2"/>
              </a:buBlip>
            </a:pPr>
            <a:r>
              <a:rPr lang="it-IT" sz="1700" b="0" strike="noStrike" spc="-1">
                <a:solidFill>
                  <a:srgbClr val="000000"/>
                </a:solidFill>
                <a:latin typeface="Arial"/>
                <a:ea typeface="DejaVu Sans"/>
              </a:rPr>
              <a:t>le modalità di apertura sono comunque varie</a:t>
            </a:r>
            <a:endParaRPr lang="it-IT" sz="1700" b="0" strike="noStrike" spc="-1">
              <a:latin typeface="Arial"/>
            </a:endParaRPr>
          </a:p>
        </p:txBody>
      </p:sp>
      <p:pic>
        <p:nvPicPr>
          <p:cNvPr id="121" name="Immagine 120"/>
          <p:cNvPicPr/>
          <p:nvPr/>
        </p:nvPicPr>
        <p:blipFill>
          <a:blip r:embed="rId3"/>
          <a:stretch/>
        </p:blipFill>
        <p:spPr>
          <a:xfrm>
            <a:off x="24840" y="1800000"/>
            <a:ext cx="9143640" cy="4522320"/>
          </a:xfrm>
          <a:prstGeom prst="rect">
            <a:avLst/>
          </a:prstGeom>
          <a:ln>
            <a:noFill/>
          </a:ln>
        </p:spPr>
      </p:pic>
      <p:sp>
        <p:nvSpPr>
          <p:cNvPr id="5" name="CustomShape 1">
            <a:extLst>
              <a:ext uri="{FF2B5EF4-FFF2-40B4-BE49-F238E27FC236}">
                <a16:creationId xmlns:a16="http://schemas.microsoft.com/office/drawing/2014/main" id="{6F2033EA-ED13-4D3C-9946-EEC6A01831FF}"/>
              </a:ext>
            </a:extLst>
          </p:cNvPr>
          <p:cNvSpPr/>
          <p:nvPr/>
        </p:nvSpPr>
        <p:spPr>
          <a:xfrm>
            <a:off x="180000" y="836613"/>
            <a:ext cx="756065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valori dell’argomento modo di open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2"/>
          <p:cNvSpPr/>
          <p:nvPr/>
        </p:nvSpPr>
        <p:spPr>
          <a:xfrm>
            <a:off x="11520" y="1440000"/>
            <a:ext cx="8988480" cy="31424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360000" indent="-359640">
              <a:lnSpc>
                <a:spcPct val="100000"/>
              </a:lnSpc>
              <a:buSzPct val="110030"/>
              <a:buBlip>
                <a:blip r:embed="rId2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  <a:ea typeface="DejaVu Sans"/>
              </a:rPr>
              <a:t>files che rappresentano immagini, suoni o filmati, non sono file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Arial"/>
                <a:ea typeface="DejaVu Sans"/>
              </a:rPr>
              <a:t>di testo, ovvero i bytes non sono pensati per rappresentare testo</a:t>
            </a:r>
            <a:br/>
            <a:br/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</a:t>
            </a:r>
            <a:endParaRPr lang="it-IT" sz="2000" b="0" strike="noStrike" spc="-1">
              <a:latin typeface="Arial"/>
            </a:endParaRPr>
          </a:p>
          <a:p>
            <a:pPr marL="360000" indent="-359640">
              <a:lnSpc>
                <a:spcPct val="100000"/>
              </a:lnSpc>
              <a:buSzPct val="110030"/>
              <a:buBlip>
                <a:blip r:embed="rId2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  <a:ea typeface="DejaVu Sans"/>
              </a:rPr>
              <a:t>Per scrivere e leggere dati in formato binario da/a un file si utilizzano le funzioni:</a:t>
            </a:r>
            <a:endParaRPr lang="it-IT" sz="2000" b="0" strike="noStrike" spc="-1"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put()</a:t>
            </a:r>
            <a:endParaRPr lang="it-IT" sz="2000" b="0" strike="noStrike" spc="-1"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get()</a:t>
            </a:r>
            <a:endParaRPr lang="it-IT" sz="2000" b="0" strike="noStrike" spc="-1"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read()</a:t>
            </a:r>
            <a:endParaRPr lang="it-IT" sz="2000" b="0" strike="noStrike" spc="-1"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write()</a:t>
            </a:r>
            <a:endParaRPr lang="it-IT" sz="2000" b="0" strike="noStrike" spc="-1"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292C3D46-8C0F-4AF9-B360-47EBF70EE3D9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I/O binario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CustomShape 2"/>
          <p:cNvSpPr/>
          <p:nvPr/>
        </p:nvSpPr>
        <p:spPr>
          <a:xfrm>
            <a:off x="11520" y="1440000"/>
            <a:ext cx="8988480" cy="25333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360000" indent="-359640">
              <a:lnSpc>
                <a:spcPct val="100000"/>
              </a:lnSpc>
              <a:buSzPct val="110030"/>
              <a:buBlip>
                <a:blip r:embed="rId2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  <a:ea typeface="DejaVu Sans"/>
              </a:rPr>
              <a:t>si può accedere direttamente ai singoli bytes dei flussi files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Arial"/>
                <a:ea typeface="DejaVu Sans"/>
              </a:rPr>
              <a:t>tramite le funzioni:</a:t>
            </a:r>
            <a:endParaRPr lang="it-IT" sz="2000" b="0" strike="noStrike" spc="-1"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seekg()</a:t>
            </a:r>
            <a:endParaRPr lang="it-IT" sz="2000" b="0" strike="noStrike" spc="-1"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tellg()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Arial"/>
                <a:ea typeface="DejaVu Sans"/>
              </a:rPr>
              <a:t>con la seguente sintassi:</a:t>
            </a:r>
            <a:br/>
            <a:r>
              <a:rPr lang="pt-PT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istream&amp; seekg (streampos </a:t>
            </a:r>
            <a:r>
              <a:rPr lang="pt-PT" sz="2000" b="0" i="1" strike="noStrike" spc="-1">
                <a:solidFill>
                  <a:srgbClr val="000000"/>
                </a:solidFill>
                <a:latin typeface="Courier New"/>
                <a:ea typeface="Courier-Oblique;Courier New"/>
              </a:rPr>
              <a:t>pos</a:t>
            </a:r>
            <a:r>
              <a:rPr lang="pt-PT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);</a:t>
            </a:r>
            <a:br/>
            <a:r>
              <a:rPr lang="en-GB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istream&amp; seekg (streamoff </a:t>
            </a:r>
            <a:r>
              <a:rPr lang="en-GB" sz="2000" b="0" i="1" strike="noStrike" spc="-1">
                <a:solidFill>
                  <a:srgbClr val="000000"/>
                </a:solidFill>
                <a:latin typeface="Courier New"/>
                <a:ea typeface="Courier-Oblique;Courier New"/>
              </a:rPr>
              <a:t>scostamento</a:t>
            </a:r>
            <a:r>
              <a:rPr lang="en-GB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, seekdir </a:t>
            </a:r>
            <a:r>
              <a:rPr lang="en-GB" sz="2000" b="0" i="1" strike="noStrike" spc="-1">
                <a:solidFill>
                  <a:srgbClr val="000000"/>
                </a:solidFill>
                <a:latin typeface="Courier New"/>
                <a:ea typeface="Courier-Oblique;Courier New"/>
              </a:rPr>
              <a:t>ind</a:t>
            </a:r>
            <a:r>
              <a:rPr lang="en-GB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);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streampos tellg();</a:t>
            </a:r>
            <a:endParaRPr lang="it-IT" sz="2000" b="0" strike="noStrike" spc="-1"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05E90038-1C8F-4E16-8FE8-29B9E8198164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accesso diretto al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9CE4ACF4375A4C8C0602FFE49177BE" ma:contentTypeVersion="5" ma:contentTypeDescription="Create a new document." ma:contentTypeScope="" ma:versionID="7207673d943e77c3e21551770f22c0dc">
  <xsd:schema xmlns:xsd="http://www.w3.org/2001/XMLSchema" xmlns:xs="http://www.w3.org/2001/XMLSchema" xmlns:p="http://schemas.microsoft.com/office/2006/metadata/properties" xmlns:ns2="9f742c12-864c-4ce5-b6f6-1feb9fbefa8b" xmlns:ns3="368b7124-ee9b-43bd-a59a-62348eb2d076" targetNamespace="http://schemas.microsoft.com/office/2006/metadata/properties" ma:root="true" ma:fieldsID="aab122e10e6ef58c18a75fb2e17105de" ns2:_="" ns3:_="">
    <xsd:import namespace="9f742c12-864c-4ce5-b6f6-1feb9fbefa8b"/>
    <xsd:import namespace="368b7124-ee9b-43bd-a59a-62348eb2d0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742c12-864c-4ce5-b6f6-1feb9fbefa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8b7124-ee9b-43bd-a59a-62348eb2d07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E073C10-A48A-4D07-BEFC-A613AE1AC538}"/>
</file>

<file path=customXml/itemProps2.xml><?xml version="1.0" encoding="utf-8"?>
<ds:datastoreItem xmlns:ds="http://schemas.openxmlformats.org/officeDocument/2006/customXml" ds:itemID="{F1D9557F-6E47-45DB-B052-B557C3CC51A2}"/>
</file>

<file path=customXml/itemProps3.xml><?xml version="1.0" encoding="utf-8"?>
<ds:datastoreItem xmlns:ds="http://schemas.openxmlformats.org/officeDocument/2006/customXml" ds:itemID="{3F0AA689-A911-4C86-BBA0-55D673B2131A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658</Words>
  <Application>Microsoft Office PowerPoint</Application>
  <PresentationFormat>Presentazione su schermo (4:3)</PresentationFormat>
  <Paragraphs>48</Paragraphs>
  <Slides>13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20" baseType="lpstr">
      <vt:lpstr>Arial</vt:lpstr>
      <vt:lpstr>Calibri</vt:lpstr>
      <vt:lpstr>Courier New</vt:lpstr>
      <vt:lpstr>Tahoma</vt:lpstr>
      <vt:lpstr>Times New Roman</vt:lpstr>
      <vt:lpstr>Wingdings</vt:lpstr>
      <vt:lpstr>1_Office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ucl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Tecnica industriale e commerciale Market-driven Management Professore J.J. Lambin</dc:title>
  <dc:subject/>
  <dc:creator>lambin</dc:creator>
  <dc:description/>
  <cp:lastModifiedBy>Massimo Orazio Spata</cp:lastModifiedBy>
  <cp:revision>325</cp:revision>
  <cp:lastPrinted>1999-03-05T00:48:02Z</cp:lastPrinted>
  <dcterms:created xsi:type="dcterms:W3CDTF">1999-01-19T02:07:12Z</dcterms:created>
  <dcterms:modified xsi:type="dcterms:W3CDTF">2023-02-01T10:11:24Z</dcterms:modified>
  <dc:language>it-IT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ucl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1</vt:i4>
  </property>
  <property fmtid="{D5CDD505-2E9C-101B-9397-08002B2CF9AE}" pid="9" name="PresentationFormat">
    <vt:lpwstr>Presentazione su schermo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</vt:i4>
  </property>
  <property fmtid="{D5CDD505-2E9C-101B-9397-08002B2CF9AE}" pid="13" name="ContentTypeId">
    <vt:lpwstr>0x010100CD9CE4ACF4375A4C8C0602FFE49177BE</vt:lpwstr>
  </property>
</Properties>
</file>