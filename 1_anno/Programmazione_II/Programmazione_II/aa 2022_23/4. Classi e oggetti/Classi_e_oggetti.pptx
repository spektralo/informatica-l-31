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23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6" d="100"/>
          <a:sy n="86" d="100"/>
        </p:scale>
        <p:origin x="1113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e, Luigi" userId="0bb35f83-ebdf-4526-ae9a-c3e8393a1d1b" providerId="ADAL" clId="{5290E45F-0EB9-4DB7-A755-7137562080DC}"/>
    <pc:docChg chg="undo custSel addSld delSld modSld modMainMaster">
      <pc:chgData name="Natale, Luigi" userId="0bb35f83-ebdf-4526-ae9a-c3e8393a1d1b" providerId="ADAL" clId="{5290E45F-0EB9-4DB7-A755-7137562080DC}" dt="2021-09-01T11:03:55.354" v="255" actId="1035"/>
      <pc:docMkLst>
        <pc:docMk/>
      </pc:docMkLst>
      <pc:sldChg chg="del mod chgLayout modNotes">
        <pc:chgData name="Natale, Luigi" userId="0bb35f83-ebdf-4526-ae9a-c3e8393a1d1b" providerId="ADAL" clId="{5290E45F-0EB9-4DB7-A755-7137562080DC}" dt="2021-09-01T10:54:40.952" v="15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5290E45F-0EB9-4DB7-A755-7137562080DC}" dt="2021-09-01T11:03:55.354" v="255" actId="1035"/>
        <pc:sldMkLst>
          <pc:docMk/>
          <pc:sldMk cId="0" sldId="257"/>
        </pc:sldMkLst>
        <pc:spChg chg="add mod">
          <ac:chgData name="Natale, Luigi" userId="0bb35f83-ebdf-4526-ae9a-c3e8393a1d1b" providerId="ADAL" clId="{5290E45F-0EB9-4DB7-A755-7137562080DC}" dt="2021-09-01T11:03:44.921" v="249"/>
          <ac:spMkLst>
            <pc:docMk/>
            <pc:sldMk cId="0" sldId="257"/>
            <ac:spMk id="36" creationId="{4F7116F6-239B-417E-B5FD-41F0FD6A7559}"/>
          </ac:spMkLst>
        </pc:spChg>
        <pc:spChg chg="del mod">
          <ac:chgData name="Natale, Luigi" userId="0bb35f83-ebdf-4526-ae9a-c3e8393a1d1b" providerId="ADAL" clId="{5290E45F-0EB9-4DB7-A755-7137562080DC}" dt="2021-09-01T11:03:46.994" v="250" actId="478"/>
          <ac:spMkLst>
            <pc:docMk/>
            <pc:sldMk cId="0" sldId="257"/>
            <ac:spMk id="99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00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03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05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07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08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09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10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11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12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13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14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15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17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20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23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27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30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31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55.354" v="255" actId="1035"/>
          <ac:spMkLst>
            <pc:docMk/>
            <pc:sldMk cId="0" sldId="257"/>
            <ac:spMk id="13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1:03:38.522" v="248" actId="478"/>
        <pc:sldMkLst>
          <pc:docMk/>
          <pc:sldMk cId="0" sldId="258"/>
        </pc:sldMkLst>
        <pc:spChg chg="add mod">
          <ac:chgData name="Natale, Luigi" userId="0bb35f83-ebdf-4526-ae9a-c3e8393a1d1b" providerId="ADAL" clId="{5290E45F-0EB9-4DB7-A755-7137562080DC}" dt="2021-09-01T11:03:36.571" v="247"/>
          <ac:spMkLst>
            <pc:docMk/>
            <pc:sldMk cId="0" sldId="258"/>
            <ac:spMk id="5" creationId="{F7ED41B9-58CD-4843-BE3C-5E77BF5CAAF4}"/>
          </ac:spMkLst>
        </pc:spChg>
        <pc:spChg chg="del mod">
          <ac:chgData name="Natale, Luigi" userId="0bb35f83-ebdf-4526-ae9a-c3e8393a1d1b" providerId="ADAL" clId="{5290E45F-0EB9-4DB7-A755-7137562080DC}" dt="2021-09-01T11:03:38.522" v="248" actId="478"/>
          <ac:spMkLst>
            <pc:docMk/>
            <pc:sldMk cId="0" sldId="258"/>
            <ac:spMk id="13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1:03:31.362" v="246" actId="478"/>
        <pc:sldMkLst>
          <pc:docMk/>
          <pc:sldMk cId="0" sldId="259"/>
        </pc:sldMkLst>
        <pc:spChg chg="add mod">
          <ac:chgData name="Natale, Luigi" userId="0bb35f83-ebdf-4526-ae9a-c3e8393a1d1b" providerId="ADAL" clId="{5290E45F-0EB9-4DB7-A755-7137562080DC}" dt="2021-09-01T11:03:29.793" v="245"/>
          <ac:spMkLst>
            <pc:docMk/>
            <pc:sldMk cId="0" sldId="259"/>
            <ac:spMk id="4" creationId="{F385ED26-BB9C-4C9E-B8E8-2DB88369DC26}"/>
          </ac:spMkLst>
        </pc:spChg>
        <pc:spChg chg="del mod">
          <ac:chgData name="Natale, Luigi" userId="0bb35f83-ebdf-4526-ae9a-c3e8393a1d1b" providerId="ADAL" clId="{5290E45F-0EB9-4DB7-A755-7137562080DC}" dt="2021-09-01T11:03:31.362" v="246" actId="478"/>
          <ac:spMkLst>
            <pc:docMk/>
            <pc:sldMk cId="0" sldId="259"/>
            <ac:spMk id="13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1:03:24.219" v="244" actId="1035"/>
        <pc:sldMkLst>
          <pc:docMk/>
          <pc:sldMk cId="0" sldId="260"/>
        </pc:sldMkLst>
        <pc:spChg chg="add mod">
          <ac:chgData name="Natale, Luigi" userId="0bb35f83-ebdf-4526-ae9a-c3e8393a1d1b" providerId="ADAL" clId="{5290E45F-0EB9-4DB7-A755-7137562080DC}" dt="2021-09-01T11:03:16.783" v="238"/>
          <ac:spMkLst>
            <pc:docMk/>
            <pc:sldMk cId="0" sldId="260"/>
            <ac:spMk id="4" creationId="{106D5E36-2292-46CE-9EFF-9AAC7202D8D4}"/>
          </ac:spMkLst>
        </pc:spChg>
        <pc:spChg chg="del mod">
          <ac:chgData name="Natale, Luigi" userId="0bb35f83-ebdf-4526-ae9a-c3e8393a1d1b" providerId="ADAL" clId="{5290E45F-0EB9-4DB7-A755-7137562080DC}" dt="2021-09-01T11:03:19.757" v="239" actId="478"/>
          <ac:spMkLst>
            <pc:docMk/>
            <pc:sldMk cId="0" sldId="260"/>
            <ac:spMk id="138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24.219" v="244" actId="1035"/>
          <ac:spMkLst>
            <pc:docMk/>
            <pc:sldMk cId="0" sldId="260"/>
            <ac:spMk id="13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1:03:04.975" v="237" actId="1035"/>
        <pc:sldMkLst>
          <pc:docMk/>
          <pc:sldMk cId="0" sldId="261"/>
        </pc:sldMkLst>
        <pc:spChg chg="add mod">
          <ac:chgData name="Natale, Luigi" userId="0bb35f83-ebdf-4526-ae9a-c3e8393a1d1b" providerId="ADAL" clId="{5290E45F-0EB9-4DB7-A755-7137562080DC}" dt="2021-09-01T11:02:44.157" v="217"/>
          <ac:spMkLst>
            <pc:docMk/>
            <pc:sldMk cId="0" sldId="261"/>
            <ac:spMk id="9" creationId="{DA23AD4A-00C6-4D23-9109-E83DE5FD2D36}"/>
          </ac:spMkLst>
        </pc:spChg>
        <pc:spChg chg="del mod">
          <ac:chgData name="Natale, Luigi" userId="0bb35f83-ebdf-4526-ae9a-c3e8393a1d1b" providerId="ADAL" clId="{5290E45F-0EB9-4DB7-A755-7137562080DC}" dt="2021-09-01T11:02:46.147" v="218" actId="478"/>
          <ac:spMkLst>
            <pc:docMk/>
            <pc:sldMk cId="0" sldId="261"/>
            <ac:spMk id="140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04.975" v="237" actId="1035"/>
          <ac:spMkLst>
            <pc:docMk/>
            <pc:sldMk cId="0" sldId="261"/>
            <ac:spMk id="142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04.975" v="237" actId="1035"/>
          <ac:spMkLst>
            <pc:docMk/>
            <pc:sldMk cId="0" sldId="261"/>
            <ac:spMk id="143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04.975" v="237" actId="1035"/>
          <ac:spMkLst>
            <pc:docMk/>
            <pc:sldMk cId="0" sldId="261"/>
            <ac:spMk id="144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04.975" v="237" actId="1035"/>
          <ac:spMkLst>
            <pc:docMk/>
            <pc:sldMk cId="0" sldId="261"/>
            <ac:spMk id="145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3:04.975" v="237" actId="1035"/>
          <ac:spMkLst>
            <pc:docMk/>
            <pc:sldMk cId="0" sldId="261"/>
            <ac:spMk id="146" creationId="{00000000-0000-0000-0000-000000000000}"/>
          </ac:spMkLst>
        </pc:spChg>
        <pc:picChg chg="mod">
          <ac:chgData name="Natale, Luigi" userId="0bb35f83-ebdf-4526-ae9a-c3e8393a1d1b" providerId="ADAL" clId="{5290E45F-0EB9-4DB7-A755-7137562080DC}" dt="2021-09-01T11:03:04.975" v="237" actId="1035"/>
          <ac:picMkLst>
            <pc:docMk/>
            <pc:sldMk cId="0" sldId="261"/>
            <ac:picMk id="141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5290E45F-0EB9-4DB7-A755-7137562080DC}" dt="2021-09-01T11:02:36.516" v="216" actId="1035"/>
        <pc:sldMkLst>
          <pc:docMk/>
          <pc:sldMk cId="0" sldId="262"/>
        </pc:sldMkLst>
        <pc:spChg chg="add mod">
          <ac:chgData name="Natale, Luigi" userId="0bb35f83-ebdf-4526-ae9a-c3e8393a1d1b" providerId="ADAL" clId="{5290E45F-0EB9-4DB7-A755-7137562080DC}" dt="2021-09-01T11:02:01.865" v="199"/>
          <ac:spMkLst>
            <pc:docMk/>
            <pc:sldMk cId="0" sldId="262"/>
            <ac:spMk id="8" creationId="{E2A45F50-F460-4BF4-9DE3-B15D67FEEAC4}"/>
          </ac:spMkLst>
        </pc:spChg>
        <pc:spChg chg="del mod">
          <ac:chgData name="Natale, Luigi" userId="0bb35f83-ebdf-4526-ae9a-c3e8393a1d1b" providerId="ADAL" clId="{5290E45F-0EB9-4DB7-A755-7137562080DC}" dt="2021-09-01T11:02:04.186" v="200" actId="478"/>
          <ac:spMkLst>
            <pc:docMk/>
            <pc:sldMk cId="0" sldId="262"/>
            <ac:spMk id="147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2:19.516" v="206" actId="14100"/>
          <ac:spMkLst>
            <pc:docMk/>
            <pc:sldMk cId="0" sldId="262"/>
            <ac:spMk id="149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2:36.516" v="216" actId="1035"/>
          <ac:spMkLst>
            <pc:docMk/>
            <pc:sldMk cId="0" sldId="262"/>
            <ac:spMk id="150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2:36.516" v="216" actId="1035"/>
          <ac:spMkLst>
            <pc:docMk/>
            <pc:sldMk cId="0" sldId="262"/>
            <ac:spMk id="152" creationId="{00000000-0000-0000-0000-000000000000}"/>
          </ac:spMkLst>
        </pc:spChg>
        <pc:picChg chg="mod">
          <ac:chgData name="Natale, Luigi" userId="0bb35f83-ebdf-4526-ae9a-c3e8393a1d1b" providerId="ADAL" clId="{5290E45F-0EB9-4DB7-A755-7137562080DC}" dt="2021-09-01T11:02:36.516" v="216" actId="1035"/>
          <ac:picMkLst>
            <pc:docMk/>
            <pc:sldMk cId="0" sldId="262"/>
            <ac:picMk id="148" creationId="{00000000-0000-0000-0000-000000000000}"/>
          </ac:picMkLst>
        </pc:picChg>
        <pc:picChg chg="mod">
          <ac:chgData name="Natale, Luigi" userId="0bb35f83-ebdf-4526-ae9a-c3e8393a1d1b" providerId="ADAL" clId="{5290E45F-0EB9-4DB7-A755-7137562080DC}" dt="2021-09-01T11:02:36.516" v="216" actId="1035"/>
          <ac:picMkLst>
            <pc:docMk/>
            <pc:sldMk cId="0" sldId="262"/>
            <ac:picMk id="151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5290E45F-0EB9-4DB7-A755-7137562080DC}" dt="2021-09-01T11:01:56.098" v="198" actId="1036"/>
        <pc:sldMkLst>
          <pc:docMk/>
          <pc:sldMk cId="0" sldId="263"/>
        </pc:sldMkLst>
        <pc:spChg chg="add mod">
          <ac:chgData name="Natale, Luigi" userId="0bb35f83-ebdf-4526-ae9a-c3e8393a1d1b" providerId="ADAL" clId="{5290E45F-0EB9-4DB7-A755-7137562080DC}" dt="2021-09-01T11:01:48.665" v="193"/>
          <ac:spMkLst>
            <pc:docMk/>
            <pc:sldMk cId="0" sldId="263"/>
            <ac:spMk id="4" creationId="{87E4CCFB-2906-4B27-9527-FC67D1E3A3D8}"/>
          </ac:spMkLst>
        </pc:spChg>
        <pc:spChg chg="del mod">
          <ac:chgData name="Natale, Luigi" userId="0bb35f83-ebdf-4526-ae9a-c3e8393a1d1b" providerId="ADAL" clId="{5290E45F-0EB9-4DB7-A755-7137562080DC}" dt="2021-09-01T11:01:51.430" v="194" actId="478"/>
          <ac:spMkLst>
            <pc:docMk/>
            <pc:sldMk cId="0" sldId="263"/>
            <ac:spMk id="153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1:56.098" v="198" actId="1036"/>
          <ac:spMkLst>
            <pc:docMk/>
            <pc:sldMk cId="0" sldId="263"/>
            <ac:spMk id="154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1:01:42.917" v="192" actId="1036"/>
        <pc:sldMkLst>
          <pc:docMk/>
          <pc:sldMk cId="0" sldId="264"/>
        </pc:sldMkLst>
        <pc:spChg chg="add mod">
          <ac:chgData name="Natale, Luigi" userId="0bb35f83-ebdf-4526-ae9a-c3e8393a1d1b" providerId="ADAL" clId="{5290E45F-0EB9-4DB7-A755-7137562080DC}" dt="2021-09-01T11:01:12.216" v="186"/>
          <ac:spMkLst>
            <pc:docMk/>
            <pc:sldMk cId="0" sldId="264"/>
            <ac:spMk id="4" creationId="{A8E4EA2E-8220-42CF-B935-992CA581EF48}"/>
          </ac:spMkLst>
        </pc:spChg>
        <pc:spChg chg="del mod">
          <ac:chgData name="Natale, Luigi" userId="0bb35f83-ebdf-4526-ae9a-c3e8393a1d1b" providerId="ADAL" clId="{5290E45F-0EB9-4DB7-A755-7137562080DC}" dt="2021-09-01T11:01:15.049" v="187" actId="478"/>
          <ac:spMkLst>
            <pc:docMk/>
            <pc:sldMk cId="0" sldId="264"/>
            <ac:spMk id="155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1:42.917" v="192" actId="1036"/>
          <ac:spMkLst>
            <pc:docMk/>
            <pc:sldMk cId="0" sldId="264"/>
            <ac:spMk id="15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1:01:05.385" v="185" actId="1035"/>
        <pc:sldMkLst>
          <pc:docMk/>
          <pc:sldMk cId="0" sldId="265"/>
        </pc:sldMkLst>
        <pc:spChg chg="add mod">
          <ac:chgData name="Natale, Luigi" userId="0bb35f83-ebdf-4526-ae9a-c3e8393a1d1b" providerId="ADAL" clId="{5290E45F-0EB9-4DB7-A755-7137562080DC}" dt="2021-09-01T11:00:58.934" v="180"/>
          <ac:spMkLst>
            <pc:docMk/>
            <pc:sldMk cId="0" sldId="265"/>
            <ac:spMk id="4" creationId="{F99FDE5B-024A-43C9-A4D9-FF571DE27718}"/>
          </ac:spMkLst>
        </pc:spChg>
        <pc:spChg chg="del mod">
          <ac:chgData name="Natale, Luigi" userId="0bb35f83-ebdf-4526-ae9a-c3e8393a1d1b" providerId="ADAL" clId="{5290E45F-0EB9-4DB7-A755-7137562080DC}" dt="2021-09-01T11:01:00.852" v="181" actId="478"/>
          <ac:spMkLst>
            <pc:docMk/>
            <pc:sldMk cId="0" sldId="265"/>
            <ac:spMk id="157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1:05.385" v="185" actId="1035"/>
          <ac:spMkLst>
            <pc:docMk/>
            <pc:sldMk cId="0" sldId="265"/>
            <ac:spMk id="15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1:00:53.977" v="179" actId="1036"/>
        <pc:sldMkLst>
          <pc:docMk/>
          <pc:sldMk cId="0" sldId="266"/>
        </pc:sldMkLst>
        <pc:spChg chg="add mod">
          <ac:chgData name="Natale, Luigi" userId="0bb35f83-ebdf-4526-ae9a-c3e8393a1d1b" providerId="ADAL" clId="{5290E45F-0EB9-4DB7-A755-7137562080DC}" dt="2021-09-01T11:00:48.613" v="173"/>
          <ac:spMkLst>
            <pc:docMk/>
            <pc:sldMk cId="0" sldId="266"/>
            <ac:spMk id="4" creationId="{14E0AA7B-FFDB-4689-8FB4-3C93E14C9B2F}"/>
          </ac:spMkLst>
        </pc:spChg>
        <pc:spChg chg="del mod">
          <ac:chgData name="Natale, Luigi" userId="0bb35f83-ebdf-4526-ae9a-c3e8393a1d1b" providerId="ADAL" clId="{5290E45F-0EB9-4DB7-A755-7137562080DC}" dt="2021-09-01T11:00:49.980" v="174" actId="478"/>
          <ac:spMkLst>
            <pc:docMk/>
            <pc:sldMk cId="0" sldId="266"/>
            <ac:spMk id="159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0:53.977" v="179" actId="1036"/>
          <ac:spMkLst>
            <pc:docMk/>
            <pc:sldMk cId="0" sldId="266"/>
            <ac:spMk id="16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1:00:41.525" v="172" actId="1035"/>
        <pc:sldMkLst>
          <pc:docMk/>
          <pc:sldMk cId="0" sldId="267"/>
        </pc:sldMkLst>
        <pc:spChg chg="add mod">
          <ac:chgData name="Natale, Luigi" userId="0bb35f83-ebdf-4526-ae9a-c3e8393a1d1b" providerId="ADAL" clId="{5290E45F-0EB9-4DB7-A755-7137562080DC}" dt="2021-09-01T11:00:30.390" v="157"/>
          <ac:spMkLst>
            <pc:docMk/>
            <pc:sldMk cId="0" sldId="267"/>
            <ac:spMk id="4" creationId="{D9334CB2-3194-472F-BA9F-29006E818D9E}"/>
          </ac:spMkLst>
        </pc:spChg>
        <pc:spChg chg="del mod">
          <ac:chgData name="Natale, Luigi" userId="0bb35f83-ebdf-4526-ae9a-c3e8393a1d1b" providerId="ADAL" clId="{5290E45F-0EB9-4DB7-A755-7137562080DC}" dt="2021-09-01T11:00:33.049" v="158" actId="478"/>
          <ac:spMkLst>
            <pc:docMk/>
            <pc:sldMk cId="0" sldId="267"/>
            <ac:spMk id="161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0:41.525" v="172" actId="1035"/>
          <ac:spMkLst>
            <pc:docMk/>
            <pc:sldMk cId="0" sldId="267"/>
            <ac:spMk id="16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1:00:23.017" v="156" actId="1035"/>
        <pc:sldMkLst>
          <pc:docMk/>
          <pc:sldMk cId="0" sldId="268"/>
        </pc:sldMkLst>
        <pc:spChg chg="add mod">
          <ac:chgData name="Natale, Luigi" userId="0bb35f83-ebdf-4526-ae9a-c3e8393a1d1b" providerId="ADAL" clId="{5290E45F-0EB9-4DB7-A755-7137562080DC}" dt="2021-09-01T11:00:23.017" v="156" actId="1035"/>
          <ac:spMkLst>
            <pc:docMk/>
            <pc:sldMk cId="0" sldId="268"/>
            <ac:spMk id="4" creationId="{3886BD27-86CB-4C1F-82BF-F8E365709E54}"/>
          </ac:spMkLst>
        </pc:spChg>
        <pc:spChg chg="del mod">
          <ac:chgData name="Natale, Luigi" userId="0bb35f83-ebdf-4526-ae9a-c3e8393a1d1b" providerId="ADAL" clId="{5290E45F-0EB9-4DB7-A755-7137562080DC}" dt="2021-09-01T10:59:40.367" v="125" actId="478"/>
          <ac:spMkLst>
            <pc:docMk/>
            <pc:sldMk cId="0" sldId="268"/>
            <ac:spMk id="163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1:00:03.820" v="141" actId="1036"/>
          <ac:spMkLst>
            <pc:docMk/>
            <pc:sldMk cId="0" sldId="268"/>
            <ac:spMk id="164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0:59:28.857" v="122" actId="1036"/>
        <pc:sldMkLst>
          <pc:docMk/>
          <pc:sldMk cId="0" sldId="269"/>
        </pc:sldMkLst>
        <pc:spChg chg="add mod">
          <ac:chgData name="Natale, Luigi" userId="0bb35f83-ebdf-4526-ae9a-c3e8393a1d1b" providerId="ADAL" clId="{5290E45F-0EB9-4DB7-A755-7137562080DC}" dt="2021-09-01T10:59:15.274" v="116"/>
          <ac:spMkLst>
            <pc:docMk/>
            <pc:sldMk cId="0" sldId="269"/>
            <ac:spMk id="4" creationId="{3D77D257-3B3F-4D00-BD4D-E247D5827C43}"/>
          </ac:spMkLst>
        </pc:spChg>
        <pc:spChg chg="del mod">
          <ac:chgData name="Natale, Luigi" userId="0bb35f83-ebdf-4526-ae9a-c3e8393a1d1b" providerId="ADAL" clId="{5290E45F-0EB9-4DB7-A755-7137562080DC}" dt="2021-09-01T10:59:18.139" v="117" actId="478"/>
          <ac:spMkLst>
            <pc:docMk/>
            <pc:sldMk cId="0" sldId="269"/>
            <ac:spMk id="165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0:59:28.857" v="122" actId="1036"/>
          <ac:spMkLst>
            <pc:docMk/>
            <pc:sldMk cId="0" sldId="269"/>
            <ac:spMk id="16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0:59:08.905" v="115" actId="1035"/>
        <pc:sldMkLst>
          <pc:docMk/>
          <pc:sldMk cId="0" sldId="270"/>
        </pc:sldMkLst>
        <pc:spChg chg="add mod">
          <ac:chgData name="Natale, Luigi" userId="0bb35f83-ebdf-4526-ae9a-c3e8393a1d1b" providerId="ADAL" clId="{5290E45F-0EB9-4DB7-A755-7137562080DC}" dt="2021-09-01T10:59:08.905" v="115" actId="1035"/>
          <ac:spMkLst>
            <pc:docMk/>
            <pc:sldMk cId="0" sldId="270"/>
            <ac:spMk id="4" creationId="{F1B64A27-0426-4E07-83C9-92EFAEBB7F61}"/>
          </ac:spMkLst>
        </pc:spChg>
        <pc:spChg chg="del mod">
          <ac:chgData name="Natale, Luigi" userId="0bb35f83-ebdf-4526-ae9a-c3e8393a1d1b" providerId="ADAL" clId="{5290E45F-0EB9-4DB7-A755-7137562080DC}" dt="2021-09-01T10:58:56.771" v="111" actId="478"/>
          <ac:spMkLst>
            <pc:docMk/>
            <pc:sldMk cId="0" sldId="270"/>
            <ac:spMk id="167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0:59:04.994" v="112" actId="1036"/>
          <ac:spMkLst>
            <pc:docMk/>
            <pc:sldMk cId="0" sldId="270"/>
            <ac:spMk id="16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0:58:46.317" v="109" actId="1035"/>
        <pc:sldMkLst>
          <pc:docMk/>
          <pc:sldMk cId="0" sldId="271"/>
        </pc:sldMkLst>
        <pc:spChg chg="add mod">
          <ac:chgData name="Natale, Luigi" userId="0bb35f83-ebdf-4526-ae9a-c3e8393a1d1b" providerId="ADAL" clId="{5290E45F-0EB9-4DB7-A755-7137562080DC}" dt="2021-09-01T10:58:46.317" v="109" actId="1035"/>
          <ac:spMkLst>
            <pc:docMk/>
            <pc:sldMk cId="0" sldId="271"/>
            <ac:spMk id="5" creationId="{49E24D08-F2F8-43A0-9714-A96770D2F7B6}"/>
          </ac:spMkLst>
        </pc:spChg>
        <pc:spChg chg="del mod">
          <ac:chgData name="Natale, Luigi" userId="0bb35f83-ebdf-4526-ae9a-c3e8393a1d1b" providerId="ADAL" clId="{5290E45F-0EB9-4DB7-A755-7137562080DC}" dt="2021-09-01T10:58:11.779" v="97" actId="478"/>
          <ac:spMkLst>
            <pc:docMk/>
            <pc:sldMk cId="0" sldId="271"/>
            <ac:spMk id="169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0:58:43.262" v="106" actId="1076"/>
          <ac:spMkLst>
            <pc:docMk/>
            <pc:sldMk cId="0" sldId="271"/>
            <ac:spMk id="170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0:58:29.261" v="103" actId="1035"/>
          <ac:spMkLst>
            <pc:docMk/>
            <pc:sldMk cId="0" sldId="271"/>
            <ac:spMk id="17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0:58:03.219" v="95" actId="1036"/>
        <pc:sldMkLst>
          <pc:docMk/>
          <pc:sldMk cId="0" sldId="272"/>
        </pc:sldMkLst>
        <pc:spChg chg="add mod">
          <ac:chgData name="Natale, Luigi" userId="0bb35f83-ebdf-4526-ae9a-c3e8393a1d1b" providerId="ADAL" clId="{5290E45F-0EB9-4DB7-A755-7137562080DC}" dt="2021-09-01T10:57:57.509" v="91"/>
          <ac:spMkLst>
            <pc:docMk/>
            <pc:sldMk cId="0" sldId="272"/>
            <ac:spMk id="4" creationId="{3F9410B0-D27B-4DD3-8DD2-252B63A04379}"/>
          </ac:spMkLst>
        </pc:spChg>
        <pc:spChg chg="del mod">
          <ac:chgData name="Natale, Luigi" userId="0bb35f83-ebdf-4526-ae9a-c3e8393a1d1b" providerId="ADAL" clId="{5290E45F-0EB9-4DB7-A755-7137562080DC}" dt="2021-09-01T10:57:59.605" v="92" actId="478"/>
          <ac:spMkLst>
            <pc:docMk/>
            <pc:sldMk cId="0" sldId="272"/>
            <ac:spMk id="172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0:58:03.219" v="95" actId="1036"/>
          <ac:spMkLst>
            <pc:docMk/>
            <pc:sldMk cId="0" sldId="272"/>
            <ac:spMk id="17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0:57:51.293" v="90" actId="1035"/>
        <pc:sldMkLst>
          <pc:docMk/>
          <pc:sldMk cId="0" sldId="273"/>
        </pc:sldMkLst>
        <pc:spChg chg="add mod">
          <ac:chgData name="Natale, Luigi" userId="0bb35f83-ebdf-4526-ae9a-c3e8393a1d1b" providerId="ADAL" clId="{5290E45F-0EB9-4DB7-A755-7137562080DC}" dt="2021-09-01T10:57:51.293" v="90" actId="1035"/>
          <ac:spMkLst>
            <pc:docMk/>
            <pc:sldMk cId="0" sldId="273"/>
            <ac:spMk id="4" creationId="{0787E863-BD1A-44C9-B283-4FCFFD42C2DA}"/>
          </ac:spMkLst>
        </pc:spChg>
        <pc:spChg chg="del mod">
          <ac:chgData name="Natale, Luigi" userId="0bb35f83-ebdf-4526-ae9a-c3e8393a1d1b" providerId="ADAL" clId="{5290E45F-0EB9-4DB7-A755-7137562080DC}" dt="2021-09-01T10:57:43.726" v="85" actId="478"/>
          <ac:spMkLst>
            <pc:docMk/>
            <pc:sldMk cId="0" sldId="273"/>
            <ac:spMk id="174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0:57:47.432" v="87" actId="1036"/>
          <ac:spMkLst>
            <pc:docMk/>
            <pc:sldMk cId="0" sldId="273"/>
            <ac:spMk id="17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0:57:35.352" v="83" actId="14100"/>
        <pc:sldMkLst>
          <pc:docMk/>
          <pc:sldMk cId="0" sldId="274"/>
        </pc:sldMkLst>
        <pc:spChg chg="add mod">
          <ac:chgData name="Natale, Luigi" userId="0bb35f83-ebdf-4526-ae9a-c3e8393a1d1b" providerId="ADAL" clId="{5290E45F-0EB9-4DB7-A755-7137562080DC}" dt="2021-09-01T10:57:35.352" v="83" actId="14100"/>
          <ac:spMkLst>
            <pc:docMk/>
            <pc:sldMk cId="0" sldId="274"/>
            <ac:spMk id="4" creationId="{9ACCD492-9BC3-4DC4-AAC9-ABEBE35211DF}"/>
          </ac:spMkLst>
        </pc:spChg>
        <pc:spChg chg="del mod">
          <ac:chgData name="Natale, Luigi" userId="0bb35f83-ebdf-4526-ae9a-c3e8393a1d1b" providerId="ADAL" clId="{5290E45F-0EB9-4DB7-A755-7137562080DC}" dt="2021-09-01T10:57:31.238" v="82" actId="478"/>
          <ac:spMkLst>
            <pc:docMk/>
            <pc:sldMk cId="0" sldId="274"/>
            <ac:spMk id="176" creationId="{00000000-0000-0000-0000-000000000000}"/>
          </ac:spMkLst>
        </pc:spChg>
        <pc:spChg chg="mod">
          <ac:chgData name="Natale, Luigi" userId="0bb35f83-ebdf-4526-ae9a-c3e8393a1d1b" providerId="ADAL" clId="{5290E45F-0EB9-4DB7-A755-7137562080DC}" dt="2021-09-01T10:56:56.743" v="77" actId="108"/>
          <ac:spMkLst>
            <pc:docMk/>
            <pc:sldMk cId="0" sldId="274"/>
            <ac:spMk id="17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0:56:45.786" v="75" actId="6549"/>
        <pc:sldMkLst>
          <pc:docMk/>
          <pc:sldMk cId="0" sldId="275"/>
        </pc:sldMkLst>
        <pc:spChg chg="add mod">
          <ac:chgData name="Natale, Luigi" userId="0bb35f83-ebdf-4526-ae9a-c3e8393a1d1b" providerId="ADAL" clId="{5290E45F-0EB9-4DB7-A755-7137562080DC}" dt="2021-09-01T10:56:45.786" v="75" actId="6549"/>
          <ac:spMkLst>
            <pc:docMk/>
            <pc:sldMk cId="0" sldId="275"/>
            <ac:spMk id="4" creationId="{4C3537A1-724F-46E8-A242-4214761A93ED}"/>
          </ac:spMkLst>
        </pc:spChg>
        <pc:spChg chg="del mod">
          <ac:chgData name="Natale, Luigi" userId="0bb35f83-ebdf-4526-ae9a-c3e8393a1d1b" providerId="ADAL" clId="{5290E45F-0EB9-4DB7-A755-7137562080DC}" dt="2021-09-01T10:56:42.010" v="73" actId="478"/>
          <ac:spMkLst>
            <pc:docMk/>
            <pc:sldMk cId="0" sldId="275"/>
            <ac:spMk id="17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5290E45F-0EB9-4DB7-A755-7137562080DC}" dt="2021-09-01T10:56:32.492" v="71" actId="1036"/>
        <pc:sldMkLst>
          <pc:docMk/>
          <pc:sldMk cId="0" sldId="276"/>
        </pc:sldMkLst>
        <pc:spChg chg="add mod">
          <ac:chgData name="Natale, Luigi" userId="0bb35f83-ebdf-4526-ae9a-c3e8393a1d1b" providerId="ADAL" clId="{5290E45F-0EB9-4DB7-A755-7137562080DC}" dt="2021-09-01T10:56:32.492" v="71" actId="1036"/>
          <ac:spMkLst>
            <pc:docMk/>
            <pc:sldMk cId="0" sldId="276"/>
            <ac:spMk id="13" creationId="{0173B347-F0ED-4D56-8C0B-B4BF748FA5ED}"/>
          </ac:spMkLst>
        </pc:spChg>
        <pc:spChg chg="add del mod">
          <ac:chgData name="Natale, Luigi" userId="0bb35f83-ebdf-4526-ae9a-c3e8393a1d1b" providerId="ADAL" clId="{5290E45F-0EB9-4DB7-A755-7137562080DC}" dt="2021-09-01T10:56:23.558" v="60" actId="478"/>
          <ac:spMkLst>
            <pc:docMk/>
            <pc:sldMk cId="0" sldId="276"/>
            <ac:spMk id="180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5290E45F-0EB9-4DB7-A755-7137562080DC}" dt="2021-09-01T10:54:38.904" v="14" actId="20577"/>
        <pc:sldMkLst>
          <pc:docMk/>
          <pc:sldMk cId="0" sldId="286"/>
        </pc:sldMkLst>
        <pc:spChg chg="mod">
          <ac:chgData name="Natale, Luigi" userId="0bb35f83-ebdf-4526-ae9a-c3e8393a1d1b" providerId="ADAL" clId="{5290E45F-0EB9-4DB7-A755-7137562080DC}" dt="2021-09-01T10:54:38.904" v="14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5290E45F-0EB9-4DB7-A755-7137562080DC}" dt="2021-09-01T10:54:03.567" v="5"/>
        <pc:sldMasterMkLst>
          <pc:docMk/>
          <pc:sldMasterMk cId="3753489717" sldId="2147483674"/>
        </pc:sldMasterMkLst>
        <pc:sldLayoutChg chg="modSp mod">
          <pc:chgData name="Natale, Luigi" userId="0bb35f83-ebdf-4526-ae9a-c3e8393a1d1b" providerId="ADAL" clId="{5290E45F-0EB9-4DB7-A755-7137562080DC}" dt="2021-09-01T10:54:03.567" v="5"/>
          <pc:sldLayoutMkLst>
            <pc:docMk/>
            <pc:sldMasterMk cId="3753489717" sldId="2147483674"/>
            <pc:sldLayoutMk cId="2331783398" sldId="2147483675"/>
          </pc:sldLayoutMkLst>
          <pc:spChg chg="mod">
            <ac:chgData name="Natale, Luigi" userId="0bb35f83-ebdf-4526-ae9a-c3e8393a1d1b" providerId="ADAL" clId="{5290E45F-0EB9-4DB7-A755-7137562080DC}" dt="2021-09-01T10:54:03.567" v="5"/>
            <ac:spMkLst>
              <pc:docMk/>
              <pc:sldMasterMk cId="3753489717" sldId="2147483674"/>
              <pc:sldLayoutMk cId="2331783398" sldId="2147483675"/>
              <ac:spMk id="8" creationId="{39337AFF-2B3D-43A8-B024-4B73D336750A}"/>
            </ac:spMkLst>
          </pc:spChg>
        </pc:sldLayoutChg>
        <pc:sldLayoutChg chg="del">
          <pc:chgData name="Natale, Luigi" userId="0bb35f83-ebdf-4526-ae9a-c3e8393a1d1b" providerId="ADAL" clId="{5290E45F-0EB9-4DB7-A755-7137562080DC}" dt="2021-09-01T10:53:52.922" v="1" actId="2696"/>
          <pc:sldLayoutMkLst>
            <pc:docMk/>
            <pc:sldMasterMk cId="3753489717" sldId="2147483674"/>
            <pc:sldLayoutMk cId="1827701786" sldId="2147483677"/>
          </pc:sldLayoutMkLst>
        </pc:sldLayoutChg>
        <pc:sldLayoutChg chg="delSp mod">
          <pc:chgData name="Natale, Luigi" userId="0bb35f83-ebdf-4526-ae9a-c3e8393a1d1b" providerId="ADAL" clId="{5290E45F-0EB9-4DB7-A755-7137562080DC}" dt="2021-09-01T10:53:54.236" v="2" actId="478"/>
          <pc:sldLayoutMkLst>
            <pc:docMk/>
            <pc:sldMasterMk cId="3753489717" sldId="2147483674"/>
            <pc:sldLayoutMk cId="2064757270" sldId="2147483678"/>
          </pc:sldLayoutMkLst>
          <pc:spChg chg="del">
            <ac:chgData name="Natale, Luigi" userId="0bb35f83-ebdf-4526-ae9a-c3e8393a1d1b" providerId="ADAL" clId="{5290E45F-0EB9-4DB7-A755-7137562080DC}" dt="2021-09-01T10:53:54.236" v="2" actId="478"/>
            <ac:spMkLst>
              <pc:docMk/>
              <pc:sldMasterMk cId="3753489717" sldId="2147483674"/>
              <pc:sldLayoutMk cId="2064757270" sldId="2147483678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5290E45F-0EB9-4DB7-A755-7137562080DC}" dt="2021-09-01T10:53:54.236" v="2" actId="478"/>
            <ac:spMkLst>
              <pc:docMk/>
              <pc:sldMasterMk cId="3753489717" sldId="2147483674"/>
              <pc:sldLayoutMk cId="2064757270" sldId="2147483678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5290E45F-0EB9-4DB7-A755-7137562080DC}" dt="2021-09-01T10:53:54.236" v="2" actId="478"/>
            <ac:spMkLst>
              <pc:docMk/>
              <pc:sldMasterMk cId="3753489717" sldId="2147483674"/>
              <pc:sldLayoutMk cId="2064757270" sldId="2147483678"/>
              <ac:spMk id="61" creationId="{00000000-0000-0000-0000-000000000000}"/>
            </ac:spMkLst>
          </pc:spChg>
        </pc:sldLayoutChg>
      </pc:sldMasterChg>
    </pc:docChg>
  </pc:docChgLst>
  <pc:docChgLst>
    <pc:chgData name="Massimo Orazio Spata" userId="cc365b76-c41f-4401-a5bc-1d5b99d6e750" providerId="ADAL" clId="{EE4758E0-BE5B-4FA8-9056-7E5BEB55A281}"/>
    <pc:docChg chg="modSld">
      <pc:chgData name="Massimo Orazio Spata" userId="cc365b76-c41f-4401-a5bc-1d5b99d6e750" providerId="ADAL" clId="{EE4758E0-BE5B-4FA8-9056-7E5BEB55A281}" dt="2023-02-01T10:11:51.056" v="1" actId="1076"/>
      <pc:docMkLst>
        <pc:docMk/>
      </pc:docMkLst>
      <pc:sldChg chg="addSp modSp mod">
        <pc:chgData name="Massimo Orazio Spata" userId="cc365b76-c41f-4401-a5bc-1d5b99d6e750" providerId="ADAL" clId="{EE4758E0-BE5B-4FA8-9056-7E5BEB55A281}" dt="2023-02-01T10:11:51.056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EE4758E0-BE5B-4FA8-9056-7E5BEB55A281}" dt="2023-02-01T10:11:51.056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1400" b="0" strike="noStrike" spc="-1" dirty="0">
                <a:latin typeface="Times New Roman"/>
              </a:rPr>
              <a:t>&lt;header&gt;</a:t>
            </a:r>
          </a:p>
        </p:txBody>
      </p:sp>
      <p:sp>
        <p:nvSpPr>
          <p:cNvPr id="9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FECDFEBC-EE56-4F43-8B74-C94F4251428F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11. Classi e oggetti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33178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2C852528-98ED-4EF8-94D2-65154EB738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4118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75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3489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11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Classi e oggetti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572000" y="450900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2"/>
          <p:cNvSpPr txBox="1"/>
          <p:nvPr/>
        </p:nvSpPr>
        <p:spPr>
          <a:xfrm>
            <a:off x="2116440" y="2395080"/>
            <a:ext cx="91296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cobol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01" name="TextShape 3"/>
          <p:cNvSpPr txBox="1"/>
          <p:nvPr/>
        </p:nvSpPr>
        <p:spPr>
          <a:xfrm>
            <a:off x="5150160" y="2420640"/>
            <a:ext cx="91296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algol 60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02" name="TextShape 4"/>
          <p:cNvSpPr txBox="1"/>
          <p:nvPr/>
        </p:nvSpPr>
        <p:spPr>
          <a:xfrm>
            <a:off x="5723280" y="3487320"/>
            <a:ext cx="71640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cpl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03" name="TextShape 5"/>
          <p:cNvSpPr txBox="1"/>
          <p:nvPr/>
        </p:nvSpPr>
        <p:spPr>
          <a:xfrm>
            <a:off x="6769800" y="3487320"/>
            <a:ext cx="1224360" cy="315720"/>
          </a:xfrm>
          <a:prstGeom prst="rect">
            <a:avLst/>
          </a:prstGeom>
          <a:solidFill>
            <a:srgbClr val="00AE00">
              <a:alpha val="50000"/>
            </a:srgbClr>
          </a:solidFill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simula 67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04" name="TextShape 6"/>
          <p:cNvSpPr txBox="1"/>
          <p:nvPr/>
        </p:nvSpPr>
        <p:spPr>
          <a:xfrm>
            <a:off x="4433040" y="3487320"/>
            <a:ext cx="91296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algol 68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05" name="TextShape 7"/>
          <p:cNvSpPr txBox="1"/>
          <p:nvPr/>
        </p:nvSpPr>
        <p:spPr>
          <a:xfrm>
            <a:off x="3199680" y="3487320"/>
            <a:ext cx="91296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pascal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06" name="Freeform 8"/>
          <p:cNvSpPr/>
          <p:nvPr/>
        </p:nvSpPr>
        <p:spPr>
          <a:xfrm>
            <a:off x="3587760" y="2763360"/>
            <a:ext cx="4060800" cy="549360"/>
          </a:xfrm>
          <a:custGeom>
            <a:avLst/>
            <a:gdLst/>
            <a:ahLst/>
            <a:cxnLst/>
            <a:rect l="0" t="0" r="r" b="b"/>
            <a:pathLst>
              <a:path w="11280" h="1526">
                <a:moveTo>
                  <a:pt x="0" y="1525"/>
                </a:moveTo>
                <a:lnTo>
                  <a:pt x="0" y="780"/>
                </a:lnTo>
                <a:lnTo>
                  <a:pt x="11279" y="780"/>
                </a:lnTo>
                <a:lnTo>
                  <a:pt x="11279" y="1525"/>
                </a:lnTo>
                <a:moveTo>
                  <a:pt x="5639" y="780"/>
                </a:moveTo>
                <a:lnTo>
                  <a:pt x="5639" y="0"/>
                </a:lnTo>
              </a:path>
            </a:pathLst>
          </a:custGeom>
          <a:ln w="12600">
            <a:solidFill>
              <a:srgbClr val="000000"/>
            </a:solidFill>
            <a:bevel/>
          </a:ln>
        </p:spPr>
      </p:sp>
      <p:sp>
        <p:nvSpPr>
          <p:cNvPr id="107" name="TextShape 9"/>
          <p:cNvSpPr txBox="1"/>
          <p:nvPr/>
        </p:nvSpPr>
        <p:spPr>
          <a:xfrm>
            <a:off x="3857760" y="4503240"/>
            <a:ext cx="76716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ada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08" name="TextShape 10"/>
          <p:cNvSpPr txBox="1"/>
          <p:nvPr/>
        </p:nvSpPr>
        <p:spPr>
          <a:xfrm>
            <a:off x="2392920" y="4503240"/>
            <a:ext cx="118620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modula 2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09" name="Freeform 11"/>
          <p:cNvSpPr/>
          <p:nvPr/>
        </p:nvSpPr>
        <p:spPr>
          <a:xfrm>
            <a:off x="2878560" y="3868200"/>
            <a:ext cx="1488240" cy="549360"/>
          </a:xfrm>
          <a:custGeom>
            <a:avLst/>
            <a:gdLst/>
            <a:ahLst/>
            <a:cxnLst/>
            <a:rect l="0" t="0" r="r" b="b"/>
            <a:pathLst>
              <a:path w="4134" h="1526">
                <a:moveTo>
                  <a:pt x="0" y="1525"/>
                </a:moveTo>
                <a:lnTo>
                  <a:pt x="0" y="780"/>
                </a:lnTo>
                <a:lnTo>
                  <a:pt x="4133" y="780"/>
                </a:lnTo>
                <a:lnTo>
                  <a:pt x="4133" y="1525"/>
                </a:lnTo>
                <a:moveTo>
                  <a:pt x="2084" y="780"/>
                </a:moveTo>
                <a:lnTo>
                  <a:pt x="2084" y="0"/>
                </a:lnTo>
              </a:path>
            </a:pathLst>
          </a:custGeom>
          <a:ln w="12600">
            <a:solidFill>
              <a:srgbClr val="000000"/>
            </a:solidFill>
            <a:bevel/>
          </a:ln>
        </p:spPr>
      </p:sp>
      <p:sp>
        <p:nvSpPr>
          <p:cNvPr id="110" name="TextShape 12"/>
          <p:cNvSpPr txBox="1"/>
          <p:nvPr/>
        </p:nvSpPr>
        <p:spPr>
          <a:xfrm>
            <a:off x="5745600" y="4262040"/>
            <a:ext cx="71640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bcpl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11" name="TextShape 13"/>
          <p:cNvSpPr txBox="1"/>
          <p:nvPr/>
        </p:nvSpPr>
        <p:spPr>
          <a:xfrm>
            <a:off x="6792120" y="4262040"/>
            <a:ext cx="1224360" cy="315720"/>
          </a:xfrm>
          <a:prstGeom prst="rect">
            <a:avLst/>
          </a:prstGeom>
          <a:solidFill>
            <a:srgbClr val="00AE00">
              <a:alpha val="50000"/>
            </a:srgbClr>
          </a:solidFill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smalltalk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12" name="TextShape 14"/>
          <p:cNvSpPr txBox="1"/>
          <p:nvPr/>
        </p:nvSpPr>
        <p:spPr>
          <a:xfrm>
            <a:off x="4745880" y="6065280"/>
            <a:ext cx="716400" cy="315720"/>
          </a:xfrm>
          <a:prstGeom prst="rect">
            <a:avLst/>
          </a:prstGeom>
          <a:solidFill>
            <a:srgbClr val="00AE00">
              <a:alpha val="50000"/>
            </a:srgbClr>
          </a:solidFill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java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13" name="TextShape 15"/>
          <p:cNvSpPr txBox="1"/>
          <p:nvPr/>
        </p:nvSpPr>
        <p:spPr>
          <a:xfrm>
            <a:off x="6694560" y="6040080"/>
            <a:ext cx="1224360" cy="315720"/>
          </a:xfrm>
          <a:prstGeom prst="rect">
            <a:avLst/>
          </a:prstGeom>
          <a:solidFill>
            <a:srgbClr val="00AE00">
              <a:alpha val="50000"/>
            </a:srgbClr>
          </a:solidFill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c++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14" name="TextShape 16"/>
          <p:cNvSpPr txBox="1"/>
          <p:nvPr/>
        </p:nvSpPr>
        <p:spPr>
          <a:xfrm>
            <a:off x="5770080" y="4998600"/>
            <a:ext cx="71640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c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15" name="Line 17"/>
          <p:cNvSpPr/>
          <p:nvPr/>
        </p:nvSpPr>
        <p:spPr>
          <a:xfrm>
            <a:off x="6068880" y="3030120"/>
            <a:ext cx="0" cy="8280"/>
          </a:xfrm>
          <a:prstGeom prst="line">
            <a:avLst/>
          </a:prstGeom>
          <a:ln w="12600">
            <a:solidFill>
              <a:srgbClr val="00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6" name="Line 18"/>
          <p:cNvSpPr/>
          <p:nvPr/>
        </p:nvSpPr>
        <p:spPr>
          <a:xfrm>
            <a:off x="6078960" y="3881160"/>
            <a:ext cx="0" cy="8280"/>
          </a:xfrm>
          <a:prstGeom prst="line">
            <a:avLst/>
          </a:prstGeom>
          <a:ln w="12600">
            <a:solidFill>
              <a:srgbClr val="00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7" name="Line 19"/>
          <p:cNvSpPr/>
          <p:nvPr/>
        </p:nvSpPr>
        <p:spPr>
          <a:xfrm>
            <a:off x="6091200" y="4604760"/>
            <a:ext cx="0" cy="8280"/>
          </a:xfrm>
          <a:prstGeom prst="line">
            <a:avLst/>
          </a:prstGeom>
          <a:ln w="12600">
            <a:solidFill>
              <a:srgbClr val="00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Line 20"/>
          <p:cNvSpPr/>
          <p:nvPr/>
        </p:nvSpPr>
        <p:spPr>
          <a:xfrm>
            <a:off x="4811040" y="3042720"/>
            <a:ext cx="0" cy="8280"/>
          </a:xfrm>
          <a:prstGeom prst="line">
            <a:avLst/>
          </a:prstGeom>
          <a:ln w="12600">
            <a:solidFill>
              <a:srgbClr val="00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Line 21"/>
          <p:cNvSpPr/>
          <p:nvPr/>
        </p:nvSpPr>
        <p:spPr>
          <a:xfrm>
            <a:off x="7627320" y="3830400"/>
            <a:ext cx="0" cy="8280"/>
          </a:xfrm>
          <a:prstGeom prst="line">
            <a:avLst/>
          </a:prstGeom>
          <a:ln w="12600">
            <a:solidFill>
              <a:srgbClr val="00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0" name="Freeform 22"/>
          <p:cNvSpPr/>
          <p:nvPr/>
        </p:nvSpPr>
        <p:spPr>
          <a:xfrm>
            <a:off x="5095440" y="5379480"/>
            <a:ext cx="2134440" cy="549360"/>
          </a:xfrm>
          <a:custGeom>
            <a:avLst/>
            <a:gdLst/>
            <a:ahLst/>
            <a:cxnLst/>
            <a:rect l="0" t="0" r="r" b="b"/>
            <a:pathLst>
              <a:path w="5929" h="1526">
                <a:moveTo>
                  <a:pt x="0" y="1525"/>
                </a:moveTo>
                <a:lnTo>
                  <a:pt x="0" y="780"/>
                </a:lnTo>
                <a:lnTo>
                  <a:pt x="5928" y="780"/>
                </a:lnTo>
                <a:lnTo>
                  <a:pt x="5928" y="1525"/>
                </a:lnTo>
                <a:moveTo>
                  <a:pt x="2964" y="780"/>
                </a:moveTo>
                <a:lnTo>
                  <a:pt x="2964" y="0"/>
                </a:lnTo>
              </a:path>
            </a:pathLst>
          </a:custGeom>
          <a:ln w="12600">
            <a:solidFill>
              <a:srgbClr val="000000"/>
            </a:solidFill>
            <a:bevel/>
          </a:ln>
        </p:spPr>
      </p:sp>
      <p:sp>
        <p:nvSpPr>
          <p:cNvPr id="121" name="Line 23"/>
          <p:cNvSpPr/>
          <p:nvPr/>
        </p:nvSpPr>
        <p:spPr>
          <a:xfrm>
            <a:off x="7210800" y="4655880"/>
            <a:ext cx="0" cy="28440"/>
          </a:xfrm>
          <a:prstGeom prst="line">
            <a:avLst/>
          </a:prstGeom>
          <a:ln w="12600">
            <a:solidFill>
              <a:srgbClr val="00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2" name="TextShape 24"/>
          <p:cNvSpPr txBox="1"/>
          <p:nvPr/>
        </p:nvSpPr>
        <p:spPr>
          <a:xfrm>
            <a:off x="936000" y="2395080"/>
            <a:ext cx="90036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fortran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23" name="TextShape 25"/>
          <p:cNvSpPr txBox="1"/>
          <p:nvPr/>
        </p:nvSpPr>
        <p:spPr>
          <a:xfrm>
            <a:off x="2244600" y="3106440"/>
            <a:ext cx="716400" cy="315720"/>
          </a:xfrm>
          <a:prstGeom prst="rect">
            <a:avLst/>
          </a:prstGeom>
          <a:noFill/>
          <a:ln w="12600">
            <a:solidFill>
              <a:srgbClr val="00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0" strike="noStrike" spc="-1">
                <a:solidFill>
                  <a:srgbClr val="000080"/>
                </a:solidFill>
                <a:latin typeface="Arial"/>
              </a:rPr>
              <a:t>pl1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24" name="Line 26"/>
          <p:cNvSpPr/>
          <p:nvPr/>
        </p:nvSpPr>
        <p:spPr>
          <a:xfrm>
            <a:off x="2577600" y="2725200"/>
            <a:ext cx="0" cy="8280"/>
          </a:xfrm>
          <a:prstGeom prst="line">
            <a:avLst/>
          </a:prstGeom>
          <a:ln w="12600">
            <a:solidFill>
              <a:srgbClr val="00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Line 27"/>
          <p:cNvSpPr/>
          <p:nvPr/>
        </p:nvSpPr>
        <p:spPr>
          <a:xfrm>
            <a:off x="4914000" y="3031560"/>
            <a:ext cx="0" cy="36000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Line 28"/>
          <p:cNvSpPr/>
          <p:nvPr/>
        </p:nvSpPr>
        <p:spPr>
          <a:xfrm>
            <a:off x="6068880" y="3038400"/>
            <a:ext cx="0" cy="36000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Line 29"/>
          <p:cNvSpPr/>
          <p:nvPr/>
        </p:nvSpPr>
        <p:spPr>
          <a:xfrm>
            <a:off x="6095160" y="3802680"/>
            <a:ext cx="0" cy="36000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Line 30"/>
          <p:cNvSpPr/>
          <p:nvPr/>
        </p:nvSpPr>
        <p:spPr>
          <a:xfrm>
            <a:off x="6091200" y="4613040"/>
            <a:ext cx="0" cy="36000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Line 31"/>
          <p:cNvSpPr/>
          <p:nvPr/>
        </p:nvSpPr>
        <p:spPr>
          <a:xfrm>
            <a:off x="7627320" y="3838680"/>
            <a:ext cx="0" cy="36000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Line 32"/>
          <p:cNvSpPr/>
          <p:nvPr/>
        </p:nvSpPr>
        <p:spPr>
          <a:xfrm>
            <a:off x="2577600" y="2746440"/>
            <a:ext cx="0" cy="36000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1" name="Line 33"/>
          <p:cNvSpPr/>
          <p:nvPr/>
        </p:nvSpPr>
        <p:spPr>
          <a:xfrm>
            <a:off x="7630200" y="4577760"/>
            <a:ext cx="0" cy="134640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CustomShape 34"/>
          <p:cNvSpPr/>
          <p:nvPr/>
        </p:nvSpPr>
        <p:spPr>
          <a:xfrm>
            <a:off x="30960" y="1341000"/>
            <a:ext cx="8825040" cy="70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59280">
              <a:lnSpc>
                <a:spcPct val="100000"/>
              </a:lnSpc>
              <a:buSzPct val="11003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incapsulare nella stessa struttura le descrizioni degli elementi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(dati) con le azioni eseguibili su quegli elementi (funzioni)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36" name="CustomShape 1">
            <a:extLst>
              <a:ext uri="{FF2B5EF4-FFF2-40B4-BE49-F238E27FC236}">
                <a16:creationId xmlns:a16="http://schemas.microsoft.com/office/drawing/2014/main" id="{4F7116F6-239B-417E-B5FD-41F0FD6A755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 </a:t>
            </a:r>
            <a:r>
              <a:rPr lang="it-IT" sz="4000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Oriented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2"/>
          <p:cNvSpPr txBox="1"/>
          <p:nvPr/>
        </p:nvSpPr>
        <p:spPr>
          <a:xfrm>
            <a:off x="342000" y="1552680"/>
            <a:ext cx="4725360" cy="405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Times New Roman"/>
                <a:ea typeface="SimSun"/>
              </a:rPr>
              <a:t>insieme di oggetti che condividono </a:t>
            </a:r>
            <a:r>
              <a:rPr lang="it-IT" sz="2600" b="0" i="1" strike="noStrike" spc="-1">
                <a:solidFill>
                  <a:srgbClr val="000000"/>
                </a:solidFill>
                <a:latin typeface="Times New Roman"/>
                <a:ea typeface="SimSun"/>
              </a:rPr>
              <a:t>struttura</a:t>
            </a:r>
            <a:r>
              <a:rPr lang="it-IT" sz="2600" b="0" strike="noStrike" spc="-1">
                <a:solidFill>
                  <a:srgbClr val="000000"/>
                </a:solidFill>
                <a:latin typeface="Times New Roman"/>
                <a:ea typeface="SimSun"/>
              </a:rPr>
              <a:t> e </a:t>
            </a:r>
            <a:r>
              <a:rPr lang="it-IT" sz="2600" b="0" i="1" strike="noStrike" spc="-1">
                <a:solidFill>
                  <a:srgbClr val="000000"/>
                </a:solidFill>
                <a:latin typeface="Times New Roman"/>
                <a:ea typeface="SimSun"/>
              </a:rPr>
              <a:t>comportamento</a:t>
            </a:r>
            <a:br/>
            <a:r>
              <a:rPr lang="it-IT" sz="26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it-IT" sz="2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Times New Roman"/>
                <a:ea typeface="SimSun"/>
              </a:rPr>
              <a:t>contiene la specifica dei dati che descrivono ogni oggetto che ne fa parte (</a:t>
            </a:r>
            <a:r>
              <a:rPr lang="it-IT" sz="2600" b="0" i="1" strike="noStrike" spc="-1">
                <a:solidFill>
                  <a:srgbClr val="000000"/>
                </a:solidFill>
                <a:latin typeface="Times New Roman"/>
                <a:ea typeface="SimSun"/>
              </a:rPr>
              <a:t>attributi</a:t>
            </a:r>
            <a:r>
              <a:rPr lang="it-IT" sz="2600" b="0" strike="noStrike" spc="-1">
                <a:solidFill>
                  <a:srgbClr val="000000"/>
                </a:solidFill>
                <a:latin typeface="Times New Roman"/>
                <a:ea typeface="SimSun"/>
              </a:rPr>
              <a:t>), insieme alla descrizione delle azioni che l'oggetto stesso è capace di eseguire (</a:t>
            </a:r>
            <a:r>
              <a:rPr lang="it-IT" sz="2600" b="0" i="1" strike="noStrike" spc="-1">
                <a:solidFill>
                  <a:srgbClr val="000000"/>
                </a:solidFill>
                <a:latin typeface="Times New Roman"/>
                <a:ea typeface="SimSun"/>
              </a:rPr>
              <a:t>metodi</a:t>
            </a:r>
            <a:r>
              <a:rPr lang="it-IT" sz="2600" b="0" strike="noStrike" spc="-1">
                <a:solidFill>
                  <a:srgbClr val="000000"/>
                </a:solidFill>
                <a:latin typeface="Times New Roman"/>
                <a:ea typeface="SimSun"/>
              </a:rPr>
              <a:t>)</a:t>
            </a:r>
            <a:endParaRPr lang="it-IT" sz="2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endParaRPr lang="it-IT" sz="2600" b="0" strike="noStrike" spc="-1">
              <a:latin typeface="Arial"/>
            </a:endParaRPr>
          </a:p>
        </p:txBody>
      </p:sp>
      <p:pic>
        <p:nvPicPr>
          <p:cNvPr id="135" name="Immagine 134"/>
          <p:cNvPicPr/>
          <p:nvPr/>
        </p:nvPicPr>
        <p:blipFill>
          <a:blip r:embed="rId3"/>
          <a:stretch/>
        </p:blipFill>
        <p:spPr>
          <a:xfrm>
            <a:off x="6053400" y="1655640"/>
            <a:ext cx="2994480" cy="421704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F7ED41B9-58CD-4843-BE3C-5E77BF5CAAF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2"/>
          <p:cNvSpPr txBox="1"/>
          <p:nvPr/>
        </p:nvSpPr>
        <p:spPr>
          <a:xfrm>
            <a:off x="245160" y="1508760"/>
            <a:ext cx="8737920" cy="4768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i="1" strike="noStrike" spc="-1">
                <a:solidFill>
                  <a:srgbClr val="000000"/>
                </a:solidFill>
                <a:latin typeface="Arial"/>
                <a:ea typeface="SimSun"/>
              </a:rPr>
              <a:t>dichiarazione</a:t>
            </a:r>
            <a:endParaRPr lang="it-IT" sz="2600" b="0" strike="noStrike" spc="-1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SimSun"/>
              </a:rPr>
              <a:t>dati</a:t>
            </a:r>
            <a:endParaRPr lang="it-IT" sz="2600" b="0" strike="noStrike" spc="-1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SimSun"/>
              </a:rPr>
              <a:t>metodi accessibili dall’esterno; questi ultimi sono detti </a:t>
            </a:r>
            <a:r>
              <a:rPr lang="it-IT" sz="2600" b="0" i="1" strike="noStrike" spc="-1">
                <a:solidFill>
                  <a:srgbClr val="000000"/>
                </a:solidFill>
                <a:latin typeface="Arial"/>
                <a:ea typeface="SimSun"/>
              </a:rPr>
              <a:t>interfaccia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SimSun"/>
              </a:rPr>
              <a:t> della classe</a:t>
            </a:r>
            <a:endParaRPr lang="it-IT" sz="26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600" b="0" i="1" strike="noStrike" spc="-1">
                <a:solidFill>
                  <a:srgbClr val="000000"/>
                </a:solidFill>
                <a:latin typeface="Arial"/>
                <a:ea typeface="SimSun"/>
              </a:rPr>
              <a:t>definizioni dei metodi</a:t>
            </a:r>
            <a:br/>
            <a:r>
              <a:rPr lang="it-IT" sz="2600" b="0" strike="noStrike" spc="-1">
                <a:solidFill>
                  <a:srgbClr val="000000"/>
                </a:solidFill>
                <a:latin typeface="Arial"/>
                <a:ea typeface="SimSun"/>
              </a:rPr>
              <a:t>descrive l'implementazione dei metodi</a:t>
            </a:r>
            <a:br/>
            <a:r>
              <a:rPr lang="it-IT" sz="2600" b="0" strike="noStrike" spc="-1">
                <a:solidFill>
                  <a:srgbClr val="000000"/>
                </a:solidFill>
                <a:latin typeface="Arial"/>
                <a:ea typeface="SimSun"/>
              </a:rPr>
              <a:t>(anche detti </a:t>
            </a:r>
            <a:r>
              <a:rPr lang="it-IT" sz="2600" b="0" i="1" strike="noStrike" spc="-1">
                <a:solidFill>
                  <a:srgbClr val="000000"/>
                </a:solidFill>
                <a:latin typeface="Arial"/>
                <a:ea typeface="SimSun"/>
              </a:rPr>
              <a:t>funzioni membro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SimSun"/>
              </a:rPr>
              <a:t>)  </a:t>
            </a:r>
            <a:br/>
            <a:br/>
            <a:r>
              <a:rPr lang="es-ES" sz="2000" b="1" strike="noStrike" spc="-1">
                <a:solidFill>
                  <a:srgbClr val="FF0000"/>
                </a:solidFill>
                <a:latin typeface="Courier New"/>
              </a:rPr>
              <a:t>class</a:t>
            </a:r>
            <a:r>
              <a:rPr lang="es-ES" sz="2000" b="0" strike="noStrike" spc="-1">
                <a:solidFill>
                  <a:srgbClr val="0000FF"/>
                </a:solidFill>
                <a:latin typeface="Courier New"/>
              </a:rPr>
              <a:t> </a:t>
            </a:r>
            <a:r>
              <a:rPr lang="es-ES" sz="2000" b="0" i="1" strike="noStrike" spc="-1">
                <a:solidFill>
                  <a:srgbClr val="0000FF"/>
                </a:solidFill>
                <a:latin typeface="Courier New"/>
              </a:rPr>
              <a:t>NomeClasse</a:t>
            </a:r>
            <a:r>
              <a:rPr lang="es-ES" sz="2000" b="0" strike="noStrike" spc="-1">
                <a:solidFill>
                  <a:srgbClr val="0000FF"/>
                </a:solidFill>
                <a:latin typeface="Courier New"/>
              </a:rPr>
              <a:t>  </a:t>
            </a:r>
            <a:r>
              <a:rPr lang="es-ES" sz="2000" b="1" strike="noStrike" spc="-1">
                <a:solidFill>
                  <a:srgbClr val="000000"/>
                </a:solidFill>
                <a:latin typeface="Courier New"/>
              </a:rPr>
              <a:t>{</a:t>
            </a:r>
            <a:br/>
            <a:r>
              <a:rPr lang="es-ES" sz="2000" b="1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es-ES" sz="2000" b="0" i="1" strike="noStrike" spc="-1">
                <a:solidFill>
                  <a:srgbClr val="000000"/>
                </a:solidFill>
                <a:latin typeface="Courier New"/>
              </a:rPr>
              <a:t>dichiarazioni dei dati</a:t>
            </a:r>
            <a:r>
              <a:rPr lang="es-ES" sz="2000" b="0" strike="noStrike" spc="-1">
                <a:solidFill>
                  <a:srgbClr val="000000"/>
                </a:solidFill>
                <a:latin typeface="Courier New"/>
              </a:rPr>
              <a:t>       // attributi</a:t>
            </a:r>
            <a:endParaRPr lang="it-IT" sz="2000" b="0" strike="noStrike" spc="-1">
              <a:latin typeface="Arial"/>
            </a:endParaRPr>
          </a:p>
          <a:p>
            <a:r>
              <a:rPr lang="es-ES" sz="2000" b="0" strike="noStrike" spc="-1">
                <a:solidFill>
                  <a:srgbClr val="000000"/>
                </a:solidFill>
                <a:latin typeface="Courier New"/>
              </a:rPr>
              <a:t>   </a:t>
            </a:r>
            <a:r>
              <a:rPr lang="es-ES" sz="2000" b="0" i="1" strike="noStrike" spc="-1">
                <a:solidFill>
                  <a:srgbClr val="000000"/>
                </a:solidFill>
                <a:latin typeface="Courier New"/>
              </a:rPr>
              <a:t>dichiarazioni</a:t>
            </a:r>
            <a:r>
              <a:rPr lang="es-ES" sz="2000" b="0" strike="noStrike" spc="-1">
                <a:solidFill>
                  <a:srgbClr val="000000"/>
                </a:solidFill>
                <a:latin typeface="Courier New"/>
              </a:rPr>
              <a:t> o </a:t>
            </a:r>
            <a:r>
              <a:rPr lang="es-ES" sz="2000" b="0" i="1" strike="noStrike" spc="-1">
                <a:solidFill>
                  <a:srgbClr val="000000"/>
                </a:solidFill>
                <a:latin typeface="Courier New"/>
              </a:rPr>
              <a:t>definizioni delle funzioni</a:t>
            </a:r>
            <a:r>
              <a:rPr lang="es-ES" sz="2000" b="0" strike="noStrike" spc="-1">
                <a:solidFill>
                  <a:srgbClr val="000000"/>
                </a:solidFill>
                <a:latin typeface="Courier New"/>
              </a:rPr>
              <a:t> // metodi</a:t>
            </a:r>
            <a:br/>
            <a:r>
              <a:rPr lang="es-ES" sz="2000" b="0" strike="noStrike" spc="-1">
                <a:solidFill>
                  <a:srgbClr val="000000"/>
                </a:solidFill>
                <a:latin typeface="Courier New"/>
              </a:rPr>
              <a:t>  </a:t>
            </a:r>
            <a:r>
              <a:rPr lang="es-ES" sz="2000" b="1" strike="noStrike" spc="-1">
                <a:solidFill>
                  <a:srgbClr val="000000"/>
                </a:solidFill>
                <a:latin typeface="Courier New"/>
                <a:ea typeface="SimSun"/>
              </a:rPr>
              <a:t>}</a:t>
            </a:r>
            <a:r>
              <a:rPr lang="es-ES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;</a:t>
            </a:r>
            <a:endParaRPr lang="it-IT" sz="2000" b="0" strike="noStrike" spc="-1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F385ED26-BB9C-4C9E-B8E8-2DB88369DC2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definizione di classe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2"/>
          <p:cNvSpPr txBox="1"/>
          <p:nvPr/>
        </p:nvSpPr>
        <p:spPr>
          <a:xfrm>
            <a:off x="72000" y="1485000"/>
            <a:ext cx="8737920" cy="515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per default, i membri di una classe sono nascosti all'esterno,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cioè, i suoi dati ed i suoi metodi sono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privati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è però possibile controllare la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visibilità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esterna mediante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specificatori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d'accesso:</a:t>
            </a:r>
            <a:br>
              <a:rPr dirty="0"/>
            </a:br>
            <a:r>
              <a:rPr lang="it-IT" sz="2000" b="1" strike="noStrike" spc="-1" dirty="0">
                <a:solidFill>
                  <a:srgbClr val="000000"/>
                </a:solidFill>
                <a:latin typeface="Courier New"/>
                <a:ea typeface="SimSun"/>
              </a:rPr>
              <a:t>class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2000" b="0" i="1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NomeClasse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2000" b="1" strike="noStrike" spc="-1" dirty="0">
                <a:solidFill>
                  <a:srgbClr val="000000"/>
                </a:solidFill>
                <a:latin typeface="Courier New"/>
              </a:rPr>
              <a:t>{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 </a:t>
            </a:r>
            <a:r>
              <a:rPr lang="it-IT" sz="2000" b="1" strike="noStrike" spc="-1" dirty="0">
                <a:solidFill>
                  <a:srgbClr val="FF0000"/>
                </a:solidFill>
                <a:latin typeface="Courier New"/>
              </a:rPr>
              <a:t>public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: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</a:rPr>
              <a:t>   Sezione pubblica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// dichiarazione membri pubblici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 // possono essere acceduti dall’esterno della classe      </a:t>
            </a:r>
            <a:r>
              <a:rPr lang="it-IT" sz="2000" b="1" strike="noStrike" spc="-1" dirty="0" err="1">
                <a:solidFill>
                  <a:srgbClr val="0000FF"/>
                </a:solidFill>
                <a:latin typeface="Courier New"/>
              </a:rPr>
              <a:t>protected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: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</a:rPr>
              <a:t>   Sezione protetta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// dichiarazione membri protetti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 // possono essere acceduti anche da metodi di classi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 // derivate da questa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 </a:t>
            </a:r>
            <a:r>
              <a:rPr lang="it-IT" sz="2000" b="1" strike="noStrike" spc="-1" dirty="0">
                <a:solidFill>
                  <a:srgbClr val="FF0000"/>
                </a:solidFill>
                <a:latin typeface="Courier New"/>
              </a:rPr>
              <a:t>private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: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</a:rPr>
              <a:t>   Sezione privata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// dichiarazione membri privati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 // possono essere acceduti solo dall’interno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1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}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 </a:t>
            </a:r>
            <a:endParaRPr lang="it-IT" sz="20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06D5E36-2292-46CE-9EFF-9AAC7202D8D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specificatori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accesso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Immagine 140"/>
          <p:cNvPicPr/>
          <p:nvPr/>
        </p:nvPicPr>
        <p:blipFill>
          <a:blip r:embed="rId2"/>
          <a:stretch/>
        </p:blipFill>
        <p:spPr>
          <a:xfrm>
            <a:off x="5207040" y="2907000"/>
            <a:ext cx="3827520" cy="3048840"/>
          </a:xfrm>
          <a:prstGeom prst="rect">
            <a:avLst/>
          </a:prstGeom>
          <a:ln>
            <a:noFill/>
          </a:ln>
        </p:spPr>
      </p:pic>
      <p:sp>
        <p:nvSpPr>
          <p:cNvPr id="142" name="TextShape 2"/>
          <p:cNvSpPr txBox="1"/>
          <p:nvPr/>
        </p:nvSpPr>
        <p:spPr>
          <a:xfrm>
            <a:off x="169200" y="1629000"/>
            <a:ext cx="8737920" cy="515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l’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occultamento di dati (information </a:t>
            </a:r>
            <a:r>
              <a:rPr lang="it-IT" sz="2200" b="0" i="1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hiding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)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è una proprietà 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dell'OOP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inerentemente associato al concetto di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incapsulamento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, limita molto gli errori rispetto alla semplice programmazione strutturata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class Semaforo</a:t>
            </a:r>
            <a:br>
              <a:rPr dirty="0"/>
            </a:b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{ public: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void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CambiaIlColore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();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 //...</a:t>
            </a:r>
            <a:br>
              <a:rPr dirty="0"/>
            </a:b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 private: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enum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Colore {VERDE, ROSSO, GIALLO};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 Colore c;</a:t>
            </a:r>
            <a:br>
              <a:rPr dirty="0"/>
            </a:b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};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endParaRPr lang="it-IT" sz="2000" b="0" strike="noStrike" spc="-1" dirty="0">
              <a:latin typeface="Times New Roman"/>
            </a:endParaRPr>
          </a:p>
        </p:txBody>
      </p:sp>
      <p:sp>
        <p:nvSpPr>
          <p:cNvPr id="143" name="CustomShape 3"/>
          <p:cNvSpPr/>
          <p:nvPr/>
        </p:nvSpPr>
        <p:spPr>
          <a:xfrm>
            <a:off x="683640" y="6081840"/>
            <a:ext cx="1512720" cy="302760"/>
          </a:xfrm>
          <a:custGeom>
            <a:avLst/>
            <a:gdLst/>
            <a:ahLst/>
            <a:cxnLst/>
            <a:rect l="0" t="0" r="r" b="b"/>
            <a:pathLst>
              <a:path w="4204" h="843">
                <a:moveTo>
                  <a:pt x="140" y="0"/>
                </a:moveTo>
                <a:lnTo>
                  <a:pt x="140" y="0"/>
                </a:lnTo>
                <a:cubicBezTo>
                  <a:pt x="116" y="0"/>
                  <a:pt x="92" y="6"/>
                  <a:pt x="70" y="19"/>
                </a:cubicBezTo>
                <a:cubicBezTo>
                  <a:pt x="49" y="31"/>
                  <a:pt x="31" y="49"/>
                  <a:pt x="19" y="70"/>
                </a:cubicBezTo>
                <a:cubicBezTo>
                  <a:pt x="6" y="92"/>
                  <a:pt x="0" y="116"/>
                  <a:pt x="0" y="140"/>
                </a:cubicBezTo>
                <a:lnTo>
                  <a:pt x="0" y="701"/>
                </a:lnTo>
                <a:lnTo>
                  <a:pt x="0" y="702"/>
                </a:lnTo>
                <a:cubicBezTo>
                  <a:pt x="0" y="726"/>
                  <a:pt x="6" y="750"/>
                  <a:pt x="19" y="772"/>
                </a:cubicBezTo>
                <a:cubicBezTo>
                  <a:pt x="31" y="793"/>
                  <a:pt x="49" y="811"/>
                  <a:pt x="70" y="823"/>
                </a:cubicBezTo>
                <a:cubicBezTo>
                  <a:pt x="92" y="836"/>
                  <a:pt x="116" y="842"/>
                  <a:pt x="140" y="842"/>
                </a:cubicBezTo>
                <a:lnTo>
                  <a:pt x="4062" y="841"/>
                </a:lnTo>
                <a:lnTo>
                  <a:pt x="4063" y="842"/>
                </a:lnTo>
                <a:cubicBezTo>
                  <a:pt x="4087" y="842"/>
                  <a:pt x="4111" y="836"/>
                  <a:pt x="4133" y="823"/>
                </a:cubicBezTo>
                <a:cubicBezTo>
                  <a:pt x="4154" y="811"/>
                  <a:pt x="4172" y="793"/>
                  <a:pt x="4184" y="772"/>
                </a:cubicBezTo>
                <a:cubicBezTo>
                  <a:pt x="4197" y="750"/>
                  <a:pt x="4203" y="726"/>
                  <a:pt x="4203" y="702"/>
                </a:cubicBezTo>
                <a:lnTo>
                  <a:pt x="4203" y="140"/>
                </a:lnTo>
                <a:lnTo>
                  <a:pt x="4203" y="140"/>
                </a:lnTo>
                <a:lnTo>
                  <a:pt x="4203" y="140"/>
                </a:lnTo>
                <a:cubicBezTo>
                  <a:pt x="4203" y="116"/>
                  <a:pt x="4197" y="92"/>
                  <a:pt x="4184" y="70"/>
                </a:cubicBezTo>
                <a:cubicBezTo>
                  <a:pt x="4172" y="49"/>
                  <a:pt x="4154" y="31"/>
                  <a:pt x="4133" y="19"/>
                </a:cubicBezTo>
                <a:cubicBezTo>
                  <a:pt x="4111" y="6"/>
                  <a:pt x="4087" y="0"/>
                  <a:pt x="4063" y="0"/>
                </a:cubicBezTo>
                <a:lnTo>
                  <a:pt x="140" y="0"/>
                </a:lnTo>
              </a:path>
            </a:pathLst>
          </a:custGeom>
          <a:solidFill>
            <a:srgbClr val="EB613D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4"/>
          <p:cNvSpPr/>
          <p:nvPr/>
        </p:nvSpPr>
        <p:spPr>
          <a:xfrm>
            <a:off x="7608600" y="3740040"/>
            <a:ext cx="1019880" cy="492840"/>
          </a:xfrm>
          <a:custGeom>
            <a:avLst/>
            <a:gdLst/>
            <a:ahLst/>
            <a:cxnLst/>
            <a:rect l="0" t="0" r="r" b="b"/>
            <a:pathLst>
              <a:path w="2835" h="1371">
                <a:moveTo>
                  <a:pt x="228" y="0"/>
                </a:moveTo>
                <a:lnTo>
                  <a:pt x="228" y="0"/>
                </a:lnTo>
                <a:cubicBezTo>
                  <a:pt x="188" y="0"/>
                  <a:pt x="149" y="11"/>
                  <a:pt x="114" y="31"/>
                </a:cubicBezTo>
                <a:cubicBezTo>
                  <a:pt x="79" y="51"/>
                  <a:pt x="51" y="79"/>
                  <a:pt x="31" y="114"/>
                </a:cubicBezTo>
                <a:cubicBezTo>
                  <a:pt x="11" y="149"/>
                  <a:pt x="0" y="188"/>
                  <a:pt x="0" y="228"/>
                </a:cubicBezTo>
                <a:lnTo>
                  <a:pt x="0" y="1141"/>
                </a:lnTo>
                <a:lnTo>
                  <a:pt x="0" y="1142"/>
                </a:lnTo>
                <a:cubicBezTo>
                  <a:pt x="0" y="1182"/>
                  <a:pt x="11" y="1221"/>
                  <a:pt x="31" y="1256"/>
                </a:cubicBezTo>
                <a:cubicBezTo>
                  <a:pt x="51" y="1291"/>
                  <a:pt x="79" y="1319"/>
                  <a:pt x="114" y="1339"/>
                </a:cubicBezTo>
                <a:cubicBezTo>
                  <a:pt x="149" y="1359"/>
                  <a:pt x="188" y="1370"/>
                  <a:pt x="228" y="1370"/>
                </a:cubicBezTo>
                <a:lnTo>
                  <a:pt x="2605" y="1370"/>
                </a:lnTo>
                <a:lnTo>
                  <a:pt x="2606" y="1370"/>
                </a:lnTo>
                <a:cubicBezTo>
                  <a:pt x="2646" y="1370"/>
                  <a:pt x="2685" y="1359"/>
                  <a:pt x="2720" y="1339"/>
                </a:cubicBezTo>
                <a:cubicBezTo>
                  <a:pt x="2755" y="1319"/>
                  <a:pt x="2783" y="1291"/>
                  <a:pt x="2803" y="1256"/>
                </a:cubicBezTo>
                <a:cubicBezTo>
                  <a:pt x="2823" y="1221"/>
                  <a:pt x="2834" y="1182"/>
                  <a:pt x="2834" y="1142"/>
                </a:cubicBezTo>
                <a:lnTo>
                  <a:pt x="2834" y="228"/>
                </a:lnTo>
                <a:lnTo>
                  <a:pt x="2834" y="228"/>
                </a:lnTo>
                <a:lnTo>
                  <a:pt x="2834" y="228"/>
                </a:lnTo>
                <a:cubicBezTo>
                  <a:pt x="2834" y="188"/>
                  <a:pt x="2823" y="149"/>
                  <a:pt x="2803" y="114"/>
                </a:cubicBezTo>
                <a:cubicBezTo>
                  <a:pt x="2783" y="79"/>
                  <a:pt x="2755" y="51"/>
                  <a:pt x="2720" y="31"/>
                </a:cubicBezTo>
                <a:cubicBezTo>
                  <a:pt x="2685" y="11"/>
                  <a:pt x="2646" y="0"/>
                  <a:pt x="2606" y="0"/>
                </a:cubicBezTo>
                <a:lnTo>
                  <a:pt x="228" y="0"/>
                </a:lnTo>
              </a:path>
            </a:pathLst>
          </a:custGeom>
          <a:solidFill>
            <a:srgbClr val="EB613D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5"/>
          <p:cNvSpPr/>
          <p:nvPr/>
        </p:nvSpPr>
        <p:spPr>
          <a:xfrm>
            <a:off x="756000" y="4659120"/>
            <a:ext cx="3379680" cy="302760"/>
          </a:xfrm>
          <a:custGeom>
            <a:avLst/>
            <a:gdLst/>
            <a:ahLst/>
            <a:cxnLst/>
            <a:rect l="0" t="0" r="r" b="b"/>
            <a:pathLst>
              <a:path w="9390" h="843">
                <a:moveTo>
                  <a:pt x="140" y="0"/>
                </a:moveTo>
                <a:lnTo>
                  <a:pt x="140" y="0"/>
                </a:lnTo>
                <a:cubicBezTo>
                  <a:pt x="116" y="0"/>
                  <a:pt x="92" y="6"/>
                  <a:pt x="70" y="19"/>
                </a:cubicBezTo>
                <a:cubicBezTo>
                  <a:pt x="49" y="31"/>
                  <a:pt x="31" y="49"/>
                  <a:pt x="19" y="70"/>
                </a:cubicBezTo>
                <a:cubicBezTo>
                  <a:pt x="6" y="92"/>
                  <a:pt x="0" y="116"/>
                  <a:pt x="0" y="140"/>
                </a:cubicBezTo>
                <a:lnTo>
                  <a:pt x="0" y="701"/>
                </a:lnTo>
                <a:lnTo>
                  <a:pt x="0" y="702"/>
                </a:lnTo>
                <a:cubicBezTo>
                  <a:pt x="0" y="726"/>
                  <a:pt x="6" y="750"/>
                  <a:pt x="19" y="772"/>
                </a:cubicBezTo>
                <a:cubicBezTo>
                  <a:pt x="31" y="793"/>
                  <a:pt x="49" y="811"/>
                  <a:pt x="70" y="823"/>
                </a:cubicBezTo>
                <a:cubicBezTo>
                  <a:pt x="92" y="836"/>
                  <a:pt x="116" y="842"/>
                  <a:pt x="140" y="842"/>
                </a:cubicBezTo>
                <a:lnTo>
                  <a:pt x="9248" y="841"/>
                </a:lnTo>
                <a:lnTo>
                  <a:pt x="9249" y="842"/>
                </a:lnTo>
                <a:cubicBezTo>
                  <a:pt x="9273" y="842"/>
                  <a:pt x="9297" y="836"/>
                  <a:pt x="9319" y="823"/>
                </a:cubicBezTo>
                <a:cubicBezTo>
                  <a:pt x="9340" y="811"/>
                  <a:pt x="9358" y="793"/>
                  <a:pt x="9370" y="772"/>
                </a:cubicBezTo>
                <a:cubicBezTo>
                  <a:pt x="9383" y="750"/>
                  <a:pt x="9389" y="726"/>
                  <a:pt x="9389" y="702"/>
                </a:cubicBezTo>
                <a:lnTo>
                  <a:pt x="9389" y="140"/>
                </a:lnTo>
                <a:lnTo>
                  <a:pt x="9389" y="140"/>
                </a:lnTo>
                <a:lnTo>
                  <a:pt x="9389" y="140"/>
                </a:lnTo>
                <a:cubicBezTo>
                  <a:pt x="9389" y="116"/>
                  <a:pt x="9383" y="92"/>
                  <a:pt x="9370" y="70"/>
                </a:cubicBezTo>
                <a:cubicBezTo>
                  <a:pt x="9358" y="49"/>
                  <a:pt x="9340" y="31"/>
                  <a:pt x="9319" y="19"/>
                </a:cubicBezTo>
                <a:cubicBezTo>
                  <a:pt x="9297" y="6"/>
                  <a:pt x="9273" y="0"/>
                  <a:pt x="9249" y="0"/>
                </a:cubicBezTo>
                <a:lnTo>
                  <a:pt x="140" y="0"/>
                </a:lnTo>
              </a:path>
            </a:pathLst>
          </a:custGeom>
          <a:solidFill>
            <a:srgbClr val="00AE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6"/>
          <p:cNvSpPr/>
          <p:nvPr/>
        </p:nvSpPr>
        <p:spPr>
          <a:xfrm>
            <a:off x="7608600" y="5174640"/>
            <a:ext cx="1084680" cy="492840"/>
          </a:xfrm>
          <a:custGeom>
            <a:avLst/>
            <a:gdLst/>
            <a:ahLst/>
            <a:cxnLst/>
            <a:rect l="0" t="0" r="r" b="b"/>
            <a:pathLst>
              <a:path w="3015" h="1371">
                <a:moveTo>
                  <a:pt x="228" y="0"/>
                </a:moveTo>
                <a:lnTo>
                  <a:pt x="228" y="0"/>
                </a:lnTo>
                <a:cubicBezTo>
                  <a:pt x="188" y="0"/>
                  <a:pt x="149" y="11"/>
                  <a:pt x="114" y="31"/>
                </a:cubicBezTo>
                <a:cubicBezTo>
                  <a:pt x="79" y="51"/>
                  <a:pt x="51" y="79"/>
                  <a:pt x="31" y="114"/>
                </a:cubicBezTo>
                <a:cubicBezTo>
                  <a:pt x="11" y="149"/>
                  <a:pt x="0" y="188"/>
                  <a:pt x="0" y="228"/>
                </a:cubicBezTo>
                <a:lnTo>
                  <a:pt x="0" y="1141"/>
                </a:lnTo>
                <a:lnTo>
                  <a:pt x="0" y="1142"/>
                </a:lnTo>
                <a:cubicBezTo>
                  <a:pt x="0" y="1182"/>
                  <a:pt x="11" y="1221"/>
                  <a:pt x="31" y="1256"/>
                </a:cubicBezTo>
                <a:cubicBezTo>
                  <a:pt x="51" y="1291"/>
                  <a:pt x="79" y="1319"/>
                  <a:pt x="114" y="1339"/>
                </a:cubicBezTo>
                <a:cubicBezTo>
                  <a:pt x="149" y="1359"/>
                  <a:pt x="188" y="1370"/>
                  <a:pt x="228" y="1370"/>
                </a:cubicBezTo>
                <a:lnTo>
                  <a:pt x="2785" y="1370"/>
                </a:lnTo>
                <a:lnTo>
                  <a:pt x="2786" y="1370"/>
                </a:lnTo>
                <a:cubicBezTo>
                  <a:pt x="2826" y="1370"/>
                  <a:pt x="2865" y="1359"/>
                  <a:pt x="2900" y="1339"/>
                </a:cubicBezTo>
                <a:cubicBezTo>
                  <a:pt x="2935" y="1319"/>
                  <a:pt x="2963" y="1291"/>
                  <a:pt x="2983" y="1256"/>
                </a:cubicBezTo>
                <a:cubicBezTo>
                  <a:pt x="3003" y="1221"/>
                  <a:pt x="3014" y="1182"/>
                  <a:pt x="3014" y="1142"/>
                </a:cubicBezTo>
                <a:lnTo>
                  <a:pt x="3014" y="228"/>
                </a:lnTo>
                <a:lnTo>
                  <a:pt x="3014" y="228"/>
                </a:lnTo>
                <a:lnTo>
                  <a:pt x="3014" y="228"/>
                </a:lnTo>
                <a:cubicBezTo>
                  <a:pt x="3014" y="188"/>
                  <a:pt x="3003" y="149"/>
                  <a:pt x="2983" y="114"/>
                </a:cubicBezTo>
                <a:cubicBezTo>
                  <a:pt x="2963" y="79"/>
                  <a:pt x="2935" y="51"/>
                  <a:pt x="2900" y="31"/>
                </a:cubicBezTo>
                <a:cubicBezTo>
                  <a:pt x="2865" y="11"/>
                  <a:pt x="2826" y="0"/>
                  <a:pt x="2786" y="0"/>
                </a:cubicBezTo>
                <a:lnTo>
                  <a:pt x="228" y="0"/>
                </a:lnTo>
              </a:path>
            </a:pathLst>
          </a:custGeom>
          <a:solidFill>
            <a:srgbClr val="00AE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DA23AD4A-00C6-4D23-9109-E83DE5FD2D3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 </a:t>
            </a:r>
            <a:r>
              <a:rPr lang="it-IT" sz="4000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hiding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incapsulamento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magine 147"/>
          <p:cNvPicPr/>
          <p:nvPr/>
        </p:nvPicPr>
        <p:blipFill>
          <a:blip r:embed="rId2"/>
          <a:stretch/>
        </p:blipFill>
        <p:spPr>
          <a:xfrm>
            <a:off x="5207040" y="2925000"/>
            <a:ext cx="3827520" cy="3048840"/>
          </a:xfrm>
          <a:prstGeom prst="rect">
            <a:avLst/>
          </a:prstGeom>
          <a:ln>
            <a:noFill/>
          </a:ln>
        </p:spPr>
      </p:pic>
      <p:sp>
        <p:nvSpPr>
          <p:cNvPr id="149" name="TextShape 2"/>
          <p:cNvSpPr txBox="1"/>
          <p:nvPr/>
        </p:nvSpPr>
        <p:spPr>
          <a:xfrm>
            <a:off x="169200" y="1657080"/>
            <a:ext cx="8737920" cy="1356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l’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occultamento di dati (information </a:t>
            </a:r>
            <a:r>
              <a:rPr lang="it-IT" sz="2200" b="0" i="1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hiding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)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è una proprietà 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dell'OOP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inerentemente associato al concetto di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incapsulamento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, limita molto gli errori rispetto alla semplice programmazione strutturata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7608600" y="3758040"/>
            <a:ext cx="1019880" cy="492840"/>
          </a:xfrm>
          <a:custGeom>
            <a:avLst/>
            <a:gdLst/>
            <a:ahLst/>
            <a:cxnLst/>
            <a:rect l="0" t="0" r="r" b="b"/>
            <a:pathLst>
              <a:path w="2835" h="1371">
                <a:moveTo>
                  <a:pt x="228" y="0"/>
                </a:moveTo>
                <a:lnTo>
                  <a:pt x="228" y="0"/>
                </a:lnTo>
                <a:cubicBezTo>
                  <a:pt x="188" y="0"/>
                  <a:pt x="149" y="11"/>
                  <a:pt x="114" y="31"/>
                </a:cubicBezTo>
                <a:cubicBezTo>
                  <a:pt x="79" y="51"/>
                  <a:pt x="51" y="79"/>
                  <a:pt x="31" y="114"/>
                </a:cubicBezTo>
                <a:cubicBezTo>
                  <a:pt x="11" y="149"/>
                  <a:pt x="0" y="188"/>
                  <a:pt x="0" y="228"/>
                </a:cubicBezTo>
                <a:lnTo>
                  <a:pt x="0" y="1141"/>
                </a:lnTo>
                <a:lnTo>
                  <a:pt x="0" y="1142"/>
                </a:lnTo>
                <a:cubicBezTo>
                  <a:pt x="0" y="1182"/>
                  <a:pt x="11" y="1221"/>
                  <a:pt x="31" y="1256"/>
                </a:cubicBezTo>
                <a:cubicBezTo>
                  <a:pt x="51" y="1291"/>
                  <a:pt x="79" y="1319"/>
                  <a:pt x="114" y="1339"/>
                </a:cubicBezTo>
                <a:cubicBezTo>
                  <a:pt x="149" y="1359"/>
                  <a:pt x="188" y="1370"/>
                  <a:pt x="228" y="1370"/>
                </a:cubicBezTo>
                <a:lnTo>
                  <a:pt x="2605" y="1370"/>
                </a:lnTo>
                <a:lnTo>
                  <a:pt x="2606" y="1370"/>
                </a:lnTo>
                <a:cubicBezTo>
                  <a:pt x="2646" y="1370"/>
                  <a:pt x="2685" y="1359"/>
                  <a:pt x="2720" y="1339"/>
                </a:cubicBezTo>
                <a:cubicBezTo>
                  <a:pt x="2755" y="1319"/>
                  <a:pt x="2783" y="1291"/>
                  <a:pt x="2803" y="1256"/>
                </a:cubicBezTo>
                <a:cubicBezTo>
                  <a:pt x="2823" y="1221"/>
                  <a:pt x="2834" y="1182"/>
                  <a:pt x="2834" y="1142"/>
                </a:cubicBezTo>
                <a:lnTo>
                  <a:pt x="2834" y="228"/>
                </a:lnTo>
                <a:lnTo>
                  <a:pt x="2834" y="228"/>
                </a:lnTo>
                <a:lnTo>
                  <a:pt x="2834" y="228"/>
                </a:lnTo>
                <a:cubicBezTo>
                  <a:pt x="2834" y="188"/>
                  <a:pt x="2823" y="149"/>
                  <a:pt x="2803" y="114"/>
                </a:cubicBezTo>
                <a:cubicBezTo>
                  <a:pt x="2783" y="79"/>
                  <a:pt x="2755" y="51"/>
                  <a:pt x="2720" y="31"/>
                </a:cubicBezTo>
                <a:cubicBezTo>
                  <a:pt x="2685" y="11"/>
                  <a:pt x="2646" y="0"/>
                  <a:pt x="2606" y="0"/>
                </a:cubicBezTo>
                <a:lnTo>
                  <a:pt x="228" y="0"/>
                </a:lnTo>
              </a:path>
            </a:pathLst>
          </a:custGeom>
          <a:solidFill>
            <a:srgbClr val="EB613D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51" name="Immagine 150"/>
          <p:cNvPicPr/>
          <p:nvPr/>
        </p:nvPicPr>
        <p:blipFill>
          <a:blip r:embed="rId4"/>
          <a:stretch/>
        </p:blipFill>
        <p:spPr>
          <a:xfrm>
            <a:off x="382320" y="3442680"/>
            <a:ext cx="6509520" cy="2453760"/>
          </a:xfrm>
          <a:prstGeom prst="rect">
            <a:avLst/>
          </a:prstGeom>
          <a:ln>
            <a:noFill/>
          </a:ln>
        </p:spPr>
      </p:pic>
      <p:sp>
        <p:nvSpPr>
          <p:cNvPr id="152" name="CustomShape 4"/>
          <p:cNvSpPr/>
          <p:nvPr/>
        </p:nvSpPr>
        <p:spPr>
          <a:xfrm>
            <a:off x="7608600" y="5192640"/>
            <a:ext cx="1084680" cy="492840"/>
          </a:xfrm>
          <a:custGeom>
            <a:avLst/>
            <a:gdLst/>
            <a:ahLst/>
            <a:cxnLst/>
            <a:rect l="0" t="0" r="r" b="b"/>
            <a:pathLst>
              <a:path w="3015" h="1371">
                <a:moveTo>
                  <a:pt x="228" y="0"/>
                </a:moveTo>
                <a:lnTo>
                  <a:pt x="228" y="0"/>
                </a:lnTo>
                <a:cubicBezTo>
                  <a:pt x="188" y="0"/>
                  <a:pt x="149" y="11"/>
                  <a:pt x="114" y="31"/>
                </a:cubicBezTo>
                <a:cubicBezTo>
                  <a:pt x="79" y="51"/>
                  <a:pt x="51" y="79"/>
                  <a:pt x="31" y="114"/>
                </a:cubicBezTo>
                <a:cubicBezTo>
                  <a:pt x="11" y="149"/>
                  <a:pt x="0" y="188"/>
                  <a:pt x="0" y="228"/>
                </a:cubicBezTo>
                <a:lnTo>
                  <a:pt x="0" y="1141"/>
                </a:lnTo>
                <a:lnTo>
                  <a:pt x="0" y="1142"/>
                </a:lnTo>
                <a:cubicBezTo>
                  <a:pt x="0" y="1182"/>
                  <a:pt x="11" y="1221"/>
                  <a:pt x="31" y="1256"/>
                </a:cubicBezTo>
                <a:cubicBezTo>
                  <a:pt x="51" y="1291"/>
                  <a:pt x="79" y="1319"/>
                  <a:pt x="114" y="1339"/>
                </a:cubicBezTo>
                <a:cubicBezTo>
                  <a:pt x="149" y="1359"/>
                  <a:pt x="188" y="1370"/>
                  <a:pt x="228" y="1370"/>
                </a:cubicBezTo>
                <a:lnTo>
                  <a:pt x="2785" y="1370"/>
                </a:lnTo>
                <a:lnTo>
                  <a:pt x="2786" y="1370"/>
                </a:lnTo>
                <a:cubicBezTo>
                  <a:pt x="2826" y="1370"/>
                  <a:pt x="2865" y="1359"/>
                  <a:pt x="2900" y="1339"/>
                </a:cubicBezTo>
                <a:cubicBezTo>
                  <a:pt x="2935" y="1319"/>
                  <a:pt x="2963" y="1291"/>
                  <a:pt x="2983" y="1256"/>
                </a:cubicBezTo>
                <a:cubicBezTo>
                  <a:pt x="3003" y="1221"/>
                  <a:pt x="3014" y="1182"/>
                  <a:pt x="3014" y="1142"/>
                </a:cubicBezTo>
                <a:lnTo>
                  <a:pt x="3014" y="228"/>
                </a:lnTo>
                <a:lnTo>
                  <a:pt x="3014" y="228"/>
                </a:lnTo>
                <a:lnTo>
                  <a:pt x="3014" y="228"/>
                </a:lnTo>
                <a:cubicBezTo>
                  <a:pt x="3014" y="188"/>
                  <a:pt x="3003" y="149"/>
                  <a:pt x="2983" y="114"/>
                </a:cubicBezTo>
                <a:cubicBezTo>
                  <a:pt x="2963" y="79"/>
                  <a:pt x="2935" y="51"/>
                  <a:pt x="2900" y="31"/>
                </a:cubicBezTo>
                <a:cubicBezTo>
                  <a:pt x="2865" y="11"/>
                  <a:pt x="2826" y="0"/>
                  <a:pt x="2786" y="0"/>
                </a:cubicBezTo>
                <a:lnTo>
                  <a:pt x="228" y="0"/>
                </a:lnTo>
              </a:path>
            </a:pathLst>
          </a:custGeom>
          <a:solidFill>
            <a:srgbClr val="00AE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E2A45F50-F460-4BF4-9DE3-B15D67FEEAC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 </a:t>
            </a:r>
            <a:r>
              <a:rPr lang="it-IT" sz="4000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hiding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incapsulamento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2"/>
          <p:cNvSpPr txBox="1"/>
          <p:nvPr/>
        </p:nvSpPr>
        <p:spPr>
          <a:xfrm>
            <a:off x="226440" y="1889640"/>
            <a:ext cx="8737920" cy="4419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le dichiarazioni dei metodi (cioè le intestazioni delle funzioni), normalmente, si collocano nella sezione pubblica e le dichiarazioni dei dati (attributi), normalmente, si mettono nella sezione privata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è indifferente collocare prima la sezione pubblica o quella privata; è però consigliabile collocare la sezione pubblica prima, per mettere in evidenza le operazioni che fanno parte dell’interfaccia utente pubblica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le parole chiavi 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public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e 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private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seguite da due punti, segnalano l’inizio delle rispettive sezioni pubbliche e private; benché non sia comune, una classe può avere varie sezioni pubbliche e private      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87E4CCFB-2906-4B27-9527-FC67D1E3A3D8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alcune buone prassi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2"/>
          <p:cNvSpPr txBox="1"/>
          <p:nvPr/>
        </p:nvSpPr>
        <p:spPr>
          <a:xfrm>
            <a:off x="226440" y="1707840"/>
            <a:ext cx="8449560" cy="5105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definita una classe, si possono generare le </a:t>
            </a:r>
            <a:r>
              <a:rPr lang="it-IT" sz="24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istanze</a:t>
            </a: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della classe, cioè gli </a:t>
            </a:r>
            <a:r>
              <a:rPr lang="it-IT" sz="24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oggetti</a:t>
            </a:r>
            <a:br>
              <a:rPr dirty="0"/>
            </a:br>
            <a:r>
              <a:rPr lang="es-ES" sz="2400" b="0" i="1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nome_classe</a:t>
            </a:r>
            <a:r>
              <a:rPr lang="es-ES" sz="2400" b="0" i="1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es-ES" sz="2400" b="0" i="1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identificatore</a:t>
            </a:r>
            <a:r>
              <a:rPr lang="es-ES" sz="24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;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br>
              <a:rPr dirty="0"/>
            </a:br>
            <a:br>
              <a:rPr dirty="0"/>
            </a:br>
            <a:r>
              <a:rPr lang="it-IT" sz="24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Punto P;</a:t>
            </a:r>
            <a:br>
              <a:rPr dirty="0"/>
            </a:br>
            <a:r>
              <a:rPr lang="it-IT" sz="24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Semaforo S;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un oggetto sta alla sua classe come una variabile al suo tipo</a:t>
            </a:r>
            <a:endParaRPr lang="it-IT" sz="24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l'operatore di accesso al campo  (.) diventa </a:t>
            </a:r>
            <a:r>
              <a:rPr lang="it-IT" sz="24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operatore di accesso al membro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Punto p;</a:t>
            </a:r>
            <a:br>
              <a:rPr dirty="0"/>
            </a:b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p</a:t>
            </a:r>
            <a:r>
              <a:rPr lang="it-IT" sz="20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.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Valorizza_x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(100);</a:t>
            </a:r>
            <a:br>
              <a:rPr dirty="0"/>
            </a:b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cout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&lt;&lt; " l’ascissa del punto è " &lt;&lt;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p</a:t>
            </a:r>
            <a:r>
              <a:rPr lang="it-IT" sz="20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.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Leggi_x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(); </a:t>
            </a:r>
            <a:r>
              <a:rPr lang="it-IT" sz="3200" b="0" strike="noStrike" spc="-1" dirty="0">
                <a:solidFill>
                  <a:srgbClr val="FFFFFF"/>
                </a:solidFill>
                <a:latin typeface="Arial"/>
                <a:ea typeface="SimSun"/>
              </a:rPr>
              <a:t> </a:t>
            </a:r>
            <a:endParaRPr lang="it-IT" sz="32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A8E4EA2E-8220-42CF-B935-992CA581EF48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oggetti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2"/>
          <p:cNvSpPr txBox="1"/>
          <p:nvPr/>
        </p:nvSpPr>
        <p:spPr>
          <a:xfrm>
            <a:off x="226440" y="1341000"/>
            <a:ext cx="8737920" cy="537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possono essere di qualunque tipo valido, ad eccezione 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del tipo della classe che si sta definendo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non è permesso inizializzare un membro dato all'atto della sua definizione: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class C {</a:t>
            </a:r>
            <a:br>
              <a:rPr dirty="0"/>
            </a:br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private:</a:t>
            </a:r>
            <a:endParaRPr lang="it-IT" sz="1800" b="0" strike="noStrike" spc="-1" dirty="0">
              <a:latin typeface="Arial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</a:t>
            </a:r>
            <a:r>
              <a:rPr lang="en-GB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int T = 0;                   // </a:t>
            </a:r>
            <a:r>
              <a:rPr lang="en-GB" sz="18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Errore</a:t>
            </a:r>
            <a:endParaRPr lang="it-IT" sz="1800" b="0" strike="noStrike" spc="-1" dirty="0">
              <a:latin typeface="Times New Roman"/>
            </a:endParaRPr>
          </a:p>
          <a:p>
            <a:r>
              <a:rPr lang="en-GB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</a:t>
            </a:r>
            <a:r>
              <a:rPr lang="en-GB" sz="18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const</a:t>
            </a:r>
            <a:r>
              <a:rPr lang="en-GB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int </a:t>
            </a:r>
            <a:r>
              <a:rPr lang="en-GB" sz="18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CInt</a:t>
            </a:r>
            <a:r>
              <a:rPr lang="en-GB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= 25;         // </a:t>
            </a:r>
            <a:r>
              <a:rPr lang="en-GB" sz="18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Errore</a:t>
            </a:r>
            <a:endParaRPr lang="it-IT" sz="1800" b="0" strike="noStrike" spc="-1" dirty="0">
              <a:latin typeface="Times New Roman"/>
            </a:endParaRPr>
          </a:p>
          <a:p>
            <a:r>
              <a:rPr lang="en-GB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&amp;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Dint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= T                // Errore</a:t>
            </a:r>
            <a:br>
              <a:rPr dirty="0"/>
            </a:br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};</a:t>
            </a:r>
            <a:endParaRPr lang="it-IT" sz="1800" b="0" strike="noStrike" spc="-1" dirty="0">
              <a:latin typeface="Times New Roman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ciò non avrebbe senso perché la definizione della classe indica solo il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tipo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di ogni dato, e non riserva realmente memoria (sarebbe come voler inizializzare un campo di una struttura);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si deve invece inizializzare i membri dato ogni volta che si crea un'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istanza specifica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della classe mediante il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costruttore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della classe 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F99FDE5B-024A-43C9-A4D9-FF571DE27718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dati membro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2"/>
          <p:cNvSpPr txBox="1"/>
          <p:nvPr/>
        </p:nvSpPr>
        <p:spPr>
          <a:xfrm>
            <a:off x="226440" y="1563840"/>
            <a:ext cx="8737920" cy="5105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i metodi possono essere sia solo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dichiarati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che (anche) </a:t>
            </a:r>
            <a:br>
              <a:rPr dirty="0"/>
            </a:b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definiti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all'interno delle classi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il prototipo della funzione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deve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essere dichiarato dentro la classe, mentre il corpo della funzione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può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essere definito altrove</a:t>
            </a:r>
            <a:br>
              <a:rPr dirty="0"/>
            </a:br>
            <a:br>
              <a:rPr dirty="0"/>
            </a:b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class </a:t>
            </a:r>
            <a:r>
              <a:rPr lang="it-IT" sz="2000" b="1" strike="noStrike" spc="-1" dirty="0">
                <a:solidFill>
                  <a:srgbClr val="0000FF"/>
                </a:solidFill>
                <a:latin typeface="Courier New"/>
                <a:ea typeface="SimSun"/>
              </a:rPr>
              <a:t>Razionale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</a:t>
            </a:r>
            <a:br>
              <a:rPr dirty="0"/>
            </a:b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{	public: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void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assegna (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int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, 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); // dichiarazione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double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converti()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     {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return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(double)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num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/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den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;} // definizione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void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inverti(); // dichiarazione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void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stampa();  // dichiarazione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private: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num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,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den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}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;</a:t>
            </a:r>
            <a:r>
              <a:rPr lang="it-IT" sz="2000" b="0" strike="noStrike" spc="-1" dirty="0">
                <a:solidFill>
                  <a:srgbClr val="000000"/>
                </a:solidFill>
                <a:latin typeface="Times New Roman"/>
                <a:ea typeface="SimSun"/>
              </a:rPr>
              <a:t> </a:t>
            </a:r>
            <a:endParaRPr lang="it-IT" sz="20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4E0AA7B-FFDB-4689-8FB4-3C93E14C9B2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 membro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Shape 2"/>
          <p:cNvSpPr txBox="1"/>
          <p:nvPr/>
        </p:nvSpPr>
        <p:spPr>
          <a:xfrm>
            <a:off x="226440" y="1629000"/>
            <a:ext cx="8737920" cy="5105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22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i metodi di una classe s’invocano così come si accede ai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dati di un oggetto, tramite l’operatore di accesso al membro</a:t>
            </a:r>
            <a:br>
              <a:rPr dirty="0"/>
            </a:b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class </a:t>
            </a:r>
            <a:r>
              <a:rPr lang="it-IT" sz="2000" b="1" strike="noStrike" spc="-1" dirty="0">
                <a:solidFill>
                  <a:srgbClr val="0000FF"/>
                </a:solidFill>
                <a:latin typeface="Courier New"/>
                <a:ea typeface="SimSun"/>
              </a:rPr>
              <a:t>Demo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</a:t>
            </a:r>
            <a:br>
              <a:rPr dirty="0"/>
            </a:b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{	public: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void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f1 (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int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P1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)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     { ... }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void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f2 (float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P2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)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     { ... }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private: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// ...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}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;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Demo d1, d2; // definizione degli oggetti d1 e d2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...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d1.f1(123);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d2.f2(3.14);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Times New Roman"/>
                <a:ea typeface="SimSun"/>
              </a:rPr>
              <a:t> </a:t>
            </a:r>
            <a:endParaRPr lang="it-IT" sz="20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D9334CB2-3194-472F-BA9F-29006E818D9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chiamate a funzioni membro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2"/>
          <p:cNvSpPr txBox="1"/>
          <p:nvPr/>
        </p:nvSpPr>
        <p:spPr>
          <a:xfrm>
            <a:off x="190080" y="776160"/>
            <a:ext cx="8737920" cy="5676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i metodi definiti nella classe sono funzioni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it-IT" sz="2000" b="0" i="1" strike="noStrike" spc="-1" dirty="0">
                <a:solidFill>
                  <a:srgbClr val="FF0000"/>
                </a:solidFill>
                <a:latin typeface="Arial"/>
                <a:ea typeface="SimSun"/>
              </a:rPr>
              <a:t>in linea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per funzioni grandi è preferibile codificare nella classe solo</a:t>
            </a:r>
            <a:br>
              <a:rPr sz="1600"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il prototipo del metodo; nella sua definizione </a:t>
            </a:r>
            <a:r>
              <a:rPr lang="it-IT" sz="2000" b="0" i="1" strike="noStrike" spc="-1" dirty="0">
                <a:solidFill>
                  <a:srgbClr val="008000"/>
                </a:solidFill>
                <a:latin typeface="Arial"/>
                <a:ea typeface="SimSun"/>
              </a:rPr>
              <a:t>fuori linea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bisognerà premettere il nome della classe a cui appartiene, seguito dall’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operatore di risoluzione di visibilità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it-IT" sz="20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::</a:t>
            </a:r>
            <a:br>
              <a:rPr sz="1600" dirty="0"/>
            </a:b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class </a:t>
            </a:r>
            <a:r>
              <a:rPr lang="it-IT" sz="1600" b="1" strike="noStrike" spc="-1" dirty="0">
                <a:solidFill>
                  <a:srgbClr val="0000FF"/>
                </a:solidFill>
                <a:latin typeface="Courier New"/>
                <a:ea typeface="SimSun"/>
              </a:rPr>
              <a:t>Razionale</a:t>
            </a: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</a:t>
            </a:r>
            <a:br>
              <a:rPr sz="1600" dirty="0"/>
            </a:b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{	public:</a:t>
            </a:r>
            <a:endParaRPr lang="it-IT" sz="1600" b="0" strike="noStrike" spc="-1" dirty="0">
              <a:latin typeface="Arial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Razionale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() {		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// definizione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0;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1;</a:t>
            </a:r>
            <a:br>
              <a:rPr sz="1600" dirty="0"/>
            </a:b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} 												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double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converti()						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// definizione</a:t>
            </a:r>
            <a:br>
              <a:rPr sz="1600" dirty="0"/>
            </a:b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{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return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(double)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/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;}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			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 err="1">
                <a:solidFill>
                  <a:srgbClr val="008000"/>
                </a:solidFill>
                <a:latin typeface="Courier New"/>
                <a:ea typeface="SimSun"/>
              </a:rPr>
              <a:t>void</a:t>
            </a:r>
            <a:r>
              <a:rPr lang="it-IT" sz="1600" b="0" strike="noStrike" spc="-1" dirty="0">
                <a:solidFill>
                  <a:srgbClr val="008000"/>
                </a:solidFill>
                <a:latin typeface="Courier New"/>
                <a:ea typeface="SimSun"/>
              </a:rPr>
              <a:t> inverti()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 						// dichiarazione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 err="1">
                <a:solidFill>
                  <a:srgbClr val="008000"/>
                </a:solidFill>
                <a:latin typeface="Courier New"/>
                <a:ea typeface="SimSun"/>
              </a:rPr>
              <a:t>void</a:t>
            </a:r>
            <a:r>
              <a:rPr lang="it-IT" sz="1600" b="0" strike="noStrike" spc="-1" dirty="0">
                <a:solidFill>
                  <a:srgbClr val="008000"/>
                </a:solidFill>
                <a:latin typeface="Courier New"/>
                <a:ea typeface="SimSun"/>
              </a:rPr>
              <a:t> stampa()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  						// dichiarazione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private: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,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</a:t>
            </a:r>
            <a:br>
              <a:rPr sz="1600" dirty="0"/>
            </a:b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</a:t>
            </a: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}</a:t>
            </a:r>
            <a:r>
              <a:rPr lang="it-IT" sz="16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;</a:t>
            </a:r>
            <a:endParaRPr lang="it-IT" sz="16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3886BD27-86CB-4C1F-82BF-F8E365709E54}"/>
              </a:ext>
            </a:extLst>
          </p:cNvPr>
          <p:cNvSpPr/>
          <p:nvPr/>
        </p:nvSpPr>
        <p:spPr>
          <a:xfrm>
            <a:off x="5975350" y="3213000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 </a:t>
            </a:r>
            <a:r>
              <a:rPr lang="it-IT" sz="4000" i="1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inline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it-IT" sz="4000" i="1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2"/>
          <p:cNvSpPr txBox="1"/>
          <p:nvPr/>
        </p:nvSpPr>
        <p:spPr>
          <a:xfrm>
            <a:off x="144000" y="1341000"/>
            <a:ext cx="8737920" cy="51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è bene che un oggetto si possa auto-inizializzare all'atto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della creazione, senza dover effettuare una successiva chiamata ad una sua qualche funzione membro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000" b="1" i="1" strike="noStrike" spc="-1" dirty="0">
                <a:solidFill>
                  <a:srgbClr val="000000"/>
                </a:solidFill>
                <a:latin typeface="Arial"/>
                <a:ea typeface="SimSun"/>
              </a:rPr>
              <a:t>costruttore</a:t>
            </a:r>
            <a:endParaRPr lang="it-IT" sz="2000" b="0" strike="noStrike" spc="-1" dirty="0">
              <a:latin typeface="Arial"/>
            </a:endParaRPr>
          </a:p>
          <a:p>
            <a:pPr marL="612000" lvl="1" indent="-360000">
              <a:buSzPct val="100000"/>
              <a:buBlip>
                <a:blip r:embed="rId3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metodo che viene automaticamente eseguito all’atto della creazione di un oggetto</a:t>
            </a:r>
            <a:endParaRPr lang="it-IT" sz="2000" b="0" strike="noStrike" spc="-1" dirty="0">
              <a:latin typeface="Arial"/>
            </a:endParaRPr>
          </a:p>
          <a:p>
            <a:pPr marL="612000" lvl="1" indent="-360000">
              <a:buSzPct val="100000"/>
              <a:buBlip>
                <a:blip r:embed="rId3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ha lo stesso nome della propria classe e può avere qualunque numero di parametri ma </a:t>
            </a:r>
            <a:r>
              <a:rPr lang="it-IT" sz="2000" b="1" i="1" strike="noStrike" spc="-1" dirty="0">
                <a:solidFill>
                  <a:srgbClr val="000000"/>
                </a:solidFill>
                <a:latin typeface="Arial"/>
                <a:ea typeface="SimSun"/>
              </a:rPr>
              <a:t>non restituisce alcun valore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(neanche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void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)</a:t>
            </a:r>
            <a:br>
              <a:rPr dirty="0"/>
            </a:b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class </a:t>
            </a:r>
            <a:r>
              <a:rPr lang="it-IT" sz="1600" b="1" strike="noStrike" spc="-1" dirty="0">
                <a:solidFill>
                  <a:srgbClr val="0000FF"/>
                </a:solidFill>
                <a:latin typeface="Courier New"/>
                <a:ea typeface="SimSun"/>
              </a:rPr>
              <a:t>Razionale </a:t>
            </a: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{</a:t>
            </a:r>
            <a:br>
              <a:rPr dirty="0"/>
            </a:b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public:</a:t>
            </a:r>
            <a:endParaRPr lang="it-IT" sz="1600" b="0" strike="noStrike" spc="-1" dirty="0">
              <a:latin typeface="Arial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Razionale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() {</a:t>
            </a:r>
            <a:r>
              <a:rPr lang="it-IT" sz="1600" b="0" strike="noStrike" spc="-1" dirty="0">
                <a:solidFill>
                  <a:srgbClr val="008000"/>
                </a:solidFill>
                <a:latin typeface="Courier New"/>
                <a:ea typeface="SimSun"/>
              </a:rPr>
              <a:t> // costruttore di default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0;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1;</a:t>
            </a:r>
            <a:br>
              <a:rPr dirty="0"/>
            </a:b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}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double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converti(); 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void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inverti();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private: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,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</a:t>
            </a:r>
            <a:br>
              <a:rPr dirty="0"/>
            </a:b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</a:t>
            </a: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}</a:t>
            </a:r>
            <a:r>
              <a:rPr lang="it-IT" sz="16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;</a:t>
            </a:r>
            <a:endParaRPr lang="it-IT" sz="16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3D77D257-3B3F-4D00-BD4D-E247D5827C43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costruttori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2"/>
          <p:cNvSpPr txBox="1"/>
          <p:nvPr/>
        </p:nvSpPr>
        <p:spPr>
          <a:xfrm>
            <a:off x="226440" y="1178640"/>
            <a:ext cx="8737920" cy="5346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servono per inizializzare con valori passati all’atto della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creazione dell’oggetto</a:t>
            </a:r>
            <a:br>
              <a:rPr dirty="0"/>
            </a:b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class </a:t>
            </a:r>
            <a:r>
              <a:rPr lang="it-IT" sz="1600" b="1" strike="noStrike" spc="-1" dirty="0">
                <a:solidFill>
                  <a:srgbClr val="0000FF"/>
                </a:solidFill>
                <a:latin typeface="Courier New"/>
                <a:ea typeface="SimSun"/>
              </a:rPr>
              <a:t>Razionale </a:t>
            </a: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{</a:t>
            </a:r>
            <a:br>
              <a:rPr dirty="0"/>
            </a:b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public:</a:t>
            </a:r>
            <a:endParaRPr lang="it-IT" sz="1600" b="0" strike="noStrike" spc="-1" dirty="0">
              <a:latin typeface="Arial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Razionale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() {</a:t>
            </a:r>
            <a:r>
              <a:rPr lang="it-IT" sz="1600" b="0" strike="noStrike" spc="-1" dirty="0">
                <a:solidFill>
                  <a:srgbClr val="008000"/>
                </a:solidFill>
                <a:latin typeface="Courier New"/>
                <a:ea typeface="SimSun"/>
              </a:rPr>
              <a:t> 				// costruttore di default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0;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1;</a:t>
            </a:r>
            <a:br>
              <a:rPr dirty="0"/>
            </a:b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}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Razionale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(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n,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d) {</a:t>
            </a:r>
            <a:r>
              <a:rPr lang="it-IT" sz="1600" b="0" strike="noStrike" spc="-1" dirty="0">
                <a:solidFill>
                  <a:srgbClr val="008000"/>
                </a:solidFill>
                <a:latin typeface="Courier New"/>
                <a:ea typeface="SimSun"/>
              </a:rPr>
              <a:t> // costruttore con parametri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n;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d;</a:t>
            </a:r>
            <a:br>
              <a:rPr dirty="0"/>
            </a:b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}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double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converti(); 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void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inverti();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private: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,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</a:t>
            </a:r>
            <a:br>
              <a:rPr dirty="0"/>
            </a:b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</a:t>
            </a: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}</a:t>
            </a:r>
            <a:r>
              <a:rPr lang="it-IT" sz="16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Razionale uno; // c viene inizializzato a 0/1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Razionale rapporto(5,3); // rapporto viene inizializzato a 5/3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Razionale fattore(4); // fattore viene inizializzato a 4/1</a:t>
            </a:r>
            <a:endParaRPr lang="it-IT" sz="16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F1B64A27-0426-4E07-83C9-92EFAEBB7F61}"/>
              </a:ext>
            </a:extLst>
          </p:cNvPr>
          <p:cNvSpPr/>
          <p:nvPr/>
        </p:nvSpPr>
        <p:spPr>
          <a:xfrm>
            <a:off x="1403350" y="621000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costruttori con parametri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Shape 2"/>
          <p:cNvSpPr txBox="1"/>
          <p:nvPr/>
        </p:nvSpPr>
        <p:spPr>
          <a:xfrm>
            <a:off x="34560" y="1094040"/>
            <a:ext cx="8737920" cy="334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possiamo compattare la definizione del costruttore</a:t>
            </a:r>
            <a:br>
              <a:rPr dirty="0"/>
            </a:b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class </a:t>
            </a:r>
            <a:r>
              <a:rPr lang="it-IT" sz="1600" b="1" strike="noStrike" spc="-1" dirty="0">
                <a:solidFill>
                  <a:srgbClr val="0000FF"/>
                </a:solidFill>
                <a:latin typeface="Courier New"/>
                <a:ea typeface="SimSun"/>
              </a:rPr>
              <a:t>Razionale </a:t>
            </a: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{</a:t>
            </a:r>
            <a:br>
              <a:rPr dirty="0"/>
            </a:b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public:</a:t>
            </a:r>
            <a:endParaRPr lang="it-IT" sz="1600" b="0" strike="noStrike" spc="-1" dirty="0">
              <a:latin typeface="Arial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Razionale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(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n=0,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d=1) {</a:t>
            </a:r>
            <a:r>
              <a:rPr lang="it-IT" sz="1600" b="0" strike="noStrike" spc="-1" dirty="0">
                <a:solidFill>
                  <a:srgbClr val="008000"/>
                </a:solidFill>
                <a:latin typeface="Courier New"/>
                <a:ea typeface="SimSun"/>
              </a:rPr>
              <a:t> // costruttore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n;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d;</a:t>
            </a:r>
            <a:br>
              <a:rPr dirty="0"/>
            </a:b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  }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double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converti(); 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void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inverti();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private: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,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</a:t>
            </a:r>
            <a:br>
              <a:rPr dirty="0"/>
            </a:b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</a:t>
            </a: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}</a:t>
            </a:r>
            <a:r>
              <a:rPr lang="it-IT" sz="16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;</a:t>
            </a:r>
            <a:br>
              <a:rPr dirty="0"/>
            </a:br>
            <a:r>
              <a:rPr lang="it-IT" sz="16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Razionale* nuovo 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= new</a:t>
            </a:r>
            <a:r>
              <a:rPr lang="it-IT" sz="16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Razionale; // oggetto creato dinamicamente</a:t>
            </a:r>
            <a:endParaRPr lang="it-IT" sz="1600" b="0" strike="noStrike" spc="-1" dirty="0">
              <a:latin typeface="Times New Roman"/>
            </a:endParaRPr>
          </a:p>
        </p:txBody>
      </p:sp>
      <p:sp>
        <p:nvSpPr>
          <p:cNvPr id="171" name="TextShape 3"/>
          <p:cNvSpPr txBox="1"/>
          <p:nvPr/>
        </p:nvSpPr>
        <p:spPr>
          <a:xfrm>
            <a:off x="34560" y="4437000"/>
            <a:ext cx="9003240" cy="2052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C++ crea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automaticamente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un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costruttore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di default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quando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non vi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sono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altri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costruttori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,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tuttavia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esso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non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inizializza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i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membri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dato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della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classe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a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valori</a:t>
            </a:r>
            <a:r>
              <a:rPr lang="es-ES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0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predefiniti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costruttore di copia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:  creato automaticamente quando si passa un oggetto per valore ad una funzione (si costruisce una copia locale dell’oggetto) o si definisce un oggetto inizializzandolo ad un altro oggetto dello stesso tipo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49E24D08-F2F8-43A0-9714-A96770D2F7B6}"/>
              </a:ext>
            </a:extLst>
          </p:cNvPr>
          <p:cNvSpPr/>
          <p:nvPr/>
        </p:nvSpPr>
        <p:spPr>
          <a:xfrm>
            <a:off x="1403350" y="621000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costruttori con parametri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Shape 2"/>
          <p:cNvSpPr txBox="1"/>
          <p:nvPr/>
        </p:nvSpPr>
        <p:spPr>
          <a:xfrm>
            <a:off x="226440" y="1547640"/>
            <a:ext cx="8737920" cy="4905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attributi </a:t>
            </a:r>
            <a:r>
              <a:rPr lang="it-IT" sz="2000" b="0" i="1" strike="noStrike" spc="-1" dirty="0">
                <a:solidFill>
                  <a:srgbClr val="FF00FF"/>
                </a:solidFill>
                <a:latin typeface="Arial"/>
                <a:ea typeface="SimSun"/>
              </a:rPr>
              <a:t>costanti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e  </a:t>
            </a:r>
            <a:r>
              <a:rPr lang="it-IT" sz="2000" b="0" i="1" strike="noStrike" spc="-1" dirty="0">
                <a:solidFill>
                  <a:srgbClr val="B84700"/>
                </a:solidFill>
                <a:latin typeface="Arial"/>
                <a:ea typeface="SimSun"/>
              </a:rPr>
              <a:t>riferimenti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non potrebbero essere assegnati dal costruttore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per questo si utilizza il </a:t>
            </a: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vettore di inizializzazione di membri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che viene posto immediatamente dopo la lista dei parametri del costruttore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consiste nel carattere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20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: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seguito da uno o più inizializzazioni di membro separati da </a:t>
            </a:r>
            <a:r>
              <a:rPr lang="it-IT" sz="20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,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1" strike="noStrike" spc="-1" dirty="0">
                <a:solidFill>
                  <a:srgbClr val="3333CC"/>
                </a:solidFill>
                <a:latin typeface="Courier New"/>
                <a:ea typeface="SimSun"/>
              </a:rPr>
              <a:t>class C {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private: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T;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const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</a:t>
            </a:r>
            <a:r>
              <a:rPr lang="it-IT" sz="2000" b="0" strike="noStrike" spc="-1" dirty="0" err="1">
                <a:solidFill>
                  <a:srgbClr val="FF00FF"/>
                </a:solidFill>
                <a:latin typeface="Courier New"/>
                <a:ea typeface="SimSun"/>
              </a:rPr>
              <a:t>CInt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;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&amp; </a:t>
            </a:r>
            <a:r>
              <a:rPr lang="it-IT" sz="2000" b="0" strike="noStrike" spc="-1" dirty="0" err="1">
                <a:solidFill>
                  <a:srgbClr val="B84700"/>
                </a:solidFill>
                <a:latin typeface="Courier New"/>
                <a:ea typeface="SimSun"/>
              </a:rPr>
              <a:t>RInt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;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public: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C(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Param) </a:t>
            </a:r>
            <a:r>
              <a:rPr lang="it-IT" sz="20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: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T(Param)</a:t>
            </a:r>
            <a:r>
              <a:rPr lang="it-IT" sz="20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,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</a:t>
            </a:r>
            <a:r>
              <a:rPr lang="it-IT" sz="2000" b="0" strike="noStrike" spc="-1" dirty="0" err="1">
                <a:solidFill>
                  <a:srgbClr val="FF00FF"/>
                </a:solidFill>
                <a:latin typeface="Courier New"/>
                <a:ea typeface="SimSun"/>
              </a:rPr>
              <a:t>CInt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(25)</a:t>
            </a:r>
            <a:r>
              <a:rPr lang="it-IT" sz="20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,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</a:t>
            </a:r>
            <a:r>
              <a:rPr lang="it-IT" sz="2000" b="0" strike="noStrike" spc="-1" dirty="0" err="1">
                <a:solidFill>
                  <a:srgbClr val="B84700"/>
                </a:solidFill>
                <a:latin typeface="Courier New"/>
                <a:ea typeface="SimSun"/>
              </a:rPr>
              <a:t>RInt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(T)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  { ..... } 						// codice del costruttore</a:t>
            </a:r>
            <a:endParaRPr lang="it-IT" sz="2000" b="0" strike="noStrike" spc="-1" dirty="0">
              <a:latin typeface="Times New Roman"/>
            </a:endParaRPr>
          </a:p>
          <a:p>
            <a:r>
              <a:rPr lang="it-IT" sz="20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};</a:t>
            </a:r>
            <a:endParaRPr lang="it-IT" sz="2000" b="0" strike="noStrike" spc="-1" dirty="0">
              <a:latin typeface="Times New Roman"/>
            </a:endParaRPr>
          </a:p>
          <a:p>
            <a:endParaRPr lang="it-IT" sz="20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3F9410B0-D27B-4DD3-8DD2-252B63A0437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vettore di inizializzazione membri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Shape 2"/>
          <p:cNvSpPr txBox="1"/>
          <p:nvPr/>
        </p:nvSpPr>
        <p:spPr>
          <a:xfrm>
            <a:off x="226440" y="1092600"/>
            <a:ext cx="8737920" cy="543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283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metodo speciale che viene chiamato automaticamente quando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si distrugge un oggetto; serve per liberare la memoria assegnata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dal costruttore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283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ha lo stesso nome della sua classe preceduto dal carattere </a:t>
            </a:r>
            <a:r>
              <a:rPr lang="it-IT" sz="20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~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283"/>
              </a:spcBef>
              <a:buSzPct val="100000"/>
              <a:buBlip>
                <a:blip r:embed="rId2"/>
              </a:buBlip>
            </a:pP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non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ha tipo di ritorno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283"/>
              </a:spcBef>
              <a:buSzPct val="100000"/>
              <a:buBlip>
                <a:blip r:embed="rId2"/>
              </a:buBlip>
            </a:pP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non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accetta parametri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283"/>
              </a:spcBef>
              <a:buSzPct val="100000"/>
              <a:buBlip>
                <a:blip r:embed="rId2"/>
              </a:buBlip>
            </a:pPr>
            <a:r>
              <a:rPr lang="it-IT" sz="20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non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ve ne può essere più d'uno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283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se non si dichiara esplicitamente un distruttore, C++ ne crea automaticamente uno vuoto</a:t>
            </a:r>
            <a:br>
              <a:rPr dirty="0"/>
            </a:b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class </a:t>
            </a:r>
            <a:r>
              <a:rPr lang="it-IT" sz="1600" b="1" strike="noStrike" spc="-1" dirty="0">
                <a:solidFill>
                  <a:srgbClr val="0000FF"/>
                </a:solidFill>
                <a:latin typeface="Courier New"/>
                <a:ea typeface="SimSun"/>
              </a:rPr>
              <a:t>Razionale </a:t>
            </a: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{</a:t>
            </a:r>
            <a:br>
              <a:rPr dirty="0"/>
            </a:b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public:</a:t>
            </a:r>
            <a:endParaRPr lang="it-IT" sz="1600" b="0" strike="noStrike" spc="-1" dirty="0">
              <a:latin typeface="Arial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>
                <a:solidFill>
                  <a:srgbClr val="000000"/>
                </a:solidFill>
                <a:latin typeface="Courier New"/>
                <a:ea typeface="SimSun"/>
              </a:rPr>
              <a:t>Razionale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(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n=0,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d=1) { // costruttore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= n;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    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= d;</a:t>
            </a:r>
            <a:br>
              <a:rPr dirty="0"/>
            </a:b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     }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>
                <a:solidFill>
                  <a:srgbClr val="FF0000"/>
                </a:solidFill>
                <a:latin typeface="Courier New"/>
                <a:ea typeface="SimSun"/>
              </a:rPr>
              <a:t>~Razionale</a:t>
            </a:r>
            <a:r>
              <a:rPr lang="it-IT" sz="16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() {}</a:t>
            </a:r>
            <a:r>
              <a:rPr lang="it-IT" sz="1600" b="0" strike="noStrike" spc="-1" dirty="0">
                <a:solidFill>
                  <a:srgbClr val="008000"/>
                </a:solidFill>
                <a:latin typeface="Courier New"/>
                <a:ea typeface="SimSun"/>
              </a:rPr>
              <a:t> // distruttore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private: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    </a:t>
            </a:r>
            <a:r>
              <a:rPr lang="it-IT" sz="16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int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num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, </a:t>
            </a:r>
            <a:r>
              <a:rPr lang="it-IT" sz="16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den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</a:t>
            </a:r>
            <a:br>
              <a:rPr dirty="0"/>
            </a:br>
            <a:r>
              <a:rPr lang="it-IT" sz="16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</a:t>
            </a:r>
            <a:r>
              <a:rPr lang="it-IT" sz="1600" b="1" strike="noStrike" spc="-1" dirty="0">
                <a:solidFill>
                  <a:srgbClr val="000080"/>
                </a:solidFill>
                <a:latin typeface="Courier New"/>
                <a:ea typeface="SimSun"/>
              </a:rPr>
              <a:t>}</a:t>
            </a:r>
            <a:r>
              <a:rPr lang="it-IT" sz="16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;</a:t>
            </a:r>
            <a:endParaRPr lang="it-IT" sz="1600" b="0" strike="noStrike" spc="-1" dirty="0">
              <a:latin typeface="Times New Roman"/>
            </a:endParaRPr>
          </a:p>
          <a:p>
            <a:endParaRPr lang="it-IT" sz="16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0787E863-BD1A-44C9-B283-4FCFFD42C2DA}"/>
              </a:ext>
            </a:extLst>
          </p:cNvPr>
          <p:cNvSpPr/>
          <p:nvPr/>
        </p:nvSpPr>
        <p:spPr>
          <a:xfrm>
            <a:off x="1403350" y="621000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distruttore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Shape 2"/>
          <p:cNvSpPr txBox="1"/>
          <p:nvPr/>
        </p:nvSpPr>
        <p:spPr>
          <a:xfrm>
            <a:off x="155520" y="648000"/>
            <a:ext cx="7620480" cy="582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it-IT" sz="1400" b="0" strike="noStrike" spc="-1" dirty="0">
                <a:latin typeface="Courier New"/>
                <a:ea typeface="SimSun"/>
              </a:rPr>
              <a:t>class </a:t>
            </a:r>
            <a:r>
              <a:rPr lang="it-IT" sz="1400" b="0" strike="noStrike" spc="-1" dirty="0" err="1">
                <a:latin typeface="Courier New"/>
                <a:ea typeface="SimSun"/>
              </a:rPr>
              <a:t>MiaStringa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{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public: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</a:t>
            </a:r>
            <a:r>
              <a:rPr lang="it-IT" sz="1400" b="0" strike="noStrike" spc="-1" dirty="0" err="1">
                <a:latin typeface="Courier New"/>
                <a:ea typeface="SimSun"/>
              </a:rPr>
              <a:t>MiaStringa</a:t>
            </a:r>
            <a:r>
              <a:rPr lang="it-IT" sz="1400" b="0" strike="noStrike" spc="-1" dirty="0">
                <a:latin typeface="Courier New"/>
                <a:ea typeface="SimSun"/>
              </a:rPr>
              <a:t>(</a:t>
            </a:r>
            <a:r>
              <a:rPr lang="it-IT" sz="1400" b="0" strike="noStrike" spc="-1" dirty="0" err="1">
                <a:latin typeface="Courier New"/>
                <a:ea typeface="SimSun"/>
              </a:rPr>
              <a:t>const</a:t>
            </a:r>
            <a:r>
              <a:rPr lang="it-IT" sz="1400" b="0" strike="noStrike" spc="-1" dirty="0">
                <a:latin typeface="Courier New"/>
                <a:ea typeface="SimSun"/>
              </a:rPr>
              <a:t> </a:t>
            </a:r>
            <a:r>
              <a:rPr lang="it-IT" sz="1400" b="0" strike="noStrike" spc="-1" dirty="0" err="1">
                <a:latin typeface="Courier New"/>
                <a:ea typeface="SimSun"/>
              </a:rPr>
              <a:t>char</a:t>
            </a:r>
            <a:r>
              <a:rPr lang="it-IT" sz="1400" b="0" strike="noStrike" spc="-1" dirty="0">
                <a:latin typeface="Courier New"/>
                <a:ea typeface="SimSun"/>
              </a:rPr>
              <a:t>* Stringa="")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{ Lunghezza = </a:t>
            </a:r>
            <a:r>
              <a:rPr lang="it-IT" sz="1400" b="0" strike="noStrike" spc="-1" dirty="0" err="1">
                <a:latin typeface="Courier New"/>
                <a:ea typeface="SimSun"/>
              </a:rPr>
              <a:t>strlen</a:t>
            </a:r>
            <a:r>
              <a:rPr lang="it-IT" sz="1400" b="0" strike="noStrike" spc="-1" dirty="0">
                <a:latin typeface="Courier New"/>
                <a:ea typeface="SimSun"/>
              </a:rPr>
              <a:t>(Stringa) + 1;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  </a:t>
            </a:r>
            <a:r>
              <a:rPr lang="it-IT" sz="1400" b="0" strike="noStrike" spc="-1" dirty="0" err="1">
                <a:latin typeface="Courier New"/>
                <a:ea typeface="SimSun"/>
              </a:rPr>
              <a:t>miaStringa</a:t>
            </a:r>
            <a:r>
              <a:rPr lang="it-IT" sz="1400" b="0" strike="noStrike" spc="-1" dirty="0">
                <a:latin typeface="Courier New"/>
                <a:ea typeface="SimSun"/>
              </a:rPr>
              <a:t> = new </a:t>
            </a:r>
            <a:r>
              <a:rPr lang="it-IT" sz="1400" b="0" strike="noStrike" spc="-1" dirty="0" err="1">
                <a:latin typeface="Courier New"/>
                <a:ea typeface="SimSun"/>
              </a:rPr>
              <a:t>char</a:t>
            </a:r>
            <a:r>
              <a:rPr lang="it-IT" sz="1400" b="0" strike="noStrike" spc="-1" dirty="0">
                <a:latin typeface="Courier New"/>
                <a:ea typeface="SimSun"/>
              </a:rPr>
              <a:t>[Lunghezza];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  </a:t>
            </a:r>
            <a:r>
              <a:rPr lang="it-IT" sz="1400" b="0" strike="noStrike" spc="-1" dirty="0" err="1">
                <a:latin typeface="Courier New"/>
                <a:ea typeface="SimSun"/>
              </a:rPr>
              <a:t>strncpy</a:t>
            </a:r>
            <a:r>
              <a:rPr lang="it-IT" sz="1400" b="0" strike="noStrike" spc="-1" dirty="0">
                <a:latin typeface="Courier New"/>
                <a:ea typeface="SimSun"/>
              </a:rPr>
              <a:t>(</a:t>
            </a:r>
            <a:r>
              <a:rPr lang="it-IT" sz="1400" b="0" strike="noStrike" spc="-1" dirty="0" err="1">
                <a:latin typeface="Courier New"/>
                <a:ea typeface="SimSun"/>
              </a:rPr>
              <a:t>miaStringa</a:t>
            </a:r>
            <a:r>
              <a:rPr lang="it-IT" sz="1400" b="0" strike="noStrike" spc="-1" dirty="0">
                <a:latin typeface="Courier New"/>
                <a:ea typeface="SimSun"/>
              </a:rPr>
              <a:t>, Stringa, Lunghezza);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  </a:t>
            </a:r>
            <a:r>
              <a:rPr lang="it-IT" sz="1400" b="0" strike="noStrike" spc="-1" dirty="0" err="1">
                <a:latin typeface="Courier New"/>
                <a:ea typeface="SimSun"/>
              </a:rPr>
              <a:t>miaStringa</a:t>
            </a:r>
            <a:r>
              <a:rPr lang="it-IT" sz="1400" b="0" strike="noStrike" spc="-1" dirty="0">
                <a:latin typeface="Courier New"/>
                <a:ea typeface="SimSun"/>
              </a:rPr>
              <a:t>[Lunghezza-1] = '\0';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}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</a:t>
            </a:r>
            <a:r>
              <a:rPr lang="it-IT" sz="14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~</a:t>
            </a:r>
            <a:r>
              <a:rPr lang="it-IT" sz="14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MiaStringa</a:t>
            </a:r>
            <a:r>
              <a:rPr lang="it-IT" sz="14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() // distruttore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{ delete[] </a:t>
            </a:r>
            <a:r>
              <a:rPr lang="it-IT" sz="14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miaStringa</a:t>
            </a:r>
            <a:r>
              <a:rPr lang="it-IT" sz="14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  </a:t>
            </a:r>
            <a:r>
              <a:rPr lang="it-IT" sz="1400" b="0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miaStringa</a:t>
            </a:r>
            <a:r>
              <a:rPr lang="it-IT" sz="14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= 0;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    }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</a:t>
            </a:r>
            <a:r>
              <a:rPr lang="it-IT" sz="1400" b="0" strike="noStrike" spc="-1" dirty="0" err="1">
                <a:latin typeface="Courier New"/>
                <a:ea typeface="SimSun"/>
              </a:rPr>
              <a:t>char</a:t>
            </a:r>
            <a:r>
              <a:rPr lang="it-IT" sz="1400" b="0" strike="noStrike" spc="-1" dirty="0">
                <a:latin typeface="Courier New"/>
                <a:ea typeface="SimSun"/>
              </a:rPr>
              <a:t>* </a:t>
            </a:r>
            <a:r>
              <a:rPr lang="it-IT" sz="1400" b="0" strike="noStrike" spc="-1" dirty="0" err="1">
                <a:latin typeface="Courier New"/>
                <a:ea typeface="SimSun"/>
              </a:rPr>
              <a:t>RestituisciStringa</a:t>
            </a:r>
            <a:r>
              <a:rPr lang="it-IT" sz="1400" b="0" strike="noStrike" spc="-1" dirty="0">
                <a:latin typeface="Courier New"/>
                <a:ea typeface="SimSun"/>
              </a:rPr>
              <a:t>() { </a:t>
            </a:r>
            <a:r>
              <a:rPr lang="it-IT" sz="1400" b="0" strike="noStrike" spc="-1" dirty="0" err="1">
                <a:latin typeface="Courier New"/>
                <a:ea typeface="SimSun"/>
              </a:rPr>
              <a:t>return</a:t>
            </a:r>
            <a:r>
              <a:rPr lang="it-IT" sz="1400" b="0" strike="noStrike" spc="-1" dirty="0">
                <a:latin typeface="Courier New"/>
                <a:ea typeface="SimSun"/>
              </a:rPr>
              <a:t> </a:t>
            </a:r>
            <a:r>
              <a:rPr lang="it-IT" sz="1400" b="0" strike="noStrike" spc="-1" dirty="0" err="1">
                <a:latin typeface="Courier New"/>
                <a:ea typeface="SimSun"/>
              </a:rPr>
              <a:t>miaStringa</a:t>
            </a:r>
            <a:r>
              <a:rPr lang="it-IT" sz="1400" b="0" strike="noStrike" spc="-1" dirty="0">
                <a:latin typeface="Courier New"/>
                <a:ea typeface="SimSun"/>
              </a:rPr>
              <a:t>; }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</a:t>
            </a:r>
            <a:r>
              <a:rPr lang="it-IT" sz="1400" b="0" strike="noStrike" spc="-1" dirty="0" err="1">
                <a:latin typeface="Courier New"/>
                <a:ea typeface="SimSun"/>
              </a:rPr>
              <a:t>int</a:t>
            </a:r>
            <a:r>
              <a:rPr lang="it-IT" sz="1400" b="0" strike="noStrike" spc="-1" dirty="0">
                <a:latin typeface="Courier New"/>
                <a:ea typeface="SimSun"/>
              </a:rPr>
              <a:t> </a:t>
            </a:r>
            <a:r>
              <a:rPr lang="it-IT" sz="1400" b="0" strike="noStrike" spc="-1" dirty="0" err="1">
                <a:latin typeface="Courier New"/>
                <a:ea typeface="SimSun"/>
              </a:rPr>
              <a:t>RestituisciLunghezza</a:t>
            </a:r>
            <a:r>
              <a:rPr lang="it-IT" sz="1400" b="0" strike="noStrike" spc="-1" dirty="0">
                <a:latin typeface="Courier New"/>
                <a:ea typeface="SimSun"/>
              </a:rPr>
              <a:t>() { </a:t>
            </a:r>
            <a:r>
              <a:rPr lang="it-IT" sz="1400" b="0" strike="noStrike" spc="-1" dirty="0" err="1">
                <a:latin typeface="Courier New"/>
                <a:ea typeface="SimSun"/>
              </a:rPr>
              <a:t>return</a:t>
            </a:r>
            <a:r>
              <a:rPr lang="it-IT" sz="1400" b="0" strike="noStrike" spc="-1" dirty="0">
                <a:latin typeface="Courier New"/>
                <a:ea typeface="SimSun"/>
              </a:rPr>
              <a:t> Lunghezza; }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private: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</a:t>
            </a:r>
            <a:r>
              <a:rPr lang="it-IT" sz="1400" b="0" strike="noStrike" spc="-1" dirty="0" err="1">
                <a:latin typeface="Courier New"/>
                <a:ea typeface="SimSun"/>
              </a:rPr>
              <a:t>char</a:t>
            </a:r>
            <a:r>
              <a:rPr lang="it-IT" sz="1400" b="0" strike="noStrike" spc="-1" dirty="0">
                <a:latin typeface="Courier New"/>
                <a:ea typeface="SimSun"/>
              </a:rPr>
              <a:t>* </a:t>
            </a:r>
            <a:r>
              <a:rPr lang="it-IT" sz="1400" b="0" strike="noStrike" spc="-1" dirty="0" err="1">
                <a:latin typeface="Courier New"/>
                <a:ea typeface="SimSun"/>
              </a:rPr>
              <a:t>miaStringa</a:t>
            </a:r>
            <a:r>
              <a:rPr lang="it-IT" sz="1400" b="0" strike="noStrike" spc="-1" dirty="0">
                <a:latin typeface="Courier New"/>
                <a:ea typeface="SimSun"/>
              </a:rPr>
              <a:t>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    </a:t>
            </a:r>
            <a:r>
              <a:rPr lang="it-IT" sz="1400" b="0" strike="noStrike" spc="-1" dirty="0" err="1">
                <a:latin typeface="Courier New"/>
                <a:ea typeface="SimSun"/>
              </a:rPr>
              <a:t>int</a:t>
            </a:r>
            <a:r>
              <a:rPr lang="it-IT" sz="1400" b="0" strike="noStrike" spc="-1" dirty="0">
                <a:latin typeface="Courier New"/>
                <a:ea typeface="SimSun"/>
              </a:rPr>
              <a:t> Lunghezza;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latin typeface="Courier New"/>
                <a:ea typeface="SimSun"/>
              </a:rPr>
              <a:t>};</a:t>
            </a:r>
            <a:endParaRPr lang="it-IT" sz="1400" b="0" strike="noStrike" spc="-1" dirty="0">
              <a:latin typeface="Times New Roman"/>
            </a:endParaRPr>
          </a:p>
          <a:p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int</a:t>
            </a:r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</a:t>
            </a:r>
            <a:r>
              <a:rPr lang="it-IT" sz="1400" b="0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main</a:t>
            </a:r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()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{ </a:t>
            </a:r>
            <a:r>
              <a:rPr lang="it-IT" sz="1400" b="0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MiaStringa</a:t>
            </a:r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</a:t>
            </a:r>
            <a:r>
              <a:rPr lang="it-IT" sz="1400" b="0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MioNome</a:t>
            </a:r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("Aldo");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</a:t>
            </a:r>
            <a:r>
              <a:rPr lang="it-IT" sz="1400" b="0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cout</a:t>
            </a:r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&lt;&lt; "Il mio nome è: " &lt;&lt; </a:t>
            </a:r>
            <a:r>
              <a:rPr lang="it-IT" sz="1400" b="0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MioNome.</a:t>
            </a:r>
            <a:r>
              <a:rPr lang="it-IT" sz="1400" b="1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RestituisciStringa</a:t>
            </a:r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() &lt;&lt; </a:t>
            </a:r>
            <a:r>
              <a:rPr lang="it-IT" sz="1400" b="0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endl</a:t>
            </a:r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   </a:t>
            </a:r>
            <a:r>
              <a:rPr lang="it-IT" sz="1400" b="0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return</a:t>
            </a:r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0;</a:t>
            </a:r>
            <a:endParaRPr lang="it-IT" sz="1400" b="0" strike="noStrike" spc="-1" dirty="0">
              <a:latin typeface="Times New Roman"/>
            </a:endParaRPr>
          </a:p>
          <a:p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} // il distruttore di </a:t>
            </a:r>
            <a:r>
              <a:rPr lang="it-IT" sz="1400" b="0" strike="noStrike" spc="-1" dirty="0" err="1">
                <a:solidFill>
                  <a:srgbClr val="000080"/>
                </a:solidFill>
                <a:latin typeface="Courier New"/>
                <a:ea typeface="SimSun"/>
              </a:rPr>
              <a:t>MioNome</a:t>
            </a:r>
            <a:r>
              <a:rPr lang="it-IT" sz="1400" b="0" strike="noStrike" spc="-1" dirty="0">
                <a:solidFill>
                  <a:srgbClr val="000080"/>
                </a:solidFill>
                <a:latin typeface="Courier New"/>
                <a:ea typeface="SimSun"/>
              </a:rPr>
              <a:t> viene chiamato qui!</a:t>
            </a:r>
            <a:endParaRPr lang="it-IT" sz="14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9ACCD492-9BC3-4DC4-AAC9-ABEBE35211DF}"/>
              </a:ext>
            </a:extLst>
          </p:cNvPr>
          <p:cNvSpPr/>
          <p:nvPr/>
        </p:nvSpPr>
        <p:spPr>
          <a:xfrm>
            <a:off x="4572000" y="836613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di distruttore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Shape 2"/>
          <p:cNvSpPr txBox="1"/>
          <p:nvPr/>
        </p:nvSpPr>
        <p:spPr>
          <a:xfrm>
            <a:off x="226440" y="1692000"/>
            <a:ext cx="8737920" cy="398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SimSun"/>
              </a:rPr>
              <a:t>separare in files diversi il codice “cliente” della classe dal codice della classe</a:t>
            </a:r>
            <a:endParaRPr lang="it-IT" sz="26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SimSun"/>
              </a:rPr>
              <a:t>separare il codice sorgente di una classe  in due files con lo stesso nome della classe</a:t>
            </a:r>
            <a:endParaRPr lang="it-IT" sz="2600" b="0" strike="noStrike" spc="-1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SimSun"/>
              </a:rPr>
              <a:t>uno con la definizione della classe (con solo i prototipi dei metodi) ed estensione .h</a:t>
            </a:r>
            <a:endParaRPr lang="it-IT" sz="2600" b="0" strike="noStrike" spc="-1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SimSun"/>
              </a:rPr>
              <a:t>un altro con le implementazioni dei metodi della classe ed estensione </a:t>
            </a:r>
            <a:r>
              <a:rPr lang="it-IT" sz="2600" b="0" strike="noStrike" spc="-1">
                <a:solidFill>
                  <a:srgbClr val="000000"/>
                </a:solidFill>
                <a:latin typeface="Courier New"/>
                <a:ea typeface="SimSun"/>
              </a:rPr>
              <a:t>.cpp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4C3537A1-724F-46E8-A242-4214761A93ED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header file e intestazioni di classe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Shape 2"/>
          <p:cNvSpPr txBox="1"/>
          <p:nvPr/>
        </p:nvSpPr>
        <p:spPr>
          <a:xfrm>
            <a:off x="157680" y="4060440"/>
            <a:ext cx="3325680" cy="236268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txBody>
          <a:bodyPr lIns="9000" tIns="9000" rIns="9000" bIns="9000" anchorCtr="1">
            <a:noAutofit/>
          </a:bodyPr>
          <a:lstStyle/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class MiaStringa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{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 public: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MiaStringa(const char*)</a:t>
            </a:r>
            <a:r>
              <a:rPr lang="it-IT" sz="1400" b="0" strike="noStrike" spc="-1">
                <a:solidFill>
                  <a:srgbClr val="FF0000"/>
                </a:solidFill>
                <a:latin typeface="Courier New"/>
                <a:ea typeface="SimSun"/>
              </a:rPr>
              <a:t>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~MiaStringa()</a:t>
            </a:r>
            <a:r>
              <a:rPr lang="it-IT" sz="1400" b="0" strike="noStrike" spc="-1">
                <a:solidFill>
                  <a:srgbClr val="FF0000"/>
                </a:solidFill>
                <a:latin typeface="Courier New"/>
                <a:ea typeface="SimSun"/>
              </a:rPr>
              <a:t>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char* RestituisciStringa()</a:t>
            </a:r>
            <a:r>
              <a:rPr lang="it-IT" sz="1400" b="0" strike="noStrike" spc="-1">
                <a:solidFill>
                  <a:srgbClr val="FF0000"/>
                </a:solidFill>
                <a:latin typeface="Courier New"/>
                <a:ea typeface="SimSun"/>
              </a:rPr>
              <a:t>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int RestituisciLunghezza()</a:t>
            </a:r>
            <a:r>
              <a:rPr lang="it-IT" sz="1400" b="0" strike="noStrike" spc="-1">
                <a:solidFill>
                  <a:srgbClr val="FF0000"/>
                </a:solidFill>
                <a:latin typeface="Courier New"/>
                <a:ea typeface="SimSun"/>
              </a:rPr>
              <a:t>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 private: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char* miaStringa;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int Lunghezza;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};</a:t>
            </a:r>
            <a:endParaRPr lang="it-IT" sz="1400" b="0" strike="noStrike" spc="-1">
              <a:latin typeface="Times New Roman"/>
            </a:endParaRPr>
          </a:p>
        </p:txBody>
      </p:sp>
      <p:sp>
        <p:nvSpPr>
          <p:cNvPr id="182" name="TextShape 3"/>
          <p:cNvSpPr txBox="1"/>
          <p:nvPr/>
        </p:nvSpPr>
        <p:spPr>
          <a:xfrm>
            <a:off x="4273920" y="1009800"/>
            <a:ext cx="3310560" cy="166104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txBody>
          <a:bodyPr lIns="9000" tIns="9000" rIns="9000" bIns="9000" anchorCtr="1">
            <a:noAutofit/>
          </a:bodyPr>
          <a:lstStyle/>
          <a:p>
            <a:r>
              <a:rPr lang="it-IT" sz="1200" b="0" strike="noStrike" spc="-1">
                <a:solidFill>
                  <a:srgbClr val="000000"/>
                </a:solidFill>
                <a:latin typeface="Courier New"/>
                <a:ea typeface="SimSun"/>
              </a:rPr>
              <a:t>#include &lt;iostream&gt;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1" strike="noStrike" spc="-1">
                <a:solidFill>
                  <a:srgbClr val="FF0000"/>
                </a:solidFill>
                <a:latin typeface="Courier New"/>
                <a:ea typeface="SimSun"/>
              </a:rPr>
              <a:t>#include "MiaStringa.h"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80"/>
                </a:solidFill>
                <a:latin typeface="Courier New"/>
                <a:ea typeface="SimSun"/>
              </a:rPr>
              <a:t>int main()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80"/>
                </a:solidFill>
                <a:latin typeface="Courier New"/>
                <a:ea typeface="SimSun"/>
              </a:rPr>
              <a:t>{ MiaStringa MioNome("Aldo");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80"/>
                </a:solidFill>
                <a:latin typeface="Courier New"/>
                <a:ea typeface="SimSun"/>
              </a:rPr>
              <a:t>    cout &lt;&lt; "Il mio nome è: " &lt;&lt; </a:t>
            </a:r>
            <a:br/>
            <a:r>
              <a:rPr lang="it-IT" sz="1200" b="0" strike="noStrike" spc="-1">
                <a:solidFill>
                  <a:srgbClr val="000080"/>
                </a:solidFill>
                <a:latin typeface="Courier New"/>
                <a:ea typeface="SimSun"/>
              </a:rPr>
              <a:t>    MioNome.</a:t>
            </a:r>
            <a:r>
              <a:rPr lang="it-IT" sz="1200" b="1" strike="noStrike" spc="-1">
                <a:solidFill>
                  <a:srgbClr val="000080"/>
                </a:solidFill>
                <a:latin typeface="Courier New"/>
                <a:ea typeface="SimSun"/>
              </a:rPr>
              <a:t>RestituisciStringa</a:t>
            </a:r>
            <a:r>
              <a:rPr lang="it-IT" sz="1200" b="0" strike="noStrike" spc="-1">
                <a:solidFill>
                  <a:srgbClr val="000080"/>
                </a:solidFill>
                <a:latin typeface="Courier New"/>
                <a:ea typeface="SimSun"/>
              </a:rPr>
              <a:t>() &lt;&lt; </a:t>
            </a:r>
            <a:br/>
            <a:r>
              <a:rPr lang="it-IT" sz="1200" b="0" strike="noStrike" spc="-1">
                <a:solidFill>
                  <a:srgbClr val="000080"/>
                </a:solidFill>
                <a:latin typeface="Courier New"/>
                <a:ea typeface="SimSun"/>
              </a:rPr>
              <a:t>    endl;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80"/>
                </a:solidFill>
                <a:latin typeface="Courier New"/>
                <a:ea typeface="SimSun"/>
              </a:rPr>
              <a:t>    return 0;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80"/>
                </a:solidFill>
                <a:latin typeface="Courier New"/>
                <a:ea typeface="SimSun"/>
              </a:rPr>
              <a:t>}</a:t>
            </a:r>
            <a:endParaRPr lang="it-IT" sz="1200" b="0" strike="noStrike" spc="-1">
              <a:latin typeface="Times New Roman"/>
            </a:endParaRPr>
          </a:p>
        </p:txBody>
      </p:sp>
      <p:sp>
        <p:nvSpPr>
          <p:cNvPr id="183" name="TextShape 4"/>
          <p:cNvSpPr txBox="1"/>
          <p:nvPr/>
        </p:nvSpPr>
        <p:spPr>
          <a:xfrm>
            <a:off x="157680" y="1170000"/>
            <a:ext cx="3201120" cy="228636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txBody>
          <a:bodyPr lIns="0" tIns="0" rIns="0" bIns="0" anchorCtr="1">
            <a:noAutofit/>
          </a:bodyPr>
          <a:lstStyle/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class MiaStringa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{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 public: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MiaStringa(const char* Stringa="")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</a:t>
            </a:r>
            <a:r>
              <a:rPr lang="it-IT" sz="600" b="0" strike="noStrike" spc="-1">
                <a:solidFill>
                  <a:srgbClr val="008000"/>
                </a:solidFill>
                <a:latin typeface="Courier New"/>
                <a:ea typeface="SimSun"/>
              </a:rPr>
              <a:t>{ Lunghezza = strlen(Stringa) + 1;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  miaStringa = new char[Lunghezza];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  strncpy(miaStringa, Stringa, Lunghezza);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  miaStringa[Lunghezza-1] = '\0';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}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~MiaStringa()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</a:t>
            </a:r>
            <a:r>
              <a:rPr lang="it-IT" sz="600" b="0" strike="noStrike" spc="-1">
                <a:solidFill>
                  <a:srgbClr val="008000"/>
                </a:solidFill>
                <a:latin typeface="Courier New"/>
                <a:ea typeface="SimSun"/>
              </a:rPr>
              <a:t>{ delete[] miaStringa;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  miaStringa = 0;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}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char* RestituisciStringa() </a:t>
            </a:r>
            <a:r>
              <a:rPr lang="it-IT" sz="600" b="0" strike="noStrike" spc="-1">
                <a:solidFill>
                  <a:srgbClr val="008000"/>
                </a:solidFill>
                <a:latin typeface="Courier New"/>
                <a:ea typeface="SimSun"/>
              </a:rPr>
              <a:t>{ return miaStringa; }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int RestituisciLunghezza() </a:t>
            </a:r>
            <a:r>
              <a:rPr lang="it-IT" sz="600" b="0" strike="noStrike" spc="-1">
                <a:solidFill>
                  <a:srgbClr val="008000"/>
                </a:solidFill>
                <a:latin typeface="Courier New"/>
                <a:ea typeface="SimSun"/>
              </a:rPr>
              <a:t>{ return Lunghezza; }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 private: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char* miaStringa;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int Lunghezza;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00"/>
                </a:solidFill>
                <a:latin typeface="Courier New"/>
                <a:ea typeface="SimSun"/>
              </a:rPr>
              <a:t>};</a:t>
            </a:r>
            <a:endParaRPr lang="it-IT" sz="600" b="0" strike="noStrike" spc="-1">
              <a:latin typeface="Times New Roman"/>
            </a:endParaRPr>
          </a:p>
          <a:p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80"/>
                </a:solidFill>
                <a:latin typeface="Courier New"/>
                <a:ea typeface="SimSun"/>
              </a:rPr>
              <a:t>int main()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80"/>
                </a:solidFill>
                <a:latin typeface="Courier New"/>
                <a:ea typeface="SimSun"/>
              </a:rPr>
              <a:t>{ MiaStringa MioNome("Aldo");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80"/>
                </a:solidFill>
                <a:latin typeface="Courier New"/>
                <a:ea typeface="SimSun"/>
              </a:rPr>
              <a:t>    cout &lt;&lt; "Il mio nome è: " &lt;&lt; MioNome.</a:t>
            </a:r>
            <a:r>
              <a:rPr lang="it-IT" sz="600" b="1" strike="noStrike" spc="-1">
                <a:solidFill>
                  <a:srgbClr val="000080"/>
                </a:solidFill>
                <a:latin typeface="Courier New"/>
                <a:ea typeface="SimSun"/>
              </a:rPr>
              <a:t>RestituisciStringa</a:t>
            </a:r>
            <a:r>
              <a:rPr lang="it-IT" sz="600" b="0" strike="noStrike" spc="-1">
                <a:solidFill>
                  <a:srgbClr val="000080"/>
                </a:solidFill>
                <a:latin typeface="Courier New"/>
                <a:ea typeface="SimSun"/>
              </a:rPr>
              <a:t>() &lt;&lt; endl;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80"/>
                </a:solidFill>
                <a:latin typeface="Courier New"/>
                <a:ea typeface="SimSun"/>
              </a:rPr>
              <a:t>    return 0;</a:t>
            </a:r>
            <a:endParaRPr lang="it-IT" sz="600" b="0" strike="noStrike" spc="-1">
              <a:latin typeface="Times New Roman"/>
            </a:endParaRPr>
          </a:p>
          <a:p>
            <a:r>
              <a:rPr lang="it-IT" sz="600" b="0" strike="noStrike" spc="-1">
                <a:solidFill>
                  <a:srgbClr val="000080"/>
                </a:solidFill>
                <a:latin typeface="Courier New"/>
                <a:ea typeface="SimSun"/>
              </a:rPr>
              <a:t>}</a:t>
            </a:r>
            <a:endParaRPr lang="it-IT" sz="600" b="0" strike="noStrike" spc="-1">
              <a:latin typeface="Times New Roman"/>
            </a:endParaRPr>
          </a:p>
        </p:txBody>
      </p:sp>
      <p:sp>
        <p:nvSpPr>
          <p:cNvPr id="184" name="TextShape 5"/>
          <p:cNvSpPr txBox="1"/>
          <p:nvPr/>
        </p:nvSpPr>
        <p:spPr>
          <a:xfrm>
            <a:off x="7584480" y="1866240"/>
            <a:ext cx="912240" cy="2728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200" b="0" i="1" strike="noStrike" spc="-1">
                <a:latin typeface="Arial"/>
              </a:rPr>
              <a:t>cliente.cpp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185" name="TextShape 6"/>
          <p:cNvSpPr txBox="1"/>
          <p:nvPr/>
        </p:nvSpPr>
        <p:spPr>
          <a:xfrm>
            <a:off x="97200" y="3778920"/>
            <a:ext cx="1038600" cy="2728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200" b="0" i="1" strike="noStrike" spc="-1">
                <a:latin typeface="Arial"/>
              </a:rPr>
              <a:t>MiaStringa.h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186" name="TextShape 7"/>
          <p:cNvSpPr txBox="1"/>
          <p:nvPr/>
        </p:nvSpPr>
        <p:spPr>
          <a:xfrm>
            <a:off x="4030920" y="3024360"/>
            <a:ext cx="4925880" cy="342828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txBody>
          <a:bodyPr lIns="9000" tIns="9000" rIns="9000" bIns="9000" anchorCtr="1">
            <a:noAutofit/>
          </a:bodyPr>
          <a:lstStyle/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#include &lt;string&gt;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FF0000"/>
                </a:solidFill>
                <a:latin typeface="Courier New"/>
                <a:ea typeface="SimSun"/>
              </a:rPr>
              <a:t>#include "MiaStringa.h"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FF0000"/>
                </a:solidFill>
                <a:latin typeface="Courier New"/>
                <a:ea typeface="SimSun"/>
              </a:rPr>
              <a:t>MiaStringa</a:t>
            </a:r>
            <a:r>
              <a:rPr lang="it-IT" sz="1400" b="1" strike="noStrike" spc="-1">
                <a:solidFill>
                  <a:srgbClr val="FF0000"/>
                </a:solidFill>
                <a:latin typeface="Courier New"/>
                <a:ea typeface="SimSun"/>
              </a:rPr>
              <a:t>::</a:t>
            </a:r>
            <a:r>
              <a:rPr lang="it-IT" sz="1400" b="0" strike="noStrike" spc="-1">
                <a:latin typeface="Courier New"/>
                <a:ea typeface="SimSun"/>
              </a:rPr>
              <a:t>MiaStringa(const char* Stringa="")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latin typeface="Courier New"/>
                <a:ea typeface="SimSun"/>
              </a:rPr>
              <a:t>    </a:t>
            </a:r>
            <a:r>
              <a:rPr lang="it-IT" sz="1400" b="0" strike="noStrike" spc="-1">
                <a:solidFill>
                  <a:srgbClr val="008000"/>
                </a:solidFill>
                <a:latin typeface="Courier New"/>
                <a:ea typeface="SimSun"/>
              </a:rPr>
              <a:t>{ Lunghezza = strlen(Stringa) + 1;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  miaStringa = new char[Lunghezza];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  strncpy(miaStringa, Stringa, Lunghezza);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  miaStringa[Lunghezza-1] = '\0';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}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FF0000"/>
                </a:solidFill>
                <a:latin typeface="Courier New"/>
                <a:ea typeface="SimSun"/>
              </a:rPr>
              <a:t>MiaStringa</a:t>
            </a:r>
            <a:r>
              <a:rPr lang="it-IT" sz="1400" b="1" strike="noStrike" spc="-1">
                <a:solidFill>
                  <a:srgbClr val="FF0000"/>
                </a:solidFill>
                <a:latin typeface="Courier New"/>
                <a:ea typeface="SimSun"/>
              </a:rPr>
              <a:t>::</a:t>
            </a:r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~MiaStringa()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 </a:t>
            </a:r>
            <a:r>
              <a:rPr lang="it-IT" sz="1400" b="0" strike="noStrike" spc="-1">
                <a:solidFill>
                  <a:srgbClr val="008000"/>
                </a:solidFill>
                <a:latin typeface="Courier New"/>
                <a:ea typeface="SimSun"/>
              </a:rPr>
              <a:t>{ delete[] miaStringa;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  miaStringa = 0;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solidFill>
                  <a:srgbClr val="008000"/>
                </a:solidFill>
                <a:latin typeface="Courier New"/>
                <a:ea typeface="SimSun"/>
              </a:rPr>
              <a:t>    }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latin typeface="Courier New"/>
                <a:ea typeface="SimSun"/>
              </a:rPr>
              <a:t>char* </a:t>
            </a:r>
            <a:r>
              <a:rPr lang="it-IT" sz="1400" b="0" strike="noStrike" spc="-1">
                <a:solidFill>
                  <a:srgbClr val="FF0000"/>
                </a:solidFill>
                <a:latin typeface="Courier New"/>
                <a:ea typeface="SimSun"/>
              </a:rPr>
              <a:t>MiaStringa</a:t>
            </a:r>
            <a:r>
              <a:rPr lang="it-IT" sz="1400" b="1" strike="noStrike" spc="-1">
                <a:solidFill>
                  <a:srgbClr val="FF0000"/>
                </a:solidFill>
                <a:latin typeface="Courier New"/>
                <a:ea typeface="SimSun"/>
              </a:rPr>
              <a:t>::</a:t>
            </a:r>
            <a:r>
              <a:rPr lang="it-IT" sz="1400" b="0" strike="noStrike" spc="-1">
                <a:latin typeface="Courier New"/>
                <a:ea typeface="SimSun"/>
              </a:rPr>
              <a:t>RestituisciStringa()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latin typeface="Courier New"/>
                <a:ea typeface="SimSun"/>
              </a:rPr>
              <a:t>    </a:t>
            </a:r>
            <a:r>
              <a:rPr lang="it-IT" sz="1400" b="0" strike="noStrike" spc="-1">
                <a:solidFill>
                  <a:srgbClr val="008000"/>
                </a:solidFill>
                <a:latin typeface="Courier New"/>
                <a:ea typeface="SimSun"/>
              </a:rPr>
              <a:t>{ return miaStringa; }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latin typeface="Courier New"/>
                <a:ea typeface="SimSun"/>
              </a:rPr>
              <a:t>int </a:t>
            </a:r>
            <a:r>
              <a:rPr lang="it-IT" sz="1400" b="0" strike="noStrike" spc="-1">
                <a:solidFill>
                  <a:srgbClr val="FF0000"/>
                </a:solidFill>
                <a:latin typeface="Courier New"/>
                <a:ea typeface="SimSun"/>
              </a:rPr>
              <a:t>MiaStringa</a:t>
            </a:r>
            <a:r>
              <a:rPr lang="it-IT" sz="1400" b="1" strike="noStrike" spc="-1">
                <a:solidFill>
                  <a:srgbClr val="FF0000"/>
                </a:solidFill>
                <a:latin typeface="Courier New"/>
                <a:ea typeface="SimSun"/>
              </a:rPr>
              <a:t>::</a:t>
            </a:r>
            <a:r>
              <a:rPr lang="it-IT" sz="1400" b="0" strike="noStrike" spc="-1">
                <a:latin typeface="Courier New"/>
                <a:ea typeface="SimSun"/>
              </a:rPr>
              <a:t>RestituisciLunghezza()</a:t>
            </a:r>
            <a:endParaRPr lang="it-IT" sz="1400" b="0" strike="noStrike" spc="-1">
              <a:latin typeface="Times New Roman"/>
            </a:endParaRPr>
          </a:p>
          <a:p>
            <a:r>
              <a:rPr lang="it-IT" sz="1400" b="0" strike="noStrike" spc="-1">
                <a:latin typeface="Courier New"/>
                <a:ea typeface="SimSun"/>
              </a:rPr>
              <a:t>    </a:t>
            </a:r>
            <a:r>
              <a:rPr lang="it-IT" sz="1400" b="0" strike="noStrike" spc="-1">
                <a:solidFill>
                  <a:srgbClr val="008000"/>
                </a:solidFill>
                <a:latin typeface="Courier New"/>
                <a:ea typeface="SimSun"/>
              </a:rPr>
              <a:t>{ return Lunghezza; }</a:t>
            </a:r>
            <a:endParaRPr lang="it-IT" sz="1400" b="0" strike="noStrike" spc="-1">
              <a:latin typeface="Times New Roman"/>
            </a:endParaRPr>
          </a:p>
        </p:txBody>
      </p:sp>
      <p:sp>
        <p:nvSpPr>
          <p:cNvPr id="187" name="TextShape 8"/>
          <p:cNvSpPr txBox="1"/>
          <p:nvPr/>
        </p:nvSpPr>
        <p:spPr>
          <a:xfrm>
            <a:off x="4030920" y="2751480"/>
            <a:ext cx="1200240" cy="2728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200" b="0" i="1" strike="noStrike" spc="-1">
                <a:latin typeface="Arial"/>
              </a:rPr>
              <a:t>MiaStringa.cpp</a:t>
            </a:r>
            <a:endParaRPr lang="it-IT" sz="1200" b="0" strike="noStrike" spc="-1">
              <a:latin typeface="Arial"/>
            </a:endParaRPr>
          </a:p>
        </p:txBody>
      </p:sp>
      <p:sp>
        <p:nvSpPr>
          <p:cNvPr id="188" name="Line 9"/>
          <p:cNvSpPr/>
          <p:nvPr/>
        </p:nvSpPr>
        <p:spPr>
          <a:xfrm flipV="1">
            <a:off x="3358800" y="1315080"/>
            <a:ext cx="915120" cy="864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9" name="Line 10"/>
          <p:cNvSpPr/>
          <p:nvPr/>
        </p:nvSpPr>
        <p:spPr>
          <a:xfrm flipH="1">
            <a:off x="1778040" y="3456360"/>
            <a:ext cx="8640" cy="65448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0" name="Line 11"/>
          <p:cNvSpPr/>
          <p:nvPr/>
        </p:nvSpPr>
        <p:spPr>
          <a:xfrm>
            <a:off x="3358800" y="3251880"/>
            <a:ext cx="672120" cy="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">
            <a:extLst>
              <a:ext uri="{FF2B5EF4-FFF2-40B4-BE49-F238E27FC236}">
                <a16:creationId xmlns:a16="http://schemas.microsoft.com/office/drawing/2014/main" id="{0173B347-F0ED-4D56-8C0B-B4BF748FA5ED}"/>
              </a:ext>
            </a:extLst>
          </p:cNvPr>
          <p:cNvSpPr/>
          <p:nvPr/>
        </p:nvSpPr>
        <p:spPr>
          <a:xfrm>
            <a:off x="756000" y="549200"/>
            <a:ext cx="6984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header file e intestazioni di classe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9CEEA5-9EC6-4757-A82E-7B2B152A249C}"/>
</file>

<file path=customXml/itemProps2.xml><?xml version="1.0" encoding="utf-8"?>
<ds:datastoreItem xmlns:ds="http://schemas.openxmlformats.org/officeDocument/2006/customXml" ds:itemID="{5656C845-FF18-4B76-AADF-BCC2B70DF132}"/>
</file>

<file path=customXml/itemProps3.xml><?xml version="1.0" encoding="utf-8"?>
<ds:datastoreItem xmlns:ds="http://schemas.openxmlformats.org/officeDocument/2006/customXml" ds:itemID="{C8BD27BB-1D74-47B2-A822-CE0C7DDF2D9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2173</Words>
  <Application>Microsoft Office PowerPoint</Application>
  <PresentationFormat>Presentazione su schermo (4:3)</PresentationFormat>
  <Paragraphs>258</Paragraphs>
  <Slides>21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7" baseType="lpstr">
      <vt:lpstr>Arial</vt:lpstr>
      <vt:lpstr>Calibri</vt:lpstr>
      <vt:lpstr>Courier New</vt:lpstr>
      <vt:lpstr>Tahoma</vt:lpstr>
      <vt:lpstr>Times New Roman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327</cp:revision>
  <cp:lastPrinted>1999-03-05T00:48:02Z</cp:lastPrinted>
  <dcterms:created xsi:type="dcterms:W3CDTF">1999-01-19T02:07:12Z</dcterms:created>
  <dcterms:modified xsi:type="dcterms:W3CDTF">2023-04-13T08:13:00Z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ucl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Presentazione su schermo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  <property fmtid="{D5CDD505-2E9C-101B-9397-08002B2CF9AE}" pid="13" name="ContentTypeId">
    <vt:lpwstr>0x010100CD9CE4ACF4375A4C8C0602FFE49177BE</vt:lpwstr>
  </property>
</Properties>
</file>