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tags/tag1.xml" ContentType="application/vnd.openxmlformats-officedocument.presentationml.tag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314" r:id="rId2"/>
    <p:sldId id="394" r:id="rId3"/>
    <p:sldId id="395" r:id="rId4"/>
    <p:sldId id="400" r:id="rId5"/>
    <p:sldId id="397" r:id="rId6"/>
    <p:sldId id="401" r:id="rId7"/>
    <p:sldId id="399" r:id="rId8"/>
    <p:sldId id="398" r:id="rId9"/>
    <p:sldId id="403" r:id="rId10"/>
    <p:sldId id="406" r:id="rId11"/>
    <p:sldId id="281" r:id="rId12"/>
    <p:sldId id="404" r:id="rId13"/>
    <p:sldId id="405" r:id="rId14"/>
    <p:sldId id="407" r:id="rId15"/>
    <p:sldId id="408" r:id="rId16"/>
    <p:sldId id="409" r:id="rId17"/>
    <p:sldId id="410" r:id="rId18"/>
    <p:sldId id="411" r:id="rId19"/>
    <p:sldId id="413" r:id="rId20"/>
    <p:sldId id="414" r:id="rId21"/>
    <p:sldId id="415" r:id="rId22"/>
    <p:sldId id="418" r:id="rId23"/>
    <p:sldId id="417" r:id="rId24"/>
    <p:sldId id="416" r:id="rId25"/>
    <p:sldId id="296" r:id="rId26"/>
    <p:sldId id="419" r:id="rId27"/>
    <p:sldId id="420" r:id="rId28"/>
    <p:sldId id="421" r:id="rId29"/>
    <p:sldId id="422" r:id="rId30"/>
    <p:sldId id="427" r:id="rId31"/>
    <p:sldId id="423" r:id="rId32"/>
    <p:sldId id="424" r:id="rId33"/>
    <p:sldId id="428" r:id="rId34"/>
    <p:sldId id="429" r:id="rId35"/>
    <p:sldId id="412" r:id="rId36"/>
    <p:sldId id="306" r:id="rId37"/>
    <p:sldId id="307" r:id="rId38"/>
    <p:sldId id="425" r:id="rId39"/>
    <p:sldId id="426" r:id="rId40"/>
  </p:sldIdLst>
  <p:sldSz cx="9144000" cy="6858000" type="screen4x3"/>
  <p:notesSz cx="6858000" cy="9144000"/>
  <p:custDataLst>
    <p:tags r:id="rId43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0504D"/>
    <a:srgbClr val="00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9" autoAdjust="0"/>
    <p:restoredTop sz="95274" autoAdjust="0"/>
  </p:normalViewPr>
  <p:slideViewPr>
    <p:cSldViewPr>
      <p:cViewPr varScale="1">
        <p:scale>
          <a:sx n="43" d="100"/>
          <a:sy n="43" d="100"/>
        </p:scale>
        <p:origin x="124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AFF04C3F-FB8D-48FB-8B16-BF32087FED57}"/>
    <pc:docChg chg="undo redo custSel addSld delSld modSld sldOrd">
      <pc:chgData name="Alessandro Ortis" userId="dcdc90ed-3509-45f7-ac48-ad038638580b" providerId="ADAL" clId="{AFF04C3F-FB8D-48FB-8B16-BF32087FED57}" dt="2021-04-18T16:49:18.621" v="11315" actId="123"/>
      <pc:docMkLst>
        <pc:docMk/>
      </pc:docMkLst>
      <pc:sldChg chg="addSp delSp modSp add mod">
        <pc:chgData name="Alessandro Ortis" userId="dcdc90ed-3509-45f7-ac48-ad038638580b" providerId="ADAL" clId="{AFF04C3F-FB8D-48FB-8B16-BF32087FED57}" dt="2021-04-13T15:56:01.730" v="11085" actId="208"/>
        <pc:sldMkLst>
          <pc:docMk/>
          <pc:sldMk cId="0" sldId="281"/>
        </pc:sldMkLst>
        <pc:spChg chg="add del mod">
          <ac:chgData name="Alessandro Ortis" userId="dcdc90ed-3509-45f7-ac48-ad038638580b" providerId="ADAL" clId="{AFF04C3F-FB8D-48FB-8B16-BF32087FED57}" dt="2021-03-15T18:00:16.767" v="387" actId="478"/>
          <ac:spMkLst>
            <pc:docMk/>
            <pc:sldMk cId="0" sldId="281"/>
            <ac:spMk id="3" creationId="{BC818C52-387E-4A26-87AD-1AEA6A8CB0F2}"/>
          </ac:spMkLst>
        </pc:spChg>
        <pc:spChg chg="add mod">
          <ac:chgData name="Alessandro Ortis" userId="dcdc90ed-3509-45f7-ac48-ad038638580b" providerId="ADAL" clId="{AFF04C3F-FB8D-48FB-8B16-BF32087FED57}" dt="2021-04-13T15:56:01.730" v="11085" actId="208"/>
          <ac:spMkLst>
            <pc:docMk/>
            <pc:sldMk cId="0" sldId="281"/>
            <ac:spMk id="4" creationId="{79121B67-465D-4D6E-BA42-B7FD74960428}"/>
          </ac:spMkLst>
        </pc:spChg>
        <pc:spChg chg="add mod">
          <ac:chgData name="Alessandro Ortis" userId="dcdc90ed-3509-45f7-ac48-ad038638580b" providerId="ADAL" clId="{AFF04C3F-FB8D-48FB-8B16-BF32087FED57}" dt="2021-03-15T18:04:18.537" v="459" actId="20577"/>
          <ac:spMkLst>
            <pc:docMk/>
            <pc:sldMk cId="0" sldId="281"/>
            <ac:spMk id="7" creationId="{5991EEBF-DD52-410E-9C98-94BE471E4F4A}"/>
          </ac:spMkLst>
        </pc:spChg>
        <pc:spChg chg="del">
          <ac:chgData name="Alessandro Ortis" userId="dcdc90ed-3509-45f7-ac48-ad038638580b" providerId="ADAL" clId="{AFF04C3F-FB8D-48FB-8B16-BF32087FED57}" dt="2021-03-15T18:00:13.984" v="386" actId="478"/>
          <ac:spMkLst>
            <pc:docMk/>
            <pc:sldMk cId="0" sldId="281"/>
            <ac:spMk id="176130" creationId="{96FF088A-FA88-4AF5-943C-33B7C3671F02}"/>
          </ac:spMkLst>
        </pc:spChg>
        <pc:spChg chg="del mod">
          <ac:chgData name="Alessandro Ortis" userId="dcdc90ed-3509-45f7-ac48-ad038638580b" providerId="ADAL" clId="{AFF04C3F-FB8D-48FB-8B16-BF32087FED57}" dt="2021-03-15T18:04:40.172" v="461" actId="478"/>
          <ac:spMkLst>
            <pc:docMk/>
            <pc:sldMk cId="0" sldId="281"/>
            <ac:spMk id="176135" creationId="{5B089652-98FF-4F81-9AA8-0A23036B3211}"/>
          </ac:spMkLst>
        </pc:spChg>
        <pc:spChg chg="mod">
          <ac:chgData name="Alessandro Ortis" userId="dcdc90ed-3509-45f7-ac48-ad038638580b" providerId="ADAL" clId="{AFF04C3F-FB8D-48FB-8B16-BF32087FED57}" dt="2021-04-13T15:54:56.247" v="11052" actId="404"/>
          <ac:spMkLst>
            <pc:docMk/>
            <pc:sldMk cId="0" sldId="281"/>
            <ac:spMk id="176137" creationId="{25A11B01-42AD-45AC-8FE2-3B4990ACF797}"/>
          </ac:spMkLst>
        </pc:spChg>
      </pc:sldChg>
      <pc:sldChg chg="addSp delSp modSp add del mod">
        <pc:chgData name="Alessandro Ortis" userId="dcdc90ed-3509-45f7-ac48-ad038638580b" providerId="ADAL" clId="{AFF04C3F-FB8D-48FB-8B16-BF32087FED57}" dt="2021-03-15T18:25:07.643" v="1606" actId="47"/>
        <pc:sldMkLst>
          <pc:docMk/>
          <pc:sldMk cId="0" sldId="282"/>
        </pc:sldMkLst>
        <pc:spChg chg="add del mod">
          <ac:chgData name="Alessandro Ortis" userId="dcdc90ed-3509-45f7-ac48-ad038638580b" providerId="ADAL" clId="{AFF04C3F-FB8D-48FB-8B16-BF32087FED57}" dt="2021-03-15T18:01:33.941" v="413" actId="478"/>
          <ac:spMkLst>
            <pc:docMk/>
            <pc:sldMk cId="0" sldId="282"/>
            <ac:spMk id="3" creationId="{FD29EADA-94C9-402B-B1FD-E9D69AD9DA33}"/>
          </ac:spMkLst>
        </pc:spChg>
        <pc:spChg chg="add mod">
          <ac:chgData name="Alessandro Ortis" userId="dcdc90ed-3509-45f7-ac48-ad038638580b" providerId="ADAL" clId="{AFF04C3F-FB8D-48FB-8B16-BF32087FED57}" dt="2021-03-15T18:01:39.208" v="424" actId="20577"/>
          <ac:spMkLst>
            <pc:docMk/>
            <pc:sldMk cId="0" sldId="282"/>
            <ac:spMk id="8" creationId="{63B60B00-ED43-4EC5-BB06-0473647DDFF7}"/>
          </ac:spMkLst>
        </pc:spChg>
        <pc:spChg chg="del">
          <ac:chgData name="Alessandro Ortis" userId="dcdc90ed-3509-45f7-ac48-ad038638580b" providerId="ADAL" clId="{AFF04C3F-FB8D-48FB-8B16-BF32087FED57}" dt="2021-03-15T18:01:31.360" v="412" actId="478"/>
          <ac:spMkLst>
            <pc:docMk/>
            <pc:sldMk cId="0" sldId="282"/>
            <ac:spMk id="178178" creationId="{56805BBE-983A-4DB2-86A1-5C53BA3EBBBC}"/>
          </ac:spMkLst>
        </pc:spChg>
        <pc:spChg chg="mod">
          <ac:chgData name="Alessandro Ortis" userId="dcdc90ed-3509-45f7-ac48-ad038638580b" providerId="ADAL" clId="{AFF04C3F-FB8D-48FB-8B16-BF32087FED57}" dt="2021-03-15T18:02:17.781" v="438" actId="123"/>
          <ac:spMkLst>
            <pc:docMk/>
            <pc:sldMk cId="0" sldId="282"/>
            <ac:spMk id="178184" creationId="{D632A43B-013A-4A36-8898-2ABA7D6C7C77}"/>
          </ac:spMkLst>
        </pc:spChg>
        <pc:spChg chg="mod">
          <ac:chgData name="Alessandro Ortis" userId="dcdc90ed-3509-45f7-ac48-ad038638580b" providerId="ADAL" clId="{AFF04C3F-FB8D-48FB-8B16-BF32087FED57}" dt="2021-03-15T18:02:01.784" v="433" actId="1076"/>
          <ac:spMkLst>
            <pc:docMk/>
            <pc:sldMk cId="0" sldId="282"/>
            <ac:spMk id="178186" creationId="{0205C35A-E5A8-4A0F-BFF7-73F3A5F2E703}"/>
          </ac:spMkLst>
        </pc:spChg>
        <pc:spChg chg="mod">
          <ac:chgData name="Alessandro Ortis" userId="dcdc90ed-3509-45f7-ac48-ad038638580b" providerId="ADAL" clId="{AFF04C3F-FB8D-48FB-8B16-BF32087FED57}" dt="2021-03-15T18:03:24.612" v="439" actId="13926"/>
          <ac:spMkLst>
            <pc:docMk/>
            <pc:sldMk cId="0" sldId="282"/>
            <ac:spMk id="178187" creationId="{B5108A2A-0E46-4CA7-963B-9FF885ACE494}"/>
          </ac:spMkLst>
        </pc:spChg>
      </pc:sldChg>
      <pc:sldChg chg="add del">
        <pc:chgData name="Alessandro Ortis" userId="dcdc90ed-3509-45f7-ac48-ad038638580b" providerId="ADAL" clId="{AFF04C3F-FB8D-48FB-8B16-BF32087FED57}" dt="2021-03-15T18:25:13.714" v="1607" actId="47"/>
        <pc:sldMkLst>
          <pc:docMk/>
          <pc:sldMk cId="0" sldId="283"/>
        </pc:sldMkLst>
      </pc:sldChg>
      <pc:sldChg chg="modSp add del mod modShow">
        <pc:chgData name="Alessandro Ortis" userId="dcdc90ed-3509-45f7-ac48-ad038638580b" providerId="ADAL" clId="{AFF04C3F-FB8D-48FB-8B16-BF32087FED57}" dt="2021-03-17T15:43:08.965" v="6938" actId="47"/>
        <pc:sldMkLst>
          <pc:docMk/>
          <pc:sldMk cId="0" sldId="289"/>
        </pc:sldMkLst>
        <pc:spChg chg="mod">
          <ac:chgData name="Alessandro Ortis" userId="dcdc90ed-3509-45f7-ac48-ad038638580b" providerId="ADAL" clId="{AFF04C3F-FB8D-48FB-8B16-BF32087FED57}" dt="2021-03-17T13:05:38.643" v="6788" actId="14100"/>
          <ac:spMkLst>
            <pc:docMk/>
            <pc:sldMk cId="0" sldId="289"/>
            <ac:spMk id="200707" creationId="{53F884BA-B67E-4029-A7E9-DE5F4CADC486}"/>
          </ac:spMkLst>
        </pc:spChg>
        <pc:spChg chg="mod">
          <ac:chgData name="Alessandro Ortis" userId="dcdc90ed-3509-45f7-ac48-ad038638580b" providerId="ADAL" clId="{AFF04C3F-FB8D-48FB-8B16-BF32087FED57}" dt="2021-03-17T13:05:44.848" v="6790" actId="1076"/>
          <ac:spMkLst>
            <pc:docMk/>
            <pc:sldMk cId="0" sldId="289"/>
            <ac:spMk id="200710" creationId="{1F104BF0-13DC-4064-B10E-93E69441748E}"/>
          </ac:spMkLst>
        </pc:spChg>
      </pc:sldChg>
      <pc:sldChg chg="modSp add del mod modShow">
        <pc:chgData name="Alessandro Ortis" userId="dcdc90ed-3509-45f7-ac48-ad038638580b" providerId="ADAL" clId="{AFF04C3F-FB8D-48FB-8B16-BF32087FED57}" dt="2021-03-17T15:53:40.242" v="7085" actId="47"/>
        <pc:sldMkLst>
          <pc:docMk/>
          <pc:sldMk cId="0" sldId="290"/>
        </pc:sldMkLst>
        <pc:spChg chg="mod">
          <ac:chgData name="Alessandro Ortis" userId="dcdc90ed-3509-45f7-ac48-ad038638580b" providerId="ADAL" clId="{AFF04C3F-FB8D-48FB-8B16-BF32087FED57}" dt="2021-03-17T15:52:09.547" v="7054" actId="6549"/>
          <ac:spMkLst>
            <pc:docMk/>
            <pc:sldMk cId="0" sldId="290"/>
            <ac:spMk id="202756" creationId="{BC1BAC45-7D4D-4C3A-B60B-DAF210317E34}"/>
          </ac:spMkLst>
        </pc:spChg>
      </pc:sldChg>
      <pc:sldChg chg="add mod modShow">
        <pc:chgData name="Alessandro Ortis" userId="dcdc90ed-3509-45f7-ac48-ad038638580b" providerId="ADAL" clId="{AFF04C3F-FB8D-48FB-8B16-BF32087FED57}" dt="2021-04-13T21:29:25.681" v="11100" actId="729"/>
        <pc:sldMkLst>
          <pc:docMk/>
          <pc:sldMk cId="0" sldId="295"/>
        </pc:sldMkLst>
      </pc:sldChg>
      <pc:sldChg chg="addSp delSp modSp add mod modShow">
        <pc:chgData name="Alessandro Ortis" userId="dcdc90ed-3509-45f7-ac48-ad038638580b" providerId="ADAL" clId="{AFF04C3F-FB8D-48FB-8B16-BF32087FED57}" dt="2021-03-17T17:02:34.524" v="9251" actId="20577"/>
        <pc:sldMkLst>
          <pc:docMk/>
          <pc:sldMk cId="0" sldId="296"/>
        </pc:sldMkLst>
        <pc:spChg chg="add del mod">
          <ac:chgData name="Alessandro Ortis" userId="dcdc90ed-3509-45f7-ac48-ad038638580b" providerId="ADAL" clId="{AFF04C3F-FB8D-48FB-8B16-BF32087FED57}" dt="2021-03-17T15:19:31.001" v="6792" actId="478"/>
          <ac:spMkLst>
            <pc:docMk/>
            <pc:sldMk cId="0" sldId="296"/>
            <ac:spMk id="3" creationId="{4BF7AF39-9287-430D-A8FE-AA771922A4DB}"/>
          </ac:spMkLst>
        </pc:spChg>
        <pc:spChg chg="add mod">
          <ac:chgData name="Alessandro Ortis" userId="dcdc90ed-3509-45f7-ac48-ad038638580b" providerId="ADAL" clId="{AFF04C3F-FB8D-48FB-8B16-BF32087FED57}" dt="2021-03-17T15:19:51.946" v="6815" actId="20577"/>
          <ac:spMkLst>
            <pc:docMk/>
            <pc:sldMk cId="0" sldId="296"/>
            <ac:spMk id="8" creationId="{819271F6-BDEE-4BCF-8814-0180540D807C}"/>
          </ac:spMkLst>
        </pc:spChg>
        <pc:spChg chg="del">
          <ac:chgData name="Alessandro Ortis" userId="dcdc90ed-3509-45f7-ac48-ad038638580b" providerId="ADAL" clId="{AFF04C3F-FB8D-48FB-8B16-BF32087FED57}" dt="2021-03-17T15:19:27.550" v="6791" actId="478"/>
          <ac:spMkLst>
            <pc:docMk/>
            <pc:sldMk cId="0" sldId="296"/>
            <ac:spMk id="215042" creationId="{E501B266-2946-4947-BFDF-FB31056866FA}"/>
          </ac:spMkLst>
        </pc:spChg>
        <pc:spChg chg="mod">
          <ac:chgData name="Alessandro Ortis" userId="dcdc90ed-3509-45f7-ac48-ad038638580b" providerId="ADAL" clId="{AFF04C3F-FB8D-48FB-8B16-BF32087FED57}" dt="2021-03-17T17:02:34.524" v="9251" actId="20577"/>
          <ac:spMkLst>
            <pc:docMk/>
            <pc:sldMk cId="0" sldId="296"/>
            <ac:spMk id="215043" creationId="{507771F2-20D6-4736-86E3-005CFE35C2BD}"/>
          </ac:spMkLst>
        </pc:spChg>
        <pc:spChg chg="del mod">
          <ac:chgData name="Alessandro Ortis" userId="dcdc90ed-3509-45f7-ac48-ad038638580b" providerId="ADAL" clId="{AFF04C3F-FB8D-48FB-8B16-BF32087FED57}" dt="2021-03-17T15:21:21.584" v="6823" actId="478"/>
          <ac:spMkLst>
            <pc:docMk/>
            <pc:sldMk cId="0" sldId="296"/>
            <ac:spMk id="215044" creationId="{0B22F51E-1CB5-4A1A-B93C-59426792A5C0}"/>
          </ac:spMkLst>
        </pc:spChg>
        <pc:spChg chg="mod">
          <ac:chgData name="Alessandro Ortis" userId="dcdc90ed-3509-45f7-ac48-ad038638580b" providerId="ADAL" clId="{AFF04C3F-FB8D-48FB-8B16-BF32087FED57}" dt="2021-03-17T16:05:03.782" v="7614" actId="14100"/>
          <ac:spMkLst>
            <pc:docMk/>
            <pc:sldMk cId="0" sldId="296"/>
            <ac:spMk id="215045" creationId="{BF84A1C8-7864-4106-9E68-90F707458EAE}"/>
          </ac:spMkLst>
        </pc:spChg>
      </pc:sldChg>
      <pc:sldChg chg="add del">
        <pc:chgData name="Alessandro Ortis" userId="dcdc90ed-3509-45f7-ac48-ad038638580b" providerId="ADAL" clId="{AFF04C3F-FB8D-48FB-8B16-BF32087FED57}" dt="2021-03-17T17:18:28.538" v="9327" actId="47"/>
        <pc:sldMkLst>
          <pc:docMk/>
          <pc:sldMk cId="0" sldId="299"/>
        </pc:sldMkLst>
      </pc:sldChg>
      <pc:sldChg chg="modSp add del mod">
        <pc:chgData name="Alessandro Ortis" userId="dcdc90ed-3509-45f7-ac48-ad038638580b" providerId="ADAL" clId="{AFF04C3F-FB8D-48FB-8B16-BF32087FED57}" dt="2021-03-17T17:18:34.469" v="9328" actId="47"/>
        <pc:sldMkLst>
          <pc:docMk/>
          <pc:sldMk cId="0" sldId="300"/>
        </pc:sldMkLst>
        <pc:spChg chg="mod">
          <ac:chgData name="Alessandro Ortis" userId="dcdc90ed-3509-45f7-ac48-ad038638580b" providerId="ADAL" clId="{AFF04C3F-FB8D-48FB-8B16-BF32087FED57}" dt="2021-03-17T16:33:58.623" v="9096" actId="255"/>
          <ac:spMkLst>
            <pc:docMk/>
            <pc:sldMk cId="0" sldId="300"/>
            <ac:spMk id="3" creationId="{89D3DCA3-6870-48A9-8990-4C650BC90434}"/>
          </ac:spMkLst>
        </pc:spChg>
      </pc:sldChg>
      <pc:sldChg chg="add del mod modShow">
        <pc:chgData name="Alessandro Ortis" userId="dcdc90ed-3509-45f7-ac48-ad038638580b" providerId="ADAL" clId="{AFF04C3F-FB8D-48FB-8B16-BF32087FED57}" dt="2021-03-17T15:43:30.094" v="6939" actId="47"/>
        <pc:sldMkLst>
          <pc:docMk/>
          <pc:sldMk cId="0" sldId="303"/>
        </pc:sldMkLst>
      </pc:sldChg>
      <pc:sldChg chg="add del mod modShow">
        <pc:chgData name="Alessandro Ortis" userId="dcdc90ed-3509-45f7-ac48-ad038638580b" providerId="ADAL" clId="{AFF04C3F-FB8D-48FB-8B16-BF32087FED57}" dt="2021-03-17T15:53:47.902" v="7086" actId="47"/>
        <pc:sldMkLst>
          <pc:docMk/>
          <pc:sldMk cId="0" sldId="304"/>
        </pc:sldMkLst>
      </pc:sldChg>
      <pc:sldChg chg="addSp delSp modSp add mod">
        <pc:chgData name="Alessandro Ortis" userId="dcdc90ed-3509-45f7-ac48-ad038638580b" providerId="ADAL" clId="{AFF04C3F-FB8D-48FB-8B16-BF32087FED57}" dt="2021-04-16T14:39:30.995" v="11121" actId="2711"/>
        <pc:sldMkLst>
          <pc:docMk/>
          <pc:sldMk cId="0" sldId="306"/>
        </pc:sldMkLst>
        <pc:spChg chg="mod">
          <ac:chgData name="Alessandro Ortis" userId="dcdc90ed-3509-45f7-ac48-ad038638580b" providerId="ADAL" clId="{AFF04C3F-FB8D-48FB-8B16-BF32087FED57}" dt="2021-04-16T14:39:30.995" v="11121" actId="2711"/>
          <ac:spMkLst>
            <pc:docMk/>
            <pc:sldMk cId="0" sldId="306"/>
            <ac:spMk id="4" creationId="{8508CAFB-8336-49C6-A419-B62230E7ADD4}"/>
          </ac:spMkLst>
        </pc:spChg>
        <pc:spChg chg="add del mod">
          <ac:chgData name="Alessandro Ortis" userId="dcdc90ed-3509-45f7-ac48-ad038638580b" providerId="ADAL" clId="{AFF04C3F-FB8D-48FB-8B16-BF32087FED57}" dt="2021-03-17T16:51:01.203" v="9247"/>
          <ac:spMkLst>
            <pc:docMk/>
            <pc:sldMk cId="0" sldId="306"/>
            <ac:spMk id="14" creationId="{0ECBD700-1A88-45D7-B9A1-86A6D0F433F1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4-16T14:39:22.552" v="11120" actId="2711"/>
        <pc:sldMkLst>
          <pc:docMk/>
          <pc:sldMk cId="0" sldId="307"/>
        </pc:sldMkLst>
        <pc:spChg chg="add del">
          <ac:chgData name="Alessandro Ortis" userId="dcdc90ed-3509-45f7-ac48-ad038638580b" providerId="ADAL" clId="{AFF04C3F-FB8D-48FB-8B16-BF32087FED57}" dt="2021-03-17T16:48:10.027" v="9186"/>
          <ac:spMkLst>
            <pc:docMk/>
            <pc:sldMk cId="0" sldId="307"/>
            <ac:spMk id="3" creationId="{03078C43-0A32-4DAC-82F5-CA24FED677FC}"/>
          </ac:spMkLst>
        </pc:spChg>
        <pc:spChg chg="mod">
          <ac:chgData name="Alessandro Ortis" userId="dcdc90ed-3509-45f7-ac48-ad038638580b" providerId="ADAL" clId="{AFF04C3F-FB8D-48FB-8B16-BF32087FED57}" dt="2021-04-16T14:39:22.552" v="11120" actId="2711"/>
          <ac:spMkLst>
            <pc:docMk/>
            <pc:sldMk cId="0" sldId="307"/>
            <ac:spMk id="4" creationId="{AC3205E2-5335-427B-9E98-F550BD46805E}"/>
          </ac:spMkLst>
        </pc:spChg>
      </pc:sldChg>
      <pc:sldChg chg="modSp mod">
        <pc:chgData name="Alessandro Ortis" userId="dcdc90ed-3509-45f7-ac48-ad038638580b" providerId="ADAL" clId="{AFF04C3F-FB8D-48FB-8B16-BF32087FED57}" dt="2021-03-15T17:49:59.808" v="6" actId="20577"/>
        <pc:sldMkLst>
          <pc:docMk/>
          <pc:sldMk cId="0" sldId="314"/>
        </pc:sldMkLst>
        <pc:spChg chg="mod">
          <ac:chgData name="Alessandro Ortis" userId="dcdc90ed-3509-45f7-ac48-ad038638580b" providerId="ADAL" clId="{AFF04C3F-FB8D-48FB-8B16-BF32087FED57}" dt="2021-03-15T17:49:59.808" v="6" actId="20577"/>
          <ac:spMkLst>
            <pc:docMk/>
            <pc:sldMk cId="0" sldId="31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0.872" v="21" actId="20577"/>
        <pc:sldMkLst>
          <pc:docMk/>
          <pc:sldMk cId="2738048506" sldId="394"/>
        </pc:sldMkLst>
        <pc:spChg chg="mod">
          <ac:chgData name="Alessandro Ortis" userId="dcdc90ed-3509-45f7-ac48-ad038638580b" providerId="ADAL" clId="{AFF04C3F-FB8D-48FB-8B16-BF32087FED57}" dt="2021-03-15T17:51:20.872" v="21" actId="20577"/>
          <ac:spMkLst>
            <pc:docMk/>
            <pc:sldMk cId="2738048506" sldId="39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7.179" v="22"/>
        <pc:sldMkLst>
          <pc:docMk/>
          <pc:sldMk cId="2924977588" sldId="395"/>
        </pc:sldMkLst>
        <pc:spChg chg="mod">
          <ac:chgData name="Alessandro Ortis" userId="dcdc90ed-3509-45f7-ac48-ad038638580b" providerId="ADAL" clId="{AFF04C3F-FB8D-48FB-8B16-BF32087FED57}" dt="2021-03-15T17:51:27.179" v="22"/>
          <ac:spMkLst>
            <pc:docMk/>
            <pc:sldMk cId="2924977588" sldId="395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0.302" v="24"/>
        <pc:sldMkLst>
          <pc:docMk/>
          <pc:sldMk cId="683425995" sldId="397"/>
        </pc:sldMkLst>
        <pc:spChg chg="mod">
          <ac:chgData name="Alessandro Ortis" userId="dcdc90ed-3509-45f7-ac48-ad038638580b" providerId="ADAL" clId="{AFF04C3F-FB8D-48FB-8B16-BF32087FED57}" dt="2021-03-15T17:51:30.302" v="24"/>
          <ac:spMkLst>
            <pc:docMk/>
            <pc:sldMk cId="683425995" sldId="397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4.838" v="27"/>
        <pc:sldMkLst>
          <pc:docMk/>
          <pc:sldMk cId="2198339724" sldId="398"/>
        </pc:sldMkLst>
        <pc:spChg chg="mod">
          <ac:chgData name="Alessandro Ortis" userId="dcdc90ed-3509-45f7-ac48-ad038638580b" providerId="ADAL" clId="{AFF04C3F-FB8D-48FB-8B16-BF32087FED57}" dt="2021-03-15T17:51:34.838" v="27"/>
          <ac:spMkLst>
            <pc:docMk/>
            <pc:sldMk cId="2198339724" sldId="398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3.317" v="26"/>
        <pc:sldMkLst>
          <pc:docMk/>
          <pc:sldMk cId="333178415" sldId="399"/>
        </pc:sldMkLst>
        <pc:spChg chg="mod">
          <ac:chgData name="Alessandro Ortis" userId="dcdc90ed-3509-45f7-ac48-ad038638580b" providerId="ADAL" clId="{AFF04C3F-FB8D-48FB-8B16-BF32087FED57}" dt="2021-03-15T17:51:33.317" v="26"/>
          <ac:spMkLst>
            <pc:docMk/>
            <pc:sldMk cId="333178415" sldId="399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8.848" v="23"/>
        <pc:sldMkLst>
          <pc:docMk/>
          <pc:sldMk cId="3447516178" sldId="400"/>
        </pc:sldMkLst>
        <pc:spChg chg="mod">
          <ac:chgData name="Alessandro Ortis" userId="dcdc90ed-3509-45f7-ac48-ad038638580b" providerId="ADAL" clId="{AFF04C3F-FB8D-48FB-8B16-BF32087FED57}" dt="2021-03-15T17:51:28.848" v="23"/>
          <ac:spMkLst>
            <pc:docMk/>
            <pc:sldMk cId="3447516178" sldId="400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1.704" v="25"/>
        <pc:sldMkLst>
          <pc:docMk/>
          <pc:sldMk cId="156078651" sldId="401"/>
        </pc:sldMkLst>
        <pc:spChg chg="mod">
          <ac:chgData name="Alessandro Ortis" userId="dcdc90ed-3509-45f7-ac48-ad038638580b" providerId="ADAL" clId="{AFF04C3F-FB8D-48FB-8B16-BF32087FED57}" dt="2021-03-15T17:51:31.704" v="25"/>
          <ac:spMkLst>
            <pc:docMk/>
            <pc:sldMk cId="156078651" sldId="401"/>
            <ac:spMk id="2" creationId="{00000000-0000-0000-0000-000000000000}"/>
          </ac:spMkLst>
        </pc:spChg>
      </pc:sldChg>
      <pc:sldChg chg="modSp add del mod">
        <pc:chgData name="Alessandro Ortis" userId="dcdc90ed-3509-45f7-ac48-ad038638580b" providerId="ADAL" clId="{AFF04C3F-FB8D-48FB-8B16-BF32087FED57}" dt="2021-04-16T14:41:09.461" v="11122" actId="47"/>
        <pc:sldMkLst>
          <pc:docMk/>
          <pc:sldMk cId="3196518715" sldId="402"/>
        </pc:sldMkLst>
        <pc:spChg chg="mod">
          <ac:chgData name="Alessandro Ortis" userId="dcdc90ed-3509-45f7-ac48-ad038638580b" providerId="ADAL" clId="{AFF04C3F-FB8D-48FB-8B16-BF32087FED57}" dt="2021-03-15T17:51:36.786" v="28"/>
          <ac:spMkLst>
            <pc:docMk/>
            <pc:sldMk cId="3196518715" sldId="402"/>
            <ac:spMk id="2" creationId="{00000000-0000-0000-0000-000000000000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7:58:24.372" v="384" actId="404"/>
        <pc:sldMkLst>
          <pc:docMk/>
          <pc:sldMk cId="2332336335" sldId="403"/>
        </pc:sldMkLst>
        <pc:spChg chg="add del mod">
          <ac:chgData name="Alessandro Ortis" userId="dcdc90ed-3509-45f7-ac48-ad038638580b" providerId="ADAL" clId="{AFF04C3F-FB8D-48FB-8B16-BF32087FED57}" dt="2021-03-15T17:55:13.294" v="335"/>
          <ac:spMkLst>
            <pc:docMk/>
            <pc:sldMk cId="2332336335" sldId="403"/>
            <ac:spMk id="4" creationId="{1BA1C674-6303-411C-8D67-50E6830680C4}"/>
          </ac:spMkLst>
        </pc:spChg>
        <pc:spChg chg="mod">
          <ac:chgData name="Alessandro Ortis" userId="dcdc90ed-3509-45f7-ac48-ad038638580b" providerId="ADAL" clId="{AFF04C3F-FB8D-48FB-8B16-BF32087FED57}" dt="2021-03-15T17:58:24.372" v="384" actId="404"/>
          <ac:spMkLst>
            <pc:docMk/>
            <pc:sldMk cId="2332336335" sldId="403"/>
            <ac:spMk id="5" creationId="{7D5B1907-E8F7-4716-B3B1-E8862E1D6D5C}"/>
          </ac:spMkLst>
        </pc:spChg>
        <pc:spChg chg="add del mod">
          <ac:chgData name="Alessandro Ortis" userId="dcdc90ed-3509-45f7-ac48-ad038638580b" providerId="ADAL" clId="{AFF04C3F-FB8D-48FB-8B16-BF32087FED57}" dt="2021-03-15T17:55:13.294" v="335"/>
          <ac:spMkLst>
            <pc:docMk/>
            <pc:sldMk cId="2332336335" sldId="403"/>
            <ac:spMk id="6" creationId="{82094211-5146-4B04-B9DA-4D9CF06C16FF}"/>
          </ac:spMkLst>
        </pc:spChg>
        <pc:spChg chg="add del mod">
          <ac:chgData name="Alessandro Ortis" userId="dcdc90ed-3509-45f7-ac48-ad038638580b" providerId="ADAL" clId="{AFF04C3F-FB8D-48FB-8B16-BF32087FED57}" dt="2021-03-15T17:56:33.131" v="363"/>
          <ac:spMkLst>
            <pc:docMk/>
            <pc:sldMk cId="2332336335" sldId="403"/>
            <ac:spMk id="7" creationId="{18A6237F-44ED-46AF-BB9D-73623C376040}"/>
          </ac:spMkLst>
        </pc:spChg>
        <pc:spChg chg="add mod">
          <ac:chgData name="Alessandro Ortis" userId="dcdc90ed-3509-45f7-ac48-ad038638580b" providerId="ADAL" clId="{AFF04C3F-FB8D-48FB-8B16-BF32087FED57}" dt="2021-03-15T17:57:37.446" v="379" actId="1076"/>
          <ac:spMkLst>
            <pc:docMk/>
            <pc:sldMk cId="2332336335" sldId="403"/>
            <ac:spMk id="8" creationId="{140C4040-6155-4E0C-8430-3745A095DFB0}"/>
          </ac:spMkLst>
        </pc:spChg>
      </pc:sldChg>
      <pc:sldChg chg="addSp delSp modSp add mod modShow">
        <pc:chgData name="Alessandro Ortis" userId="dcdc90ed-3509-45f7-ac48-ad038638580b" providerId="ADAL" clId="{AFF04C3F-FB8D-48FB-8B16-BF32087FED57}" dt="2021-04-13T15:56:13.487" v="11086" actId="20577"/>
        <pc:sldMkLst>
          <pc:docMk/>
          <pc:sldMk cId="1263704071" sldId="404"/>
        </pc:sldMkLst>
        <pc:spChg chg="add mod">
          <ac:chgData name="Alessandro Ortis" userId="dcdc90ed-3509-45f7-ac48-ad038638580b" providerId="ADAL" clId="{AFF04C3F-FB8D-48FB-8B16-BF32087FED57}" dt="2021-03-15T18:17:20.563" v="966" actId="1076"/>
          <ac:spMkLst>
            <pc:docMk/>
            <pc:sldMk cId="1263704071" sldId="404"/>
            <ac:spMk id="4" creationId="{AB50FD74-E2AE-4186-9108-91EAA8908816}"/>
          </ac:spMkLst>
        </pc:spChg>
        <pc:spChg chg="add mod">
          <ac:chgData name="Alessandro Ortis" userId="dcdc90ed-3509-45f7-ac48-ad038638580b" providerId="ADAL" clId="{AFF04C3F-FB8D-48FB-8B16-BF32087FED57}" dt="2021-03-15T18:17:18.942" v="965" actId="1076"/>
          <ac:spMkLst>
            <pc:docMk/>
            <pc:sldMk cId="1263704071" sldId="404"/>
            <ac:spMk id="5" creationId="{94C2BBBD-E802-4E46-BD53-A26EC0F06B59}"/>
          </ac:spMkLst>
        </pc:spChg>
        <pc:spChg chg="add mod">
          <ac:chgData name="Alessandro Ortis" userId="dcdc90ed-3509-45f7-ac48-ad038638580b" providerId="ADAL" clId="{AFF04C3F-FB8D-48FB-8B16-BF32087FED57}" dt="2021-03-15T18:17:24.298" v="968" actId="1076"/>
          <ac:spMkLst>
            <pc:docMk/>
            <pc:sldMk cId="1263704071" sldId="404"/>
            <ac:spMk id="6" creationId="{6883AD09-34AB-4D9F-86CB-475E4296F3C1}"/>
          </ac:spMkLst>
        </pc:spChg>
        <pc:spChg chg="mod">
          <ac:chgData name="Alessandro Ortis" userId="dcdc90ed-3509-45f7-ac48-ad038638580b" providerId="ADAL" clId="{AFF04C3F-FB8D-48FB-8B16-BF32087FED57}" dt="2021-04-13T15:56:13.487" v="11086" actId="20577"/>
          <ac:spMkLst>
            <pc:docMk/>
            <pc:sldMk cId="1263704071" sldId="404"/>
            <ac:spMk id="7" creationId="{5991EEBF-DD52-410E-9C98-94BE471E4F4A}"/>
          </ac:spMkLst>
        </pc:spChg>
        <pc:spChg chg="del">
          <ac:chgData name="Alessandro Ortis" userId="dcdc90ed-3509-45f7-ac48-ad038638580b" providerId="ADAL" clId="{AFF04C3F-FB8D-48FB-8B16-BF32087FED57}" dt="2021-03-15T18:07:55.986" v="803" actId="478"/>
          <ac:spMkLst>
            <pc:docMk/>
            <pc:sldMk cId="1263704071" sldId="404"/>
            <ac:spMk id="176137" creationId="{25A11B01-42AD-45AC-8FE2-3B4990ACF797}"/>
          </ac:spMkLst>
        </pc:spChg>
        <pc:graphicFrameChg chg="add del mod">
          <ac:chgData name="Alessandro Ortis" userId="dcdc90ed-3509-45f7-ac48-ad038638580b" providerId="ADAL" clId="{AFF04C3F-FB8D-48FB-8B16-BF32087FED57}" dt="2021-03-15T18:16:55" v="959"/>
          <ac:graphicFrameMkLst>
            <pc:docMk/>
            <pc:sldMk cId="1263704071" sldId="404"/>
            <ac:graphicFrameMk id="2" creationId="{7457EABC-ACEC-442D-926D-4A3D611DC478}"/>
          </ac:graphicFrameMkLst>
        </pc:graphicFrameChg>
        <pc:graphicFrameChg chg="add mod modGraphic">
          <ac:chgData name="Alessandro Ortis" userId="dcdc90ed-3509-45f7-ac48-ad038638580b" providerId="ADAL" clId="{AFF04C3F-FB8D-48FB-8B16-BF32087FED57}" dt="2021-03-15T18:18:43.345" v="986"/>
          <ac:graphicFrameMkLst>
            <pc:docMk/>
            <pc:sldMk cId="1263704071" sldId="404"/>
            <ac:graphicFrameMk id="3" creationId="{1D8073FD-51EB-474F-BA0A-BE3AB5026384}"/>
          </ac:graphicFrameMkLst>
        </pc:graphicFrameChg>
      </pc:sldChg>
      <pc:sldChg chg="addSp delSp modSp add mod">
        <pc:chgData name="Alessandro Ortis" userId="dcdc90ed-3509-45f7-ac48-ad038638580b" providerId="ADAL" clId="{AFF04C3F-FB8D-48FB-8B16-BF32087FED57}" dt="2021-04-16T14:41:36.716" v="11123" actId="20577"/>
        <pc:sldMkLst>
          <pc:docMk/>
          <pc:sldMk cId="1144034358" sldId="405"/>
        </pc:sldMkLst>
        <pc:spChg chg="del">
          <ac:chgData name="Alessandro Ortis" userId="dcdc90ed-3509-45f7-ac48-ad038638580b" providerId="ADAL" clId="{AFF04C3F-FB8D-48FB-8B16-BF32087FED57}" dt="2021-03-15T18:16:13.736" v="944" actId="478"/>
          <ac:spMkLst>
            <pc:docMk/>
            <pc:sldMk cId="1144034358" sldId="405"/>
            <ac:spMk id="4" creationId="{AB50FD74-E2AE-4186-9108-91EAA8908816}"/>
          </ac:spMkLst>
        </pc:spChg>
        <pc:spChg chg="del">
          <ac:chgData name="Alessandro Ortis" userId="dcdc90ed-3509-45f7-ac48-ad038638580b" providerId="ADAL" clId="{AFF04C3F-FB8D-48FB-8B16-BF32087FED57}" dt="2021-03-15T18:16:16.036" v="945" actId="478"/>
          <ac:spMkLst>
            <pc:docMk/>
            <pc:sldMk cId="1144034358" sldId="405"/>
            <ac:spMk id="5" creationId="{94C2BBBD-E802-4E46-BD53-A26EC0F06B59}"/>
          </ac:spMkLst>
        </pc:spChg>
        <pc:spChg chg="add mod">
          <ac:chgData name="Alessandro Ortis" userId="dcdc90ed-3509-45f7-ac48-ad038638580b" providerId="ADAL" clId="{AFF04C3F-FB8D-48FB-8B16-BF32087FED57}" dt="2021-04-16T14:41:36.716" v="11123" actId="20577"/>
          <ac:spMkLst>
            <pc:docMk/>
            <pc:sldMk cId="1144034358" sldId="405"/>
            <ac:spMk id="6" creationId="{258080D9-E5F6-4148-86FF-A70D111E8BAA}"/>
          </ac:spMkLst>
        </pc:spChg>
        <pc:picChg chg="add mod">
          <ac:chgData name="Alessandro Ortis" userId="dcdc90ed-3509-45f7-ac48-ad038638580b" providerId="ADAL" clId="{AFF04C3F-FB8D-48FB-8B16-BF32087FED57}" dt="2021-04-13T15:48:46.764" v="10952" actId="1076"/>
          <ac:picMkLst>
            <pc:docMk/>
            <pc:sldMk cId="1144034358" sldId="405"/>
            <ac:picMk id="8" creationId="{1BAEBFE0-A876-4E93-BCEB-54487F72B966}"/>
          </ac:picMkLst>
        </pc:picChg>
      </pc:sldChg>
      <pc:sldChg chg="delSp modSp add mod ord">
        <pc:chgData name="Alessandro Ortis" userId="dcdc90ed-3509-45f7-ac48-ad038638580b" providerId="ADAL" clId="{AFF04C3F-FB8D-48FB-8B16-BF32087FED57}" dt="2021-03-15T18:25:31.063" v="1611"/>
        <pc:sldMkLst>
          <pc:docMk/>
          <pc:sldMk cId="4212648780" sldId="406"/>
        </pc:sldMkLst>
        <pc:spChg chg="mod">
          <ac:chgData name="Alessandro Ortis" userId="dcdc90ed-3509-45f7-ac48-ad038638580b" providerId="ADAL" clId="{AFF04C3F-FB8D-48FB-8B16-BF32087FED57}" dt="2021-03-15T18:23:56.592" v="1605" actId="20577"/>
          <ac:spMkLst>
            <pc:docMk/>
            <pc:sldMk cId="4212648780" sldId="406"/>
            <ac:spMk id="6" creationId="{258080D9-E5F6-4148-86FF-A70D111E8BAA}"/>
          </ac:spMkLst>
        </pc:spChg>
        <pc:picChg chg="del">
          <ac:chgData name="Alessandro Ortis" userId="dcdc90ed-3509-45f7-ac48-ad038638580b" providerId="ADAL" clId="{AFF04C3F-FB8D-48FB-8B16-BF32087FED57}" dt="2021-03-15T18:21:31.591" v="1164" actId="478"/>
          <ac:picMkLst>
            <pc:docMk/>
            <pc:sldMk cId="4212648780" sldId="406"/>
            <ac:picMk id="8" creationId="{1BAEBFE0-A876-4E93-BCEB-54487F72B966}"/>
          </ac:picMkLst>
        </pc:picChg>
      </pc:sldChg>
      <pc:sldChg chg="addSp delSp modSp add mod">
        <pc:chgData name="Alessandro Ortis" userId="dcdc90ed-3509-45f7-ac48-ad038638580b" providerId="ADAL" clId="{AFF04C3F-FB8D-48FB-8B16-BF32087FED57}" dt="2021-03-15T18:34:02.868" v="2080" actId="5793"/>
        <pc:sldMkLst>
          <pc:docMk/>
          <pc:sldMk cId="1977699529" sldId="407"/>
        </pc:sldMkLst>
        <pc:spChg chg="add del mod">
          <ac:chgData name="Alessandro Ortis" userId="dcdc90ed-3509-45f7-ac48-ad038638580b" providerId="ADAL" clId="{AFF04C3F-FB8D-48FB-8B16-BF32087FED57}" dt="2021-03-15T18:31:32.053" v="1676" actId="478"/>
          <ac:spMkLst>
            <pc:docMk/>
            <pc:sldMk cId="1977699529" sldId="407"/>
            <ac:spMk id="4" creationId="{D7CC2AC7-2420-451B-83D3-3FF936EB12FF}"/>
          </ac:spMkLst>
        </pc:spChg>
        <pc:spChg chg="add del mod">
          <ac:chgData name="Alessandro Ortis" userId="dcdc90ed-3509-45f7-ac48-ad038638580b" providerId="ADAL" clId="{AFF04C3F-FB8D-48FB-8B16-BF32087FED57}" dt="2021-03-15T18:31:32.053" v="1676" actId="478"/>
          <ac:spMkLst>
            <pc:docMk/>
            <pc:sldMk cId="1977699529" sldId="407"/>
            <ac:spMk id="5" creationId="{B64EF885-D2A1-4DB3-89E7-93F4455078C8}"/>
          </ac:spMkLst>
        </pc:spChg>
        <pc:spChg chg="mod">
          <ac:chgData name="Alessandro Ortis" userId="dcdc90ed-3509-45f7-ac48-ad038638580b" providerId="ADAL" clId="{AFF04C3F-FB8D-48FB-8B16-BF32087FED57}" dt="2021-03-15T18:34:02.868" v="2080" actId="5793"/>
          <ac:spMkLst>
            <pc:docMk/>
            <pc:sldMk cId="1977699529" sldId="407"/>
            <ac:spMk id="176137" creationId="{25A11B01-42AD-45AC-8FE2-3B4990ACF797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8:48:04.274" v="2387" actId="1076"/>
        <pc:sldMkLst>
          <pc:docMk/>
          <pc:sldMk cId="3928784828" sldId="408"/>
        </pc:sldMkLst>
        <pc:spChg chg="add mod">
          <ac:chgData name="Alessandro Ortis" userId="dcdc90ed-3509-45f7-ac48-ad038638580b" providerId="ADAL" clId="{AFF04C3F-FB8D-48FB-8B16-BF32087FED57}" dt="2021-03-15T18:48:04.274" v="2387" actId="1076"/>
          <ac:spMkLst>
            <pc:docMk/>
            <pc:sldMk cId="3928784828" sldId="408"/>
            <ac:spMk id="2" creationId="{EE29783B-3F18-4A2F-AFF6-C1BB7B0EE5B7}"/>
          </ac:spMkLst>
        </pc:spChg>
        <pc:spChg chg="mod">
          <ac:chgData name="Alessandro Ortis" userId="dcdc90ed-3509-45f7-ac48-ad038638580b" providerId="ADAL" clId="{AFF04C3F-FB8D-48FB-8B16-BF32087FED57}" dt="2021-03-15T18:46:56.758" v="2350" actId="1038"/>
          <ac:spMkLst>
            <pc:docMk/>
            <pc:sldMk cId="3928784828" sldId="408"/>
            <ac:spMk id="4" creationId="{D7CC2AC7-2420-451B-83D3-3FF936EB12FF}"/>
          </ac:spMkLst>
        </pc:spChg>
        <pc:spChg chg="mod">
          <ac:chgData name="Alessandro Ortis" userId="dcdc90ed-3509-45f7-ac48-ad038638580b" providerId="ADAL" clId="{AFF04C3F-FB8D-48FB-8B16-BF32087FED57}" dt="2021-03-15T18:47:24.051" v="2357" actId="6549"/>
          <ac:spMkLst>
            <pc:docMk/>
            <pc:sldMk cId="3928784828" sldId="408"/>
            <ac:spMk id="5" creationId="{B64EF885-D2A1-4DB3-89E7-93F4455078C8}"/>
          </ac:spMkLst>
        </pc:spChg>
        <pc:spChg chg="del">
          <ac:chgData name="Alessandro Ortis" userId="dcdc90ed-3509-45f7-ac48-ad038638580b" providerId="ADAL" clId="{AFF04C3F-FB8D-48FB-8B16-BF32087FED57}" dt="2021-03-15T18:34:07.568" v="2081" actId="478"/>
          <ac:spMkLst>
            <pc:docMk/>
            <pc:sldMk cId="3928784828" sldId="408"/>
            <ac:spMk id="176137" creationId="{25A11B01-42AD-45AC-8FE2-3B4990ACF797}"/>
          </ac:spMkLst>
        </pc:spChg>
      </pc:sldChg>
      <pc:sldChg chg="addSp modSp add del mod">
        <pc:chgData name="Alessandro Ortis" userId="dcdc90ed-3509-45f7-ac48-ad038638580b" providerId="ADAL" clId="{AFF04C3F-FB8D-48FB-8B16-BF32087FED57}" dt="2021-03-15T18:48:07.137" v="2388" actId="47"/>
        <pc:sldMkLst>
          <pc:docMk/>
          <pc:sldMk cId="202515483" sldId="409"/>
        </pc:sldMkLst>
        <pc:cxnChg chg="add mod">
          <ac:chgData name="Alessandro Ortis" userId="dcdc90ed-3509-45f7-ac48-ad038638580b" providerId="ADAL" clId="{AFF04C3F-FB8D-48FB-8B16-BF32087FED57}" dt="2021-03-15T18:47:17.558" v="2355" actId="1076"/>
          <ac:cxnSpMkLst>
            <pc:docMk/>
            <pc:sldMk cId="202515483" sldId="409"/>
            <ac:cxnSpMk id="3" creationId="{BCE33AD7-0F4B-4949-8F30-06FA7F096F36}"/>
          </ac:cxnSpMkLst>
        </pc:cxnChg>
      </pc:sldChg>
      <pc:sldChg chg="addSp delSp modSp add mod">
        <pc:chgData name="Alessandro Ortis" userId="dcdc90ed-3509-45f7-ac48-ad038638580b" providerId="ADAL" clId="{AFF04C3F-FB8D-48FB-8B16-BF32087FED57}" dt="2021-03-15T18:50:06.395" v="2472" actId="20577"/>
        <pc:sldMkLst>
          <pc:docMk/>
          <pc:sldMk cId="3546405701" sldId="409"/>
        </pc:sldMkLst>
        <pc:spChg chg="del">
          <ac:chgData name="Alessandro Ortis" userId="dcdc90ed-3509-45f7-ac48-ad038638580b" providerId="ADAL" clId="{AFF04C3F-FB8D-48FB-8B16-BF32087FED57}" dt="2021-03-15T18:48:16.580" v="2391" actId="478"/>
          <ac:spMkLst>
            <pc:docMk/>
            <pc:sldMk cId="3546405701" sldId="409"/>
            <ac:spMk id="2" creationId="{EE29783B-3F18-4A2F-AFF6-C1BB7B0EE5B7}"/>
          </ac:spMkLst>
        </pc:spChg>
        <pc:spChg chg="add mod">
          <ac:chgData name="Alessandro Ortis" userId="dcdc90ed-3509-45f7-ac48-ad038638580b" providerId="ADAL" clId="{AFF04C3F-FB8D-48FB-8B16-BF32087FED57}" dt="2021-03-15T18:50:06.395" v="2472" actId="20577"/>
          <ac:spMkLst>
            <pc:docMk/>
            <pc:sldMk cId="3546405701" sldId="409"/>
            <ac:spMk id="8" creationId="{890E1BEA-BE6E-4A97-97F9-C94C5E571945}"/>
          </ac:spMkLst>
        </pc:spChg>
        <pc:cxnChg chg="add mod">
          <ac:chgData name="Alessandro Ortis" userId="dcdc90ed-3509-45f7-ac48-ad038638580b" providerId="ADAL" clId="{AFF04C3F-FB8D-48FB-8B16-BF32087FED57}" dt="2021-03-15T18:48:14.431" v="2390"/>
          <ac:cxnSpMkLst>
            <pc:docMk/>
            <pc:sldMk cId="3546405701" sldId="409"/>
            <ac:cxnSpMk id="6" creationId="{592DD083-830D-43BC-BD7F-19AF3393F742}"/>
          </ac:cxnSpMkLst>
        </pc:cxnChg>
      </pc:sldChg>
      <pc:sldChg chg="addSp delSp modSp add mod">
        <pc:chgData name="Alessandro Ortis" userId="dcdc90ed-3509-45f7-ac48-ad038638580b" providerId="ADAL" clId="{AFF04C3F-FB8D-48FB-8B16-BF32087FED57}" dt="2021-04-13T15:52:35.399" v="11051" actId="20577"/>
        <pc:sldMkLst>
          <pc:docMk/>
          <pc:sldMk cId="1715010115" sldId="410"/>
        </pc:sldMkLst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4" creationId="{D7CC2AC7-2420-451B-83D3-3FF936EB12FF}"/>
          </ac:spMkLst>
        </pc:spChg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5" creationId="{B64EF885-D2A1-4DB3-89E7-93F4455078C8}"/>
          </ac:spMkLst>
        </pc:spChg>
        <pc:spChg chg="mod">
          <ac:chgData name="Alessandro Ortis" userId="dcdc90ed-3509-45f7-ac48-ad038638580b" providerId="ADAL" clId="{AFF04C3F-FB8D-48FB-8B16-BF32087FED57}" dt="2021-03-15T18:52:26.045" v="2499" actId="20577"/>
          <ac:spMkLst>
            <pc:docMk/>
            <pc:sldMk cId="1715010115" sldId="410"/>
            <ac:spMk id="7" creationId="{5991EEBF-DD52-410E-9C98-94BE471E4F4A}"/>
          </ac:spMkLst>
        </pc:spChg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8" creationId="{890E1BEA-BE6E-4A97-97F9-C94C5E571945}"/>
          </ac:spMkLst>
        </pc:spChg>
        <pc:spChg chg="add mod">
          <ac:chgData name="Alessandro Ortis" userId="dcdc90ed-3509-45f7-ac48-ad038638580b" providerId="ADAL" clId="{AFF04C3F-FB8D-48FB-8B16-BF32087FED57}" dt="2021-03-16T18:02:42.106" v="2917" actId="14100"/>
          <ac:spMkLst>
            <pc:docMk/>
            <pc:sldMk cId="1715010115" sldId="410"/>
            <ac:spMk id="9" creationId="{214797AA-1E06-40F3-9082-FA8674EAD136}"/>
          </ac:spMkLst>
        </pc:spChg>
        <pc:spChg chg="add mod">
          <ac:chgData name="Alessandro Ortis" userId="dcdc90ed-3509-45f7-ac48-ad038638580b" providerId="ADAL" clId="{AFF04C3F-FB8D-48FB-8B16-BF32087FED57}" dt="2021-04-13T15:51:56.212" v="11040" actId="1076"/>
          <ac:spMkLst>
            <pc:docMk/>
            <pc:sldMk cId="1715010115" sldId="410"/>
            <ac:spMk id="10" creationId="{4218E95E-BD15-4B3A-A47A-D4E7A27D71F1}"/>
          </ac:spMkLst>
        </pc:spChg>
        <pc:spChg chg="add mod">
          <ac:chgData name="Alessandro Ortis" userId="dcdc90ed-3509-45f7-ac48-ad038638580b" providerId="ADAL" clId="{AFF04C3F-FB8D-48FB-8B16-BF32087FED57}" dt="2021-04-13T15:52:35.399" v="11051" actId="20577"/>
          <ac:spMkLst>
            <pc:docMk/>
            <pc:sldMk cId="1715010115" sldId="410"/>
            <ac:spMk id="11" creationId="{7CA751F5-2772-4E6B-B97E-87C757908922}"/>
          </ac:spMkLst>
        </pc:spChg>
        <pc:cxnChg chg="del">
          <ac:chgData name="Alessandro Ortis" userId="dcdc90ed-3509-45f7-ac48-ad038638580b" providerId="ADAL" clId="{AFF04C3F-FB8D-48FB-8B16-BF32087FED57}" dt="2021-03-15T18:52:19.770" v="2474" actId="478"/>
          <ac:cxnSpMkLst>
            <pc:docMk/>
            <pc:sldMk cId="1715010115" sldId="410"/>
            <ac:cxnSpMk id="6" creationId="{592DD083-830D-43BC-BD7F-19AF3393F742}"/>
          </ac:cxnSpMkLst>
        </pc:cxnChg>
      </pc:sldChg>
      <pc:sldChg chg="delSp modSp add mod">
        <pc:chgData name="Alessandro Ortis" userId="dcdc90ed-3509-45f7-ac48-ad038638580b" providerId="ADAL" clId="{AFF04C3F-FB8D-48FB-8B16-BF32087FED57}" dt="2021-03-16T18:10:48.920" v="3792" actId="27636"/>
        <pc:sldMkLst>
          <pc:docMk/>
          <pc:sldMk cId="644021039" sldId="411"/>
        </pc:sldMkLst>
        <pc:spChg chg="mod">
          <ac:chgData name="Alessandro Ortis" userId="dcdc90ed-3509-45f7-ac48-ad038638580b" providerId="ADAL" clId="{AFF04C3F-FB8D-48FB-8B16-BF32087FED57}" dt="2021-03-16T18:10:48.920" v="3792" actId="27636"/>
          <ac:spMkLst>
            <pc:docMk/>
            <pc:sldMk cId="644021039" sldId="411"/>
            <ac:spMk id="9" creationId="{214797AA-1E06-40F3-9082-FA8674EAD136}"/>
          </ac:spMkLst>
        </pc:spChg>
        <pc:spChg chg="del">
          <ac:chgData name="Alessandro Ortis" userId="dcdc90ed-3509-45f7-ac48-ad038638580b" providerId="ADAL" clId="{AFF04C3F-FB8D-48FB-8B16-BF32087FED57}" dt="2021-03-16T18:10:13.059" v="3586" actId="478"/>
          <ac:spMkLst>
            <pc:docMk/>
            <pc:sldMk cId="644021039" sldId="411"/>
            <ac:spMk id="10" creationId="{4218E95E-BD15-4B3A-A47A-D4E7A27D71F1}"/>
          </ac:spMkLst>
        </pc:spChg>
        <pc:spChg chg="del">
          <ac:chgData name="Alessandro Ortis" userId="dcdc90ed-3509-45f7-ac48-ad038638580b" providerId="ADAL" clId="{AFF04C3F-FB8D-48FB-8B16-BF32087FED57}" dt="2021-03-16T18:10:13.059" v="3586" actId="478"/>
          <ac:spMkLst>
            <pc:docMk/>
            <pc:sldMk cId="644021039" sldId="411"/>
            <ac:spMk id="11" creationId="{7CA751F5-2772-4E6B-B97E-87C757908922}"/>
          </ac:spMkLst>
        </pc:spChg>
      </pc:sldChg>
      <pc:sldChg chg="addSp modSp add mod">
        <pc:chgData name="Alessandro Ortis" userId="dcdc90ed-3509-45f7-ac48-ad038638580b" providerId="ADAL" clId="{AFF04C3F-FB8D-48FB-8B16-BF32087FED57}" dt="2021-03-17T16:34:40.954" v="9101" actId="1076"/>
        <pc:sldMkLst>
          <pc:docMk/>
          <pc:sldMk cId="3670246005" sldId="412"/>
        </pc:sldMkLst>
        <pc:spChg chg="mod">
          <ac:chgData name="Alessandro Ortis" userId="dcdc90ed-3509-45f7-ac48-ad038638580b" providerId="ADAL" clId="{AFF04C3F-FB8D-48FB-8B16-BF32087FED57}" dt="2021-03-16T18:11:14.411" v="3814" actId="20577"/>
          <ac:spMkLst>
            <pc:docMk/>
            <pc:sldMk cId="3670246005" sldId="412"/>
            <ac:spMk id="7" creationId="{5991EEBF-DD52-410E-9C98-94BE471E4F4A}"/>
          </ac:spMkLst>
        </pc:spChg>
        <pc:spChg chg="mod">
          <ac:chgData name="Alessandro Ortis" userId="dcdc90ed-3509-45f7-ac48-ad038638580b" providerId="ADAL" clId="{AFF04C3F-FB8D-48FB-8B16-BF32087FED57}" dt="2021-03-17T16:34:38.498" v="9100" actId="20577"/>
          <ac:spMkLst>
            <pc:docMk/>
            <pc:sldMk cId="3670246005" sldId="412"/>
            <ac:spMk id="9" creationId="{214797AA-1E06-40F3-9082-FA8674EAD136}"/>
          </ac:spMkLst>
        </pc:spChg>
        <pc:picChg chg="add mod">
          <ac:chgData name="Alessandro Ortis" userId="dcdc90ed-3509-45f7-ac48-ad038638580b" providerId="ADAL" clId="{AFF04C3F-FB8D-48FB-8B16-BF32087FED57}" dt="2021-03-17T16:34:40.954" v="9101" actId="1076"/>
          <ac:picMkLst>
            <pc:docMk/>
            <pc:sldMk cId="3670246005" sldId="412"/>
            <ac:picMk id="4" creationId="{7B937681-E4FC-4ABB-BD34-00347968A6A7}"/>
          </ac:picMkLst>
        </pc:picChg>
      </pc:sldChg>
      <pc:sldChg chg="modSp add mod">
        <pc:chgData name="Alessandro Ortis" userId="dcdc90ed-3509-45f7-ac48-ad038638580b" providerId="ADAL" clId="{AFF04C3F-FB8D-48FB-8B16-BF32087FED57}" dt="2021-03-16T18:26:15.072" v="4847" actId="2710"/>
        <pc:sldMkLst>
          <pc:docMk/>
          <pc:sldMk cId="2458999474" sldId="413"/>
        </pc:sldMkLst>
        <pc:spChg chg="mod">
          <ac:chgData name="Alessandro Ortis" userId="dcdc90ed-3509-45f7-ac48-ad038638580b" providerId="ADAL" clId="{AFF04C3F-FB8D-48FB-8B16-BF32087FED57}" dt="2021-03-16T18:17:55.697" v="3860" actId="27636"/>
          <ac:spMkLst>
            <pc:docMk/>
            <pc:sldMk cId="2458999474" sldId="413"/>
            <ac:spMk id="7" creationId="{5991EEBF-DD52-410E-9C98-94BE471E4F4A}"/>
          </ac:spMkLst>
        </pc:spChg>
        <pc:spChg chg="mod">
          <ac:chgData name="Alessandro Ortis" userId="dcdc90ed-3509-45f7-ac48-ad038638580b" providerId="ADAL" clId="{AFF04C3F-FB8D-48FB-8B16-BF32087FED57}" dt="2021-03-16T18:26:15.072" v="4847" actId="2710"/>
          <ac:spMkLst>
            <pc:docMk/>
            <pc:sldMk cId="2458999474" sldId="413"/>
            <ac:spMk id="9" creationId="{214797AA-1E06-40F3-9082-FA8674EAD136}"/>
          </ac:spMkLst>
        </pc:spChg>
      </pc:sldChg>
      <pc:sldChg chg="modSp add mod">
        <pc:chgData name="Alessandro Ortis" userId="dcdc90ed-3509-45f7-ac48-ad038638580b" providerId="ADAL" clId="{AFF04C3F-FB8D-48FB-8B16-BF32087FED57}" dt="2021-03-16T18:30:13.074" v="5179" actId="27636"/>
        <pc:sldMkLst>
          <pc:docMk/>
          <pc:sldMk cId="1297251117" sldId="414"/>
        </pc:sldMkLst>
        <pc:spChg chg="mod">
          <ac:chgData name="Alessandro Ortis" userId="dcdc90ed-3509-45f7-ac48-ad038638580b" providerId="ADAL" clId="{AFF04C3F-FB8D-48FB-8B16-BF32087FED57}" dt="2021-03-16T18:30:13.074" v="5179" actId="27636"/>
          <ac:spMkLst>
            <pc:docMk/>
            <pc:sldMk cId="1297251117" sldId="414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0:56:36.819" v="6457" actId="14100"/>
        <pc:sldMkLst>
          <pc:docMk/>
          <pc:sldMk cId="3686207558" sldId="415"/>
        </pc:sldMkLst>
        <pc:spChg chg="add del mod">
          <ac:chgData name="Alessandro Ortis" userId="dcdc90ed-3509-45f7-ac48-ad038638580b" providerId="ADAL" clId="{AFF04C3F-FB8D-48FB-8B16-BF32087FED57}" dt="2021-03-17T10:40:15.710" v="5420" actId="478"/>
          <ac:spMkLst>
            <pc:docMk/>
            <pc:sldMk cId="3686207558" sldId="415"/>
            <ac:spMk id="4" creationId="{09499160-023B-4424-AA3B-A13C181E0EF0}"/>
          </ac:spMkLst>
        </pc:spChg>
        <pc:spChg chg="add del mod">
          <ac:chgData name="Alessandro Ortis" userId="dcdc90ed-3509-45f7-ac48-ad038638580b" providerId="ADAL" clId="{AFF04C3F-FB8D-48FB-8B16-BF32087FED57}" dt="2021-03-17T10:40:15.710" v="5420" actId="478"/>
          <ac:spMkLst>
            <pc:docMk/>
            <pc:sldMk cId="3686207558" sldId="415"/>
            <ac:spMk id="5" creationId="{DEFC0459-B511-4F72-9361-B2850FAFCAAD}"/>
          </ac:spMkLst>
        </pc:spChg>
        <pc:spChg chg="add del mod">
          <ac:chgData name="Alessandro Ortis" userId="dcdc90ed-3509-45f7-ac48-ad038638580b" providerId="ADAL" clId="{AFF04C3F-FB8D-48FB-8B16-BF32087FED57}" dt="2021-03-17T10:47:38.515" v="6337" actId="478"/>
          <ac:spMkLst>
            <pc:docMk/>
            <pc:sldMk cId="3686207558" sldId="415"/>
            <ac:spMk id="6" creationId="{AF3B074D-D552-4ADD-97DA-4445264F47D9}"/>
          </ac:spMkLst>
        </pc:spChg>
        <pc:spChg chg="mod">
          <ac:chgData name="Alessandro Ortis" userId="dcdc90ed-3509-45f7-ac48-ad038638580b" providerId="ADAL" clId="{AFF04C3F-FB8D-48FB-8B16-BF32087FED57}" dt="2021-03-17T10:40:58.635" v="5465" actId="20577"/>
          <ac:spMkLst>
            <pc:docMk/>
            <pc:sldMk cId="3686207558" sldId="415"/>
            <ac:spMk id="7" creationId="{5991EEBF-DD52-410E-9C98-94BE471E4F4A}"/>
          </ac:spMkLst>
        </pc:spChg>
        <pc:spChg chg="add del mod">
          <ac:chgData name="Alessandro Ortis" userId="dcdc90ed-3509-45f7-ac48-ad038638580b" providerId="ADAL" clId="{AFF04C3F-FB8D-48FB-8B16-BF32087FED57}" dt="2021-03-17T10:47:40.307" v="6338" actId="478"/>
          <ac:spMkLst>
            <pc:docMk/>
            <pc:sldMk cId="3686207558" sldId="415"/>
            <ac:spMk id="8" creationId="{B3C15787-7296-4AB3-AE89-1E5CE689B7F2}"/>
          </ac:spMkLst>
        </pc:spChg>
        <pc:spChg chg="mod">
          <ac:chgData name="Alessandro Ortis" userId="dcdc90ed-3509-45f7-ac48-ad038638580b" providerId="ADAL" clId="{AFF04C3F-FB8D-48FB-8B16-BF32087FED57}" dt="2021-03-17T10:56:36.819" v="6457" actId="14100"/>
          <ac:spMkLst>
            <pc:docMk/>
            <pc:sldMk cId="3686207558" sldId="415"/>
            <ac:spMk id="9" creationId="{214797AA-1E06-40F3-9082-FA8674EAD136}"/>
          </ac:spMkLst>
        </pc:spChg>
        <pc:spChg chg="add mod">
          <ac:chgData name="Alessandro Ortis" userId="dcdc90ed-3509-45f7-ac48-ad038638580b" providerId="ADAL" clId="{AFF04C3F-FB8D-48FB-8B16-BF32087FED57}" dt="2021-03-17T10:54:45.263" v="6446" actId="1076"/>
          <ac:spMkLst>
            <pc:docMk/>
            <pc:sldMk cId="3686207558" sldId="415"/>
            <ac:spMk id="10" creationId="{CAE76C9D-058E-4ACA-A35A-35BFDC17A614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1:02:45.957" v="6782" actId="123"/>
        <pc:sldMkLst>
          <pc:docMk/>
          <pc:sldMk cId="479589270" sldId="416"/>
        </pc:sldMkLst>
        <pc:spChg chg="del">
          <ac:chgData name="Alessandro Ortis" userId="dcdc90ed-3509-45f7-ac48-ad038638580b" providerId="ADAL" clId="{AFF04C3F-FB8D-48FB-8B16-BF32087FED57}" dt="2021-03-17T10:27:19.274" v="5378" actId="478"/>
          <ac:spMkLst>
            <pc:docMk/>
            <pc:sldMk cId="479589270" sldId="416"/>
            <ac:spMk id="4" creationId="{09499160-023B-4424-AA3B-A13C181E0EF0}"/>
          </ac:spMkLst>
        </pc:spChg>
        <pc:spChg chg="del">
          <ac:chgData name="Alessandro Ortis" userId="dcdc90ed-3509-45f7-ac48-ad038638580b" providerId="ADAL" clId="{AFF04C3F-FB8D-48FB-8B16-BF32087FED57}" dt="2021-03-17T10:27:19.274" v="5378" actId="478"/>
          <ac:spMkLst>
            <pc:docMk/>
            <pc:sldMk cId="479589270" sldId="416"/>
            <ac:spMk id="5" creationId="{DEFC0459-B511-4F72-9361-B2850FAFCAAD}"/>
          </ac:spMkLst>
        </pc:spChg>
        <pc:spChg chg="mod">
          <ac:chgData name="Alessandro Ortis" userId="dcdc90ed-3509-45f7-ac48-ad038638580b" providerId="ADAL" clId="{AFF04C3F-FB8D-48FB-8B16-BF32087FED57}" dt="2021-03-17T11:02:45.957" v="6782" actId="123"/>
          <ac:spMkLst>
            <pc:docMk/>
            <pc:sldMk cId="479589270" sldId="416"/>
            <ac:spMk id="9" creationId="{214797AA-1E06-40F3-9082-FA8674EAD136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1:01:01.089" v="6769" actId="20577"/>
        <pc:sldMkLst>
          <pc:docMk/>
          <pc:sldMk cId="2402355522" sldId="417"/>
        </pc:sldMkLst>
        <pc:spChg chg="del">
          <ac:chgData name="Alessandro Ortis" userId="dcdc90ed-3509-45f7-ac48-ad038638580b" providerId="ADAL" clId="{AFF04C3F-FB8D-48FB-8B16-BF32087FED57}" dt="2021-03-17T11:00:22.706" v="6741" actId="478"/>
          <ac:spMkLst>
            <pc:docMk/>
            <pc:sldMk cId="2402355522" sldId="417"/>
            <ac:spMk id="6" creationId="{AF3B074D-D552-4ADD-97DA-4445264F47D9}"/>
          </ac:spMkLst>
        </pc:spChg>
        <pc:spChg chg="del">
          <ac:chgData name="Alessandro Ortis" userId="dcdc90ed-3509-45f7-ac48-ad038638580b" providerId="ADAL" clId="{AFF04C3F-FB8D-48FB-8B16-BF32087FED57}" dt="2021-03-17T11:00:22.706" v="6741" actId="478"/>
          <ac:spMkLst>
            <pc:docMk/>
            <pc:sldMk cId="2402355522" sldId="417"/>
            <ac:spMk id="8" creationId="{B3C15787-7296-4AB3-AE89-1E5CE689B7F2}"/>
          </ac:spMkLst>
        </pc:spChg>
        <pc:spChg chg="mod">
          <ac:chgData name="Alessandro Ortis" userId="dcdc90ed-3509-45f7-ac48-ad038638580b" providerId="ADAL" clId="{AFF04C3F-FB8D-48FB-8B16-BF32087FED57}" dt="2021-03-17T11:01:01.089" v="6769" actId="20577"/>
          <ac:spMkLst>
            <pc:docMk/>
            <pc:sldMk cId="2402355522" sldId="417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0:59:56.400" v="6740" actId="113"/>
        <pc:sldMkLst>
          <pc:docMk/>
          <pc:sldMk cId="1092163208" sldId="418"/>
        </pc:sldMkLst>
        <pc:spChg chg="add del mod">
          <ac:chgData name="Alessandro Ortis" userId="dcdc90ed-3509-45f7-ac48-ad038638580b" providerId="ADAL" clId="{AFF04C3F-FB8D-48FB-8B16-BF32087FED57}" dt="2021-03-17T10:56:23.262" v="6448" actId="478"/>
          <ac:spMkLst>
            <pc:docMk/>
            <pc:sldMk cId="1092163208" sldId="418"/>
            <ac:spMk id="3" creationId="{C9E37AA6-9118-4F74-902A-B232000594E6}"/>
          </ac:spMkLst>
        </pc:spChg>
        <pc:spChg chg="mod">
          <ac:chgData name="Alessandro Ortis" userId="dcdc90ed-3509-45f7-ac48-ad038638580b" providerId="ADAL" clId="{AFF04C3F-FB8D-48FB-8B16-BF32087FED57}" dt="2021-03-17T10:59:43.844" v="6734" actId="1076"/>
          <ac:spMkLst>
            <pc:docMk/>
            <pc:sldMk cId="1092163208" sldId="418"/>
            <ac:spMk id="6" creationId="{AF3B074D-D552-4ADD-97DA-4445264F47D9}"/>
          </ac:spMkLst>
        </pc:spChg>
        <pc:spChg chg="mod">
          <ac:chgData name="Alessandro Ortis" userId="dcdc90ed-3509-45f7-ac48-ad038638580b" providerId="ADAL" clId="{AFF04C3F-FB8D-48FB-8B16-BF32087FED57}" dt="2021-03-17T10:59:56.400" v="6740" actId="113"/>
          <ac:spMkLst>
            <pc:docMk/>
            <pc:sldMk cId="1092163208" sldId="418"/>
            <ac:spMk id="8" creationId="{B3C15787-7296-4AB3-AE89-1E5CE689B7F2}"/>
          </ac:spMkLst>
        </pc:spChg>
        <pc:spChg chg="del">
          <ac:chgData name="Alessandro Ortis" userId="dcdc90ed-3509-45f7-ac48-ad038638580b" providerId="ADAL" clId="{AFF04C3F-FB8D-48FB-8B16-BF32087FED57}" dt="2021-03-17T10:56:21.162" v="6447" actId="478"/>
          <ac:spMkLst>
            <pc:docMk/>
            <pc:sldMk cId="1092163208" sldId="418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4-13T15:11:14.628" v="10387" actId="404"/>
        <pc:sldMkLst>
          <pc:docMk/>
          <pc:sldMk cId="403641477" sldId="419"/>
        </pc:sldMkLst>
        <pc:spChg chg="add mod">
          <ac:chgData name="Alessandro Ortis" userId="dcdc90ed-3509-45f7-ac48-ad038638580b" providerId="ADAL" clId="{AFF04C3F-FB8D-48FB-8B16-BF32087FED57}" dt="2021-04-13T15:10:48.110" v="10382" actId="6549"/>
          <ac:spMkLst>
            <pc:docMk/>
            <pc:sldMk cId="403641477" sldId="419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4-13T15:11:14.628" v="10387" actId="404"/>
          <ac:spMkLst>
            <pc:docMk/>
            <pc:sldMk cId="403641477" sldId="419"/>
            <ac:spMk id="215043" creationId="{507771F2-20D6-4736-86E3-005CFE35C2BD}"/>
          </ac:spMkLst>
        </pc:spChg>
        <pc:spChg chg="del mod">
          <ac:chgData name="Alessandro Ortis" userId="dcdc90ed-3509-45f7-ac48-ad038638580b" providerId="ADAL" clId="{AFF04C3F-FB8D-48FB-8B16-BF32087FED57}" dt="2021-03-17T15:23:00.879" v="6858" actId="478"/>
          <ac:spMkLst>
            <pc:docMk/>
            <pc:sldMk cId="403641477" sldId="419"/>
            <ac:spMk id="215045" creationId="{BF84A1C8-7864-4106-9E68-90F707458EAE}"/>
          </ac:spMkLst>
        </pc:spChg>
      </pc:sldChg>
      <pc:sldChg chg="modSp add mod">
        <pc:chgData name="Alessandro Ortis" userId="dcdc90ed-3509-45f7-ac48-ad038638580b" providerId="ADAL" clId="{AFF04C3F-FB8D-48FB-8B16-BF32087FED57}" dt="2021-04-13T15:11:25.788" v="10391" actId="113"/>
        <pc:sldMkLst>
          <pc:docMk/>
          <pc:sldMk cId="798376485" sldId="420"/>
        </pc:sldMkLst>
        <pc:spChg chg="mod">
          <ac:chgData name="Alessandro Ortis" userId="dcdc90ed-3509-45f7-ac48-ad038638580b" providerId="ADAL" clId="{AFF04C3F-FB8D-48FB-8B16-BF32087FED57}" dt="2021-03-17T15:53:24.852" v="7084" actId="6549"/>
          <ac:spMkLst>
            <pc:docMk/>
            <pc:sldMk cId="798376485" sldId="420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5:52:42.041" v="7058" actId="1076"/>
          <ac:spMkLst>
            <pc:docMk/>
            <pc:sldMk cId="798376485" sldId="420"/>
            <ac:spMk id="8" creationId="{819271F6-BDEE-4BCF-8814-0180540D807C}"/>
          </ac:spMkLst>
        </pc:spChg>
        <pc:spChg chg="mod">
          <ac:chgData name="Alessandro Ortis" userId="dcdc90ed-3509-45f7-ac48-ad038638580b" providerId="ADAL" clId="{AFF04C3F-FB8D-48FB-8B16-BF32087FED57}" dt="2021-04-13T15:11:25.788" v="10391" actId="113"/>
          <ac:spMkLst>
            <pc:docMk/>
            <pc:sldMk cId="798376485" sldId="420"/>
            <ac:spMk id="215043" creationId="{507771F2-20D6-4736-86E3-005CFE35C2BD}"/>
          </ac:spMkLst>
        </pc:spChg>
      </pc:sldChg>
      <pc:sldChg chg="delSp modSp add mod">
        <pc:chgData name="Alessandro Ortis" userId="dcdc90ed-3509-45f7-ac48-ad038638580b" providerId="ADAL" clId="{AFF04C3F-FB8D-48FB-8B16-BF32087FED57}" dt="2021-04-13T15:11:52.213" v="10408" actId="20577"/>
        <pc:sldMkLst>
          <pc:docMk/>
          <pc:sldMk cId="1957110679" sldId="421"/>
        </pc:sldMkLst>
        <pc:spChg chg="del">
          <ac:chgData name="Alessandro Ortis" userId="dcdc90ed-3509-45f7-ac48-ad038638580b" providerId="ADAL" clId="{AFF04C3F-FB8D-48FB-8B16-BF32087FED57}" dt="2021-03-17T15:58:57.774" v="7088" actId="478"/>
          <ac:spMkLst>
            <pc:docMk/>
            <pc:sldMk cId="1957110679" sldId="421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4-13T15:11:52.213" v="10408" actId="20577"/>
          <ac:spMkLst>
            <pc:docMk/>
            <pc:sldMk cId="1957110679" sldId="421"/>
            <ac:spMk id="215043" creationId="{507771F2-20D6-4736-86E3-005CFE35C2BD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4-13T15:27:23.651" v="10560" actId="20577"/>
        <pc:sldMkLst>
          <pc:docMk/>
          <pc:sldMk cId="3625126898" sldId="422"/>
        </pc:sldMkLst>
        <pc:spChg chg="add mod">
          <ac:chgData name="Alessandro Ortis" userId="dcdc90ed-3509-45f7-ac48-ad038638580b" providerId="ADAL" clId="{AFF04C3F-FB8D-48FB-8B16-BF32087FED57}" dt="2021-03-17T16:12:01.145" v="7988" actId="20577"/>
          <ac:spMkLst>
            <pc:docMk/>
            <pc:sldMk cId="3625126898" sldId="422"/>
            <ac:spMk id="4" creationId="{4B9BE565-A0FE-40FC-8CFE-7A9942C03498}"/>
          </ac:spMkLst>
        </pc:spChg>
        <pc:spChg chg="add mod">
          <ac:chgData name="Alessandro Ortis" userId="dcdc90ed-3509-45f7-ac48-ad038638580b" providerId="ADAL" clId="{AFF04C3F-FB8D-48FB-8B16-BF32087FED57}" dt="2021-04-13T15:27:23.651" v="10560" actId="20577"/>
          <ac:spMkLst>
            <pc:docMk/>
            <pc:sldMk cId="3625126898" sldId="422"/>
            <ac:spMk id="5" creationId="{65984521-567E-48C9-AE21-881D801AF35B}"/>
          </ac:spMkLst>
        </pc:spChg>
        <pc:spChg chg="add del mod">
          <ac:chgData name="Alessandro Ortis" userId="dcdc90ed-3509-45f7-ac48-ad038638580b" providerId="ADAL" clId="{AFF04C3F-FB8D-48FB-8B16-BF32087FED57}" dt="2021-03-17T16:18:06.424" v="8126"/>
          <ac:spMkLst>
            <pc:docMk/>
            <pc:sldMk cId="3625126898" sldId="422"/>
            <ac:spMk id="6" creationId="{65A63C6E-6310-4FBA-A3A7-5B2FB19A5A63}"/>
          </ac:spMkLst>
        </pc:spChg>
        <pc:spChg chg="del">
          <ac:chgData name="Alessandro Ortis" userId="dcdc90ed-3509-45f7-ac48-ad038638580b" providerId="ADAL" clId="{AFF04C3F-FB8D-48FB-8B16-BF32087FED57}" dt="2021-03-17T16:05:45.116" v="7616" actId="478"/>
          <ac:spMkLst>
            <pc:docMk/>
            <pc:sldMk cId="3625126898" sldId="422"/>
            <ac:spMk id="215043" creationId="{507771F2-20D6-4736-86E3-005CFE35C2BD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47:26.309" v="9182" actId="20577"/>
        <pc:sldMkLst>
          <pc:docMk/>
          <pc:sldMk cId="1256816092" sldId="423"/>
        </pc:sldMkLst>
        <pc:spChg chg="mod">
          <ac:chgData name="Alessandro Ortis" userId="dcdc90ed-3509-45f7-ac48-ad038638580b" providerId="ADAL" clId="{AFF04C3F-FB8D-48FB-8B16-BF32087FED57}" dt="2021-03-17T16:26:33.526" v="9066" actId="403"/>
          <ac:spMkLst>
            <pc:docMk/>
            <pc:sldMk cId="1256816092" sldId="423"/>
            <ac:spMk id="4" creationId="{4B9BE565-A0FE-40FC-8CFE-7A9942C03498}"/>
          </ac:spMkLst>
        </pc:spChg>
        <pc:spChg chg="del">
          <ac:chgData name="Alessandro Ortis" userId="dcdc90ed-3509-45f7-ac48-ad038638580b" providerId="ADAL" clId="{AFF04C3F-FB8D-48FB-8B16-BF32087FED57}" dt="2021-03-17T16:18:17.774" v="8145" actId="478"/>
          <ac:spMkLst>
            <pc:docMk/>
            <pc:sldMk cId="1256816092" sldId="423"/>
            <ac:spMk id="5" creationId="{65984521-567E-48C9-AE21-881D801AF35B}"/>
          </ac:spMkLst>
        </pc:spChg>
        <pc:spChg chg="add mod">
          <ac:chgData name="Alessandro Ortis" userId="dcdc90ed-3509-45f7-ac48-ad038638580b" providerId="ADAL" clId="{AFF04C3F-FB8D-48FB-8B16-BF32087FED57}" dt="2021-03-17T16:20:39.654" v="8310" actId="20577"/>
          <ac:spMkLst>
            <pc:docMk/>
            <pc:sldMk cId="1256816092" sldId="423"/>
            <ac:spMk id="6" creationId="{33A00F08-9322-4BFA-A5C1-11E4584D74AE}"/>
          </ac:spMkLst>
        </pc:spChg>
        <pc:spChg chg="add mod">
          <ac:chgData name="Alessandro Ortis" userId="dcdc90ed-3509-45f7-ac48-ad038638580b" providerId="ADAL" clId="{AFF04C3F-FB8D-48FB-8B16-BF32087FED57}" dt="2021-03-17T16:47:26.309" v="9182" actId="20577"/>
          <ac:spMkLst>
            <pc:docMk/>
            <pc:sldMk cId="1256816092" sldId="423"/>
            <ac:spMk id="7" creationId="{786B2507-8368-4AFA-A30B-5414BB64BD0E}"/>
          </ac:spMkLst>
        </pc:spChg>
        <pc:spChg chg="mod">
          <ac:chgData name="Alessandro Ortis" userId="dcdc90ed-3509-45f7-ac48-ad038638580b" providerId="ADAL" clId="{AFF04C3F-FB8D-48FB-8B16-BF32087FED57}" dt="2021-03-17T16:18:14.116" v="8144" actId="20577"/>
          <ac:spMkLst>
            <pc:docMk/>
            <pc:sldMk cId="1256816092" sldId="423"/>
            <ac:spMk id="8" creationId="{819271F6-BDEE-4BCF-8814-0180540D807C}"/>
          </ac:spMkLst>
        </pc:spChg>
      </pc:sldChg>
      <pc:sldChg chg="delSp modSp add mod modShow">
        <pc:chgData name="Alessandro Ortis" userId="dcdc90ed-3509-45f7-ac48-ad038638580b" providerId="ADAL" clId="{AFF04C3F-FB8D-48FB-8B16-BF32087FED57}" dt="2021-04-13T21:38:06.808" v="11101" actId="729"/>
        <pc:sldMkLst>
          <pc:docMk/>
          <pc:sldMk cId="166479949" sldId="424"/>
        </pc:sldMkLst>
        <pc:spChg chg="mod">
          <ac:chgData name="Alessandro Ortis" userId="dcdc90ed-3509-45f7-ac48-ad038638580b" providerId="ADAL" clId="{AFF04C3F-FB8D-48FB-8B16-BF32087FED57}" dt="2021-03-17T16:43:13.100" v="9151" actId="5793"/>
          <ac:spMkLst>
            <pc:docMk/>
            <pc:sldMk cId="166479949" sldId="424"/>
            <ac:spMk id="6" creationId="{33A00F08-9322-4BFA-A5C1-11E4584D74AE}"/>
          </ac:spMkLst>
        </pc:spChg>
        <pc:spChg chg="del">
          <ac:chgData name="Alessandro Ortis" userId="dcdc90ed-3509-45f7-ac48-ad038638580b" providerId="ADAL" clId="{AFF04C3F-FB8D-48FB-8B16-BF32087FED57}" dt="2021-03-17T16:32:51.055" v="9092" actId="478"/>
          <ac:spMkLst>
            <pc:docMk/>
            <pc:sldMk cId="166479949" sldId="424"/>
            <ac:spMk id="7" creationId="{786B2507-8368-4AFA-A30B-5414BB64BD0E}"/>
          </ac:spMkLst>
        </pc:spChg>
        <pc:spChg chg="mod">
          <ac:chgData name="Alessandro Ortis" userId="dcdc90ed-3509-45f7-ac48-ad038638580b" providerId="ADAL" clId="{AFF04C3F-FB8D-48FB-8B16-BF32087FED57}" dt="2021-03-17T16:32:47.276" v="9091" actId="20577"/>
          <ac:spMkLst>
            <pc:docMk/>
            <pc:sldMk cId="166479949" sldId="424"/>
            <ac:spMk id="8" creationId="{819271F6-BDEE-4BCF-8814-0180540D807C}"/>
          </ac:spMkLst>
        </pc:spChg>
      </pc:sldChg>
      <pc:sldChg chg="addSp delSp modSp add mod modNotesTx">
        <pc:chgData name="Alessandro Ortis" userId="dcdc90ed-3509-45f7-ac48-ad038638580b" providerId="ADAL" clId="{AFF04C3F-FB8D-48FB-8B16-BF32087FED57}" dt="2021-04-13T15:15:08.103" v="10549" actId="20577"/>
        <pc:sldMkLst>
          <pc:docMk/>
          <pc:sldMk cId="82593182" sldId="425"/>
        </pc:sldMkLst>
        <pc:spChg chg="del">
          <ac:chgData name="Alessandro Ortis" userId="dcdc90ed-3509-45f7-ac48-ad038638580b" providerId="ADAL" clId="{AFF04C3F-FB8D-48FB-8B16-BF32087FED57}" dt="2021-03-17T16:52:25.774" v="9250" actId="478"/>
          <ac:spMkLst>
            <pc:docMk/>
            <pc:sldMk cId="82593182" sldId="425"/>
            <ac:spMk id="4" creationId="{AC3205E2-5335-427B-9E98-F550BD46805E}"/>
          </ac:spMkLst>
        </pc:spChg>
        <pc:spChg chg="add del">
          <ac:chgData name="Alessandro Ortis" userId="dcdc90ed-3509-45f7-ac48-ad038638580b" providerId="ADAL" clId="{AFF04C3F-FB8D-48FB-8B16-BF32087FED57}" dt="2021-03-17T17:14:17.300" v="9253" actId="22"/>
          <ac:spMkLst>
            <pc:docMk/>
            <pc:sldMk cId="82593182" sldId="425"/>
            <ac:spMk id="14" creationId="{780DEFBC-9A6D-4320-9CC7-E02BDA7C47EC}"/>
          </ac:spMkLst>
        </pc:spChg>
        <pc:spChg chg="add mod">
          <ac:chgData name="Alessandro Ortis" userId="dcdc90ed-3509-45f7-ac48-ad038638580b" providerId="ADAL" clId="{AFF04C3F-FB8D-48FB-8B16-BF32087FED57}" dt="2021-03-17T17:16:44.474" v="9325" actId="14100"/>
          <ac:spMkLst>
            <pc:docMk/>
            <pc:sldMk cId="82593182" sldId="425"/>
            <ac:spMk id="15" creationId="{3FEC886E-31DA-4E9A-B67E-305BE3FE9869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4-18T16:49:18.621" v="11315" actId="123"/>
        <pc:sldMkLst>
          <pc:docMk/>
          <pc:sldMk cId="1778699822" sldId="426"/>
        </pc:sldMkLst>
        <pc:spChg chg="del mod">
          <ac:chgData name="Alessandro Ortis" userId="dcdc90ed-3509-45f7-ac48-ad038638580b" providerId="ADAL" clId="{AFF04C3F-FB8D-48FB-8B16-BF32087FED57}" dt="2021-03-30T17:46:05.035" v="10094" actId="478"/>
          <ac:spMkLst>
            <pc:docMk/>
            <pc:sldMk cId="1778699822" sldId="426"/>
            <ac:spMk id="2" creationId="{4097D233-2A89-41E8-908E-E04715CB0C14}"/>
          </ac:spMkLst>
        </pc:spChg>
        <pc:spChg chg="add del mod">
          <ac:chgData name="Alessandro Ortis" userId="dcdc90ed-3509-45f7-ac48-ad038638580b" providerId="ADAL" clId="{AFF04C3F-FB8D-48FB-8B16-BF32087FED57}" dt="2021-03-30T17:15:03.543" v="9934" actId="478"/>
          <ac:spMkLst>
            <pc:docMk/>
            <pc:sldMk cId="1778699822" sldId="426"/>
            <ac:spMk id="4" creationId="{E789952E-3B41-48E2-8728-CF1E49038722}"/>
          </ac:spMkLst>
        </pc:spChg>
        <pc:spChg chg="add mod">
          <ac:chgData name="Alessandro Ortis" userId="dcdc90ed-3509-45f7-ac48-ad038638580b" providerId="ADAL" clId="{AFF04C3F-FB8D-48FB-8B16-BF32087FED57}" dt="2021-04-18T16:49:18.621" v="11315" actId="123"/>
          <ac:spMkLst>
            <pc:docMk/>
            <pc:sldMk cId="1778699822" sldId="426"/>
            <ac:spMk id="11" creationId="{AA124A4C-B6F9-4C5E-8079-9D5B69BC8827}"/>
          </ac:spMkLst>
        </pc:spChg>
        <pc:spChg chg="del mod">
          <ac:chgData name="Alessandro Ortis" userId="dcdc90ed-3509-45f7-ac48-ad038638580b" providerId="ADAL" clId="{AFF04C3F-FB8D-48FB-8B16-BF32087FED57}" dt="2021-03-30T17:14:20.178" v="9924" actId="478"/>
          <ac:spMkLst>
            <pc:docMk/>
            <pc:sldMk cId="1778699822" sldId="426"/>
            <ac:spMk id="15" creationId="{3FEC886E-31DA-4E9A-B67E-305BE3FE9869}"/>
          </ac:spMkLst>
        </pc:spChg>
        <pc:spChg chg="add del mod">
          <ac:chgData name="Alessandro Ortis" userId="dcdc90ed-3509-45f7-ac48-ad038638580b" providerId="ADAL" clId="{AFF04C3F-FB8D-48FB-8B16-BF32087FED57}" dt="2021-03-30T17:46:07.029" v="10095" actId="478"/>
          <ac:spMkLst>
            <pc:docMk/>
            <pc:sldMk cId="1778699822" sldId="426"/>
            <ac:spMk id="25" creationId="{D857BAEB-6404-4917-AC63-3B76F700A7DB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1" creationId="{3FFDD104-3F19-4832-9295-CD1B24274001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2" creationId="{A565445D-176F-4B1A-A4F5-1A78ADAE5563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3" creationId="{EEEAD6B3-8619-44FE-BAF7-6AB17D367D31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4" creationId="{BE9C110C-15BC-4F29-AAD0-0F51B6695293}"/>
          </ac:spMkLst>
        </pc:spChg>
        <pc:graphicFrameChg chg="add mod modGraphic">
          <ac:chgData name="Alessandro Ortis" userId="dcdc90ed-3509-45f7-ac48-ad038638580b" providerId="ADAL" clId="{AFF04C3F-FB8D-48FB-8B16-BF32087FED57}" dt="2021-03-30T17:55:45.352" v="10327" actId="1076"/>
          <ac:graphicFrameMkLst>
            <pc:docMk/>
            <pc:sldMk cId="1778699822" sldId="426"/>
            <ac:graphicFrameMk id="3" creationId="{057F07EE-D9A8-48B9-8C17-A63BB91C4F63}"/>
          </ac:graphicFrameMkLst>
        </pc:graphicFrameChg>
        <pc:graphicFrameChg chg="add mod ord modGraphic">
          <ac:chgData name="Alessandro Ortis" userId="dcdc90ed-3509-45f7-ac48-ad038638580b" providerId="ADAL" clId="{AFF04C3F-FB8D-48FB-8B16-BF32087FED57}" dt="2021-03-30T17:56:53.680" v="10355" actId="1036"/>
          <ac:graphicFrameMkLst>
            <pc:docMk/>
            <pc:sldMk cId="1778699822" sldId="426"/>
            <ac:graphicFrameMk id="5" creationId="{CA0BBA5B-841E-43DB-B15C-F138E1AF2040}"/>
          </ac:graphicFrameMkLst>
        </pc:graphicFrameChg>
        <pc:graphicFrameChg chg="add mod ord modGraphic">
          <ac:chgData name="Alessandro Ortis" userId="dcdc90ed-3509-45f7-ac48-ad038638580b" providerId="ADAL" clId="{AFF04C3F-FB8D-48FB-8B16-BF32087FED57}" dt="2021-03-30T17:56:53.680" v="10355" actId="1036"/>
          <ac:graphicFrameMkLst>
            <pc:docMk/>
            <pc:sldMk cId="1778699822" sldId="426"/>
            <ac:graphicFrameMk id="6" creationId="{90CBCBB1-7115-42DE-BCA8-68DF29239E05}"/>
          </ac:graphicFrameMkLst>
        </pc:graphicFrameChg>
        <pc:graphicFrameChg chg="add mod ord modGraphic">
          <ac:chgData name="Alessandro Ortis" userId="dcdc90ed-3509-45f7-ac48-ad038638580b" providerId="ADAL" clId="{AFF04C3F-FB8D-48FB-8B16-BF32087FED57}" dt="2021-03-30T17:56:53.680" v="10355" actId="1036"/>
          <ac:graphicFrameMkLst>
            <pc:docMk/>
            <pc:sldMk cId="1778699822" sldId="426"/>
            <ac:graphicFrameMk id="7" creationId="{4E9511C4-88A8-4B5B-818E-1576EE552D78}"/>
          </ac:graphicFrameMkLst>
        </pc:graphicFrameChg>
        <pc:cxnChg chg="add mod">
          <ac:chgData name="Alessandro Ortis" userId="dcdc90ed-3509-45f7-ac48-ad038638580b" providerId="ADAL" clId="{AFF04C3F-FB8D-48FB-8B16-BF32087FED57}" dt="2021-03-30T17:55:45.352" v="10327" actId="1076"/>
          <ac:cxnSpMkLst>
            <pc:docMk/>
            <pc:sldMk cId="1778699822" sldId="426"/>
            <ac:cxnSpMk id="9" creationId="{CDAF6EE0-E8F2-4422-8A74-E1B7489C513A}"/>
          </ac:cxnSpMkLst>
        </pc:cxnChg>
        <pc:cxnChg chg="add del">
          <ac:chgData name="Alessandro Ortis" userId="dcdc90ed-3509-45f7-ac48-ad038638580b" providerId="ADAL" clId="{AFF04C3F-FB8D-48FB-8B16-BF32087FED57}" dt="2021-03-30T17:15:36.561" v="9938" actId="478"/>
          <ac:cxnSpMkLst>
            <pc:docMk/>
            <pc:sldMk cId="1778699822" sldId="426"/>
            <ac:cxnSpMk id="11" creationId="{076A8885-2DDA-40B4-BCC2-3222E7D802F8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2" creationId="{A95D7FAB-184F-4716-ABD4-B2BE87D9F9A6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3" creationId="{2F3FA0FB-C8CA-4A0C-8BE5-1938EFF28A31}"/>
          </ac:cxnSpMkLst>
        </pc:cxnChg>
        <pc:cxnChg chg="add mod">
          <ac:chgData name="Alessandro Ortis" userId="dcdc90ed-3509-45f7-ac48-ad038638580b" providerId="ADAL" clId="{AFF04C3F-FB8D-48FB-8B16-BF32087FED57}" dt="2021-03-30T17:56:53.680" v="10355" actId="1036"/>
          <ac:cxnSpMkLst>
            <pc:docMk/>
            <pc:sldMk cId="1778699822" sldId="426"/>
            <ac:cxnSpMk id="13" creationId="{CC6597CC-4B53-40C8-8CAE-D3651053AD11}"/>
          </ac:cxnSpMkLst>
        </pc:cxnChg>
        <pc:cxnChg chg="add mod">
          <ac:chgData name="Alessandro Ortis" userId="dcdc90ed-3509-45f7-ac48-ad038638580b" providerId="ADAL" clId="{AFF04C3F-FB8D-48FB-8B16-BF32087FED57}" dt="2021-03-30T17:56:53.680" v="10355" actId="1036"/>
          <ac:cxnSpMkLst>
            <pc:docMk/>
            <pc:sldMk cId="1778699822" sldId="426"/>
            <ac:cxnSpMk id="17" creationId="{4C51493C-56C3-4146-BCDD-ADCF86BD3DC7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9" creationId="{65B38070-C284-4B45-8649-6120C31686B4}"/>
          </ac:cxnSpMkLst>
        </pc:cxnChg>
        <pc:cxnChg chg="add del mod">
          <ac:chgData name="Alessandro Ortis" userId="dcdc90ed-3509-45f7-ac48-ad038638580b" providerId="ADAL" clId="{AFF04C3F-FB8D-48FB-8B16-BF32087FED57}" dt="2021-03-30T17:16:24.125" v="9951" actId="478"/>
          <ac:cxnSpMkLst>
            <pc:docMk/>
            <pc:sldMk cId="1778699822" sldId="426"/>
            <ac:cxnSpMk id="20" creationId="{DC0FEC99-0242-456F-A2A8-6895EDFCE3F9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21" creationId="{39CF96D6-8CE3-4405-87B7-CA1AF66C71BD}"/>
          </ac:cxnSpMkLst>
        </pc:cxnChg>
        <pc:cxnChg chg="add mod">
          <ac:chgData name="Alessandro Ortis" userId="dcdc90ed-3509-45f7-ac48-ad038638580b" providerId="ADAL" clId="{AFF04C3F-FB8D-48FB-8B16-BF32087FED57}" dt="2021-03-30T17:56:53.680" v="10355" actId="1036"/>
          <ac:cxnSpMkLst>
            <pc:docMk/>
            <pc:sldMk cId="1778699822" sldId="426"/>
            <ac:cxnSpMk id="21" creationId="{7FC17FD6-8BC6-437B-B786-CC986FCADE17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24" creationId="{F5F982D4-1DD7-43BC-94CE-ADBB97FFC7FC}"/>
          </ac:cxnSpMkLst>
        </pc:cxnChg>
      </pc:sldChg>
      <pc:sldChg chg="addSp delSp modSp add mod">
        <pc:chgData name="Alessandro Ortis" userId="dcdc90ed-3509-45f7-ac48-ad038638580b" providerId="ADAL" clId="{AFF04C3F-FB8D-48FB-8B16-BF32087FED57}" dt="2021-04-13T21:29:06.985" v="11099" actId="14100"/>
        <pc:sldMkLst>
          <pc:docMk/>
          <pc:sldMk cId="1582764481" sldId="427"/>
        </pc:sldMkLst>
        <pc:spChg chg="add mod">
          <ac:chgData name="Alessandro Ortis" userId="dcdc90ed-3509-45f7-ac48-ad038638580b" providerId="ADAL" clId="{AFF04C3F-FB8D-48FB-8B16-BF32087FED57}" dt="2021-04-13T15:31:11.876" v="10716" actId="20577"/>
          <ac:spMkLst>
            <pc:docMk/>
            <pc:sldMk cId="1582764481" sldId="427"/>
            <ac:spMk id="6" creationId="{99490FAB-403F-41C0-B712-78AB5A3AFFC5}"/>
          </ac:spMkLst>
        </pc:spChg>
        <pc:cxnChg chg="add del">
          <ac:chgData name="Alessandro Ortis" userId="dcdc90ed-3509-45f7-ac48-ad038638580b" providerId="ADAL" clId="{AFF04C3F-FB8D-48FB-8B16-BF32087FED57}" dt="2021-04-13T15:30:46.344" v="10703" actId="478"/>
          <ac:cxnSpMkLst>
            <pc:docMk/>
            <pc:sldMk cId="1582764481" sldId="427"/>
            <ac:cxnSpMk id="3" creationId="{BFA5ECF7-49F2-460F-90BE-6CAFE7AEE35F}"/>
          </ac:cxnSpMkLst>
        </pc:cxnChg>
        <pc:cxnChg chg="add mod">
          <ac:chgData name="Alessandro Ortis" userId="dcdc90ed-3509-45f7-ac48-ad038638580b" providerId="ADAL" clId="{AFF04C3F-FB8D-48FB-8B16-BF32087FED57}" dt="2021-04-13T21:29:06.985" v="11099" actId="14100"/>
          <ac:cxnSpMkLst>
            <pc:docMk/>
            <pc:sldMk cId="1582764481" sldId="427"/>
            <ac:cxnSpMk id="7" creationId="{7015AF28-0FA9-4C2E-938C-23E0DBF41C09}"/>
          </ac:cxnSpMkLst>
        </pc:cxnChg>
        <pc:cxnChg chg="add mod">
          <ac:chgData name="Alessandro Ortis" userId="dcdc90ed-3509-45f7-ac48-ad038638580b" providerId="ADAL" clId="{AFF04C3F-FB8D-48FB-8B16-BF32087FED57}" dt="2021-04-13T15:31:01.087" v="10705" actId="13822"/>
          <ac:cxnSpMkLst>
            <pc:docMk/>
            <pc:sldMk cId="1582764481" sldId="427"/>
            <ac:cxnSpMk id="9" creationId="{0475B333-D11C-4261-BF20-43FDAAE379B2}"/>
          </ac:cxnSpMkLst>
        </pc:cxnChg>
      </pc:sldChg>
    </pc:docChg>
  </pc:docChgLst>
  <pc:docChgLst>
    <pc:chgData name="Alessandro Ortis" userId="dcdc90ed-3509-45f7-ac48-ad038638580b" providerId="ADAL" clId="{B85AFB0D-ED9F-49AF-925C-EAB4CABA3A79}"/>
    <pc:docChg chg="undo custSel addSld delSld modSld">
      <pc:chgData name="Alessandro Ortis" userId="dcdc90ed-3509-45f7-ac48-ad038638580b" providerId="ADAL" clId="{B85AFB0D-ED9F-49AF-925C-EAB4CABA3A79}" dt="2021-03-09T10:31:12.795" v="2888" actId="27636"/>
      <pc:docMkLst>
        <pc:docMk/>
      </pc:docMkLst>
      <pc:sldChg chg="modSp mod">
        <pc:chgData name="Alessandro Ortis" userId="dcdc90ed-3509-45f7-ac48-ad038638580b" providerId="ADAL" clId="{B85AFB0D-ED9F-49AF-925C-EAB4CABA3A79}" dt="2021-03-09T10:20:04.046" v="2875" actId="20577"/>
        <pc:sldMkLst>
          <pc:docMk/>
          <pc:sldMk cId="0" sldId="314"/>
        </pc:sldMkLst>
        <pc:spChg chg="mod">
          <ac:chgData name="Alessandro Ortis" userId="dcdc90ed-3509-45f7-ac48-ad038638580b" providerId="ADAL" clId="{B85AFB0D-ED9F-49AF-925C-EAB4CABA3A79}" dt="2021-03-09T10:20:04.046" v="287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14:53.441" v="12" actId="47"/>
        <pc:sldMkLst>
          <pc:docMk/>
          <pc:sldMk cId="3660908743" sldId="319"/>
        </pc:sldMkLst>
      </pc:sldChg>
      <pc:sldChg chg="modSp mod">
        <pc:chgData name="Alessandro Ortis" userId="dcdc90ed-3509-45f7-ac48-ad038638580b" providerId="ADAL" clId="{B85AFB0D-ED9F-49AF-925C-EAB4CABA3A79}" dt="2021-03-09T09:20:35.370" v="18" actId="27636"/>
        <pc:sldMkLst>
          <pc:docMk/>
          <pc:sldMk cId="1318921938" sldId="321"/>
        </pc:sldMkLst>
        <pc:spChg chg="mod">
          <ac:chgData name="Alessandro Ortis" userId="dcdc90ed-3509-45f7-ac48-ad038638580b" providerId="ADAL" clId="{B85AFB0D-ED9F-49AF-925C-EAB4CABA3A79}" dt="2021-03-09T09:20:35.370" v="18" actId="27636"/>
          <ac:spMkLst>
            <pc:docMk/>
            <pc:sldMk cId="1318921938" sldId="321"/>
            <ac:spMk id="4" creationId="{A2A9A91D-AA8F-4392-B13F-7C26EE47657F}"/>
          </ac:spMkLst>
        </pc:spChg>
      </pc:sldChg>
      <pc:sldChg chg="del">
        <pc:chgData name="Alessandro Ortis" userId="dcdc90ed-3509-45f7-ac48-ad038638580b" providerId="ADAL" clId="{B85AFB0D-ED9F-49AF-925C-EAB4CABA3A79}" dt="2021-03-09T09:20:12.811" v="14" actId="47"/>
        <pc:sldMkLst>
          <pc:docMk/>
          <pc:sldMk cId="3178890833" sldId="322"/>
        </pc:sldMkLst>
      </pc:sldChg>
      <pc:sldChg chg="mod modShow">
        <pc:chgData name="Alessandro Ortis" userId="dcdc90ed-3509-45f7-ac48-ad038638580b" providerId="ADAL" clId="{B85AFB0D-ED9F-49AF-925C-EAB4CABA3A79}" dt="2021-03-09T09:14:58.011" v="13" actId="729"/>
        <pc:sldMkLst>
          <pc:docMk/>
          <pc:sldMk cId="3480440903" sldId="323"/>
        </pc:sldMkLst>
      </pc:sldChg>
      <pc:sldChg chg="modSp del mod">
        <pc:chgData name="Alessandro Ortis" userId="dcdc90ed-3509-45f7-ac48-ad038638580b" providerId="ADAL" clId="{B85AFB0D-ED9F-49AF-925C-EAB4CABA3A79}" dt="2021-03-09T10:20:30.053" v="2876" actId="47"/>
        <pc:sldMkLst>
          <pc:docMk/>
          <pc:sldMk cId="1297038212" sldId="324"/>
        </pc:sldMkLst>
        <pc:spChg chg="mod">
          <ac:chgData name="Alessandro Ortis" userId="dcdc90ed-3509-45f7-ac48-ad038638580b" providerId="ADAL" clId="{B85AFB0D-ED9F-49AF-925C-EAB4CABA3A79}" dt="2021-03-09T09:14:01.641" v="11" actId="20577"/>
          <ac:spMkLst>
            <pc:docMk/>
            <pc:sldMk cId="1297038212" sldId="32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1:33.789" v="35" actId="47"/>
        <pc:sldMkLst>
          <pc:docMk/>
          <pc:sldMk cId="3194572026" sldId="327"/>
        </pc:sldMkLst>
      </pc:sldChg>
      <pc:sldChg chg="del">
        <pc:chgData name="Alessandro Ortis" userId="dcdc90ed-3509-45f7-ac48-ad038638580b" providerId="ADAL" clId="{B85AFB0D-ED9F-49AF-925C-EAB4CABA3A79}" dt="2021-03-09T09:21:08.818" v="28" actId="47"/>
        <pc:sldMkLst>
          <pc:docMk/>
          <pc:sldMk cId="2880545713" sldId="328"/>
        </pc:sldMkLst>
      </pc:sldChg>
      <pc:sldChg chg="del">
        <pc:chgData name="Alessandro Ortis" userId="dcdc90ed-3509-45f7-ac48-ad038638580b" providerId="ADAL" clId="{B85AFB0D-ED9F-49AF-925C-EAB4CABA3A79}" dt="2021-03-09T09:21:00.143" v="21" actId="47"/>
        <pc:sldMkLst>
          <pc:docMk/>
          <pc:sldMk cId="128074181" sldId="329"/>
        </pc:sldMkLst>
      </pc:sldChg>
      <pc:sldChg chg="del">
        <pc:chgData name="Alessandro Ortis" userId="dcdc90ed-3509-45f7-ac48-ad038638580b" providerId="ADAL" clId="{B85AFB0D-ED9F-49AF-925C-EAB4CABA3A79}" dt="2021-03-09T09:21:00.887" v="22" actId="47"/>
        <pc:sldMkLst>
          <pc:docMk/>
          <pc:sldMk cId="2506017791" sldId="330"/>
        </pc:sldMkLst>
      </pc:sldChg>
      <pc:sldChg chg="del">
        <pc:chgData name="Alessandro Ortis" userId="dcdc90ed-3509-45f7-ac48-ad038638580b" providerId="ADAL" clId="{B85AFB0D-ED9F-49AF-925C-EAB4CABA3A79}" dt="2021-03-09T09:21:07.196" v="27" actId="47"/>
        <pc:sldMkLst>
          <pc:docMk/>
          <pc:sldMk cId="4150079284" sldId="331"/>
        </pc:sldMkLst>
      </pc:sldChg>
      <pc:sldChg chg="del">
        <pc:chgData name="Alessandro Ortis" userId="dcdc90ed-3509-45f7-ac48-ad038638580b" providerId="ADAL" clId="{B85AFB0D-ED9F-49AF-925C-EAB4CABA3A79}" dt="2021-03-09T09:21:06.233" v="26" actId="47"/>
        <pc:sldMkLst>
          <pc:docMk/>
          <pc:sldMk cId="3518952912" sldId="332"/>
        </pc:sldMkLst>
      </pc:sldChg>
      <pc:sldChg chg="del">
        <pc:chgData name="Alessandro Ortis" userId="dcdc90ed-3509-45f7-ac48-ad038638580b" providerId="ADAL" clId="{B85AFB0D-ED9F-49AF-925C-EAB4CABA3A79}" dt="2021-03-09T09:21:04.633" v="24" actId="47"/>
        <pc:sldMkLst>
          <pc:docMk/>
          <pc:sldMk cId="3222035176" sldId="333"/>
        </pc:sldMkLst>
      </pc:sldChg>
      <pc:sldChg chg="del">
        <pc:chgData name="Alessandro Ortis" userId="dcdc90ed-3509-45f7-ac48-ad038638580b" providerId="ADAL" clId="{B85AFB0D-ED9F-49AF-925C-EAB4CABA3A79}" dt="2021-03-09T09:21:05.112" v="25" actId="47"/>
        <pc:sldMkLst>
          <pc:docMk/>
          <pc:sldMk cId="4131874853" sldId="334"/>
        </pc:sldMkLst>
      </pc:sldChg>
      <pc:sldChg chg="del">
        <pc:chgData name="Alessandro Ortis" userId="dcdc90ed-3509-45f7-ac48-ad038638580b" providerId="ADAL" clId="{B85AFB0D-ED9F-49AF-925C-EAB4CABA3A79}" dt="2021-03-09T09:21:01.688" v="23" actId="47"/>
        <pc:sldMkLst>
          <pc:docMk/>
          <pc:sldMk cId="2456245524" sldId="335"/>
        </pc:sldMkLst>
      </pc:sldChg>
      <pc:sldChg chg="del">
        <pc:chgData name="Alessandro Ortis" userId="dcdc90ed-3509-45f7-ac48-ad038638580b" providerId="ADAL" clId="{B85AFB0D-ED9F-49AF-925C-EAB4CABA3A79}" dt="2021-03-09T09:21:09.943" v="30" actId="47"/>
        <pc:sldMkLst>
          <pc:docMk/>
          <pc:sldMk cId="3549187691" sldId="337"/>
        </pc:sldMkLst>
      </pc:sldChg>
      <pc:sldChg chg="del">
        <pc:chgData name="Alessandro Ortis" userId="dcdc90ed-3509-45f7-ac48-ad038638580b" providerId="ADAL" clId="{B85AFB0D-ED9F-49AF-925C-EAB4CABA3A79}" dt="2021-03-09T09:21:09.375" v="29" actId="47"/>
        <pc:sldMkLst>
          <pc:docMk/>
          <pc:sldMk cId="2865816139" sldId="338"/>
        </pc:sldMkLst>
      </pc:sldChg>
      <pc:sldChg chg="del">
        <pc:chgData name="Alessandro Ortis" userId="dcdc90ed-3509-45f7-ac48-ad038638580b" providerId="ADAL" clId="{B85AFB0D-ED9F-49AF-925C-EAB4CABA3A79}" dt="2021-03-09T09:21:10.978" v="32" actId="47"/>
        <pc:sldMkLst>
          <pc:docMk/>
          <pc:sldMk cId="100765716" sldId="339"/>
        </pc:sldMkLst>
      </pc:sldChg>
      <pc:sldChg chg="del">
        <pc:chgData name="Alessandro Ortis" userId="dcdc90ed-3509-45f7-ac48-ad038638580b" providerId="ADAL" clId="{B85AFB0D-ED9F-49AF-925C-EAB4CABA3A79}" dt="2021-03-09T09:21:11.580" v="33" actId="47"/>
        <pc:sldMkLst>
          <pc:docMk/>
          <pc:sldMk cId="2624389146" sldId="340"/>
        </pc:sldMkLst>
      </pc:sldChg>
      <pc:sldChg chg="del">
        <pc:chgData name="Alessandro Ortis" userId="dcdc90ed-3509-45f7-ac48-ad038638580b" providerId="ADAL" clId="{B85AFB0D-ED9F-49AF-925C-EAB4CABA3A79}" dt="2021-03-09T09:21:10.499" v="31" actId="47"/>
        <pc:sldMkLst>
          <pc:docMk/>
          <pc:sldMk cId="1260724695" sldId="341"/>
        </pc:sldMkLst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3324450322" sldId="343"/>
        </pc:sldMkLst>
      </pc:sldChg>
      <pc:sldChg chg="modSp mod">
        <pc:chgData name="Alessandro Ortis" userId="dcdc90ed-3509-45f7-ac48-ad038638580b" providerId="ADAL" clId="{B85AFB0D-ED9F-49AF-925C-EAB4CABA3A79}" dt="2021-03-09T09:36:41.672" v="1042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B85AFB0D-ED9F-49AF-925C-EAB4CABA3A79}" dt="2021-03-09T09:36:41.672" v="1042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286627910" sldId="345"/>
        </pc:sldMkLst>
      </pc:sldChg>
      <pc:sldChg chg="modSp mod">
        <pc:chgData name="Alessandro Ortis" userId="dcdc90ed-3509-45f7-ac48-ad038638580b" providerId="ADAL" clId="{B85AFB0D-ED9F-49AF-925C-EAB4CABA3A79}" dt="2021-03-09T09:39:02.081" v="1051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B85AFB0D-ED9F-49AF-925C-EAB4CABA3A79}" dt="2021-03-09T09:39:02.081" v="1051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09:42:50.394" v="1629" actId="1076"/>
        <pc:sldMkLst>
          <pc:docMk/>
          <pc:sldMk cId="4035406834" sldId="348"/>
        </pc:sldMkLst>
        <pc:spChg chg="mod">
          <ac:chgData name="Alessandro Ortis" userId="dcdc90ed-3509-45f7-ac48-ad038638580b" providerId="ADAL" clId="{B85AFB0D-ED9F-49AF-925C-EAB4CABA3A79}" dt="2021-03-09T09:42:50.394" v="1629" actId="107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25:24.322" v="288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B85AFB0D-ED9F-49AF-925C-EAB4CABA3A79}" dt="2021-03-09T09:36:10.282" v="1037" actId="20577"/>
          <ac:spMkLst>
            <pc:docMk/>
            <pc:sldMk cId="428712167" sldId="349"/>
            <ac:spMk id="5" creationId="{69B91C07-8F38-4BED-877D-74981E23FD5C}"/>
          </ac:spMkLst>
        </pc:spChg>
        <pc:spChg chg="mod">
          <ac:chgData name="Alessandro Ortis" userId="dcdc90ed-3509-45f7-ac48-ad038638580b" providerId="ADAL" clId="{B85AFB0D-ED9F-49AF-925C-EAB4CABA3A79}" dt="2021-03-09T10:25:24.322" v="2880" actId="27636"/>
          <ac:spMkLst>
            <pc:docMk/>
            <pc:sldMk cId="428712167" sldId="349"/>
            <ac:spMk id="9" creationId="{EBF15329-13B2-433F-9A51-9D8E1FD166F8}"/>
          </ac:spMkLst>
        </pc:spChg>
        <pc:spChg chg="mod">
          <ac:chgData name="Alessandro Ortis" userId="dcdc90ed-3509-45f7-ac48-ad038638580b" providerId="ADAL" clId="{B85AFB0D-ED9F-49AF-925C-EAB4CABA3A79}" dt="2021-03-09T09:36:29.530" v="1039" actId="14100"/>
          <ac:spMkLst>
            <pc:docMk/>
            <pc:sldMk cId="428712167" sldId="349"/>
            <ac:spMk id="11" creationId="{C8B0E8BB-8C95-459E-95CC-78F29EBE2230}"/>
          </ac:spMkLst>
        </pc:spChg>
      </pc:sldChg>
      <pc:sldChg chg="del">
        <pc:chgData name="Alessandro Ortis" userId="dcdc90ed-3509-45f7-ac48-ad038638580b" providerId="ADAL" clId="{B85AFB0D-ED9F-49AF-925C-EAB4CABA3A79}" dt="2021-03-09T09:38:51.878" v="1048" actId="47"/>
        <pc:sldMkLst>
          <pc:docMk/>
          <pc:sldMk cId="1762273051" sldId="350"/>
        </pc:sldMkLst>
      </pc:sldChg>
      <pc:sldChg chg="modSp mod">
        <pc:chgData name="Alessandro Ortis" userId="dcdc90ed-3509-45f7-ac48-ad038638580b" providerId="ADAL" clId="{B85AFB0D-ED9F-49AF-925C-EAB4CABA3A79}" dt="2021-03-09T09:38:40.651" v="1045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B85AFB0D-ED9F-49AF-925C-EAB4CABA3A79}" dt="2021-03-09T09:38:40.651" v="1045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8:47.101" v="1046" actId="47"/>
        <pc:sldMkLst>
          <pc:docMk/>
          <pc:sldMk cId="2940377582" sldId="352"/>
        </pc:sldMkLst>
      </pc:sldChg>
      <pc:sldChg chg="del">
        <pc:chgData name="Alessandro Ortis" userId="dcdc90ed-3509-45f7-ac48-ad038638580b" providerId="ADAL" clId="{B85AFB0D-ED9F-49AF-925C-EAB4CABA3A79}" dt="2021-03-09T09:38:48.713" v="1047" actId="47"/>
        <pc:sldMkLst>
          <pc:docMk/>
          <pc:sldMk cId="1494982719" sldId="353"/>
        </pc:sldMkLst>
      </pc:sldChg>
      <pc:sldChg chg="modSp mod">
        <pc:chgData name="Alessandro Ortis" userId="dcdc90ed-3509-45f7-ac48-ad038638580b" providerId="ADAL" clId="{B85AFB0D-ED9F-49AF-925C-EAB4CABA3A79}" dt="2021-03-09T09:49:06.486" v="2250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B85AFB0D-ED9F-49AF-925C-EAB4CABA3A79}" dt="2021-03-09T09:49:06.486" v="2250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51:08.459" v="2302" actId="47"/>
        <pc:sldMkLst>
          <pc:docMk/>
          <pc:sldMk cId="1345235896" sldId="360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1212250842" sldId="361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2112227675" sldId="362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222435001" sldId="363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1732936669" sldId="364"/>
        </pc:sldMkLst>
      </pc:sldChg>
      <pc:sldChg chg="del">
        <pc:chgData name="Alessandro Ortis" userId="dcdc90ed-3509-45f7-ac48-ad038638580b" providerId="ADAL" clId="{B85AFB0D-ED9F-49AF-925C-EAB4CABA3A79}" dt="2021-03-09T10:13:27.179" v="2805" actId="47"/>
        <pc:sldMkLst>
          <pc:docMk/>
          <pc:sldMk cId="1523953854" sldId="365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076050509" sldId="367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944378820" sldId="368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895084503" sldId="369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99436326" sldId="370"/>
        </pc:sldMkLst>
      </pc:sldChg>
      <pc:sldChg chg="del">
        <pc:chgData name="Alessandro Ortis" userId="dcdc90ed-3509-45f7-ac48-ad038638580b" providerId="ADAL" clId="{B85AFB0D-ED9F-49AF-925C-EAB4CABA3A79}" dt="2021-03-09T10:12:44.689" v="2804" actId="47"/>
        <pc:sldMkLst>
          <pc:docMk/>
          <pc:sldMk cId="3280634204" sldId="374"/>
        </pc:sldMkLst>
      </pc:sldChg>
      <pc:sldChg chg="del">
        <pc:chgData name="Alessandro Ortis" userId="dcdc90ed-3509-45f7-ac48-ad038638580b" providerId="ADAL" clId="{B85AFB0D-ED9F-49AF-925C-EAB4CABA3A79}" dt="2021-03-09T10:11:00.598" v="2802" actId="47"/>
        <pc:sldMkLst>
          <pc:docMk/>
          <pc:sldMk cId="1594626936" sldId="379"/>
        </pc:sldMkLst>
      </pc:sldChg>
      <pc:sldChg chg="modSp del mod">
        <pc:chgData name="Alessandro Ortis" userId="dcdc90ed-3509-45f7-ac48-ad038638580b" providerId="ADAL" clId="{B85AFB0D-ED9F-49AF-925C-EAB4CABA3A79}" dt="2021-03-09T10:13:39.324" v="2806" actId="47"/>
        <pc:sldMkLst>
          <pc:docMk/>
          <pc:sldMk cId="3874515963" sldId="381"/>
        </pc:sldMkLst>
        <pc:spChg chg="mod">
          <ac:chgData name="Alessandro Ortis" userId="dcdc90ed-3509-45f7-ac48-ad038638580b" providerId="ADAL" clId="{B85AFB0D-ED9F-49AF-925C-EAB4CABA3A79}" dt="2021-03-09T10:10:48.104" v="2801" actId="20577"/>
          <ac:spMkLst>
            <pc:docMk/>
            <pc:sldMk cId="3874515963" sldId="38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700254850" sldId="382"/>
        </pc:sldMkLst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4039239958" sldId="383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206927576" sldId="384"/>
        </pc:sldMkLst>
      </pc:sldChg>
      <pc:sldChg chg="modSp mod">
        <pc:chgData name="Alessandro Ortis" userId="dcdc90ed-3509-45f7-ac48-ad038638580b" providerId="ADAL" clId="{B85AFB0D-ED9F-49AF-925C-EAB4CABA3A79}" dt="2021-03-09T10:14:46.080" v="2811" actId="27636"/>
        <pc:sldMkLst>
          <pc:docMk/>
          <pc:sldMk cId="3738923514" sldId="386"/>
        </pc:sldMkLst>
        <pc:spChg chg="mod">
          <ac:chgData name="Alessandro Ortis" userId="dcdc90ed-3509-45f7-ac48-ad038638580b" providerId="ADAL" clId="{B85AFB0D-ED9F-49AF-925C-EAB4CABA3A79}" dt="2021-03-09T10:14:46.080" v="2811" actId="27636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31:12.795" v="2888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B85AFB0D-ED9F-49AF-925C-EAB4CABA3A79}" dt="2021-03-09T10:31:12.795" v="2888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5:03.592" v="2812" actId="14100"/>
        <pc:sldMkLst>
          <pc:docMk/>
          <pc:sldMk cId="1728195989" sldId="389"/>
        </pc:sldMkLst>
        <pc:spChg chg="mod">
          <ac:chgData name="Alessandro Ortis" userId="dcdc90ed-3509-45f7-ac48-ad038638580b" providerId="ADAL" clId="{B85AFB0D-ED9F-49AF-925C-EAB4CABA3A79}" dt="2021-03-09T10:15:03.592" v="2812" actId="14100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012001309" sldId="390"/>
        </pc:sldMkLst>
        <pc:graphicFrameChg chg="mod">
          <ac:chgData name="Alessandro Ortis" userId="dcdc90ed-3509-45f7-ac48-ad038638580b" providerId="ADAL" clId="{B85AFB0D-ED9F-49AF-925C-EAB4CABA3A79}" dt="2021-03-09T10:16:00.630" v="2820" actId="1076"/>
          <ac:graphicFrameMkLst>
            <pc:docMk/>
            <pc:sldMk cId="3012001309" sldId="390"/>
            <ac:graphicFrameMk id="3" creationId="{6E9AAFFF-F222-472C-97B4-DCAB3C124AB4}"/>
          </ac:graphicFrameMkLst>
        </pc:graphicFrameChg>
      </pc:sldChg>
      <pc:sldChg chg="del">
        <pc:chgData name="Alessandro Ortis" userId="dcdc90ed-3509-45f7-ac48-ad038638580b" providerId="ADAL" clId="{B85AFB0D-ED9F-49AF-925C-EAB4CABA3A79}" dt="2021-03-09T10:30:31.913" v="2882" actId="47"/>
        <pc:sldMkLst>
          <pc:docMk/>
          <pc:sldMk cId="1873104296" sldId="391"/>
        </pc:sldMkLst>
      </pc:sldChg>
      <pc:sldChg chg="del">
        <pc:chgData name="Alessandro Ortis" userId="dcdc90ed-3509-45f7-ac48-ad038638580b" providerId="ADAL" clId="{B85AFB0D-ED9F-49AF-925C-EAB4CABA3A79}" dt="2021-03-09T10:30:48.910" v="2883" actId="47"/>
        <pc:sldMkLst>
          <pc:docMk/>
          <pc:sldMk cId="1741903581" sldId="392"/>
        </pc:sldMkLst>
      </pc:sldChg>
      <pc:sldChg chg="del">
        <pc:chgData name="Alessandro Ortis" userId="dcdc90ed-3509-45f7-ac48-ad038638580b" providerId="ADAL" clId="{B85AFB0D-ED9F-49AF-925C-EAB4CABA3A79}" dt="2021-03-09T10:31:02.481" v="2884" actId="47"/>
        <pc:sldMkLst>
          <pc:docMk/>
          <pc:sldMk cId="4104916194" sldId="393"/>
        </pc:sldMkLst>
      </pc:sldChg>
      <pc:sldChg chg="modSp mod">
        <pc:chgData name="Alessandro Ortis" userId="dcdc90ed-3509-45f7-ac48-ad038638580b" providerId="ADAL" clId="{B85AFB0D-ED9F-49AF-925C-EAB4CABA3A79}" dt="2021-03-09T10:16:50.773" v="2825" actId="14100"/>
        <pc:sldMkLst>
          <pc:docMk/>
          <pc:sldMk cId="2738048506" sldId="394"/>
        </pc:sldMkLst>
        <pc:spChg chg="mod">
          <ac:chgData name="Alessandro Ortis" userId="dcdc90ed-3509-45f7-ac48-ad038638580b" providerId="ADAL" clId="{B85AFB0D-ED9F-49AF-925C-EAB4CABA3A79}" dt="2021-03-09T10:16:50.773" v="2825" actId="14100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15.198" v="2828" actId="1076"/>
        <pc:sldMkLst>
          <pc:docMk/>
          <pc:sldMk cId="2924977588" sldId="395"/>
        </pc:sldMkLst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10.070" v="2827" actId="1076"/>
          <ac:spMkLst>
            <pc:docMk/>
            <pc:sldMk cId="2924977588" sldId="395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1" creationId="{22B89788-8089-4BE3-A17A-332F2140DB16}"/>
          </ac:cxnSpMkLst>
        </pc:cxn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519227886" sldId="396"/>
        </pc:sldMkLst>
        <pc:spChg chg="mod">
          <ac:chgData name="Alessandro Ortis" userId="dcdc90ed-3509-45f7-ac48-ad038638580b" providerId="ADAL" clId="{B85AFB0D-ED9F-49AF-925C-EAB4CABA3A79}" dt="2021-03-09T10:16:10.245" v="2821" actId="1076"/>
          <ac:spMkLst>
            <pc:docMk/>
            <pc:sldMk cId="3519227886" sldId="396"/>
            <ac:spMk id="5" creationId="{7D5B1907-E8F7-4716-B3B1-E8862E1D6D5C}"/>
          </ac:spMkLst>
        </pc:spChg>
        <pc:graphicFrameChg chg="mod">
          <ac:chgData name="Alessandro Ortis" userId="dcdc90ed-3509-45f7-ac48-ad038638580b" providerId="ADAL" clId="{B85AFB0D-ED9F-49AF-925C-EAB4CABA3A79}" dt="2021-03-09T10:16:15.110" v="2822" actId="1076"/>
          <ac:graphicFrameMkLst>
            <pc:docMk/>
            <pc:sldMk cId="3519227886" sldId="396"/>
            <ac:graphicFrameMk id="6" creationId="{03484A01-8743-40BA-8E49-E14621487CAD}"/>
          </ac:graphicFrameMkLst>
        </pc:graphicFrameChg>
      </pc:sldChg>
      <pc:sldChg chg="modSp mod">
        <pc:chgData name="Alessandro Ortis" userId="dcdc90ed-3509-45f7-ac48-ad038638580b" providerId="ADAL" clId="{B85AFB0D-ED9F-49AF-925C-EAB4CABA3A79}" dt="2021-03-09T10:19:07.879" v="2841" actId="6549"/>
        <pc:sldMkLst>
          <pc:docMk/>
          <pc:sldMk cId="333178415" sldId="399"/>
        </pc:sldMkLst>
        <pc:spChg chg="mod">
          <ac:chgData name="Alessandro Ortis" userId="dcdc90ed-3509-45f7-ac48-ad038638580b" providerId="ADAL" clId="{B85AFB0D-ED9F-49AF-925C-EAB4CABA3A79}" dt="2021-03-09T10:19:07.879" v="2841" actId="6549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27.431" v="2831" actId="1076"/>
        <pc:sldMkLst>
          <pc:docMk/>
          <pc:sldMk cId="3447516178" sldId="400"/>
        </pc:sldMkLst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23.172" v="2830" actId="404"/>
          <ac:spMkLst>
            <pc:docMk/>
            <pc:sldMk cId="3447516178" sldId="400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1" creationId="{22B89788-8089-4BE3-A17A-332F2140DB16}"/>
          </ac:cxnSpMkLst>
        </pc:cxnChg>
      </pc:sldChg>
      <pc:sldChg chg="modSp mod">
        <pc:chgData name="Alessandro Ortis" userId="dcdc90ed-3509-45f7-ac48-ad038638580b" providerId="ADAL" clId="{B85AFB0D-ED9F-49AF-925C-EAB4CABA3A79}" dt="2021-03-09T10:17:45.109" v="2833" actId="1076"/>
        <pc:sldMkLst>
          <pc:docMk/>
          <pc:sldMk cId="156078651" sldId="401"/>
        </pc:sldMkLst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8" creationId="{EC1C15DB-8993-4DAF-98A7-DD3B54F4C0D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2" creationId="{2249EE7F-57A4-4EA6-9E42-578E4690B48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3" creationId="{18ED2B7D-68AF-4C9C-9E28-8F6CB864E94B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4" creationId="{9AD9F8DB-E031-4345-B15C-F76FC08B46E4}"/>
          </ac:spMkLst>
        </pc:sp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5" creationId="{804DB268-4334-4976-A75D-F07B29CF18E8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6" creationId="{D2BED88B-DE62-46E2-8AEE-74AB82F2A778}"/>
          </ac:cxnSpMkLst>
        </pc:cxnChg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3105722580" sldId="402"/>
        </pc:sldMkLst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2613773230" sldId="403"/>
        </pc:sldMkLst>
      </pc:sldChg>
      <pc:sldChg chg="del">
        <pc:chgData name="Alessandro Ortis" userId="dcdc90ed-3509-45f7-ac48-ad038638580b" providerId="ADAL" clId="{B85AFB0D-ED9F-49AF-925C-EAB4CABA3A79}" dt="2021-03-09T09:21:12.620" v="34" actId="47"/>
        <pc:sldMkLst>
          <pc:docMk/>
          <pc:sldMk cId="1991232073" sldId="406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113580698" sldId="40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987792527" sldId="422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298434906" sldId="423"/>
        </pc:sldMkLst>
      </pc:sldChg>
      <pc:sldChg chg="modSp 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710467007" sldId="424"/>
        </pc:sldMkLst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3" creationId="{DDA7EED7-5100-43F8-AAC9-8C2F66D2E708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8" creationId="{C4DE03C5-B2B2-4BF4-B648-739FDAEC5C16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9" creationId="{A80E0F83-7CCB-4215-B55C-5933D074DBC5}"/>
          </ac:spMkLst>
        </pc:spChg>
        <pc:cxnChg chg="mod">
          <ac:chgData name="Alessandro Ortis" userId="dcdc90ed-3509-45f7-ac48-ad038638580b" providerId="ADAL" clId="{B85AFB0D-ED9F-49AF-925C-EAB4CABA3A79}" dt="2021-03-09T10:17:56.350" v="2834" actId="1076"/>
          <ac:cxnSpMkLst>
            <pc:docMk/>
            <pc:sldMk cId="710467007" sldId="424"/>
            <ac:cxnSpMk id="21" creationId="{AC919E01-CC87-413D-8468-42AF11D88BEC}"/>
          </ac:cxnSpMkLst>
        </pc:cxnChg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1180058788" sldId="425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04095390" sldId="426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284158591" sldId="42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406104214" sldId="428"/>
        </pc:sldMkLst>
      </pc:sldChg>
      <pc:sldChg chg="modSp mod">
        <pc:chgData name="Alessandro Ortis" userId="dcdc90ed-3509-45f7-ac48-ad038638580b" providerId="ADAL" clId="{B85AFB0D-ED9F-49AF-925C-EAB4CABA3A79}" dt="2021-03-09T10:24:26.486" v="2877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B85AFB0D-ED9F-49AF-925C-EAB4CABA3A79}" dt="2021-03-09T10:24:26.486" v="2877" actId="20577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B85AFB0D-ED9F-49AF-925C-EAB4CABA3A79}" dt="2021-03-09T09:20:44.237" v="19"/>
        <pc:sldMkLst>
          <pc:docMk/>
          <pc:sldMk cId="3519603380" sldId="481"/>
        </pc:sldMkLst>
        <pc:spChg chg="mod">
          <ac:chgData name="Alessandro Ortis" userId="dcdc90ed-3509-45f7-ac48-ad038638580b" providerId="ADAL" clId="{B85AFB0D-ED9F-49AF-925C-EAB4CABA3A79}" dt="2021-03-09T09:20:44.237" v="19"/>
          <ac:spMkLst>
            <pc:docMk/>
            <pc:sldMk cId="3519603380" sldId="481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0:58.387" v="20" actId="47"/>
        <pc:sldMkLst>
          <pc:docMk/>
          <pc:sldMk cId="2286704363" sldId="482"/>
        </pc:sldMkLst>
      </pc:sldChg>
      <pc:sldChg chg="addSp delSp modSp mod">
        <pc:chgData name="Alessandro Ortis" userId="dcdc90ed-3509-45f7-ac48-ad038638580b" providerId="ADAL" clId="{B85AFB0D-ED9F-49AF-925C-EAB4CABA3A79}" dt="2021-03-09T09:35:43.354" v="1022" actId="1076"/>
        <pc:sldMkLst>
          <pc:docMk/>
          <pc:sldMk cId="2470450956" sldId="519"/>
        </pc:sldMkLst>
        <pc:spChg chg="del">
          <ac:chgData name="Alessandro Ortis" userId="dcdc90ed-3509-45f7-ac48-ad038638580b" providerId="ADAL" clId="{B85AFB0D-ED9F-49AF-925C-EAB4CABA3A79}" dt="2021-03-09T09:24:52.912" v="53" actId="478"/>
          <ac:spMkLst>
            <pc:docMk/>
            <pc:sldMk cId="2470450956" sldId="519"/>
            <ac:spMk id="3" creationId="{0EB86654-7330-4EC4-82B5-394BE258FFF6}"/>
          </ac:spMkLst>
        </pc:spChg>
        <pc:spChg chg="add del">
          <ac:chgData name="Alessandro Ortis" userId="dcdc90ed-3509-45f7-ac48-ad038638580b" providerId="ADAL" clId="{B85AFB0D-ED9F-49AF-925C-EAB4CABA3A79}" dt="2021-03-09T09:28:07.117" v="194" actId="478"/>
          <ac:spMkLst>
            <pc:docMk/>
            <pc:sldMk cId="2470450956" sldId="519"/>
            <ac:spMk id="14" creationId="{BBF7B29C-B9D8-47AB-89D7-4457F30C0DCD}"/>
          </ac:spMkLst>
        </pc:spChg>
        <pc:spChg chg="add mod">
          <ac:chgData name="Alessandro Ortis" userId="dcdc90ed-3509-45f7-ac48-ad038638580b" providerId="ADAL" clId="{B85AFB0D-ED9F-49AF-925C-EAB4CABA3A79}" dt="2021-03-09T09:35:37.383" v="1021" actId="27636"/>
          <ac:spMkLst>
            <pc:docMk/>
            <pc:sldMk cId="2470450956" sldId="519"/>
            <ac:spMk id="15" creationId="{2B8974A2-0BD8-42B7-95FE-C7A9C39B0EDC}"/>
          </ac:spMkLst>
        </pc:spChg>
        <pc:graphicFrameChg chg="add mod modGraphic">
          <ac:chgData name="Alessandro Ortis" userId="dcdc90ed-3509-45f7-ac48-ad038638580b" providerId="ADAL" clId="{B85AFB0D-ED9F-49AF-925C-EAB4CABA3A79}" dt="2021-03-09T09:35:43.354" v="1022" actId="1076"/>
          <ac:graphicFrameMkLst>
            <pc:docMk/>
            <pc:sldMk cId="2470450956" sldId="519"/>
            <ac:graphicFrameMk id="4" creationId="{41833B5C-206A-40B7-AEC9-0D716EB5BB74}"/>
          </ac:graphicFrameMkLst>
        </pc:graphicFrameChg>
        <pc:cxnChg chg="add del mod">
          <ac:chgData name="Alessandro Ortis" userId="dcdc90ed-3509-45f7-ac48-ad038638580b" providerId="ADAL" clId="{B85AFB0D-ED9F-49AF-925C-EAB4CABA3A79}" dt="2021-03-09T09:27:49.350" v="192" actId="478"/>
          <ac:cxnSpMkLst>
            <pc:docMk/>
            <pc:sldMk cId="2470450956" sldId="519"/>
            <ac:cxnSpMk id="6" creationId="{78860FA6-63BE-46CB-A034-B638BE90C5BC}"/>
          </ac:cxnSpMkLst>
        </pc:cxnChg>
      </pc:sldChg>
      <pc:sldChg chg="modSp add mod">
        <pc:chgData name="Alessandro Ortis" userId="dcdc90ed-3509-45f7-ac48-ad038638580b" providerId="ADAL" clId="{B85AFB0D-ED9F-49AF-925C-EAB4CABA3A79}" dt="2021-03-09T10:26:20.648" v="2881" actId="20577"/>
        <pc:sldMkLst>
          <pc:docMk/>
          <pc:sldMk cId="1010739588" sldId="520"/>
        </pc:sldMkLst>
        <pc:spChg chg="mod">
          <ac:chgData name="Alessandro Ortis" userId="dcdc90ed-3509-45f7-ac48-ad038638580b" providerId="ADAL" clId="{B85AFB0D-ED9F-49AF-925C-EAB4CABA3A79}" dt="2021-03-09T10:26:20.648" v="2881" actId="20577"/>
          <ac:spMkLst>
            <pc:docMk/>
            <pc:sldMk cId="1010739588" sldId="520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B85AFB0D-ED9F-49AF-925C-EAB4CABA3A79}" dt="2021-03-09T09:54:38.637" v="2771" actId="113"/>
        <pc:sldMkLst>
          <pc:docMk/>
          <pc:sldMk cId="4030154425" sldId="521"/>
        </pc:sldMkLst>
        <pc:spChg chg="mod">
          <ac:chgData name="Alessandro Ortis" userId="dcdc90ed-3509-45f7-ac48-ad038638580b" providerId="ADAL" clId="{B85AFB0D-ED9F-49AF-925C-EAB4CABA3A79}" dt="2021-03-09T09:54:38.637" v="2771" actId="113"/>
          <ac:spMkLst>
            <pc:docMk/>
            <pc:sldMk cId="4030154425" sldId="521"/>
            <ac:spMk id="5" creationId="{7D5B1907-E8F7-4716-B3B1-E8862E1D6D5C}"/>
          </ac:spMkLst>
        </pc:spChg>
      </pc:sldChg>
    </pc:docChg>
  </pc:docChgLst>
  <pc:docChgLst>
    <pc:chgData name="Alessandro Ortis" userId="dcdc90ed-3509-45f7-ac48-ad038638580b" providerId="ADAL" clId="{7B60BFA5-112D-4405-BB92-9F3F04EA9AB8}"/>
    <pc:docChg chg="undo custSel addSld delSld modSld sldOrd">
      <pc:chgData name="Alessandro Ortis" userId="dcdc90ed-3509-45f7-ac48-ad038638580b" providerId="ADAL" clId="{7B60BFA5-112D-4405-BB92-9F3F04EA9AB8}" dt="2021-02-08T07:07:52.024" v="379" actId="20577"/>
      <pc:docMkLst>
        <pc:docMk/>
      </pc:docMkLst>
      <pc:sldChg chg="del">
        <pc:chgData name="Alessandro Ortis" userId="dcdc90ed-3509-45f7-ac48-ad038638580b" providerId="ADAL" clId="{7B60BFA5-112D-4405-BB92-9F3F04EA9AB8}" dt="2021-02-05T14:45:45.510" v="41" actId="47"/>
        <pc:sldMkLst>
          <pc:docMk/>
          <pc:sldMk cId="0" sldId="256"/>
        </pc:sldMkLst>
      </pc:sldChg>
      <pc:sldChg chg="delSp modSp del mod">
        <pc:chgData name="Alessandro Ortis" userId="dcdc90ed-3509-45f7-ac48-ad038638580b" providerId="ADAL" clId="{7B60BFA5-112D-4405-BB92-9F3F04EA9AB8}" dt="2021-02-05T14:47:44.191" v="83" actId="20577"/>
        <pc:sldMkLst>
          <pc:docMk/>
          <pc:sldMk cId="0" sldId="279"/>
        </pc:sldMkLst>
        <pc:spChg chg="mod">
          <ac:chgData name="Alessandro Ortis" userId="dcdc90ed-3509-45f7-ac48-ad038638580b" providerId="ADAL" clId="{7B60BFA5-112D-4405-BB92-9F3F04EA9AB8}" dt="2021-02-05T14:46:49.088" v="71" actId="14100"/>
          <ac:spMkLst>
            <pc:docMk/>
            <pc:sldMk cId="0" sldId="279"/>
            <ac:spMk id="6151" creationId="{D30F9090-EDC1-4A9C-90F0-FBEC5D5A5032}"/>
          </ac:spMkLst>
        </pc:spChg>
        <pc:spChg chg="mod">
          <ac:chgData name="Alessandro Ortis" userId="dcdc90ed-3509-45f7-ac48-ad038638580b" providerId="ADAL" clId="{7B60BFA5-112D-4405-BB92-9F3F04EA9AB8}" dt="2021-02-05T14:47:44.191" v="83" actId="20577"/>
          <ac:spMkLst>
            <pc:docMk/>
            <pc:sldMk cId="0" sldId="279"/>
            <ac:spMk id="50178" creationId="{17E49086-EC40-4A9F-81CE-3890755CC739}"/>
          </ac:spMkLst>
        </pc:spChg>
        <pc:spChg chg="mod">
          <ac:chgData name="Alessandro Ortis" userId="dcdc90ed-3509-45f7-ac48-ad038638580b" providerId="ADAL" clId="{7B60BFA5-112D-4405-BB92-9F3F04EA9AB8}" dt="2021-02-05T14:46:17.352" v="60" actId="6549"/>
          <ac:spMkLst>
            <pc:docMk/>
            <pc:sldMk cId="0" sldId="279"/>
            <ac:spMk id="50182" creationId="{4A7A004C-D320-49CF-8E39-DA2B96808650}"/>
          </ac:spMkLst>
        </pc:spChg>
        <pc:spChg chg="del mod">
          <ac:chgData name="Alessandro Ortis" userId="dcdc90ed-3509-45f7-ac48-ad038638580b" providerId="ADAL" clId="{7B60BFA5-112D-4405-BB92-9F3F04EA9AB8}" dt="2021-02-05T14:46:08.665" v="56" actId="478"/>
          <ac:spMkLst>
            <pc:docMk/>
            <pc:sldMk cId="0" sldId="279"/>
            <ac:spMk id="50184" creationId="{7A4C425F-279A-4E26-85FA-3D9207AB621D}"/>
          </ac:spMkLst>
        </pc:spChg>
        <pc:spChg chg="mod">
          <ac:chgData name="Alessandro Ortis" userId="dcdc90ed-3509-45f7-ac48-ad038638580b" providerId="ADAL" clId="{7B60BFA5-112D-4405-BB92-9F3F04EA9AB8}" dt="2021-02-05T14:46:53.039" v="73" actId="1035"/>
          <ac:spMkLst>
            <pc:docMk/>
            <pc:sldMk cId="0" sldId="279"/>
            <ac:spMk id="50193" creationId="{31A9349B-EAFD-4A5C-AB4A-7ADD29710F9C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4" creationId="{24B50845-B60B-4694-AB1A-92D7E4D2134A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5" creationId="{2B873BB2-AF49-4D5C-B0FA-082BFC891C6E}"/>
          </ac:spMkLst>
        </pc:spChg>
        <pc:picChg chg="mod">
          <ac:chgData name="Alessandro Ortis" userId="dcdc90ed-3509-45f7-ac48-ad038638580b" providerId="ADAL" clId="{7B60BFA5-112D-4405-BB92-9F3F04EA9AB8}" dt="2021-02-05T14:46:03.463" v="54" actId="1035"/>
          <ac:picMkLst>
            <pc:docMk/>
            <pc:sldMk cId="0" sldId="279"/>
            <ac:picMk id="50196" creationId="{CC20A214-E994-4DF9-A9A7-86162CCBFEE1}"/>
          </ac:picMkLst>
        </pc:pic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89"/>
        </pc:sldMkLst>
      </pc:sldChg>
      <pc:sldChg chg="modSp del mod">
        <pc:chgData name="Alessandro Ortis" userId="dcdc90ed-3509-45f7-ac48-ad038638580b" providerId="ADAL" clId="{7B60BFA5-112D-4405-BB92-9F3F04EA9AB8}" dt="2021-02-05T14:47:34.410" v="79" actId="20577"/>
        <pc:sldMkLst>
          <pc:docMk/>
          <pc:sldMk cId="0" sldId="296"/>
        </pc:sldMkLst>
        <pc:spChg chg="mod">
          <ac:chgData name="Alessandro Ortis" userId="dcdc90ed-3509-45f7-ac48-ad038638580b" providerId="ADAL" clId="{7B60BFA5-112D-4405-BB92-9F3F04EA9AB8}" dt="2021-02-05T14:47:34.410" v="79" actId="20577"/>
          <ac:spMkLst>
            <pc:docMk/>
            <pc:sldMk cId="0" sldId="296"/>
            <ac:spMk id="92162" creationId="{2B8E585F-544E-444D-B2EC-8CA7BB3002D4}"/>
          </ac:spMkLst>
        </pc:spChg>
        <pc:spChg chg="mod">
          <ac:chgData name="Alessandro Ortis" userId="dcdc90ed-3509-45f7-ac48-ad038638580b" providerId="ADAL" clId="{7B60BFA5-112D-4405-BB92-9F3F04EA9AB8}" dt="2021-02-05T14:47:07.529" v="75" actId="20577"/>
          <ac:spMkLst>
            <pc:docMk/>
            <pc:sldMk cId="0" sldId="296"/>
            <ac:spMk id="92172" creationId="{E59A9649-F8AC-4AD3-AD45-8985837B2B22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9"/>
        </pc:sldMkLst>
      </pc:sldChg>
      <pc:sldChg chg="modSp del mod">
        <pc:chgData name="Alessandro Ortis" userId="dcdc90ed-3509-45f7-ac48-ad038638580b" providerId="ADAL" clId="{7B60BFA5-112D-4405-BB92-9F3F04EA9AB8}" dt="2021-02-05T14:47:24.081" v="77" actId="20577"/>
        <pc:sldMkLst>
          <pc:docMk/>
          <pc:sldMk cId="0" sldId="300"/>
        </pc:sldMkLst>
        <pc:spChg chg="mod">
          <ac:chgData name="Alessandro Ortis" userId="dcdc90ed-3509-45f7-ac48-ad038638580b" providerId="ADAL" clId="{7B60BFA5-112D-4405-BB92-9F3F04EA9AB8}" dt="2021-02-05T14:47:24.081" v="77" actId="20577"/>
          <ac:spMkLst>
            <pc:docMk/>
            <pc:sldMk cId="0" sldId="300"/>
            <ac:spMk id="161794" creationId="{261F3BC9-86EF-4FF4-A798-3477473339F3}"/>
          </ac:spMkLst>
        </pc:spChg>
      </pc:sldChg>
      <pc:sldChg chg="modSp del mod">
        <pc:chgData name="Alessandro Ortis" userId="dcdc90ed-3509-45f7-ac48-ad038638580b" providerId="ADAL" clId="{7B60BFA5-112D-4405-BB92-9F3F04EA9AB8}" dt="2021-02-05T14:47:28.127" v="78" actId="20577"/>
        <pc:sldMkLst>
          <pc:docMk/>
          <pc:sldMk cId="0" sldId="301"/>
        </pc:sldMkLst>
        <pc:spChg chg="mod">
          <ac:chgData name="Alessandro Ortis" userId="dcdc90ed-3509-45f7-ac48-ad038638580b" providerId="ADAL" clId="{7B60BFA5-112D-4405-BB92-9F3F04EA9AB8}" dt="2021-02-05T14:47:28.127" v="78" actId="20577"/>
          <ac:spMkLst>
            <pc:docMk/>
            <pc:sldMk cId="0" sldId="301"/>
            <ac:spMk id="163842" creationId="{C4AFC396-D4E1-4FFF-9FB5-846F4DD55C74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2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3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4"/>
        </pc:sldMkLst>
      </pc:sldChg>
      <pc:sldChg chg="modSp mod">
        <pc:chgData name="Alessandro Ortis" userId="dcdc90ed-3509-45f7-ac48-ad038638580b" providerId="ADAL" clId="{7B60BFA5-112D-4405-BB92-9F3F04EA9AB8}" dt="2021-02-07T17:28:02.215" v="129" actId="20577"/>
        <pc:sldMkLst>
          <pc:docMk/>
          <pc:sldMk cId="0" sldId="305"/>
        </pc:sldMkLst>
        <pc:spChg chg="mod">
          <ac:chgData name="Alessandro Ortis" userId="dcdc90ed-3509-45f7-ac48-ad038638580b" providerId="ADAL" clId="{7B60BFA5-112D-4405-BB92-9F3F04EA9AB8}" dt="2021-02-05T14:47:19.432" v="76" actId="20577"/>
          <ac:spMkLst>
            <pc:docMk/>
            <pc:sldMk cId="0" sldId="305"/>
            <ac:spMk id="172034" creationId="{9883EAA4-009B-4F20-89D5-AC88785BEC49}"/>
          </ac:spMkLst>
        </pc:spChg>
        <pc:spChg chg="mod">
          <ac:chgData name="Alessandro Ortis" userId="dcdc90ed-3509-45f7-ac48-ad038638580b" providerId="ADAL" clId="{7B60BFA5-112D-4405-BB92-9F3F04EA9AB8}" dt="2021-02-07T17:27:06.827" v="105" actId="123"/>
          <ac:spMkLst>
            <pc:docMk/>
            <pc:sldMk cId="0" sldId="305"/>
            <ac:spMk id="172036" creationId="{B9109A16-66C7-451A-A03B-A1D8F754B35B}"/>
          </ac:spMkLst>
        </pc:spChg>
        <pc:spChg chg="mod">
          <ac:chgData name="Alessandro Ortis" userId="dcdc90ed-3509-45f7-ac48-ad038638580b" providerId="ADAL" clId="{7B60BFA5-112D-4405-BB92-9F3F04EA9AB8}" dt="2021-02-07T17:27:24.528" v="114" actId="123"/>
          <ac:spMkLst>
            <pc:docMk/>
            <pc:sldMk cId="0" sldId="305"/>
            <ac:spMk id="172037" creationId="{3ED01093-D9D1-4D29-B415-E0C3D7BACF77}"/>
          </ac:spMkLst>
        </pc:spChg>
        <pc:spChg chg="mod">
          <ac:chgData name="Alessandro Ortis" userId="dcdc90ed-3509-45f7-ac48-ad038638580b" providerId="ADAL" clId="{7B60BFA5-112D-4405-BB92-9F3F04EA9AB8}" dt="2021-02-07T17:28:02.215" v="129" actId="20577"/>
          <ac:spMkLst>
            <pc:docMk/>
            <pc:sldMk cId="0" sldId="305"/>
            <ac:spMk id="172038" creationId="{9F562005-CE07-444C-9C55-7260678B40E8}"/>
          </ac:spMkLst>
        </pc:spChg>
      </pc:sldChg>
      <pc:sldChg chg="modSp mod">
        <pc:chgData name="Alessandro Ortis" userId="dcdc90ed-3509-45f7-ac48-ad038638580b" providerId="ADAL" clId="{7B60BFA5-112D-4405-BB92-9F3F04EA9AB8}" dt="2021-02-07T17:25:33.126" v="101" actId="6549"/>
        <pc:sldMkLst>
          <pc:docMk/>
          <pc:sldMk cId="0" sldId="306"/>
        </pc:sldMkLst>
        <pc:spChg chg="mod">
          <ac:chgData name="Alessandro Ortis" userId="dcdc90ed-3509-45f7-ac48-ad038638580b" providerId="ADAL" clId="{7B60BFA5-112D-4405-BB92-9F3F04EA9AB8}" dt="2021-02-07T17:25:33.126" v="101" actId="6549"/>
          <ac:spMkLst>
            <pc:docMk/>
            <pc:sldMk cId="0" sldId="306"/>
            <ac:spMk id="3" creationId="{A5BA2B38-5D5C-46E5-8F7A-B2FA2EC9E46D}"/>
          </ac:spMkLst>
        </pc:spChg>
      </pc:sldChg>
      <pc:sldChg chg="add del ord">
        <pc:chgData name="Alessandro Ortis" userId="dcdc90ed-3509-45f7-ac48-ad038638580b" providerId="ADAL" clId="{7B60BFA5-112D-4405-BB92-9F3F04EA9AB8}" dt="2021-02-07T17:29:10.747" v="131" actId="2696"/>
        <pc:sldMkLst>
          <pc:docMk/>
          <pc:sldMk cId="0" sldId="307"/>
        </pc:sldMkLst>
      </pc:sldChg>
      <pc:sldChg chg="modSp mod">
        <pc:chgData name="Alessandro Ortis" userId="dcdc90ed-3509-45f7-ac48-ad038638580b" providerId="ADAL" clId="{7B60BFA5-112D-4405-BB92-9F3F04EA9AB8}" dt="2021-02-05T14:47:38.408" v="80" actId="20577"/>
        <pc:sldMkLst>
          <pc:docMk/>
          <pc:sldMk cId="0" sldId="308"/>
        </pc:sldMkLst>
        <pc:spChg chg="mod">
          <ac:chgData name="Alessandro Ortis" userId="dcdc90ed-3509-45f7-ac48-ad038638580b" providerId="ADAL" clId="{7B60BFA5-112D-4405-BB92-9F3F04EA9AB8}" dt="2021-02-05T14:47:38.408" v="80" actId="20577"/>
          <ac:spMkLst>
            <pc:docMk/>
            <pc:sldMk cId="0" sldId="308"/>
            <ac:spMk id="50178" creationId="{F1E80E7E-E722-4BAF-A420-118426B868A1}"/>
          </ac:spMkLst>
        </pc:spChg>
      </pc:sldChg>
      <pc:sldChg chg="modSp mod">
        <pc:chgData name="Alessandro Ortis" userId="dcdc90ed-3509-45f7-ac48-ad038638580b" providerId="ADAL" clId="{7B60BFA5-112D-4405-BB92-9F3F04EA9AB8}" dt="2021-02-05T14:45:22.686" v="38" actId="20577"/>
        <pc:sldMkLst>
          <pc:docMk/>
          <pc:sldMk cId="0" sldId="314"/>
        </pc:sldMkLst>
        <pc:spChg chg="mod">
          <ac:chgData name="Alessandro Ortis" userId="dcdc90ed-3509-45f7-ac48-ad038638580b" providerId="ADAL" clId="{7B60BFA5-112D-4405-BB92-9F3F04EA9AB8}" dt="2021-02-05T14:45:22.686" v="38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640541190" sldId="315"/>
        </pc:sldMkLst>
      </pc:sldChg>
      <pc:sldChg chg="modSp mod">
        <pc:chgData name="Alessandro Ortis" userId="dcdc90ed-3509-45f7-ac48-ad038638580b" providerId="ADAL" clId="{7B60BFA5-112D-4405-BB92-9F3F04EA9AB8}" dt="2021-02-05T14:47:48.248" v="84" actId="20577"/>
        <pc:sldMkLst>
          <pc:docMk/>
          <pc:sldMk cId="4143215581" sldId="315"/>
        </pc:sldMkLst>
        <pc:spChg chg="mod">
          <ac:chgData name="Alessandro Ortis" userId="dcdc90ed-3509-45f7-ac48-ad038638580b" providerId="ADAL" clId="{7B60BFA5-112D-4405-BB92-9F3F04EA9AB8}" dt="2021-02-05T14:47:48.248" v="84" actId="20577"/>
          <ac:spMkLst>
            <pc:docMk/>
            <pc:sldMk cId="4143215581" sldId="315"/>
            <ac:spMk id="3073" creationId="{2EDD163E-0B11-4A5D-803C-B3040922C589}"/>
          </ac:spMkLst>
        </pc:spChg>
      </pc:sldChg>
      <pc:sldChg chg="modSp add mod">
        <pc:chgData name="Alessandro Ortis" userId="dcdc90ed-3509-45f7-ac48-ad038638580b" providerId="ADAL" clId="{7B60BFA5-112D-4405-BB92-9F3F04EA9AB8}" dt="2021-02-08T07:07:52.024" v="379" actId="20577"/>
        <pc:sldMkLst>
          <pc:docMk/>
          <pc:sldMk cId="1178180968" sldId="316"/>
        </pc:sldMkLst>
        <pc:spChg chg="mod">
          <ac:chgData name="Alessandro Ortis" userId="dcdc90ed-3509-45f7-ac48-ad038638580b" providerId="ADAL" clId="{7B60BFA5-112D-4405-BB92-9F3F04EA9AB8}" dt="2021-02-08T07:07:52.024" v="379" actId="20577"/>
          <ac:spMkLst>
            <pc:docMk/>
            <pc:sldMk cId="1178180968" sldId="316"/>
            <ac:spMk id="3" creationId="{4C8725FE-F7C8-4F0A-9D8D-2258949ABECF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142013625" sldId="316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267303769" sldId="31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4167153210" sldId="31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2782773637" sldId="319"/>
        </pc:sldMkLst>
      </pc:sldChg>
      <pc:sldMasterChg chg="delSldLayout">
        <pc:chgData name="Alessandro Ortis" userId="dcdc90ed-3509-45f7-ac48-ad038638580b" providerId="ADAL" clId="{7B60BFA5-112D-4405-BB92-9F3F04EA9AB8}" dt="2021-02-05T14:45:29.518" v="39" actId="47"/>
        <pc:sldMasterMkLst>
          <pc:docMk/>
          <pc:sldMasterMk cId="0" sldId="2147483648"/>
        </pc:sldMasterMkLst>
        <pc:sldLayoutChg chg="del">
          <pc:chgData name="Alessandro Ortis" userId="dcdc90ed-3509-45f7-ac48-ad038638580b" providerId="ADAL" clId="{7B60BFA5-112D-4405-BB92-9F3F04EA9AB8}" dt="2021-02-05T14:45:29.518" v="39" actId="47"/>
          <pc:sldLayoutMkLst>
            <pc:docMk/>
            <pc:sldMasterMk cId="0" sldId="2147483648"/>
            <pc:sldLayoutMk cId="2317535515" sldId="2147483660"/>
          </pc:sldLayoutMkLst>
        </pc:sldLayoutChg>
      </pc:sldMasterChg>
    </pc:docChg>
  </pc:docChgLst>
  <pc:docChgLst>
    <pc:chgData name="Alessandro Ortis" userId="dcdc90ed-3509-45f7-ac48-ad038638580b" providerId="ADAL" clId="{F438BDB3-0616-4C69-A208-F0A5FF295374}"/>
    <pc:docChg chg="custSel modSld">
      <pc:chgData name="Alessandro Ortis" userId="dcdc90ed-3509-45f7-ac48-ad038638580b" providerId="ADAL" clId="{F438BDB3-0616-4C69-A208-F0A5FF295374}" dt="2022-05-04T06:38:42.655" v="7" actId="20577"/>
      <pc:docMkLst>
        <pc:docMk/>
      </pc:docMkLst>
      <pc:sldChg chg="modSp mod modNotesTx">
        <pc:chgData name="Alessandro Ortis" userId="dcdc90ed-3509-45f7-ac48-ad038638580b" providerId="ADAL" clId="{F438BDB3-0616-4C69-A208-F0A5FF295374}" dt="2022-05-04T06:38:42.655" v="7" actId="20577"/>
        <pc:sldMkLst>
          <pc:docMk/>
          <pc:sldMk cId="0" sldId="296"/>
        </pc:sldMkLst>
        <pc:spChg chg="mod">
          <ac:chgData name="Alessandro Ortis" userId="dcdc90ed-3509-45f7-ac48-ad038638580b" providerId="ADAL" clId="{F438BDB3-0616-4C69-A208-F0A5FF295374}" dt="2022-05-04T06:38:36.642" v="1" actId="20577"/>
          <ac:spMkLst>
            <pc:docMk/>
            <pc:sldMk cId="0" sldId="296"/>
            <ac:spMk id="215043" creationId="{507771F2-20D6-4736-86E3-005CFE35C2BD}"/>
          </ac:spMkLst>
        </pc:spChg>
      </pc:sldChg>
    </pc:docChg>
  </pc:docChgLst>
  <pc:docChgLst>
    <pc:chgData name="Alessandro Ortis" userId="dcdc90ed-3509-45f7-ac48-ad038638580b" providerId="ADAL" clId="{DC2E16EE-1E16-4B84-80E3-2850D7BBCD84}"/>
    <pc:docChg chg="undo redo custSel addSld delSld modSld sldOrd">
      <pc:chgData name="Alessandro Ortis" userId="dcdc90ed-3509-45f7-ac48-ad038638580b" providerId="ADAL" clId="{DC2E16EE-1E16-4B84-80E3-2850D7BBCD84}" dt="2021-02-04T14:40:29.257" v="2369" actId="122"/>
      <pc:docMkLst>
        <pc:docMk/>
      </pc:docMkLst>
      <pc:sldChg chg="delSp modSp mod">
        <pc:chgData name="Alessandro Ortis" userId="dcdc90ed-3509-45f7-ac48-ad038638580b" providerId="ADAL" clId="{DC2E16EE-1E16-4B84-80E3-2850D7BBCD84}" dt="2021-02-04T14:40:21.031" v="2368" actId="1076"/>
        <pc:sldMkLst>
          <pc:docMk/>
          <pc:sldMk cId="0" sldId="256"/>
        </pc:sldMkLst>
        <pc:spChg chg="mod">
          <ac:chgData name="Alessandro Ortis" userId="dcdc90ed-3509-45f7-ac48-ad038638580b" providerId="ADAL" clId="{DC2E16EE-1E16-4B84-80E3-2850D7BBCD84}" dt="2021-02-01T15:46:02.306" v="81" actId="20577"/>
          <ac:spMkLst>
            <pc:docMk/>
            <pc:sldMk cId="0" sldId="256"/>
            <ac:spMk id="3073" creationId="{D8E02409-99EA-4A61-B135-7A6427B120FC}"/>
          </ac:spMkLst>
        </pc:spChg>
        <pc:spChg chg="mod">
          <ac:chgData name="Alessandro Ortis" userId="dcdc90ed-3509-45f7-ac48-ad038638580b" providerId="ADAL" clId="{DC2E16EE-1E16-4B84-80E3-2850D7BBCD84}" dt="2021-02-04T14:40:04.807" v="2367" actId="14100"/>
          <ac:spMkLst>
            <pc:docMk/>
            <pc:sldMk cId="0" sldId="256"/>
            <ac:spMk id="3080" creationId="{6FF1373D-FB8C-4158-987C-B864C0F430A3}"/>
          </ac:spMkLst>
        </pc:spChg>
        <pc:spChg chg="del mod">
          <ac:chgData name="Alessandro Ortis" userId="dcdc90ed-3509-45f7-ac48-ad038638580b" providerId="ADAL" clId="{DC2E16EE-1E16-4B84-80E3-2850D7BBCD84}" dt="2021-02-01T15:46:03.583" v="83"/>
          <ac:spMkLst>
            <pc:docMk/>
            <pc:sldMk cId="0" sldId="256"/>
            <ac:spMk id="3083" creationId="{07F96F25-4097-407F-94B6-CF20FB66181C}"/>
          </ac:spMkLst>
        </pc:spChg>
        <pc:picChg chg="mod">
          <ac:chgData name="Alessandro Ortis" userId="dcdc90ed-3509-45f7-ac48-ad038638580b" providerId="ADAL" clId="{DC2E16EE-1E16-4B84-80E3-2850D7BBCD84}" dt="2021-02-04T14:40:21.031" v="2368" actId="1076"/>
          <ac:picMkLst>
            <pc:docMk/>
            <pc:sldMk cId="0" sldId="256"/>
            <ac:picMk id="3084" creationId="{5686F35E-B082-481C-9199-EDC6C0E385F1}"/>
          </ac:picMkLst>
        </pc:picChg>
      </pc:sldChg>
      <pc:sldChg chg="modSp mod">
        <pc:chgData name="Alessandro Ortis" userId="dcdc90ed-3509-45f7-ac48-ad038638580b" providerId="ADAL" clId="{DC2E16EE-1E16-4B84-80E3-2850D7BBCD84}" dt="2021-02-04T14:40:29.257" v="2369" actId="122"/>
        <pc:sldMkLst>
          <pc:docMk/>
          <pc:sldMk cId="0" sldId="279"/>
        </pc:sldMkLst>
        <pc:spChg chg="mod">
          <ac:chgData name="Alessandro Ortis" userId="dcdc90ed-3509-45f7-ac48-ad038638580b" providerId="ADAL" clId="{DC2E16EE-1E16-4B84-80E3-2850D7BBCD84}" dt="2021-02-01T15:47:36.913" v="95" actId="20577"/>
          <ac:spMkLst>
            <pc:docMk/>
            <pc:sldMk cId="0" sldId="279"/>
            <ac:spMk id="50178" creationId="{3A1D38E7-760B-4353-889B-1CB871DC7E2B}"/>
          </ac:spMkLst>
        </pc:spChg>
        <pc:spChg chg="mod">
          <ac:chgData name="Alessandro Ortis" userId="dcdc90ed-3509-45f7-ac48-ad038638580b" providerId="ADAL" clId="{DC2E16EE-1E16-4B84-80E3-2850D7BBCD84}" dt="2021-02-02T08:56:42.197" v="114" actId="123"/>
          <ac:spMkLst>
            <pc:docMk/>
            <pc:sldMk cId="0" sldId="279"/>
            <ac:spMk id="50181" creationId="{866CFACF-C40A-49AB-83E0-27437528772A}"/>
          </ac:spMkLst>
        </pc:spChg>
        <pc:spChg chg="mod">
          <ac:chgData name="Alessandro Ortis" userId="dcdc90ed-3509-45f7-ac48-ad038638580b" providerId="ADAL" clId="{DC2E16EE-1E16-4B84-80E3-2850D7BBCD84}" dt="2021-02-04T14:40:29.257" v="2369" actId="122"/>
          <ac:spMkLst>
            <pc:docMk/>
            <pc:sldMk cId="0" sldId="279"/>
            <ac:spMk id="50182" creationId="{A576F264-8527-4742-BBA7-C96A26986A79}"/>
          </ac:spMkLst>
        </pc:spChg>
        <pc:spChg chg="mod">
          <ac:chgData name="Alessandro Ortis" userId="dcdc90ed-3509-45f7-ac48-ad038638580b" providerId="ADAL" clId="{DC2E16EE-1E16-4B84-80E3-2850D7BBCD84}" dt="2021-02-01T16:07:21.853" v="103" actId="20577"/>
          <ac:spMkLst>
            <pc:docMk/>
            <pc:sldMk cId="0" sldId="279"/>
            <ac:spMk id="50185" creationId="{24EB449D-83CB-4772-A221-925963DC140D}"/>
          </ac:spMkLst>
        </pc:spChg>
        <pc:picChg chg="mod">
          <ac:chgData name="Alessandro Ortis" userId="dcdc90ed-3509-45f7-ac48-ad038638580b" providerId="ADAL" clId="{DC2E16EE-1E16-4B84-80E3-2850D7BBCD84}" dt="2021-02-01T16:07:25.228" v="104" actId="1076"/>
          <ac:picMkLst>
            <pc:docMk/>
            <pc:sldMk cId="0" sldId="279"/>
            <ac:picMk id="50186" creationId="{12D72CB2-BF97-4F18-96C6-2711BF4DDE11}"/>
          </ac:picMkLst>
        </pc:picChg>
      </pc:sldChg>
      <pc:sldChg chg="modSp mod">
        <pc:chgData name="Alessandro Ortis" userId="dcdc90ed-3509-45f7-ac48-ad038638580b" providerId="ADAL" clId="{DC2E16EE-1E16-4B84-80E3-2850D7BBCD84}" dt="2021-02-02T15:33:00.739" v="1337" actId="313"/>
        <pc:sldMkLst>
          <pc:docMk/>
          <pc:sldMk cId="0" sldId="289"/>
        </pc:sldMkLst>
        <pc:spChg chg="mod">
          <ac:chgData name="Alessandro Ortis" userId="dcdc90ed-3509-45f7-ac48-ad038638580b" providerId="ADAL" clId="{DC2E16EE-1E16-4B84-80E3-2850D7BBCD84}" dt="2021-02-02T15:31:32.546" v="1305" actId="20577"/>
          <ac:spMkLst>
            <pc:docMk/>
            <pc:sldMk cId="0" sldId="289"/>
            <ac:spMk id="77826" creationId="{7FA9E1CC-92A0-4D42-8128-30306F7CDCB6}"/>
          </ac:spMkLst>
        </pc:spChg>
        <pc:spChg chg="mod">
          <ac:chgData name="Alessandro Ortis" userId="dcdc90ed-3509-45f7-ac48-ad038638580b" providerId="ADAL" clId="{DC2E16EE-1E16-4B84-80E3-2850D7BBCD84}" dt="2021-02-02T15:33:00.739" v="1337" actId="313"/>
          <ac:spMkLst>
            <pc:docMk/>
            <pc:sldMk cId="0" sldId="289"/>
            <ac:spMk id="77830" creationId="{3EEB8755-42E2-4E31-9944-A001B853074C}"/>
          </ac:spMkLst>
        </pc:spChg>
      </pc:sldChg>
      <pc:sldChg chg="modSp mod">
        <pc:chgData name="Alessandro Ortis" userId="dcdc90ed-3509-45f7-ac48-ad038638580b" providerId="ADAL" clId="{DC2E16EE-1E16-4B84-80E3-2850D7BBCD84}" dt="2021-02-02T08:59:43.257" v="124" actId="6549"/>
        <pc:sldMkLst>
          <pc:docMk/>
          <pc:sldMk cId="0" sldId="296"/>
        </pc:sldMkLst>
        <pc:spChg chg="mod">
          <ac:chgData name="Alessandro Ortis" userId="dcdc90ed-3509-45f7-ac48-ad038638580b" providerId="ADAL" clId="{DC2E16EE-1E16-4B84-80E3-2850D7BBCD84}" dt="2021-02-02T08:56:59.073" v="115" actId="20577"/>
          <ac:spMkLst>
            <pc:docMk/>
            <pc:sldMk cId="0" sldId="296"/>
            <ac:spMk id="92162" creationId="{1F66628D-9E5B-4DCD-B742-EE0A82320368}"/>
          </ac:spMkLst>
        </pc:spChg>
        <pc:spChg chg="mod">
          <ac:chgData name="Alessandro Ortis" userId="dcdc90ed-3509-45f7-ac48-ad038638580b" providerId="ADAL" clId="{DC2E16EE-1E16-4B84-80E3-2850D7BBCD84}" dt="2021-02-02T08:57:14.559" v="120" actId="120"/>
          <ac:spMkLst>
            <pc:docMk/>
            <pc:sldMk cId="0" sldId="296"/>
            <ac:spMk id="92163" creationId="{3B5AD3D1-7065-425C-A2B5-7F114C08D9CD}"/>
          </ac:spMkLst>
        </pc:spChg>
        <pc:spChg chg="mod">
          <ac:chgData name="Alessandro Ortis" userId="dcdc90ed-3509-45f7-ac48-ad038638580b" providerId="ADAL" clId="{DC2E16EE-1E16-4B84-80E3-2850D7BBCD84}" dt="2021-02-02T08:59:43.257" v="124" actId="6549"/>
          <ac:spMkLst>
            <pc:docMk/>
            <pc:sldMk cId="0" sldId="296"/>
            <ac:spMk id="92170" creationId="{C267FF83-A3B2-40F2-8E7B-D188A624122D}"/>
          </ac:spMkLst>
        </pc:spChg>
      </pc:sldChg>
      <pc:sldChg chg="modSp mod">
        <pc:chgData name="Alessandro Ortis" userId="dcdc90ed-3509-45f7-ac48-ad038638580b" providerId="ADAL" clId="{DC2E16EE-1E16-4B84-80E3-2850D7BBCD84}" dt="2021-02-02T14:51:25.241" v="181" actId="20577"/>
        <pc:sldMkLst>
          <pc:docMk/>
          <pc:sldMk cId="0" sldId="297"/>
        </pc:sldMkLst>
        <pc:spChg chg="mod">
          <ac:chgData name="Alessandro Ortis" userId="dcdc90ed-3509-45f7-ac48-ad038638580b" providerId="ADAL" clId="{DC2E16EE-1E16-4B84-80E3-2850D7BBCD84}" dt="2021-02-02T09:00:00.879" v="125" actId="20577"/>
          <ac:spMkLst>
            <pc:docMk/>
            <pc:sldMk cId="0" sldId="297"/>
            <ac:spMk id="94210" creationId="{4D3A4E65-E036-44C4-9FA4-C751B5756026}"/>
          </ac:spMkLst>
        </pc:spChg>
        <pc:spChg chg="mod">
          <ac:chgData name="Alessandro Ortis" userId="dcdc90ed-3509-45f7-ac48-ad038638580b" providerId="ADAL" clId="{DC2E16EE-1E16-4B84-80E3-2850D7BBCD84}" dt="2021-02-02T09:00:08.800" v="127" actId="20577"/>
          <ac:spMkLst>
            <pc:docMk/>
            <pc:sldMk cId="0" sldId="297"/>
            <ac:spMk id="94223" creationId="{A78BAF2F-ECEC-46DD-96A7-23C6469B856C}"/>
          </ac:spMkLst>
        </pc:spChg>
        <pc:spChg chg="mod">
          <ac:chgData name="Alessandro Ortis" userId="dcdc90ed-3509-45f7-ac48-ad038638580b" providerId="ADAL" clId="{DC2E16EE-1E16-4B84-80E3-2850D7BBCD84}" dt="2021-02-02T14:51:25.241" v="181" actId="20577"/>
          <ac:spMkLst>
            <pc:docMk/>
            <pc:sldMk cId="0" sldId="297"/>
            <ac:spMk id="94225" creationId="{33C7807A-477F-4A0F-A179-3616B2970709}"/>
          </ac:spMkLst>
        </pc:spChg>
      </pc:sldChg>
      <pc:sldChg chg="modSp mod">
        <pc:chgData name="Alessandro Ortis" userId="dcdc90ed-3509-45f7-ac48-ad038638580b" providerId="ADAL" clId="{DC2E16EE-1E16-4B84-80E3-2850D7BBCD84}" dt="2021-02-02T15:23:29.902" v="424" actId="20577"/>
        <pc:sldMkLst>
          <pc:docMk/>
          <pc:sldMk cId="0" sldId="298"/>
        </pc:sldMkLst>
        <pc:spChg chg="mod">
          <ac:chgData name="Alessandro Ortis" userId="dcdc90ed-3509-45f7-ac48-ad038638580b" providerId="ADAL" clId="{DC2E16EE-1E16-4B84-80E3-2850D7BBCD84}" dt="2021-02-02T14:51:58.114" v="182" actId="20577"/>
          <ac:spMkLst>
            <pc:docMk/>
            <pc:sldMk cId="0" sldId="298"/>
            <ac:spMk id="96258" creationId="{8F85C8CD-CCCC-4423-AB10-B369DD8C0A50}"/>
          </ac:spMkLst>
        </pc:spChg>
        <pc:spChg chg="mod">
          <ac:chgData name="Alessandro Ortis" userId="dcdc90ed-3509-45f7-ac48-ad038638580b" providerId="ADAL" clId="{DC2E16EE-1E16-4B84-80E3-2850D7BBCD84}" dt="2021-02-02T15:23:29.902" v="424" actId="20577"/>
          <ac:spMkLst>
            <pc:docMk/>
            <pc:sldMk cId="0" sldId="298"/>
            <ac:spMk id="96267" creationId="{1A61FEFF-E153-4B29-9C3C-A1B811B7E1E5}"/>
          </ac:spMkLst>
        </pc:spChg>
        <pc:picChg chg="mod">
          <ac:chgData name="Alessandro Ortis" userId="dcdc90ed-3509-45f7-ac48-ad038638580b" providerId="ADAL" clId="{DC2E16EE-1E16-4B84-80E3-2850D7BBCD84}" dt="2021-02-02T14:54:41.746" v="268" actId="1076"/>
          <ac:picMkLst>
            <pc:docMk/>
            <pc:sldMk cId="0" sldId="298"/>
            <ac:picMk id="96268" creationId="{51DC1AD6-4B77-497B-ACE2-1F5C4DCC2A3F}"/>
          </ac:picMkLst>
        </pc:picChg>
      </pc:sldChg>
      <pc:sldChg chg="modSp mod">
        <pc:chgData name="Alessandro Ortis" userId="dcdc90ed-3509-45f7-ac48-ad038638580b" providerId="ADAL" clId="{DC2E16EE-1E16-4B84-80E3-2850D7BBCD84}" dt="2021-02-02T15:35:55.328" v="1399" actId="1076"/>
        <pc:sldMkLst>
          <pc:docMk/>
          <pc:sldMk cId="0" sldId="299"/>
        </pc:sldMkLst>
        <pc:spChg chg="mod">
          <ac:chgData name="Alessandro Ortis" userId="dcdc90ed-3509-45f7-ac48-ad038638580b" providerId="ADAL" clId="{DC2E16EE-1E16-4B84-80E3-2850D7BBCD84}" dt="2021-02-02T15:35:03.018" v="1385" actId="20577"/>
          <ac:spMkLst>
            <pc:docMk/>
            <pc:sldMk cId="0" sldId="299"/>
            <ac:spMk id="98306" creationId="{153F5A14-3C82-4F1C-82B5-9DE1BA8DC247}"/>
          </ac:spMkLst>
        </pc:spChg>
        <pc:spChg chg="mod">
          <ac:chgData name="Alessandro Ortis" userId="dcdc90ed-3509-45f7-ac48-ad038638580b" providerId="ADAL" clId="{DC2E16EE-1E16-4B84-80E3-2850D7BBCD84}" dt="2021-02-02T15:35:20.519" v="1392" actId="20577"/>
          <ac:spMkLst>
            <pc:docMk/>
            <pc:sldMk cId="0" sldId="299"/>
            <ac:spMk id="98307" creationId="{F1FB2988-07ED-4130-A1DC-6EE6B3B3CACA}"/>
          </ac:spMkLst>
        </pc:spChg>
        <pc:spChg chg="mod">
          <ac:chgData name="Alessandro Ortis" userId="dcdc90ed-3509-45f7-ac48-ad038638580b" providerId="ADAL" clId="{DC2E16EE-1E16-4B84-80E3-2850D7BBCD84}" dt="2021-02-02T15:35:41.537" v="1395" actId="6549"/>
          <ac:spMkLst>
            <pc:docMk/>
            <pc:sldMk cId="0" sldId="299"/>
            <ac:spMk id="98316" creationId="{29EC7670-19EA-49DD-A0CD-62C5B8451254}"/>
          </ac:spMkLst>
        </pc:spChg>
        <pc:picChg chg="mod">
          <ac:chgData name="Alessandro Ortis" userId="dcdc90ed-3509-45f7-ac48-ad038638580b" providerId="ADAL" clId="{DC2E16EE-1E16-4B84-80E3-2850D7BBCD84}" dt="2021-02-02T15:35:55.328" v="1399" actId="1076"/>
          <ac:picMkLst>
            <pc:docMk/>
            <pc:sldMk cId="0" sldId="299"/>
            <ac:picMk id="98318" creationId="{FC139D13-864B-4961-A481-A63A45AB2D7B}"/>
          </ac:picMkLst>
        </pc:picChg>
      </pc:sldChg>
      <pc:sldChg chg="modSp mod">
        <pc:chgData name="Alessandro Ortis" userId="dcdc90ed-3509-45f7-ac48-ad038638580b" providerId="ADAL" clId="{DC2E16EE-1E16-4B84-80E3-2850D7BBCD84}" dt="2021-02-02T15:34:09.298" v="1384" actId="20577"/>
        <pc:sldMkLst>
          <pc:docMk/>
          <pc:sldMk cId="0" sldId="301"/>
        </pc:sldMkLst>
        <pc:spChg chg="mod">
          <ac:chgData name="Alessandro Ortis" userId="dcdc90ed-3509-45f7-ac48-ad038638580b" providerId="ADAL" clId="{DC2E16EE-1E16-4B84-80E3-2850D7BBCD84}" dt="2021-02-02T15:33:16.306" v="1338" actId="20577"/>
          <ac:spMkLst>
            <pc:docMk/>
            <pc:sldMk cId="0" sldId="301"/>
            <ac:spMk id="77826" creationId="{FF5B5DAF-5BB0-47C3-B5D9-37DF933F16E3}"/>
          </ac:spMkLst>
        </pc:spChg>
        <pc:spChg chg="mod">
          <ac:chgData name="Alessandro Ortis" userId="dcdc90ed-3509-45f7-ac48-ad038638580b" providerId="ADAL" clId="{DC2E16EE-1E16-4B84-80E3-2850D7BBCD84}" dt="2021-02-02T15:34:09.298" v="1384" actId="20577"/>
          <ac:spMkLst>
            <pc:docMk/>
            <pc:sldMk cId="0" sldId="301"/>
            <ac:spMk id="77830" creationId="{CD11C347-2777-4ED3-A5DB-4D91010658AC}"/>
          </ac:spMkLst>
        </pc:spChg>
      </pc:sldChg>
      <pc:sldChg chg="modSp mod">
        <pc:chgData name="Alessandro Ortis" userId="dcdc90ed-3509-45f7-ac48-ad038638580b" providerId="ADAL" clId="{DC2E16EE-1E16-4B84-80E3-2850D7BBCD84}" dt="2021-02-02T15:43:17.887" v="1575" actId="20577"/>
        <pc:sldMkLst>
          <pc:docMk/>
          <pc:sldMk cId="0" sldId="302"/>
        </pc:sldMkLst>
        <pc:spChg chg="mod">
          <ac:chgData name="Alessandro Ortis" userId="dcdc90ed-3509-45f7-ac48-ad038638580b" providerId="ADAL" clId="{DC2E16EE-1E16-4B84-80E3-2850D7BBCD84}" dt="2021-02-02T15:36:34.929" v="1400" actId="20577"/>
          <ac:spMkLst>
            <pc:docMk/>
            <pc:sldMk cId="0" sldId="302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2T15:36:54.601" v="1410" actId="20577"/>
          <ac:spMkLst>
            <pc:docMk/>
            <pc:sldMk cId="0" sldId="302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2T15:43:17.887" v="1575" actId="20577"/>
          <ac:spMkLst>
            <pc:docMk/>
            <pc:sldMk cId="0" sldId="302"/>
            <ac:spMk id="98316" creationId="{449F5A1C-CB7E-4A1A-B59B-DE2F072B85B5}"/>
          </ac:spMkLst>
        </pc:spChg>
      </pc:sldChg>
      <pc:sldChg chg="modSp mod modShow">
        <pc:chgData name="Alessandro Ortis" userId="dcdc90ed-3509-45f7-ac48-ad038638580b" providerId="ADAL" clId="{DC2E16EE-1E16-4B84-80E3-2850D7BBCD84}" dt="2021-02-03T15:15:56.339" v="1577" actId="729"/>
        <pc:sldMkLst>
          <pc:docMk/>
          <pc:sldMk cId="0" sldId="303"/>
        </pc:sldMkLst>
        <pc:spChg chg="mod">
          <ac:chgData name="Alessandro Ortis" userId="dcdc90ed-3509-45f7-ac48-ad038638580b" providerId="ADAL" clId="{DC2E16EE-1E16-4B84-80E3-2850D7BBCD84}" dt="2021-02-02T15:55:52.560" v="1576" actId="20577"/>
          <ac:spMkLst>
            <pc:docMk/>
            <pc:sldMk cId="0" sldId="303"/>
            <ac:spMk id="100362" creationId="{3F13317A-F752-4452-83E3-0CC708384DDC}"/>
          </ac:spMkLst>
        </pc:spChg>
      </pc:sldChg>
      <pc:sldChg chg="modSp mod modShow">
        <pc:chgData name="Alessandro Ortis" userId="dcdc90ed-3509-45f7-ac48-ad038638580b" providerId="ADAL" clId="{DC2E16EE-1E16-4B84-80E3-2850D7BBCD84}" dt="2021-02-04T14:38:35.405" v="2356" actId="729"/>
        <pc:sldMkLst>
          <pc:docMk/>
          <pc:sldMk cId="0" sldId="304"/>
        </pc:sldMkLst>
        <pc:spChg chg="mod">
          <ac:chgData name="Alessandro Ortis" userId="dcdc90ed-3509-45f7-ac48-ad038638580b" providerId="ADAL" clId="{DC2E16EE-1E16-4B84-80E3-2850D7BBCD84}" dt="2021-02-01T15:43:49.194" v="52" actId="27636"/>
          <ac:spMkLst>
            <pc:docMk/>
            <pc:sldMk cId="0" sldId="304"/>
            <ac:spMk id="2" creationId="{102B2754-7B60-4C53-97C0-AF53C88E7F7A}"/>
          </ac:spMkLst>
        </pc:spChg>
        <pc:spChg chg="mod">
          <ac:chgData name="Alessandro Ortis" userId="dcdc90ed-3509-45f7-ac48-ad038638580b" providerId="ADAL" clId="{DC2E16EE-1E16-4B84-80E3-2850D7BBCD84}" dt="2021-02-01T15:43:49.201" v="53" actId="27636"/>
          <ac:spMkLst>
            <pc:docMk/>
            <pc:sldMk cId="0" sldId="304"/>
            <ac:spMk id="3" creationId="{6BC43853-E879-461B-B114-421B783250B1}"/>
          </ac:spMkLst>
        </pc:spChg>
      </pc:sldChg>
      <pc:sldChg chg="modSp mod">
        <pc:chgData name="Alessandro Ortis" userId="dcdc90ed-3509-45f7-ac48-ad038638580b" providerId="ADAL" clId="{DC2E16EE-1E16-4B84-80E3-2850D7BBCD84}" dt="2021-02-02T14:53:12.936" v="195" actId="20577"/>
        <pc:sldMkLst>
          <pc:docMk/>
          <pc:sldMk cId="0" sldId="314"/>
        </pc:sldMkLst>
        <pc:spChg chg="mod">
          <ac:chgData name="Alessandro Ortis" userId="dcdc90ed-3509-45f7-ac48-ad038638580b" providerId="ADAL" clId="{DC2E16EE-1E16-4B84-80E3-2850D7BBCD84}" dt="2021-02-02T14:53:12.936" v="19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Sp modSp add mod">
        <pc:chgData name="Alessandro Ortis" userId="dcdc90ed-3509-45f7-ac48-ad038638580b" providerId="ADAL" clId="{DC2E16EE-1E16-4B84-80E3-2850D7BBCD84}" dt="2021-02-02T15:24:01.013" v="506" actId="478"/>
        <pc:sldMkLst>
          <pc:docMk/>
          <pc:sldMk cId="640541190" sldId="315"/>
        </pc:sldMkLst>
        <pc:spChg chg="mod">
          <ac:chgData name="Alessandro Ortis" userId="dcdc90ed-3509-45f7-ac48-ad038638580b" providerId="ADAL" clId="{DC2E16EE-1E16-4B84-80E3-2850D7BBCD84}" dt="2021-02-02T15:23:59.984" v="505" actId="1076"/>
          <ac:spMkLst>
            <pc:docMk/>
            <pc:sldMk cId="640541190" sldId="315"/>
            <ac:spMk id="96267" creationId="{1A61FEFF-E153-4B29-9C3C-A1B811B7E1E5}"/>
          </ac:spMkLst>
        </pc:spChg>
        <pc:picChg chg="del">
          <ac:chgData name="Alessandro Ortis" userId="dcdc90ed-3509-45f7-ac48-ad038638580b" providerId="ADAL" clId="{DC2E16EE-1E16-4B84-80E3-2850D7BBCD84}" dt="2021-02-02T15:24:01.013" v="506" actId="478"/>
          <ac:picMkLst>
            <pc:docMk/>
            <pc:sldMk cId="640541190" sldId="315"/>
            <ac:picMk id="96268" creationId="{51DC1AD6-4B77-497B-ACE2-1F5C4DCC2A3F}"/>
          </ac:picMkLst>
        </pc:picChg>
      </pc:sldChg>
      <pc:sldChg chg="addSp modSp add mod">
        <pc:chgData name="Alessandro Ortis" userId="dcdc90ed-3509-45f7-ac48-ad038638580b" providerId="ADAL" clId="{DC2E16EE-1E16-4B84-80E3-2850D7BBCD84}" dt="2021-02-02T15:26:31.205" v="790" actId="20577"/>
        <pc:sldMkLst>
          <pc:docMk/>
          <pc:sldMk cId="3142013625" sldId="316"/>
        </pc:sldMkLst>
        <pc:spChg chg="add mod">
          <ac:chgData name="Alessandro Ortis" userId="dcdc90ed-3509-45f7-ac48-ad038638580b" providerId="ADAL" clId="{DC2E16EE-1E16-4B84-80E3-2850D7BBCD84}" dt="2021-02-02T15:24:33.489" v="522"/>
          <ac:spMkLst>
            <pc:docMk/>
            <pc:sldMk cId="3142013625" sldId="316"/>
            <ac:spMk id="5" creationId="{A8898B1E-3A34-4480-90BC-5F3CE2ADDC05}"/>
          </ac:spMkLst>
        </pc:spChg>
        <pc:spChg chg="add mod">
          <ac:chgData name="Alessandro Ortis" userId="dcdc90ed-3509-45f7-ac48-ad038638580b" providerId="ADAL" clId="{DC2E16EE-1E16-4B84-80E3-2850D7BBCD84}" dt="2021-02-02T15:25:55.676" v="734" actId="14100"/>
          <ac:spMkLst>
            <pc:docMk/>
            <pc:sldMk cId="3142013625" sldId="316"/>
            <ac:spMk id="7" creationId="{9DC1386F-18BD-4C68-8B80-4A74EEF4E6B5}"/>
          </ac:spMkLst>
        </pc:spChg>
        <pc:spChg chg="add mod">
          <ac:chgData name="Alessandro Ortis" userId="dcdc90ed-3509-45f7-ac48-ad038638580b" providerId="ADAL" clId="{DC2E16EE-1E16-4B84-80E3-2850D7BBCD84}" dt="2021-02-02T15:26:31.205" v="790" actId="20577"/>
          <ac:spMkLst>
            <pc:docMk/>
            <pc:sldMk cId="3142013625" sldId="316"/>
            <ac:spMk id="9" creationId="{BD7CE99D-5FCB-4408-B3A1-380B9C2DF9CC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28:57.294" v="959" actId="1076"/>
        <pc:sldMkLst>
          <pc:docMk/>
          <pc:sldMk cId="3267303769" sldId="317"/>
        </pc:sldMkLst>
        <pc:spChg chg="add mod">
          <ac:chgData name="Alessandro Ortis" userId="dcdc90ed-3509-45f7-ac48-ad038638580b" providerId="ADAL" clId="{DC2E16EE-1E16-4B84-80E3-2850D7BBCD84}" dt="2021-02-02T15:28:57.294" v="959" actId="1076"/>
          <ac:spMkLst>
            <pc:docMk/>
            <pc:sldMk cId="3267303769" sldId="317"/>
            <ac:spMk id="5" creationId="{6A3338A7-01C3-4D41-989C-C3EFC03616EB}"/>
          </ac:spMkLst>
        </pc:spChg>
        <pc:spChg chg="mod">
          <ac:chgData name="Alessandro Ortis" userId="dcdc90ed-3509-45f7-ac48-ad038638580b" providerId="ADAL" clId="{DC2E16EE-1E16-4B84-80E3-2850D7BBCD84}" dt="2021-02-02T15:28:52.804" v="958" actId="20577"/>
          <ac:spMkLst>
            <pc:docMk/>
            <pc:sldMk cId="3267303769" sldId="317"/>
            <ac:spMk id="96267" creationId="{1A61FEFF-E153-4B29-9C3C-A1B811B7E1E5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31:24.041" v="1304" actId="123"/>
        <pc:sldMkLst>
          <pc:docMk/>
          <pc:sldMk cId="4167153210" sldId="318"/>
        </pc:sldMkLst>
        <pc:spChg chg="mod">
          <ac:chgData name="Alessandro Ortis" userId="dcdc90ed-3509-45f7-ac48-ad038638580b" providerId="ADAL" clId="{DC2E16EE-1E16-4B84-80E3-2850D7BBCD84}" dt="2021-02-02T15:30:02.614" v="979" actId="20577"/>
          <ac:spMkLst>
            <pc:docMk/>
            <pc:sldMk cId="4167153210" sldId="318"/>
            <ac:spMk id="5" creationId="{6A3338A7-01C3-4D41-989C-C3EFC03616EB}"/>
          </ac:spMkLst>
        </pc:spChg>
        <pc:spChg chg="add mod">
          <ac:chgData name="Alessandro Ortis" userId="dcdc90ed-3509-45f7-ac48-ad038638580b" providerId="ADAL" clId="{DC2E16EE-1E16-4B84-80E3-2850D7BBCD84}" dt="2021-02-02T15:31:24.041" v="1304" actId="123"/>
          <ac:spMkLst>
            <pc:docMk/>
            <pc:sldMk cId="4167153210" sldId="318"/>
            <ac:spMk id="6" creationId="{1F9A599E-74BF-469B-A551-3D5D4C109ECC}"/>
          </ac:spMkLst>
        </pc:spChg>
      </pc:sldChg>
      <pc:sldChg chg="modSp add mod ord">
        <pc:chgData name="Alessandro Ortis" userId="dcdc90ed-3509-45f7-ac48-ad038638580b" providerId="ADAL" clId="{DC2E16EE-1E16-4B84-80E3-2850D7BBCD84}" dt="2021-02-03T15:25:01.714" v="2355" actId="114"/>
        <pc:sldMkLst>
          <pc:docMk/>
          <pc:sldMk cId="2782773637" sldId="319"/>
        </pc:sldMkLst>
        <pc:spChg chg="mod">
          <ac:chgData name="Alessandro Ortis" userId="dcdc90ed-3509-45f7-ac48-ad038638580b" providerId="ADAL" clId="{DC2E16EE-1E16-4B84-80E3-2850D7BBCD84}" dt="2021-02-03T15:16:58.139" v="1642" actId="20577"/>
          <ac:spMkLst>
            <pc:docMk/>
            <pc:sldMk cId="2782773637" sldId="319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3T15:18:11.852" v="1793" actId="20577"/>
          <ac:spMkLst>
            <pc:docMk/>
            <pc:sldMk cId="2782773637" sldId="319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3T15:25:01.714" v="2355" actId="114"/>
          <ac:spMkLst>
            <pc:docMk/>
            <pc:sldMk cId="2782773637" sldId="319"/>
            <ac:spMk id="98316" creationId="{449F5A1C-CB7E-4A1A-B59B-DE2F072B85B5}"/>
          </ac:spMkLst>
        </pc:spChg>
      </pc:sldChg>
      <pc:sldChg chg="add del">
        <pc:chgData name="Alessandro Ortis" userId="dcdc90ed-3509-45f7-ac48-ad038638580b" providerId="ADAL" clId="{DC2E16EE-1E16-4B84-80E3-2850D7BBCD84}" dt="2021-02-01T15:46:12.549" v="94" actId="47"/>
        <pc:sldMkLst>
          <pc:docMk/>
          <pc:sldMk cId="110824317" sldId="4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77861499" sldId="4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97925216" sldId="43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561898981" sldId="44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9148324" sldId="44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775332440" sldId="44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6080377" sldId="44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70484623" sldId="44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3954196" sldId="44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34174441" sldId="44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63552303" sldId="44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17080467" sldId="45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15440402" sldId="45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32838355" sldId="45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913407585" sldId="45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884095941" sldId="45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47026166" sldId="45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74079126" sldId="45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77568868" sldId="45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723419457" sldId="45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23470903" sldId="46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111003113" sldId="46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61591116" sldId="46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0799036" sldId="46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99797885" sldId="46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00327013" sldId="46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90478240" sldId="46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5781812" sldId="46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71573423" sldId="46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5063071" sldId="47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26813376" sldId="47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70066265" sldId="47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85077416" sldId="47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00774404" sldId="47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82793998" sldId="47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2707301" sldId="47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894558" sldId="47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818332" sldId="47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27993859" sldId="47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888940087" sldId="48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4938038" sldId="48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637671567" sldId="48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22044085" sldId="48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89054688" sldId="48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3539820" sldId="48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5036613" sldId="48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80575804" sldId="48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1825045" sldId="48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32821186" sldId="49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91005081" sldId="49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94595861" sldId="49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38397767" sldId="49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31860732" sldId="49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39631944" sldId="49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015553009" sldId="49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6473319" sldId="49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66500922" sldId="50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64881188" sldId="5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7820859" sldId="50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53728460" sldId="5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12992522" sldId="50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7072028" sldId="50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92146847" sldId="50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1837333" sldId="50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476401771" sldId="50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6061629" sldId="50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168944828" sldId="51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66203508" sldId="51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56296756" sldId="51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09987557" sldId="51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660749410" sldId="515"/>
        </pc:sldMkLst>
      </pc:sldChg>
    </pc:docChg>
  </pc:docChgLst>
  <pc:docChgLst>
    <pc:chgData name="Alessandro Ortis" userId="dcdc90ed-3509-45f7-ac48-ad038638580b" providerId="ADAL" clId="{C0B2AA45-2A57-48E7-AD45-60C692039D51}"/>
    <pc:docChg chg="undo custSel addSld delSld modSld">
      <pc:chgData name="Alessandro Ortis" userId="dcdc90ed-3509-45f7-ac48-ad038638580b" providerId="ADAL" clId="{C0B2AA45-2A57-48E7-AD45-60C692039D51}" dt="2021-04-26T09:24:38.432" v="2113" actId="20577"/>
      <pc:docMkLst>
        <pc:docMk/>
      </pc:docMkLst>
      <pc:sldChg chg="del">
        <pc:chgData name="Alessandro Ortis" userId="dcdc90ed-3509-45f7-ac48-ad038638580b" providerId="ADAL" clId="{C0B2AA45-2A57-48E7-AD45-60C692039D51}" dt="2021-04-20T14:15:13.521" v="43" actId="47"/>
        <pc:sldMkLst>
          <pc:docMk/>
          <pc:sldMk cId="0" sldId="295"/>
        </pc:sldMkLst>
      </pc:sldChg>
      <pc:sldChg chg="addSp modSp mod">
        <pc:chgData name="Alessandro Ortis" userId="dcdc90ed-3509-45f7-ac48-ad038638580b" providerId="ADAL" clId="{C0B2AA45-2A57-48E7-AD45-60C692039D51}" dt="2021-04-26T08:06:14.227" v="2090" actId="1076"/>
        <pc:sldMkLst>
          <pc:docMk/>
          <pc:sldMk cId="1144034358" sldId="405"/>
        </pc:sldMkLst>
        <pc:spChg chg="add mod">
          <ac:chgData name="Alessandro Ortis" userId="dcdc90ed-3509-45f7-ac48-ad038638580b" providerId="ADAL" clId="{C0B2AA45-2A57-48E7-AD45-60C692039D51}" dt="2021-04-26T08:06:03.167" v="2086" actId="1038"/>
          <ac:spMkLst>
            <pc:docMk/>
            <pc:sldMk cId="1144034358" sldId="405"/>
            <ac:spMk id="2" creationId="{512A3DEA-EB28-4E5E-AA64-DEA41F356FCE}"/>
          </ac:spMkLst>
        </pc:spChg>
        <pc:spChg chg="mod">
          <ac:chgData name="Alessandro Ortis" userId="dcdc90ed-3509-45f7-ac48-ad038638580b" providerId="ADAL" clId="{C0B2AA45-2A57-48E7-AD45-60C692039D51}" dt="2021-04-20T14:11:39.744" v="13" actId="20577"/>
          <ac:spMkLst>
            <pc:docMk/>
            <pc:sldMk cId="1144034358" sldId="405"/>
            <ac:spMk id="6" creationId="{258080D9-E5F6-4148-86FF-A70D111E8BAA}"/>
          </ac:spMkLst>
        </pc:spChg>
        <pc:spChg chg="add mod">
          <ac:chgData name="Alessandro Ortis" userId="dcdc90ed-3509-45f7-ac48-ad038638580b" providerId="ADAL" clId="{C0B2AA45-2A57-48E7-AD45-60C692039D51}" dt="2021-04-26T08:06:09.078" v="2088" actId="1076"/>
          <ac:spMkLst>
            <pc:docMk/>
            <pc:sldMk cId="1144034358" sldId="405"/>
            <ac:spMk id="9" creationId="{D672B986-F919-42D3-948D-A4B358B4B63D}"/>
          </ac:spMkLst>
        </pc:spChg>
        <pc:spChg chg="add mod">
          <ac:chgData name="Alessandro Ortis" userId="dcdc90ed-3509-45f7-ac48-ad038638580b" providerId="ADAL" clId="{C0B2AA45-2A57-48E7-AD45-60C692039D51}" dt="2021-04-26T08:06:14.227" v="2090" actId="1076"/>
          <ac:spMkLst>
            <pc:docMk/>
            <pc:sldMk cId="1144034358" sldId="405"/>
            <ac:spMk id="10" creationId="{908C6DB3-F665-4AA4-8593-0B86FA5BA0A1}"/>
          </ac:spMkLst>
        </pc:spChg>
      </pc:sldChg>
      <pc:sldChg chg="modSp mod">
        <pc:chgData name="Alessandro Ortis" userId="dcdc90ed-3509-45f7-ac48-ad038638580b" providerId="ADAL" clId="{C0B2AA45-2A57-48E7-AD45-60C692039D51}" dt="2021-04-20T14:13:01.573" v="39" actId="6549"/>
        <pc:sldMkLst>
          <pc:docMk/>
          <pc:sldMk cId="1977699529" sldId="407"/>
        </pc:sldMkLst>
        <pc:spChg chg="mod">
          <ac:chgData name="Alessandro Ortis" userId="dcdc90ed-3509-45f7-ac48-ad038638580b" providerId="ADAL" clId="{C0B2AA45-2A57-48E7-AD45-60C692039D51}" dt="2021-04-20T14:13:01.573" v="39" actId="6549"/>
          <ac:spMkLst>
            <pc:docMk/>
            <pc:sldMk cId="1977699529" sldId="407"/>
            <ac:spMk id="176137" creationId="{25A11B01-42AD-45AC-8FE2-3B4990ACF797}"/>
          </ac:spMkLst>
        </pc:spChg>
      </pc:sldChg>
      <pc:sldChg chg="modSp mod">
        <pc:chgData name="Alessandro Ortis" userId="dcdc90ed-3509-45f7-ac48-ad038638580b" providerId="ADAL" clId="{C0B2AA45-2A57-48E7-AD45-60C692039D51}" dt="2021-04-26T09:24:31.846" v="2102" actId="20577"/>
        <pc:sldMkLst>
          <pc:docMk/>
          <pc:sldMk cId="1715010115" sldId="410"/>
        </pc:sldMkLst>
        <pc:spChg chg="mod">
          <ac:chgData name="Alessandro Ortis" userId="dcdc90ed-3509-45f7-ac48-ad038638580b" providerId="ADAL" clId="{C0B2AA45-2A57-48E7-AD45-60C692039D51}" dt="2021-04-26T09:24:31.846" v="2102" actId="20577"/>
          <ac:spMkLst>
            <pc:docMk/>
            <pc:sldMk cId="1715010115" sldId="410"/>
            <ac:spMk id="9" creationId="{214797AA-1E06-40F3-9082-FA8674EAD136}"/>
          </ac:spMkLst>
        </pc:spChg>
      </pc:sldChg>
      <pc:sldChg chg="modSp mod">
        <pc:chgData name="Alessandro Ortis" userId="dcdc90ed-3509-45f7-ac48-ad038638580b" providerId="ADAL" clId="{C0B2AA45-2A57-48E7-AD45-60C692039D51}" dt="2021-04-26T09:24:38.432" v="2113" actId="20577"/>
        <pc:sldMkLst>
          <pc:docMk/>
          <pc:sldMk cId="644021039" sldId="411"/>
        </pc:sldMkLst>
        <pc:spChg chg="mod">
          <ac:chgData name="Alessandro Ortis" userId="dcdc90ed-3509-45f7-ac48-ad038638580b" providerId="ADAL" clId="{C0B2AA45-2A57-48E7-AD45-60C692039D51}" dt="2021-04-26T09:24:38.432" v="2113" actId="20577"/>
          <ac:spMkLst>
            <pc:docMk/>
            <pc:sldMk cId="644021039" sldId="411"/>
            <ac:spMk id="9" creationId="{214797AA-1E06-40F3-9082-FA8674EAD136}"/>
          </ac:spMkLst>
        </pc:spChg>
      </pc:sldChg>
      <pc:sldChg chg="modSp mod">
        <pc:chgData name="Alessandro Ortis" userId="dcdc90ed-3509-45f7-ac48-ad038638580b" providerId="ADAL" clId="{C0B2AA45-2A57-48E7-AD45-60C692039D51}" dt="2021-04-20T14:14:14.584" v="41" actId="20577"/>
        <pc:sldMkLst>
          <pc:docMk/>
          <pc:sldMk cId="2458999474" sldId="413"/>
        </pc:sldMkLst>
        <pc:spChg chg="mod">
          <ac:chgData name="Alessandro Ortis" userId="dcdc90ed-3509-45f7-ac48-ad038638580b" providerId="ADAL" clId="{C0B2AA45-2A57-48E7-AD45-60C692039D51}" dt="2021-04-20T14:14:14.584" v="41" actId="20577"/>
          <ac:spMkLst>
            <pc:docMk/>
            <pc:sldMk cId="2458999474" sldId="413"/>
            <ac:spMk id="9" creationId="{214797AA-1E06-40F3-9082-FA8674EAD136}"/>
          </ac:spMkLst>
        </pc:spChg>
      </pc:sldChg>
      <pc:sldChg chg="mod modShow">
        <pc:chgData name="Alessandro Ortis" userId="dcdc90ed-3509-45f7-ac48-ad038638580b" providerId="ADAL" clId="{C0B2AA45-2A57-48E7-AD45-60C692039D51}" dt="2021-04-20T14:14:42.318" v="42" actId="729"/>
        <pc:sldMkLst>
          <pc:docMk/>
          <pc:sldMk cId="1297251117" sldId="414"/>
        </pc:sldMkLst>
      </pc:sldChg>
      <pc:sldChg chg="delSp modSp mod modShow">
        <pc:chgData name="Alessandro Ortis" userId="dcdc90ed-3509-45f7-ac48-ad038638580b" providerId="ADAL" clId="{C0B2AA45-2A57-48E7-AD45-60C692039D51}" dt="2021-04-20T15:08:02.188" v="2081" actId="20577"/>
        <pc:sldMkLst>
          <pc:docMk/>
          <pc:sldMk cId="166479949" sldId="424"/>
        </pc:sldMkLst>
        <pc:spChg chg="del mod">
          <ac:chgData name="Alessandro Ortis" userId="dcdc90ed-3509-45f7-ac48-ad038638580b" providerId="ADAL" clId="{C0B2AA45-2A57-48E7-AD45-60C692039D51}" dt="2021-04-20T14:34:56.876" v="438" actId="478"/>
          <ac:spMkLst>
            <pc:docMk/>
            <pc:sldMk cId="166479949" sldId="424"/>
            <ac:spMk id="4" creationId="{4B9BE565-A0FE-40FC-8CFE-7A9942C03498}"/>
          </ac:spMkLst>
        </pc:spChg>
        <pc:spChg chg="mod">
          <ac:chgData name="Alessandro Ortis" userId="dcdc90ed-3509-45f7-ac48-ad038638580b" providerId="ADAL" clId="{C0B2AA45-2A57-48E7-AD45-60C692039D51}" dt="2021-04-20T14:42:40.219" v="692" actId="20577"/>
          <ac:spMkLst>
            <pc:docMk/>
            <pc:sldMk cId="166479949" sldId="424"/>
            <ac:spMk id="6" creationId="{33A00F08-9322-4BFA-A5C1-11E4584D74AE}"/>
          </ac:spMkLst>
        </pc:spChg>
        <pc:spChg chg="mod">
          <ac:chgData name="Alessandro Ortis" userId="dcdc90ed-3509-45f7-ac48-ad038638580b" providerId="ADAL" clId="{C0B2AA45-2A57-48E7-AD45-60C692039D51}" dt="2021-04-20T15:08:02.188" v="2081" actId="20577"/>
          <ac:spMkLst>
            <pc:docMk/>
            <pc:sldMk cId="166479949" sldId="424"/>
            <ac:spMk id="8" creationId="{819271F6-BDEE-4BCF-8814-0180540D807C}"/>
          </ac:spMkLst>
        </pc:spChg>
      </pc:sldChg>
      <pc:sldChg chg="modSp mod">
        <pc:chgData name="Alessandro Ortis" userId="dcdc90ed-3509-45f7-ac48-ad038638580b" providerId="ADAL" clId="{C0B2AA45-2A57-48E7-AD45-60C692039D51}" dt="2021-04-20T15:16:49.266" v="2083" actId="20577"/>
        <pc:sldMkLst>
          <pc:docMk/>
          <pc:sldMk cId="1778699822" sldId="426"/>
        </pc:sldMkLst>
        <pc:graphicFrameChg chg="modGraphic">
          <ac:chgData name="Alessandro Ortis" userId="dcdc90ed-3509-45f7-ac48-ad038638580b" providerId="ADAL" clId="{C0B2AA45-2A57-48E7-AD45-60C692039D51}" dt="2021-04-20T15:16:49.266" v="2083" actId="20577"/>
          <ac:graphicFrameMkLst>
            <pc:docMk/>
            <pc:sldMk cId="1778699822" sldId="426"/>
            <ac:graphicFrameMk id="6" creationId="{90CBCBB1-7115-42DE-BCA8-68DF29239E05}"/>
          </ac:graphicFrameMkLst>
        </pc:graphicFrameChg>
      </pc:sldChg>
      <pc:sldChg chg="modSp add mod modShow">
        <pc:chgData name="Alessandro Ortis" userId="dcdc90ed-3509-45f7-ac48-ad038638580b" providerId="ADAL" clId="{C0B2AA45-2A57-48E7-AD45-60C692039D51}" dt="2021-04-20T15:07:57.132" v="2079" actId="729"/>
        <pc:sldMkLst>
          <pc:docMk/>
          <pc:sldMk cId="104044634" sldId="428"/>
        </pc:sldMkLst>
        <pc:spChg chg="mod">
          <ac:chgData name="Alessandro Ortis" userId="dcdc90ed-3509-45f7-ac48-ad038638580b" providerId="ADAL" clId="{C0B2AA45-2A57-48E7-AD45-60C692039D51}" dt="2021-04-20T14:52:29.335" v="1701" actId="6549"/>
          <ac:spMkLst>
            <pc:docMk/>
            <pc:sldMk cId="104044634" sldId="428"/>
            <ac:spMk id="6" creationId="{33A00F08-9322-4BFA-A5C1-11E4584D74AE}"/>
          </ac:spMkLst>
        </pc:spChg>
        <pc:spChg chg="mod">
          <ac:chgData name="Alessandro Ortis" userId="dcdc90ed-3509-45f7-ac48-ad038638580b" providerId="ADAL" clId="{C0B2AA45-2A57-48E7-AD45-60C692039D51}" dt="2021-04-20T14:42:53.031" v="699" actId="20577"/>
          <ac:spMkLst>
            <pc:docMk/>
            <pc:sldMk cId="104044634" sldId="428"/>
            <ac:spMk id="8" creationId="{819271F6-BDEE-4BCF-8814-0180540D807C}"/>
          </ac:spMkLst>
        </pc:spChg>
      </pc:sldChg>
      <pc:sldChg chg="modSp add mod modShow">
        <pc:chgData name="Alessandro Ortis" userId="dcdc90ed-3509-45f7-ac48-ad038638580b" providerId="ADAL" clId="{C0B2AA45-2A57-48E7-AD45-60C692039D51}" dt="2021-04-20T15:07:57.132" v="2079" actId="729"/>
        <pc:sldMkLst>
          <pc:docMk/>
          <pc:sldMk cId="1392611129" sldId="429"/>
        </pc:sldMkLst>
        <pc:spChg chg="mod">
          <ac:chgData name="Alessandro Ortis" userId="dcdc90ed-3509-45f7-ac48-ad038638580b" providerId="ADAL" clId="{C0B2AA45-2A57-48E7-AD45-60C692039D51}" dt="2021-04-20T14:54:08.424" v="2078" actId="404"/>
          <ac:spMkLst>
            <pc:docMk/>
            <pc:sldMk cId="1392611129" sldId="429"/>
            <ac:spMk id="6" creationId="{33A00F08-9322-4BFA-A5C1-11E4584D74AE}"/>
          </ac:spMkLst>
        </pc:spChg>
        <pc:spChg chg="mod">
          <ac:chgData name="Alessandro Ortis" userId="dcdc90ed-3509-45f7-ac48-ad038638580b" providerId="ADAL" clId="{C0B2AA45-2A57-48E7-AD45-60C692039D51}" dt="2021-04-20T14:52:52.736" v="1781" actId="20577"/>
          <ac:spMkLst>
            <pc:docMk/>
            <pc:sldMk cId="1392611129" sldId="429"/>
            <ac:spMk id="8" creationId="{819271F6-BDEE-4BCF-8814-0180540D807C}"/>
          </ac:spMkLst>
        </pc:spChg>
      </pc:sldChg>
    </pc:docChg>
  </pc:docChgLst>
  <pc:docChgLst>
    <pc:chgData name="Alessandro Ortis" userId="dcdc90ed-3509-45f7-ac48-ad038638580b" providerId="ADAL" clId="{FC25FC09-5746-4510-9F18-701AAFBE41D2}"/>
    <pc:docChg chg="undo custSel addSld delSld modSld sldOrd">
      <pc:chgData name="Alessandro Ortis" userId="dcdc90ed-3509-45f7-ac48-ad038638580b" providerId="ADAL" clId="{FC25FC09-5746-4510-9F18-701AAFBE41D2}" dt="2021-03-12T15:32:01.031" v="5492" actId="20577"/>
      <pc:docMkLst>
        <pc:docMk/>
      </pc:docMkLst>
      <pc:sldChg chg="add del">
        <pc:chgData name="Alessandro Ortis" userId="dcdc90ed-3509-45f7-ac48-ad038638580b" providerId="ADAL" clId="{FC25FC09-5746-4510-9F18-701AAFBE41D2}" dt="2021-03-10T15:42:48.265" v="201" actId="47"/>
        <pc:sldMkLst>
          <pc:docMk/>
          <pc:sldMk cId="0" sldId="256"/>
        </pc:sldMkLst>
      </pc:sldChg>
      <pc:sldChg chg="modSp add del mod">
        <pc:chgData name="Alessandro Ortis" userId="dcdc90ed-3509-45f7-ac48-ad038638580b" providerId="ADAL" clId="{FC25FC09-5746-4510-9F18-701AAFBE41D2}" dt="2021-03-11T09:26:55.623" v="989" actId="2711"/>
        <pc:sldMkLst>
          <pc:docMk/>
          <pc:sldMk cId="0" sldId="279"/>
        </pc:sldMkLst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78" creationId="{CB840C27-CC37-4C88-B73E-60EECA52D4ED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4" creationId="{468EEF83-14D5-407A-9D03-2CEFFCADA5A8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7" creationId="{253FBBD0-6A93-4267-B60F-6B2646A95A5B}"/>
          </ac:spMkLst>
        </pc:spChg>
        <pc:spChg chg="mod">
          <ac:chgData name="Alessandro Ortis" userId="dcdc90ed-3509-45f7-ac48-ad038638580b" providerId="ADAL" clId="{FC25FC09-5746-4510-9F18-701AAFBE41D2}" dt="2021-03-11T09:26:55.623" v="989" actId="2711"/>
          <ac:spMkLst>
            <pc:docMk/>
            <pc:sldMk cId="0" sldId="279"/>
            <ac:spMk id="50194" creationId="{173741BA-8B33-4554-9D47-065B7295DEEB}"/>
          </ac:spMkLst>
        </pc:spChg>
      </pc:sldChg>
      <pc:sldChg chg="modSp add mod">
        <pc:chgData name="Alessandro Ortis" userId="dcdc90ed-3509-45f7-ac48-ad038638580b" providerId="ADAL" clId="{FC25FC09-5746-4510-9F18-701AAFBE41D2}" dt="2021-03-11T09:27:18.111" v="992" actId="2711"/>
        <pc:sldMkLst>
          <pc:docMk/>
          <pc:sldMk cId="0" sldId="280"/>
        </pc:sldMkLst>
        <pc:spChg chg="mod">
          <ac:chgData name="Alessandro Ortis" userId="dcdc90ed-3509-45f7-ac48-ad038638580b" providerId="ADAL" clId="{FC25FC09-5746-4510-9F18-701AAFBE41D2}" dt="2021-03-11T09:27:11.680" v="991" actId="2711"/>
          <ac:spMkLst>
            <pc:docMk/>
            <pc:sldMk cId="0" sldId="280"/>
            <ac:spMk id="174082" creationId="{317DAD46-A7A5-4E6F-84C2-21FF9D02E83E}"/>
          </ac:spMkLst>
        </pc:spChg>
        <pc:spChg chg="mod">
          <ac:chgData name="Alessandro Ortis" userId="dcdc90ed-3509-45f7-ac48-ad038638580b" providerId="ADAL" clId="{FC25FC09-5746-4510-9F18-701AAFBE41D2}" dt="2021-03-10T15:46:21.439" v="233" actId="1076"/>
          <ac:spMkLst>
            <pc:docMk/>
            <pc:sldMk cId="0" sldId="280"/>
            <ac:spMk id="174083" creationId="{53E8D610-02DB-4855-8262-C62EDD21655F}"/>
          </ac:spMkLst>
        </pc:spChg>
        <pc:spChg chg="mod">
          <ac:chgData name="Alessandro Ortis" userId="dcdc90ed-3509-45f7-ac48-ad038638580b" providerId="ADAL" clId="{FC25FC09-5746-4510-9F18-701AAFBE41D2}" dt="2021-03-11T09:27:04.793" v="990" actId="2711"/>
          <ac:spMkLst>
            <pc:docMk/>
            <pc:sldMk cId="0" sldId="280"/>
            <ac:spMk id="174085" creationId="{5EC6F68F-1472-4D9B-B71C-68BB3175B95B}"/>
          </ac:spMkLst>
        </pc:spChg>
        <pc:spChg chg="mod">
          <ac:chgData name="Alessandro Ortis" userId="dcdc90ed-3509-45f7-ac48-ad038638580b" providerId="ADAL" clId="{FC25FC09-5746-4510-9F18-701AAFBE41D2}" dt="2021-03-11T09:27:18.111" v="992" actId="2711"/>
          <ac:spMkLst>
            <pc:docMk/>
            <pc:sldMk cId="0" sldId="280"/>
            <ac:spMk id="174091" creationId="{65E15D96-9C22-4188-9131-D61F695BCED5}"/>
          </ac:spMkLst>
        </pc:spChg>
      </pc:sldChg>
      <pc:sldChg chg="modSp add mod">
        <pc:chgData name="Alessandro Ortis" userId="dcdc90ed-3509-45f7-ac48-ad038638580b" providerId="ADAL" clId="{FC25FC09-5746-4510-9F18-701AAFBE41D2}" dt="2021-03-11T09:28:23.141" v="1004" actId="14100"/>
        <pc:sldMkLst>
          <pc:docMk/>
          <pc:sldMk cId="0" sldId="281"/>
        </pc:sldMkLst>
        <pc:spChg chg="mod">
          <ac:chgData name="Alessandro Ortis" userId="dcdc90ed-3509-45f7-ac48-ad038638580b" providerId="ADAL" clId="{FC25FC09-5746-4510-9F18-701AAFBE41D2}" dt="2021-03-11T09:27:39.611" v="995" actId="2711"/>
          <ac:spMkLst>
            <pc:docMk/>
            <pc:sldMk cId="0" sldId="281"/>
            <ac:spMk id="176130" creationId="{F79D8FD5-F8B5-47B9-9D75-6F88048585F9}"/>
          </ac:spMkLst>
        </pc:spChg>
        <pc:spChg chg="mod">
          <ac:chgData name="Alessandro Ortis" userId="dcdc90ed-3509-45f7-ac48-ad038638580b" providerId="ADAL" clId="{FC25FC09-5746-4510-9F18-701AAFBE41D2}" dt="2021-03-11T09:27:33.999" v="994" actId="2711"/>
          <ac:spMkLst>
            <pc:docMk/>
            <pc:sldMk cId="0" sldId="281"/>
            <ac:spMk id="176135" creationId="{33235747-2B3E-4E67-A12B-685C5B8C274D}"/>
          </ac:spMkLst>
        </pc:spChg>
        <pc:spChg chg="mod">
          <ac:chgData name="Alessandro Ortis" userId="dcdc90ed-3509-45f7-ac48-ad038638580b" providerId="ADAL" clId="{FC25FC09-5746-4510-9F18-701AAFBE41D2}" dt="2021-03-11T09:28:09.480" v="1001" actId="2711"/>
          <ac:spMkLst>
            <pc:docMk/>
            <pc:sldMk cId="0" sldId="281"/>
            <ac:spMk id="176137" creationId="{586E8B01-1B25-475A-A0FF-97F7C6A477B1}"/>
          </ac:spMkLst>
        </pc:spChg>
        <pc:spChg chg="mod">
          <ac:chgData name="Alessandro Ortis" userId="dcdc90ed-3509-45f7-ac48-ad038638580b" providerId="ADAL" clId="{FC25FC09-5746-4510-9F18-701AAFBE41D2}" dt="2021-03-11T09:28:23.141" v="1004" actId="14100"/>
          <ac:spMkLst>
            <pc:docMk/>
            <pc:sldMk cId="0" sldId="281"/>
            <ac:spMk id="176138" creationId="{5F2FE6F0-607F-402E-96FD-4ECB7FC4F01E}"/>
          </ac:spMkLst>
        </pc:spChg>
      </pc:sldChg>
      <pc:sldChg chg="modSp add mod">
        <pc:chgData name="Alessandro Ortis" userId="dcdc90ed-3509-45f7-ac48-ad038638580b" providerId="ADAL" clId="{FC25FC09-5746-4510-9F18-701AAFBE41D2}" dt="2021-03-11T09:28:32.879" v="1009" actId="2711"/>
        <pc:sldMkLst>
          <pc:docMk/>
          <pc:sldMk cId="0" sldId="282"/>
        </pc:sldMkLst>
        <pc:spChg chg="mod">
          <ac:chgData name="Alessandro Ortis" userId="dcdc90ed-3509-45f7-ac48-ad038638580b" providerId="ADAL" clId="{FC25FC09-5746-4510-9F18-701AAFBE41D2}" dt="2021-03-10T15:47:47.934" v="239" actId="1076"/>
          <ac:spMkLst>
            <pc:docMk/>
            <pc:sldMk cId="0" sldId="282"/>
            <ac:spMk id="4" creationId="{BCBE835A-0C95-453D-84AB-487702A80433}"/>
          </ac:spMkLst>
        </pc:spChg>
        <pc:spChg chg="mod">
          <ac:chgData name="Alessandro Ortis" userId="dcdc90ed-3509-45f7-ac48-ad038638580b" providerId="ADAL" clId="{FC25FC09-5746-4510-9F18-701AAFBE41D2}" dt="2021-03-11T09:28:27.528" v="1006" actId="27636"/>
          <ac:spMkLst>
            <pc:docMk/>
            <pc:sldMk cId="0" sldId="282"/>
            <ac:spMk id="178178" creationId="{F0D39BA7-16C9-4D4E-8E54-01A26DA14FDB}"/>
          </ac:spMkLst>
        </pc:spChg>
        <pc:spChg chg="mod">
          <ac:chgData name="Alessandro Ortis" userId="dcdc90ed-3509-45f7-ac48-ad038638580b" providerId="ADAL" clId="{FC25FC09-5746-4510-9F18-701AAFBE41D2}" dt="2021-03-11T09:28:32.879" v="1009" actId="2711"/>
          <ac:spMkLst>
            <pc:docMk/>
            <pc:sldMk cId="0" sldId="282"/>
            <ac:spMk id="178184" creationId="{635F9312-ED32-441D-B8A5-F8E0B934C109}"/>
          </ac:spMkLst>
        </pc:spChg>
        <pc:spChg chg="mod">
          <ac:chgData name="Alessandro Ortis" userId="dcdc90ed-3509-45f7-ac48-ad038638580b" providerId="ADAL" clId="{FC25FC09-5746-4510-9F18-701AAFBE41D2}" dt="2021-03-10T15:47:53.065" v="240" actId="1076"/>
          <ac:spMkLst>
            <pc:docMk/>
            <pc:sldMk cId="0" sldId="282"/>
            <ac:spMk id="178186" creationId="{B6DB76DF-5E87-43EE-9A2F-1B58CC32B6C0}"/>
          </ac:spMkLst>
        </pc:spChg>
        <pc:picChg chg="mod">
          <ac:chgData name="Alessandro Ortis" userId="dcdc90ed-3509-45f7-ac48-ad038638580b" providerId="ADAL" clId="{FC25FC09-5746-4510-9F18-701AAFBE41D2}" dt="2021-03-10T15:47:46.219" v="238" actId="1076"/>
          <ac:picMkLst>
            <pc:docMk/>
            <pc:sldMk cId="0" sldId="282"/>
            <ac:picMk id="178185" creationId="{6C4D903E-DCD6-4404-A2E1-5B4188B4627A}"/>
          </ac:picMkLst>
        </pc:picChg>
        <pc:cxnChg chg="mod">
          <ac:chgData name="Alessandro Ortis" userId="dcdc90ed-3509-45f7-ac48-ad038638580b" providerId="ADAL" clId="{FC25FC09-5746-4510-9F18-701AAFBE41D2}" dt="2021-03-10T15:47:57.570" v="242" actId="14100"/>
          <ac:cxnSpMkLst>
            <pc:docMk/>
            <pc:sldMk cId="0" sldId="282"/>
            <ac:cxnSpMk id="3" creationId="{7DAF42E0-A188-4A55-BCC3-D75CADC59495}"/>
          </ac:cxnSpMkLst>
        </pc:cxnChg>
      </pc:sldChg>
      <pc:sldChg chg="modSp add mod">
        <pc:chgData name="Alessandro Ortis" userId="dcdc90ed-3509-45f7-ac48-ad038638580b" providerId="ADAL" clId="{FC25FC09-5746-4510-9F18-701AAFBE41D2}" dt="2021-03-11T09:29:03.902" v="1012" actId="2711"/>
        <pc:sldMkLst>
          <pc:docMk/>
          <pc:sldMk cId="0" sldId="283"/>
        </pc:sldMkLst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6" creationId="{1314B38F-3BF3-4FD9-8504-FFBF18C81477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8" creationId="{16AF8081-61EA-4500-9E2A-38A818ECD9F5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31" creationId="{4F54220E-68FB-4E5C-8636-B76E57266832}"/>
          </ac:spMkLst>
        </pc:spChg>
        <pc:spChg chg="mod">
          <ac:chgData name="Alessandro Ortis" userId="dcdc90ed-3509-45f7-ac48-ad038638580b" providerId="ADAL" clId="{FC25FC09-5746-4510-9F18-701AAFBE41D2}" dt="2021-03-11T09:29:03.902" v="1012" actId="2711"/>
          <ac:spMkLst>
            <pc:docMk/>
            <pc:sldMk cId="0" sldId="283"/>
            <ac:spMk id="180232" creationId="{D2B0B7C3-243B-4F05-AF9D-4A97BD6F3F71}"/>
          </ac:spMkLst>
        </pc:spChg>
      </pc:sldChg>
      <pc:sldChg chg="modSp add mod">
        <pc:chgData name="Alessandro Ortis" userId="dcdc90ed-3509-45f7-ac48-ad038638580b" providerId="ADAL" clId="{FC25FC09-5746-4510-9F18-701AAFBE41D2}" dt="2021-03-11T09:29:23.792" v="1015" actId="2711"/>
        <pc:sldMkLst>
          <pc:docMk/>
          <pc:sldMk cId="0" sldId="284"/>
        </pc:sldMkLst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7" creationId="{984CCC67-6D34-4151-8326-94FFB094966D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8" creationId="{3ACCBE77-9458-493B-8620-2BB9A6556187}"/>
          </ac:spMkLst>
        </pc:spChg>
        <pc:spChg chg="mod">
          <ac:chgData name="Alessandro Ortis" userId="dcdc90ed-3509-45f7-ac48-ad038638580b" providerId="ADAL" clId="{FC25FC09-5746-4510-9F18-701AAFBE41D2}" dt="2021-03-10T15:51:15.526" v="303" actId="20577"/>
          <ac:spMkLst>
            <pc:docMk/>
            <pc:sldMk cId="0" sldId="284"/>
            <ac:spMk id="190471" creationId="{FC866F67-8E8B-4315-A6BF-434B1EABA6CE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72" creationId="{256238AD-D3C6-45D4-BB62-0F69C7105251}"/>
          </ac:spMkLst>
        </pc:spChg>
        <pc:spChg chg="mod">
          <ac:chgData name="Alessandro Ortis" userId="dcdc90ed-3509-45f7-ac48-ad038638580b" providerId="ADAL" clId="{FC25FC09-5746-4510-9F18-701AAFBE41D2}" dt="2021-03-10T15:51:39.902" v="305" actId="20577"/>
          <ac:spMkLst>
            <pc:docMk/>
            <pc:sldMk cId="0" sldId="284"/>
            <ac:spMk id="190473" creationId="{90AB7419-9CED-4DBC-B897-0D22C5684BF1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3-11T09:29:44.246" v="1017" actId="2711"/>
        <pc:sldMkLst>
          <pc:docMk/>
          <pc:sldMk cId="0" sldId="285"/>
        </pc:sldMkLst>
        <pc:spChg chg="add mod">
          <ac:chgData name="Alessandro Ortis" userId="dcdc90ed-3509-45f7-ac48-ad038638580b" providerId="ADAL" clId="{FC25FC09-5746-4510-9F18-701AAFBE41D2}" dt="2021-03-10T16:05:03.280" v="761" actId="1076"/>
          <ac:spMkLst>
            <pc:docMk/>
            <pc:sldMk cId="0" sldId="285"/>
            <ac:spMk id="7" creationId="{C01F1240-FB99-43A6-8A94-B218A27B1154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4" creationId="{450F73CF-D99F-40B1-A823-9B73AF09EB2E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5" creationId="{833DEEFA-1BE0-4755-B68B-3FA93F7962B5}"/>
          </ac:spMkLst>
        </pc:spChg>
        <pc:spChg chg="del">
          <ac:chgData name="Alessandro Ortis" userId="dcdc90ed-3509-45f7-ac48-ad038638580b" providerId="ADAL" clId="{FC25FC09-5746-4510-9F18-701AAFBE41D2}" dt="2021-03-10T15:55:24.660" v="314" actId="478"/>
          <ac:spMkLst>
            <pc:docMk/>
            <pc:sldMk cId="0" sldId="285"/>
            <ac:spMk id="192517" creationId="{52C6369D-EDE6-41DE-AFB4-1DED8D24106A}"/>
          </ac:spMkLst>
        </pc:spChg>
        <pc:spChg chg="del">
          <ac:chgData name="Alessandro Ortis" userId="dcdc90ed-3509-45f7-ac48-ad038638580b" providerId="ADAL" clId="{FC25FC09-5746-4510-9F18-701AAFBE41D2}" dt="2021-03-10T16:01:07.437" v="491" actId="478"/>
          <ac:spMkLst>
            <pc:docMk/>
            <pc:sldMk cId="0" sldId="285"/>
            <ac:spMk id="192518" creationId="{787BCD56-2F41-4260-A77D-8C72B6AD6BB7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09:29:56.792" v="1019" actId="2711"/>
        <pc:sldMkLst>
          <pc:docMk/>
          <pc:sldMk cId="0" sldId="286"/>
        </pc:sldMkLst>
        <pc:spChg chg="add mod">
          <ac:chgData name="Alessandro Ortis" userId="dcdc90ed-3509-45f7-ac48-ad038638580b" providerId="ADAL" clId="{FC25FC09-5746-4510-9F18-701AAFBE41D2}" dt="2021-03-10T16:01:59.418" v="507" actId="1076"/>
          <ac:spMkLst>
            <pc:docMk/>
            <pc:sldMk cId="0" sldId="286"/>
            <ac:spMk id="3" creationId="{DB45567D-1C6C-419A-9A3E-A6933BB1C458}"/>
          </ac:spMkLst>
        </pc:spChg>
        <pc:spChg chg="add del">
          <ac:chgData name="Alessandro Ortis" userId="dcdc90ed-3509-45f7-ac48-ad038638580b" providerId="ADAL" clId="{FC25FC09-5746-4510-9F18-701AAFBE41D2}" dt="2021-03-10T16:01:22.527" v="495" actId="22"/>
          <ac:spMkLst>
            <pc:docMk/>
            <pc:sldMk cId="0" sldId="286"/>
            <ac:spMk id="6" creationId="{3ED0FFC1-2648-4365-BFC0-FD8D6CB2613A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2" creationId="{54D1B232-4BA9-447C-84D2-BCA224ADD4AB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3" creationId="{E41676E1-BABA-4C49-818C-4591A450FE77}"/>
          </ac:spMkLst>
        </pc:spChg>
        <pc:spChg chg="mod">
          <ac:chgData name="Alessandro Ortis" userId="dcdc90ed-3509-45f7-ac48-ad038638580b" providerId="ADAL" clId="{FC25FC09-5746-4510-9F18-701AAFBE41D2}" dt="2021-03-10T16:01:57.242" v="506" actId="14100"/>
          <ac:spMkLst>
            <pc:docMk/>
            <pc:sldMk cId="0" sldId="286"/>
            <ac:spMk id="194567" creationId="{D04E1246-DCC8-4309-B229-EE38C76A7BCE}"/>
          </ac:spMkLst>
        </pc:spChg>
      </pc:sldChg>
      <pc:sldChg chg="modSp add mod">
        <pc:chgData name="Alessandro Ortis" userId="dcdc90ed-3509-45f7-ac48-ad038638580b" providerId="ADAL" clId="{FC25FC09-5746-4510-9F18-701AAFBE41D2}" dt="2021-03-11T09:30:16.728" v="1022" actId="2711"/>
        <pc:sldMkLst>
          <pc:docMk/>
          <pc:sldMk cId="0" sldId="287"/>
        </pc:sldMkLst>
        <pc:spChg chg="mod">
          <ac:chgData name="Alessandro Ortis" userId="dcdc90ed-3509-45f7-ac48-ad038638580b" providerId="ADAL" clId="{FC25FC09-5746-4510-9F18-701AAFBE41D2}" dt="2021-03-11T09:30:16.728" v="1022" actId="2711"/>
          <ac:spMkLst>
            <pc:docMk/>
            <pc:sldMk cId="0" sldId="287"/>
            <ac:spMk id="6" creationId="{E1F2AFD8-4501-40E4-97F5-298A499F73B6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0" creationId="{3A9B62D4-3265-407A-BC2D-3A3BCE44C7C1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1" creationId="{F49D0D20-892E-42C0-BC89-F350C916C96D}"/>
          </ac:spMkLst>
        </pc:spChg>
        <pc:spChg chg="mod">
          <ac:chgData name="Alessandro Ortis" userId="dcdc90ed-3509-45f7-ac48-ad038638580b" providerId="ADAL" clId="{FC25FC09-5746-4510-9F18-701AAFBE41D2}" dt="2021-03-10T16:06:23.863" v="772" actId="1076"/>
          <ac:spMkLst>
            <pc:docMk/>
            <pc:sldMk cId="0" sldId="287"/>
            <ac:spMk id="196612" creationId="{A453FDF7-1556-4956-80A7-F64F193A8E5B}"/>
          </ac:spMkLst>
        </pc:spChg>
        <pc:spChg chg="mod">
          <ac:chgData name="Alessandro Ortis" userId="dcdc90ed-3509-45f7-ac48-ad038638580b" providerId="ADAL" clId="{FC25FC09-5746-4510-9F18-701AAFBE41D2}" dt="2021-03-10T16:06:26.065" v="773" actId="1076"/>
          <ac:spMkLst>
            <pc:docMk/>
            <pc:sldMk cId="0" sldId="287"/>
            <ac:spMk id="196615" creationId="{12FF0420-022B-46DB-A80B-3F35669B4CEA}"/>
          </ac:spMkLst>
        </pc:spChg>
      </pc:sldChg>
      <pc:sldChg chg="addSp modSp add mod modAnim">
        <pc:chgData name="Alessandro Ortis" userId="dcdc90ed-3509-45f7-ac48-ad038638580b" providerId="ADAL" clId="{FC25FC09-5746-4510-9F18-701AAFBE41D2}" dt="2021-03-11T09:30:33.813" v="1023" actId="2711"/>
        <pc:sldMkLst>
          <pc:docMk/>
          <pc:sldMk cId="0" sldId="288"/>
        </pc:sldMkLst>
        <pc:spChg chg="add 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6" creationId="{CC7890B9-26D6-4559-92E0-5D6961C2473F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8" creationId="{96FF3DA6-1907-4D80-8E61-376428A7A39A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9" creationId="{06A38889-250C-4797-B3C5-883FB3240FDF}"/>
          </ac:spMkLst>
        </pc:spChg>
        <pc:spChg chg="mod">
          <ac:chgData name="Alessandro Ortis" userId="dcdc90ed-3509-45f7-ac48-ad038638580b" providerId="ADAL" clId="{FC25FC09-5746-4510-9F18-701AAFBE41D2}" dt="2021-03-10T16:07:42.819" v="797" actId="20577"/>
          <ac:spMkLst>
            <pc:docMk/>
            <pc:sldMk cId="0" sldId="288"/>
            <ac:spMk id="198660" creationId="{AED1EA4D-EA47-4D71-8211-F9241F26D193}"/>
          </ac:spMkLst>
        </pc:spChg>
        <pc:spChg chg="mod">
          <ac:chgData name="Alessandro Ortis" userId="dcdc90ed-3509-45f7-ac48-ad038638580b" providerId="ADAL" clId="{FC25FC09-5746-4510-9F18-701AAFBE41D2}" dt="2021-03-10T16:07:16.487" v="784" actId="6549"/>
          <ac:spMkLst>
            <pc:docMk/>
            <pc:sldMk cId="0" sldId="288"/>
            <ac:spMk id="198662" creationId="{6E1E6987-2834-4882-9264-69188BEE6145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09:30:46.795" v="1027" actId="14100"/>
        <pc:sldMkLst>
          <pc:docMk/>
          <pc:sldMk cId="0" sldId="289"/>
        </pc:sldMkLst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6" creationId="{1BE98640-9902-4211-BC33-71BBA7BC21C3}"/>
          </ac:spMkLst>
        </pc:spChg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7" creationId="{F163D9E9-FCC2-4CAE-A633-22FB52DF7B4E}"/>
          </ac:spMkLst>
        </pc:spChg>
        <pc:spChg chg="mod">
          <ac:chgData name="Alessandro Ortis" userId="dcdc90ed-3509-45f7-ac48-ad038638580b" providerId="ADAL" clId="{FC25FC09-5746-4510-9F18-701AAFBE41D2}" dt="2021-03-11T09:30:46.795" v="1027" actId="14100"/>
          <ac:spMkLst>
            <pc:docMk/>
            <pc:sldMk cId="0" sldId="289"/>
            <ac:spMk id="200709" creationId="{63913BF3-754E-4EF1-A052-4A5F2180896A}"/>
          </ac:spMkLst>
        </pc:spChg>
      </pc:sldChg>
      <pc:sldChg chg="modSp add mod">
        <pc:chgData name="Alessandro Ortis" userId="dcdc90ed-3509-45f7-ac48-ad038638580b" providerId="ADAL" clId="{FC25FC09-5746-4510-9F18-701AAFBE41D2}" dt="2021-03-11T09:30:55.356" v="1028" actId="2711"/>
        <pc:sldMkLst>
          <pc:docMk/>
          <pc:sldMk cId="0" sldId="290"/>
        </pc:sldMkLst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4" creationId="{1F1FE14A-5651-4AAC-8CB9-28CFFE2A0A9B}"/>
          </ac:spMkLst>
        </pc:spChg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5" creationId="{49D1118F-B61F-4F7D-8AB7-78D0B6C46150}"/>
          </ac:spMkLst>
        </pc:spChg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7" creationId="{BE7769F0-1E5E-4D0D-B39C-28EAF4CE282B}"/>
          </ac:spMkLst>
        </pc:spChg>
      </pc:sldChg>
      <pc:sldChg chg="modSp add mod">
        <pc:chgData name="Alessandro Ortis" userId="dcdc90ed-3509-45f7-ac48-ad038638580b" providerId="ADAL" clId="{FC25FC09-5746-4510-9F18-701AAFBE41D2}" dt="2021-03-11T09:31:04.494" v="1030" actId="27636"/>
        <pc:sldMkLst>
          <pc:docMk/>
          <pc:sldMk cId="0" sldId="291"/>
        </pc:sldMkLst>
        <pc:spChg chg="mod">
          <ac:chgData name="Alessandro Ortis" userId="dcdc90ed-3509-45f7-ac48-ad038638580b" providerId="ADAL" clId="{FC25FC09-5746-4510-9F18-701AAFBE41D2}" dt="2021-03-11T09:31:04.494" v="1030" actId="27636"/>
          <ac:spMkLst>
            <pc:docMk/>
            <pc:sldMk cId="0" sldId="291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3" creationId="{AC415C69-5626-41F6-A09E-4CC882D61CD0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7" creationId="{04ACA393-AB56-4E5A-B0C1-05DE972F906C}"/>
          </ac:spMkLst>
        </pc:spChg>
      </pc:sldChg>
      <pc:sldChg chg="modSp add mod">
        <pc:chgData name="Alessandro Ortis" userId="dcdc90ed-3509-45f7-ac48-ad038638580b" providerId="ADAL" clId="{FC25FC09-5746-4510-9F18-701AAFBE41D2}" dt="2021-03-11T09:31:22.796" v="1035" actId="14100"/>
        <pc:sldMkLst>
          <pc:docMk/>
          <pc:sldMk cId="0" sldId="292"/>
        </pc:sldMkLst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0" creationId="{1B4EE48C-E894-4B33-A006-20801ED29FF2}"/>
          </ac:spMkLst>
        </pc:spChg>
        <pc:spChg chg="mod">
          <ac:chgData name="Alessandro Ortis" userId="dcdc90ed-3509-45f7-ac48-ad038638580b" providerId="ADAL" clId="{FC25FC09-5746-4510-9F18-701AAFBE41D2}" dt="2021-03-11T09:31:18.729" v="1034" actId="14100"/>
          <ac:spMkLst>
            <pc:docMk/>
            <pc:sldMk cId="0" sldId="292"/>
            <ac:spMk id="206851" creationId="{8DCD3ABB-CCD7-4227-BD02-52F7FAD77814}"/>
          </ac:spMkLst>
        </pc:spChg>
        <pc:spChg chg="mod">
          <ac:chgData name="Alessandro Ortis" userId="dcdc90ed-3509-45f7-ac48-ad038638580b" providerId="ADAL" clId="{FC25FC09-5746-4510-9F18-701AAFBE41D2}" dt="2021-03-11T09:31:22.796" v="1035" actId="14100"/>
          <ac:spMkLst>
            <pc:docMk/>
            <pc:sldMk cId="0" sldId="292"/>
            <ac:spMk id="206854" creationId="{2C4C7D33-80C8-49A3-98F7-CAF0B94EBD96}"/>
          </ac:spMkLst>
        </pc:spChg>
        <pc:spChg chg="mod">
          <ac:chgData name="Alessandro Ortis" userId="dcdc90ed-3509-45f7-ac48-ad038638580b" providerId="ADAL" clId="{FC25FC09-5746-4510-9F18-701AAFBE41D2}" dt="2021-03-11T09:00:43.277" v="875" actId="14100"/>
          <ac:spMkLst>
            <pc:docMk/>
            <pc:sldMk cId="0" sldId="292"/>
            <ac:spMk id="206855" creationId="{819CA7C0-EA87-4095-8A05-C3E8C44FD3AF}"/>
          </ac:spMkLst>
        </pc:spChg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6" creationId="{6ADA7C03-42AE-4257-9611-B3E0E14678E6}"/>
          </ac:spMkLst>
        </pc:spChg>
      </pc:sldChg>
      <pc:sldChg chg="modSp add mod">
        <pc:chgData name="Alessandro Ortis" userId="dcdc90ed-3509-45f7-ac48-ad038638580b" providerId="ADAL" clId="{FC25FC09-5746-4510-9F18-701AAFBE41D2}" dt="2021-03-11T15:32:08.053" v="4756" actId="208"/>
        <pc:sldMkLst>
          <pc:docMk/>
          <pc:sldMk cId="1114028167" sldId="293"/>
        </pc:sldMkLst>
        <pc:spChg chg="mod">
          <ac:chgData name="Alessandro Ortis" userId="dcdc90ed-3509-45f7-ac48-ad038638580b" providerId="ADAL" clId="{FC25FC09-5746-4510-9F18-701AAFBE41D2}" dt="2021-03-11T10:29:59.993" v="1755" actId="27636"/>
          <ac:spMkLst>
            <pc:docMk/>
            <pc:sldMk cId="1114028167" sldId="29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09:32:31.979" v="1051" actId="20577"/>
          <ac:spMkLst>
            <pc:docMk/>
            <pc:sldMk cId="1114028167" sldId="293"/>
            <ac:spMk id="208899" creationId="{54BD4A4D-FD2A-4E29-9B57-2A5E9578E326}"/>
          </ac:spMkLst>
        </pc:spChg>
        <pc:spChg chg="mod">
          <ac:chgData name="Alessandro Ortis" userId="dcdc90ed-3509-45f7-ac48-ad038638580b" providerId="ADAL" clId="{FC25FC09-5746-4510-9F18-701AAFBE41D2}" dt="2021-03-11T09:32:28.848" v="1050" actId="15"/>
          <ac:spMkLst>
            <pc:docMk/>
            <pc:sldMk cId="1114028167" sldId="293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1T15:32:08.053" v="4756" actId="208"/>
          <ac:spMkLst>
            <pc:docMk/>
            <pc:sldMk cId="1114028167" sldId="293"/>
            <ac:spMk id="208901" creationId="{87C80AEF-D07B-4C3C-8F22-D37CAE3DC876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43.936" v="200" actId="47"/>
        <pc:sldMkLst>
          <pc:docMk/>
          <pc:sldMk cId="0" sldId="294"/>
        </pc:sldMkLst>
        <pc:spChg chg="mod">
          <ac:chgData name="Alessandro Ortis" userId="dcdc90ed-3509-45f7-ac48-ad038638580b" providerId="ADAL" clId="{FC25FC09-5746-4510-9F18-701AAFBE41D2}" dt="2021-03-10T15:42:26.273" v="197" actId="27636"/>
          <ac:spMkLst>
            <pc:docMk/>
            <pc:sldMk cId="0" sldId="294"/>
            <ac:spMk id="3" creationId="{1FF14DEF-B8CD-4016-A8B9-B0073BFF1B53}"/>
          </ac:spMkLst>
        </pc:spChg>
      </pc:sldChg>
      <pc:sldChg chg="add del">
        <pc:chgData name="Alessandro Ortis" userId="dcdc90ed-3509-45f7-ac48-ad038638580b" providerId="ADAL" clId="{FC25FC09-5746-4510-9F18-701AAFBE41D2}" dt="2021-03-10T15:43:44.282" v="208" actId="47"/>
        <pc:sldMkLst>
          <pc:docMk/>
          <pc:sldMk cId="0" sldId="295"/>
        </pc:sldMkLst>
      </pc:sldChg>
      <pc:sldChg chg="modSp add del mod">
        <pc:chgData name="Alessandro Ortis" userId="dcdc90ed-3509-45f7-ac48-ad038638580b" providerId="ADAL" clId="{FC25FC09-5746-4510-9F18-701AAFBE41D2}" dt="2021-03-10T15:43:49.190" v="209" actId="47"/>
        <pc:sldMkLst>
          <pc:docMk/>
          <pc:sldMk cId="0" sldId="296"/>
        </pc:sldMkLst>
        <pc:spChg chg="mod">
          <ac:chgData name="Alessandro Ortis" userId="dcdc90ed-3509-45f7-ac48-ad038638580b" providerId="ADAL" clId="{FC25FC09-5746-4510-9F18-701AAFBE41D2}" dt="2021-03-10T15:42:26.336" v="198" actId="27636"/>
          <ac:spMkLst>
            <pc:docMk/>
            <pc:sldMk cId="0" sldId="296"/>
            <ac:spMk id="3" creationId="{F129BB14-342C-4858-A29C-E941FFD3E516}"/>
          </ac:spMkLst>
        </pc:spChg>
      </pc:sldChg>
      <pc:sldChg chg="add mod modShow">
        <pc:chgData name="Alessandro Ortis" userId="dcdc90ed-3509-45f7-ac48-ad038638580b" providerId="ADAL" clId="{FC25FC09-5746-4510-9F18-701AAFBE41D2}" dt="2021-03-10T15:48:25.435" v="246" actId="729"/>
        <pc:sldMkLst>
          <pc:docMk/>
          <pc:sldMk cId="0" sldId="297"/>
        </pc:sldMkLst>
      </pc:sldChg>
      <pc:sldChg chg="modSp add mod modAnim">
        <pc:chgData name="Alessandro Ortis" userId="dcdc90ed-3509-45f7-ac48-ad038638580b" providerId="ADAL" clId="{FC25FC09-5746-4510-9F18-701AAFBE41D2}" dt="2021-03-11T09:29:14.934" v="1014" actId="2711"/>
        <pc:sldMkLst>
          <pc:docMk/>
          <pc:sldMk cId="0" sldId="298"/>
        </pc:sldMkLst>
        <pc:spChg chg="mod">
          <ac:chgData name="Alessandro Ortis" userId="dcdc90ed-3509-45f7-ac48-ad038638580b" providerId="ADAL" clId="{FC25FC09-5746-4510-9F18-701AAFBE41D2}" dt="2021-03-10T15:49:29.711" v="269" actId="20577"/>
          <ac:spMkLst>
            <pc:docMk/>
            <pc:sldMk cId="0" sldId="298"/>
            <ac:spMk id="4" creationId="{82D5E613-4279-4AAD-98D9-55E09B5EB141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6" creationId="{87583354-9ACA-4016-A13A-4911A9E064BB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9" creationId="{6F63BA75-C5B9-4759-882A-C66A6AB47E4C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10" creationId="{BDC0A3C0-786C-4ADD-97D8-D1ABA1786203}"/>
          </ac:spMkLst>
        </pc:spChg>
        <pc:cxnChg chg="mod">
          <ac:chgData name="Alessandro Ortis" userId="dcdc90ed-3509-45f7-ac48-ad038638580b" providerId="ADAL" clId="{FC25FC09-5746-4510-9F18-701AAFBE41D2}" dt="2021-03-10T15:49:14.975" v="258" actId="14100"/>
          <ac:cxnSpMkLst>
            <pc:docMk/>
            <pc:sldMk cId="0" sldId="298"/>
            <ac:cxnSpMk id="5" creationId="{C5868D40-CB33-460B-81C0-FC6EADF135C5}"/>
          </ac:cxnSpMkLst>
        </pc:cxnChg>
      </pc:sldChg>
      <pc:sldChg chg="modSp add mod">
        <pc:chgData name="Alessandro Ortis" userId="dcdc90ed-3509-45f7-ac48-ad038638580b" providerId="ADAL" clId="{FC25FC09-5746-4510-9F18-701AAFBE41D2}" dt="2021-03-11T09:29:31.289" v="1016" actId="2711"/>
        <pc:sldMkLst>
          <pc:docMk/>
          <pc:sldMk cId="0" sldId="299"/>
        </pc:sldMkLst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7" creationId="{E3C6E0FA-95B0-489B-B791-105D423F9340}"/>
          </ac:spMkLst>
        </pc:spChg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8" creationId="{98A7B0B3-285B-4A30-B237-E6A5A00D65CD}"/>
          </ac:spMkLst>
        </pc:spChg>
        <pc:spChg chg="mod">
          <ac:chgData name="Alessandro Ortis" userId="dcdc90ed-3509-45f7-ac48-ad038638580b" providerId="ADAL" clId="{FC25FC09-5746-4510-9F18-701AAFBE41D2}" dt="2021-03-10T15:52:14.819" v="308" actId="20577"/>
          <ac:spMkLst>
            <pc:docMk/>
            <pc:sldMk cId="0" sldId="299"/>
            <ac:spMk id="190471" creationId="{4F6C9C67-53B0-4004-AA9C-089E30824D61}"/>
          </ac:spMkLst>
        </pc:spChg>
      </pc:sldChg>
      <pc:sldChg chg="modSp add del mod">
        <pc:chgData name="Alessandro Ortis" userId="dcdc90ed-3509-45f7-ac48-ad038638580b" providerId="ADAL" clId="{FC25FC09-5746-4510-9F18-701AAFBE41D2}" dt="2021-03-11T09:29:49.209" v="1018" actId="2711"/>
        <pc:sldMkLst>
          <pc:docMk/>
          <pc:sldMk cId="0" sldId="300"/>
        </pc:sldMkLst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2" creationId="{F986544B-3918-491C-BC90-1F6E387292AD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3" creationId="{8D64C2DB-5D2D-4592-B90B-6832659CC420}"/>
          </ac:spMkLst>
        </pc:spChg>
        <pc:spChg chg="mod">
          <ac:chgData name="Alessandro Ortis" userId="dcdc90ed-3509-45f7-ac48-ad038638580b" providerId="ADAL" clId="{FC25FC09-5746-4510-9F18-701AAFBE41D2}" dt="2021-03-10T16:00:56.513" v="490" actId="20577"/>
          <ac:spMkLst>
            <pc:docMk/>
            <pc:sldMk cId="0" sldId="300"/>
            <ac:spMk id="194564" creationId="{B781DB6A-7708-4A79-9190-49D83BE692FF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6" creationId="{BA98D2F3-858B-47E7-99B3-1CF38727CBA8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7" creationId="{686B14FD-88A4-4772-94A9-56E92D2D8BFC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26.368" v="199" actId="27636"/>
        <pc:sldMkLst>
          <pc:docMk/>
          <pc:sldMk cId="0" sldId="301"/>
        </pc:sldMkLst>
        <pc:spChg chg="mod">
          <ac:chgData name="Alessandro Ortis" userId="dcdc90ed-3509-45f7-ac48-ad038638580b" providerId="ADAL" clId="{FC25FC09-5746-4510-9F18-701AAFBE41D2}" dt="2021-03-10T15:42:26.368" v="199" actId="27636"/>
          <ac:spMkLst>
            <pc:docMk/>
            <pc:sldMk cId="0" sldId="301"/>
            <ac:spMk id="3" creationId="{2D05D368-CF3C-4420-A8DE-BF8FBC668FBB}"/>
          </ac:spMkLst>
        </pc:spChg>
      </pc:sldChg>
      <pc:sldChg chg="modSp add del mod ord modShow">
        <pc:chgData name="Alessandro Ortis" userId="dcdc90ed-3509-45f7-ac48-ad038638580b" providerId="ADAL" clId="{FC25FC09-5746-4510-9F18-701AAFBE41D2}" dt="2021-03-11T14:51:51.642" v="4656" actId="47"/>
        <pc:sldMkLst>
          <pc:docMk/>
          <pc:sldMk cId="0" sldId="302"/>
        </pc:sldMkLst>
        <pc:spChg chg="mod">
          <ac:chgData name="Alessandro Ortis" userId="dcdc90ed-3509-45f7-ac48-ad038638580b" providerId="ADAL" clId="{FC25FC09-5746-4510-9F18-701AAFBE41D2}" dt="2021-03-11T09:30:04.280" v="1020" actId="2711"/>
          <ac:spMkLst>
            <pc:docMk/>
            <pc:sldMk cId="0" sldId="302"/>
            <ac:spMk id="194562" creationId="{FB454C67-BC81-4A53-811A-49B680C2E5CE}"/>
          </ac:spMkLst>
        </pc:spChg>
        <pc:spChg chg="mod">
          <ac:chgData name="Alessandro Ortis" userId="dcdc90ed-3509-45f7-ac48-ad038638580b" providerId="ADAL" clId="{FC25FC09-5746-4510-9F18-701AAFBE41D2}" dt="2021-03-11T14:32:59.148" v="4266" actId="1076"/>
          <ac:spMkLst>
            <pc:docMk/>
            <pc:sldMk cId="0" sldId="302"/>
            <ac:spMk id="194563" creationId="{3FB007BF-D1D5-40F2-859C-0BE4650C1A09}"/>
          </ac:spMkLst>
        </pc:spChg>
        <pc:spChg chg="mod">
          <ac:chgData name="Alessandro Ortis" userId="dcdc90ed-3509-45f7-ac48-ad038638580b" providerId="ADAL" clId="{FC25FC09-5746-4510-9F18-701AAFBE41D2}" dt="2021-03-10T16:06:07.792" v="769" actId="20577"/>
          <ac:spMkLst>
            <pc:docMk/>
            <pc:sldMk cId="0" sldId="302"/>
            <ac:spMk id="194567" creationId="{B99F0F4E-141E-406F-8558-DC43B9F9ECDF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5"/>
        </pc:sldMkLst>
      </pc:sldChg>
      <pc:sldChg chg="del">
        <pc:chgData name="Alessandro Ortis" userId="dcdc90ed-3509-45f7-ac48-ad038638580b" providerId="ADAL" clId="{FC25FC09-5746-4510-9F18-701AAFBE41D2}" dt="2021-03-08T11:37:17.248" v="118" actId="47"/>
        <pc:sldMkLst>
          <pc:docMk/>
          <pc:sldMk cId="0" sldId="306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7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8"/>
        </pc:sldMkLst>
      </pc:sldChg>
      <pc:sldChg chg="delSp modSp mod">
        <pc:chgData name="Alessandro Ortis" userId="dcdc90ed-3509-45f7-ac48-ad038638580b" providerId="ADAL" clId="{FC25FC09-5746-4510-9F18-701AAFBE41D2}" dt="2021-03-08T11:35:45.138" v="47" actId="20577"/>
        <pc:sldMkLst>
          <pc:docMk/>
          <pc:sldMk cId="0" sldId="314"/>
        </pc:sldMkLst>
        <pc:spChg chg="mod">
          <ac:chgData name="Alessandro Ortis" userId="dcdc90ed-3509-45f7-ac48-ad038638580b" providerId="ADAL" clId="{FC25FC09-5746-4510-9F18-701AAFBE41D2}" dt="2021-03-08T11:35:45.138" v="47" actId="20577"/>
          <ac:spMkLst>
            <pc:docMk/>
            <pc:sldMk cId="0" sldId="314"/>
            <ac:spMk id="2" creationId="{00000000-0000-0000-0000-000000000000}"/>
          </ac:spMkLst>
        </pc:spChg>
        <pc:picChg chg="del">
          <ac:chgData name="Alessandro Ortis" userId="dcdc90ed-3509-45f7-ac48-ad038638580b" providerId="ADAL" clId="{FC25FC09-5746-4510-9F18-701AAFBE41D2}" dt="2021-03-05T16:19:26.663" v="16" actId="478"/>
          <ac:picMkLst>
            <pc:docMk/>
            <pc:sldMk cId="0" sldId="314"/>
            <ac:picMk id="1026" creationId="{00000000-0000-0000-0000-000000000000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931" v="50" actId="27636"/>
        <pc:sldMkLst>
          <pc:docMk/>
          <pc:sldMk cId="4143215581" sldId="315"/>
        </pc:sldMkLst>
        <pc:spChg chg="mod">
          <ac:chgData name="Alessandro Ortis" userId="dcdc90ed-3509-45f7-ac48-ad038638580b" providerId="ADAL" clId="{FC25FC09-5746-4510-9F18-701AAFBE41D2}" dt="2021-03-08T11:37:09.931" v="50" actId="27636"/>
          <ac:spMkLst>
            <pc:docMk/>
            <pc:sldMk cId="4143215581" sldId="315"/>
            <ac:spMk id="3" creationId="{00000000-0000-0000-0000-000000000000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1178180968" sldId="316"/>
        </pc:sldMkLst>
      </pc:sldChg>
      <pc:sldChg chg="modSp mod">
        <pc:chgData name="Alessandro Ortis" userId="dcdc90ed-3509-45f7-ac48-ad038638580b" providerId="ADAL" clId="{FC25FC09-5746-4510-9F18-701AAFBE41D2}" dt="2021-03-11T09:12:07.369" v="882" actId="113"/>
        <pc:sldMkLst>
          <pc:docMk/>
          <pc:sldMk cId="1318921938" sldId="321"/>
        </pc:sldMkLst>
        <pc:spChg chg="mod">
          <ac:chgData name="Alessandro Ortis" userId="dcdc90ed-3509-45f7-ac48-ad038638580b" providerId="ADAL" clId="{FC25FC09-5746-4510-9F18-701AAFBE41D2}" dt="2021-03-11T09:12:07.369" v="882" actId="113"/>
          <ac:spMkLst>
            <pc:docMk/>
            <pc:sldMk cId="1318921938" sldId="321"/>
            <ac:spMk id="4" creationId="{A2A9A91D-AA8F-4392-B13F-7C26EE47657F}"/>
          </ac:spMkLst>
        </pc:spChg>
      </pc:sldChg>
      <pc:sldChg chg="addSp delSp modSp mod">
        <pc:chgData name="Alessandro Ortis" userId="dcdc90ed-3509-45f7-ac48-ad038638580b" providerId="ADAL" clId="{FC25FC09-5746-4510-9F18-701AAFBE41D2}" dt="2021-03-08T11:44:59.041" v="150" actId="1036"/>
        <pc:sldMkLst>
          <pc:docMk/>
          <pc:sldMk cId="3480440903" sldId="323"/>
        </pc:sldMkLst>
        <pc:spChg chg="mod">
          <ac:chgData name="Alessandro Ortis" userId="dcdc90ed-3509-45f7-ac48-ad038638580b" providerId="ADAL" clId="{FC25FC09-5746-4510-9F18-701AAFBE41D2}" dt="2021-03-08T11:44:53.954" v="148" actId="20577"/>
          <ac:spMkLst>
            <pc:docMk/>
            <pc:sldMk cId="3480440903" sldId="323"/>
            <ac:spMk id="3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4" creationId="{CC731D97-3889-497F-A13D-8B4F7E0D5572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5" creationId="{B1BA0926-FF6C-4A70-8BC4-F07A1AA511D3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6" creationId="{77596EC5-0619-448E-8140-0E577CAF7AA4}"/>
          </ac:spMkLst>
        </pc:spChg>
        <pc:picChg chg="add del mod">
          <ac:chgData name="Alessandro Ortis" userId="dcdc90ed-3509-45f7-ac48-ad038638580b" providerId="ADAL" clId="{FC25FC09-5746-4510-9F18-701AAFBE41D2}" dt="2021-03-08T11:40:29.287" v="131" actId="478"/>
          <ac:picMkLst>
            <pc:docMk/>
            <pc:sldMk cId="3480440903" sldId="323"/>
            <ac:picMk id="1026" creationId="{6AC39086-6387-4F11-A403-472E4323F4FA}"/>
          </ac:picMkLst>
        </pc:picChg>
        <pc:picChg chg="add 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1028" creationId="{B38DCBC2-AE63-4428-84BA-4DE0B6A4F143}"/>
          </ac:picMkLst>
        </pc:picChg>
        <pc:picChg chg="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2050" creationId="{1CFCA115-F4CB-469B-A7CF-D80A6C0016F7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861" v="49" actId="27636"/>
        <pc:sldMkLst>
          <pc:docMk/>
          <pc:sldMk cId="1297038212" sldId="324"/>
        </pc:sldMkLst>
        <pc:spChg chg="mod">
          <ac:chgData name="Alessandro Ortis" userId="dcdc90ed-3509-45f7-ac48-ad038638580b" providerId="ADAL" clId="{FC25FC09-5746-4510-9F18-701AAFBE41D2}" dt="2021-03-08T11:37:09.842" v="48" actId="27636"/>
          <ac:spMkLst>
            <pc:docMk/>
            <pc:sldMk cId="1297038212" sldId="32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09.861" v="49" actId="27636"/>
          <ac:spMkLst>
            <pc:docMk/>
            <pc:sldMk cId="1297038212" sldId="324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45" v="56" actId="27636"/>
        <pc:sldMkLst>
          <pc:docMk/>
          <pc:sldMk cId="3549187691" sldId="337"/>
        </pc:sldMkLst>
        <pc:spChg chg="mod">
          <ac:chgData name="Alessandro Ortis" userId="dcdc90ed-3509-45f7-ac48-ad038638580b" providerId="ADAL" clId="{FC25FC09-5746-4510-9F18-701AAFBE41D2}" dt="2021-03-08T11:37:10.245" v="56" actId="27636"/>
          <ac:spMkLst>
            <pc:docMk/>
            <pc:sldMk cId="3549187691" sldId="337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91" v="55" actId="27636"/>
        <pc:sldMkLst>
          <pc:docMk/>
          <pc:sldMk cId="2865816139" sldId="338"/>
        </pc:sldMkLst>
        <pc:spChg chg="mod">
          <ac:chgData name="Alessandro Ortis" userId="dcdc90ed-3509-45f7-ac48-ad038638580b" providerId="ADAL" clId="{FC25FC09-5746-4510-9F18-701AAFBE41D2}" dt="2021-03-08T11:37:10.191" v="55" actId="27636"/>
          <ac:spMkLst>
            <pc:docMk/>
            <pc:sldMk cId="2865816139" sldId="338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86" v="57" actId="27636"/>
        <pc:sldMkLst>
          <pc:docMk/>
          <pc:sldMk cId="100765716" sldId="339"/>
        </pc:sldMkLst>
        <pc:spChg chg="mod">
          <ac:chgData name="Alessandro Ortis" userId="dcdc90ed-3509-45f7-ac48-ad038638580b" providerId="ADAL" clId="{FC25FC09-5746-4510-9F18-701AAFBE41D2}" dt="2021-03-08T11:37:10.286" v="57" actId="27636"/>
          <ac:spMkLst>
            <pc:docMk/>
            <pc:sldMk cId="100765716" sldId="339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337" v="58" actId="27636"/>
        <pc:sldMkLst>
          <pc:docMk/>
          <pc:sldMk cId="2624389146" sldId="340"/>
        </pc:sldMkLst>
        <pc:spChg chg="mod">
          <ac:chgData name="Alessandro Ortis" userId="dcdc90ed-3509-45f7-ac48-ad038638580b" providerId="ADAL" clId="{FC25FC09-5746-4510-9F18-701AAFBE41D2}" dt="2021-03-08T11:37:10.337" v="58" actId="27636"/>
          <ac:spMkLst>
            <pc:docMk/>
            <pc:sldMk cId="2624389146" sldId="34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11T09:13:16.337" v="916" actId="27636"/>
        <pc:sldMkLst>
          <pc:docMk/>
          <pc:sldMk cId="521732395" sldId="342"/>
        </pc:sldMkLst>
        <pc:spChg chg="mod">
          <ac:chgData name="Alessandro Ortis" userId="dcdc90ed-3509-45f7-ac48-ad038638580b" providerId="ADAL" clId="{FC25FC09-5746-4510-9F18-701AAFBE41D2}" dt="2021-03-11T09:13:16.337" v="916" actId="27636"/>
          <ac:spMkLst>
            <pc:docMk/>
            <pc:sldMk cId="521732395" sldId="342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455" v="89" actId="27636"/>
        <pc:sldMkLst>
          <pc:docMk/>
          <pc:sldMk cId="3324450322" sldId="343"/>
        </pc:sldMkLst>
        <pc:spChg chg="mod">
          <ac:chgData name="Alessandro Ortis" userId="dcdc90ed-3509-45f7-ac48-ad038638580b" providerId="ADAL" clId="{FC25FC09-5746-4510-9F18-701AAFBE41D2}" dt="2021-03-08T11:37:11.455" v="89" actId="27636"/>
          <ac:spMkLst>
            <pc:docMk/>
            <pc:sldMk cId="3324450322" sldId="34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13:51.207" v="924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FC25FC09-5746-4510-9F18-701AAFBE41D2}" dt="2021-03-11T09:13:51.207" v="924" actId="27636"/>
          <ac:spMkLst>
            <pc:docMk/>
            <pc:sldMk cId="1228465337" sldId="34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81" v="90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1T09:16:25.613" v="925" actId="47"/>
        <pc:sldMkLst>
          <pc:docMk/>
          <pc:sldMk cId="4061136204" sldId="346"/>
        </pc:sldMkLst>
      </pc:sldChg>
      <pc:sldChg chg="modSp mod">
        <pc:chgData name="Alessandro Ortis" userId="dcdc90ed-3509-45f7-ac48-ad038638580b" providerId="ADAL" clId="{FC25FC09-5746-4510-9F18-701AAFBE41D2}" dt="2021-03-08T11:37:11.569" v="92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FC25FC09-5746-4510-9F18-701AAFBE41D2}" dt="2021-03-08T11:37:11.569" v="92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519" v="91" actId="27636"/>
        <pc:sldMkLst>
          <pc:docMk/>
          <pc:sldMk cId="4035406834" sldId="348"/>
        </pc:sldMkLst>
        <pc:spChg chg="mod">
          <ac:chgData name="Alessandro Ortis" userId="dcdc90ed-3509-45f7-ac48-ad038638580b" providerId="ADAL" clId="{FC25FC09-5746-4510-9F18-701AAFBE41D2}" dt="2021-03-08T11:37:11.519" v="91" actId="2763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13:21.428" v="92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FC25FC09-5746-4510-9F18-701AAFBE41D2}" dt="2021-03-11T09:13:21.428" v="920" actId="27636"/>
          <ac:spMkLst>
            <pc:docMk/>
            <pc:sldMk cId="428712167" sldId="349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41" v="88" actId="27636"/>
          <ac:spMkLst>
            <pc:docMk/>
            <pc:sldMk cId="428712167" sldId="349"/>
            <ac:spMk id="5" creationId="{69B91C07-8F38-4BED-877D-74981E23F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57" v="94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FC25FC09-5746-4510-9F18-701AAFBE41D2}" dt="2021-03-08T11:37:11.657" v="94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00" v="93" actId="27636"/>
        <pc:sldMkLst>
          <pc:docMk/>
          <pc:sldMk cId="2940377582" sldId="352"/>
        </pc:sldMkLst>
        <pc:spChg chg="mod">
          <ac:chgData name="Alessandro Ortis" userId="dcdc90ed-3509-45f7-ac48-ad038638580b" providerId="ADAL" clId="{FC25FC09-5746-4510-9F18-701AAFBE41D2}" dt="2021-03-08T11:37:11.600" v="93" actId="27636"/>
          <ac:spMkLst>
            <pc:docMk/>
            <pc:sldMk cId="2940377582" sldId="35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24" v="97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FC25FC09-5746-4510-9F18-701AAFBE41D2}" dt="2021-03-08T11:37:11.724" v="97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88" v="96" actId="27636"/>
        <pc:sldMkLst>
          <pc:docMk/>
          <pc:sldMk cId="4210151119" sldId="356"/>
        </pc:sldMkLst>
        <pc:spChg chg="mod">
          <ac:chgData name="Alessandro Ortis" userId="dcdc90ed-3509-45f7-ac48-ad038638580b" providerId="ADAL" clId="{FC25FC09-5746-4510-9F18-701AAFBE41D2}" dt="2021-03-08T11:37:11.688" v="96" actId="27636"/>
          <ac:spMkLst>
            <pc:docMk/>
            <pc:sldMk cId="4210151119" sldId="35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73" v="95" actId="27636"/>
        <pc:sldMkLst>
          <pc:docMk/>
          <pc:sldMk cId="991615029" sldId="357"/>
        </pc:sldMkLst>
        <pc:spChg chg="mod">
          <ac:chgData name="Alessandro Ortis" userId="dcdc90ed-3509-45f7-ac48-ad038638580b" providerId="ADAL" clId="{FC25FC09-5746-4510-9F18-701AAFBE41D2}" dt="2021-03-08T11:37:11.673" v="95" actId="27636"/>
          <ac:spMkLst>
            <pc:docMk/>
            <pc:sldMk cId="991615029" sldId="35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30" v="99" actId="27636"/>
        <pc:sldMkLst>
          <pc:docMk/>
          <pc:sldMk cId="2112227675" sldId="362"/>
        </pc:sldMkLst>
        <pc:spChg chg="mod">
          <ac:chgData name="Alessandro Ortis" userId="dcdc90ed-3509-45f7-ac48-ad038638580b" providerId="ADAL" clId="{FC25FC09-5746-4510-9F18-701AAFBE41D2}" dt="2021-03-08T11:37:11.830" v="99" actId="27636"/>
          <ac:spMkLst>
            <pc:docMk/>
            <pc:sldMk cId="2112227675" sldId="36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58" v="98" actId="27636"/>
        <pc:sldMkLst>
          <pc:docMk/>
          <pc:sldMk cId="222435001" sldId="363"/>
        </pc:sldMkLst>
        <pc:spChg chg="mod">
          <ac:chgData name="Alessandro Ortis" userId="dcdc90ed-3509-45f7-ac48-ad038638580b" providerId="ADAL" clId="{FC25FC09-5746-4510-9F18-701AAFBE41D2}" dt="2021-03-08T11:37:11.758" v="98" actId="27636"/>
          <ac:spMkLst>
            <pc:docMk/>
            <pc:sldMk cId="222435001" sldId="36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75" v="102" actId="27636"/>
        <pc:sldMkLst>
          <pc:docMk/>
          <pc:sldMk cId="1523953854" sldId="365"/>
        </pc:sldMkLst>
        <pc:spChg chg="mod">
          <ac:chgData name="Alessandro Ortis" userId="dcdc90ed-3509-45f7-ac48-ad038638580b" providerId="ADAL" clId="{FC25FC09-5746-4510-9F18-701AAFBE41D2}" dt="2021-03-08T11:37:11.975" v="102" actId="27636"/>
          <ac:spMkLst>
            <pc:docMk/>
            <pc:sldMk cId="1523953854" sldId="36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86" v="100" actId="27636"/>
        <pc:sldMkLst>
          <pc:docMk/>
          <pc:sldMk cId="3944378820" sldId="368"/>
        </pc:sldMkLst>
        <pc:spChg chg="mod">
          <ac:chgData name="Alessandro Ortis" userId="dcdc90ed-3509-45f7-ac48-ad038638580b" providerId="ADAL" clId="{FC25FC09-5746-4510-9F18-701AAFBE41D2}" dt="2021-03-08T11:37:11.886" v="100" actId="27636"/>
          <ac:spMkLst>
            <pc:docMk/>
            <pc:sldMk cId="3944378820" sldId="36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009" v="103" actId="27636"/>
        <pc:sldMkLst>
          <pc:docMk/>
          <pc:sldMk cId="117896539" sldId="372"/>
        </pc:sldMkLst>
        <pc:spChg chg="mod">
          <ac:chgData name="Alessandro Ortis" userId="dcdc90ed-3509-45f7-ac48-ad038638580b" providerId="ADAL" clId="{FC25FC09-5746-4510-9F18-701AAFBE41D2}" dt="2021-03-08T11:37:12.009" v="103" actId="27636"/>
          <ac:spMkLst>
            <pc:docMk/>
            <pc:sldMk cId="117896539" sldId="37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30" v="101" actId="27636"/>
        <pc:sldMkLst>
          <pc:docMk/>
          <pc:sldMk cId="2927296452" sldId="380"/>
        </pc:sldMkLst>
        <pc:spChg chg="mod">
          <ac:chgData name="Alessandro Ortis" userId="dcdc90ed-3509-45f7-ac48-ad038638580b" providerId="ADAL" clId="{FC25FC09-5746-4510-9F18-701AAFBE41D2}" dt="2021-03-08T11:37:11.930" v="101" actId="27636"/>
          <ac:spMkLst>
            <pc:docMk/>
            <pc:sldMk cId="2927296452" sldId="380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FC25FC09-5746-4510-9F18-701AAFBE41D2}" dt="2021-03-10T15:43:19.671" v="207" actId="1076"/>
        <pc:sldMkLst>
          <pc:docMk/>
          <pc:sldMk cId="3206927576" sldId="384"/>
        </pc:sldMkLst>
        <pc:spChg chg="mod">
          <ac:chgData name="Alessandro Ortis" userId="dcdc90ed-3509-45f7-ac48-ad038638580b" providerId="ADAL" clId="{FC25FC09-5746-4510-9F18-701AAFBE41D2}" dt="2021-03-10T15:43:19.671" v="207" actId="1076"/>
          <ac:spMkLst>
            <pc:docMk/>
            <pc:sldMk cId="3206927576" sldId="38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057" v="104" actId="27636"/>
        <pc:sldMkLst>
          <pc:docMk/>
          <pc:sldMk cId="1607940453" sldId="385"/>
        </pc:sldMkLst>
        <pc:spChg chg="mod">
          <ac:chgData name="Alessandro Ortis" userId="dcdc90ed-3509-45f7-ac48-ad038638580b" providerId="ADAL" clId="{FC25FC09-5746-4510-9F18-701AAFBE41D2}" dt="2021-03-08T11:37:12.057" v="104" actId="27636"/>
          <ac:spMkLst>
            <pc:docMk/>
            <pc:sldMk cId="1607940453" sldId="38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3:50.685" v="971" actId="20577"/>
        <pc:sldMkLst>
          <pc:docMk/>
          <pc:sldMk cId="3738923514" sldId="386"/>
        </pc:sldMkLst>
        <pc:spChg chg="mod">
          <ac:chgData name="Alessandro Ortis" userId="dcdc90ed-3509-45f7-ac48-ad038638580b" providerId="ADAL" clId="{FC25FC09-5746-4510-9F18-701AAFBE41D2}" dt="2021-03-11T09:23:50.685" v="971" actId="20577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157" v="106" actId="27636"/>
        <pc:sldMkLst>
          <pc:docMk/>
          <pc:sldMk cId="3663616890" sldId="387"/>
        </pc:sldMkLst>
        <pc:spChg chg="mod">
          <ac:chgData name="Alessandro Ortis" userId="dcdc90ed-3509-45f7-ac48-ad038638580b" providerId="ADAL" clId="{FC25FC09-5746-4510-9F18-701AAFBE41D2}" dt="2021-03-08T11:37:12.157" v="106" actId="27636"/>
          <ac:spMkLst>
            <pc:docMk/>
            <pc:sldMk cId="3663616890" sldId="38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352" v="110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FC25FC09-5746-4510-9F18-701AAFBE41D2}" dt="2021-03-08T11:37:12.352" v="110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07" v="107" actId="27636"/>
        <pc:sldMkLst>
          <pc:docMk/>
          <pc:sldMk cId="1728195989" sldId="389"/>
        </pc:sldMkLst>
        <pc:spChg chg="mod">
          <ac:chgData name="Alessandro Ortis" userId="dcdc90ed-3509-45f7-ac48-ad038638580b" providerId="ADAL" clId="{FC25FC09-5746-4510-9F18-701AAFBE41D2}" dt="2021-03-08T11:37:12.207" v="107" actId="27636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89" v="109" actId="27636"/>
        <pc:sldMkLst>
          <pc:docMk/>
          <pc:sldMk cId="1741903581" sldId="392"/>
        </pc:sldMkLst>
        <pc:spChg chg="mod">
          <ac:chgData name="Alessandro Ortis" userId="dcdc90ed-3509-45f7-ac48-ad038638580b" providerId="ADAL" clId="{FC25FC09-5746-4510-9F18-701AAFBE41D2}" dt="2021-03-08T11:37:12.289" v="109" actId="27636"/>
          <ac:spMkLst>
            <pc:docMk/>
            <pc:sldMk cId="1741903581" sldId="39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32" v="108" actId="27636"/>
        <pc:sldMkLst>
          <pc:docMk/>
          <pc:sldMk cId="4104916194" sldId="393"/>
        </pc:sldMkLst>
        <pc:spChg chg="mod">
          <ac:chgData name="Alessandro Ortis" userId="dcdc90ed-3509-45f7-ac48-ad038638580b" providerId="ADAL" clId="{FC25FC09-5746-4510-9F18-701AAFBE41D2}" dt="2021-03-08T11:37:12.232" v="108" actId="27636"/>
          <ac:spMkLst>
            <pc:docMk/>
            <pc:sldMk cId="4104916194" sldId="39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5:12.031" v="980" actId="1076"/>
        <pc:sldMkLst>
          <pc:docMk/>
          <pc:sldMk cId="2738048506" sldId="394"/>
        </pc:sldMkLst>
        <pc:spChg chg="mod">
          <ac:chgData name="Alessandro Ortis" userId="dcdc90ed-3509-45f7-ac48-ad038638580b" providerId="ADAL" clId="{FC25FC09-5746-4510-9F18-701AAFBE41D2}" dt="2021-03-11T09:25:12.031" v="980" actId="1076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6:14.810" v="985" actId="27636"/>
        <pc:sldMkLst>
          <pc:docMk/>
          <pc:sldMk cId="2198339724" sldId="398"/>
        </pc:sldMkLst>
        <pc:spChg chg="mod">
          <ac:chgData name="Alessandro Ortis" userId="dcdc90ed-3509-45f7-ac48-ad038638580b" providerId="ADAL" clId="{FC25FC09-5746-4510-9F18-701AAFBE41D2}" dt="2021-03-11T09:26:14.810" v="985" actId="27636"/>
          <ac:spMkLst>
            <pc:docMk/>
            <pc:sldMk cId="2198339724" sldId="39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6:00.098" v="982" actId="14100"/>
        <pc:sldMkLst>
          <pc:docMk/>
          <pc:sldMk cId="333178415" sldId="399"/>
        </pc:sldMkLst>
        <pc:spChg chg="mod">
          <ac:chgData name="Alessandro Ortis" userId="dcdc90ed-3509-45f7-ac48-ad038638580b" providerId="ADAL" clId="{FC25FC09-5746-4510-9F18-701AAFBE41D2}" dt="2021-03-11T09:26:00.098" v="982" actId="14100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750" v="117" actId="27636"/>
        <pc:sldMkLst>
          <pc:docMk/>
          <pc:sldMk cId="3105722580" sldId="402"/>
        </pc:sldMkLst>
        <pc:spChg chg="mod">
          <ac:chgData name="Alessandro Ortis" userId="dcdc90ed-3509-45f7-ac48-ad038638580b" providerId="ADAL" clId="{FC25FC09-5746-4510-9F18-701AAFBE41D2}" dt="2021-03-08T11:37:12.750" v="117" actId="27636"/>
          <ac:spMkLst>
            <pc:docMk/>
            <pc:sldMk cId="3105722580" sldId="402"/>
            <ac:spMk id="4" creationId="{0279965C-BDA6-4FD1-84AB-D56959800225}"/>
          </ac:spMkLst>
        </pc:spChg>
      </pc:sldChg>
      <pc:sldChg chg="modSp mod">
        <pc:chgData name="Alessandro Ortis" userId="dcdc90ed-3509-45f7-ac48-ad038638580b" providerId="ADAL" clId="{FC25FC09-5746-4510-9F18-701AAFBE41D2}" dt="2021-03-11T09:26:27.463" v="987" actId="27636"/>
        <pc:sldMkLst>
          <pc:docMk/>
          <pc:sldMk cId="3276835739" sldId="404"/>
        </pc:sldMkLst>
        <pc:spChg chg="mod">
          <ac:chgData name="Alessandro Ortis" userId="dcdc90ed-3509-45f7-ac48-ad038638580b" providerId="ADAL" clId="{FC25FC09-5746-4510-9F18-701AAFBE41D2}" dt="2021-03-11T09:26:27.463" v="987" actId="27636"/>
          <ac:spMkLst>
            <pc:docMk/>
            <pc:sldMk cId="3276835739" sldId="404"/>
            <ac:spMk id="5" creationId="{7D5B1907-E8F7-4716-B3B1-E8862E1D6D5C}"/>
          </ac:spMkLst>
        </pc:spChg>
      </pc:sldChg>
      <pc:sldChg chg="mod modShow">
        <pc:chgData name="Alessandro Ortis" userId="dcdc90ed-3509-45f7-ac48-ad038638580b" providerId="ADAL" clId="{FC25FC09-5746-4510-9F18-701AAFBE41D2}" dt="2021-03-08T11:45:38.928" v="151" actId="729"/>
        <pc:sldMkLst>
          <pc:docMk/>
          <pc:sldMk cId="1991232073" sldId="406"/>
        </pc:sldMkLst>
      </pc:sldChg>
      <pc:sldChg chg="modSp mod">
        <pc:chgData name="Alessandro Ortis" userId="dcdc90ed-3509-45f7-ac48-ad038638580b" providerId="ADAL" clId="{FC25FC09-5746-4510-9F18-701AAFBE41D2}" dt="2021-03-10T09:21:03.648" v="195" actId="1076"/>
        <pc:sldMkLst>
          <pc:docMk/>
          <pc:sldMk cId="710467007" sldId="424"/>
        </pc:sldMkLst>
        <pc:spChg chg="mod">
          <ac:chgData name="Alessandro Ortis" userId="dcdc90ed-3509-45f7-ac48-ad038638580b" providerId="ADAL" clId="{FC25FC09-5746-4510-9F18-701AAFBE41D2}" dt="2021-03-10T09:21:03.648" v="195" actId="1076"/>
          <ac:spMkLst>
            <pc:docMk/>
            <pc:sldMk cId="710467007" sldId="42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58.465" v="194" actId="47"/>
        <pc:sldMkLst>
          <pc:docMk/>
          <pc:sldMk cId="1180058788" sldId="425"/>
        </pc:sldMkLst>
      </pc:sldChg>
      <pc:sldChg chg="modSp mod">
        <pc:chgData name="Alessandro Ortis" userId="dcdc90ed-3509-45f7-ac48-ad038638580b" providerId="ADAL" clId="{FC25FC09-5746-4510-9F18-701AAFBE41D2}" dt="2021-03-10T09:20:34.725" v="192" actId="27636"/>
        <pc:sldMkLst>
          <pc:docMk/>
          <pc:sldMk cId="204095390" sldId="426"/>
        </pc:sldMkLst>
        <pc:spChg chg="mod">
          <ac:chgData name="Alessandro Ortis" userId="dcdc90ed-3509-45f7-ac48-ad038638580b" providerId="ADAL" clId="{FC25FC09-5746-4510-9F18-701AAFBE41D2}" dt="2021-03-10T09:20:34.725" v="192" actId="27636"/>
          <ac:spMkLst>
            <pc:docMk/>
            <pc:sldMk cId="204095390" sldId="426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27.934" v="190" actId="47"/>
        <pc:sldMkLst>
          <pc:docMk/>
          <pc:sldMk cId="3284158591" sldId="427"/>
        </pc:sldMkLst>
      </pc:sldChg>
      <pc:sldChg chg="modSp mod">
        <pc:chgData name="Alessandro Ortis" userId="dcdc90ed-3509-45f7-ac48-ad038638580b" providerId="ADAL" clId="{FC25FC09-5746-4510-9F18-701AAFBE41D2}" dt="2021-03-10T09:20:43.457" v="193" actId="14100"/>
        <pc:sldMkLst>
          <pc:docMk/>
          <pc:sldMk cId="406104214" sldId="428"/>
        </pc:sldMkLst>
        <pc:spChg chg="mod">
          <ac:chgData name="Alessandro Ortis" userId="dcdc90ed-3509-45f7-ac48-ad038638580b" providerId="ADAL" clId="{FC25FC09-5746-4510-9F18-701AAFBE41D2}" dt="2021-03-10T09:20:43.457" v="193" actId="14100"/>
          <ac:spMkLst>
            <pc:docMk/>
            <pc:sldMk cId="406104214" sldId="428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52244010" sldId="44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71064300" sldId="448"/>
        </pc:sldMkLst>
        <pc:spChg chg="mod">
          <ac:chgData name="Alessandro Ortis" userId="dcdc90ed-3509-45f7-ac48-ad038638580b" providerId="ADAL" clId="{FC25FC09-5746-4510-9F18-701AAFBE41D2}" dt="2021-03-08T11:37:10.780" v="68" actId="27636"/>
          <ac:spMkLst>
            <pc:docMk/>
            <pc:sldMk cId="1271064300" sldId="44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817723142" sldId="449"/>
        </pc:sldMkLst>
        <pc:spChg chg="mod">
          <ac:chgData name="Alessandro Ortis" userId="dcdc90ed-3509-45f7-ac48-ad038638580b" providerId="ADAL" clId="{FC25FC09-5746-4510-9F18-701AAFBE41D2}" dt="2021-03-08T11:37:10.685" v="66" actId="27636"/>
          <ac:spMkLst>
            <pc:docMk/>
            <pc:sldMk cId="3817723142" sldId="44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489245237" sldId="450"/>
        </pc:sldMkLst>
        <pc:spChg chg="mod">
          <ac:chgData name="Alessandro Ortis" userId="dcdc90ed-3509-45f7-ac48-ad038638580b" providerId="ADAL" clId="{FC25FC09-5746-4510-9F18-701AAFBE41D2}" dt="2021-03-08T11:37:10.632" v="65" actId="27636"/>
          <ac:spMkLst>
            <pc:docMk/>
            <pc:sldMk cId="1489245237" sldId="45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12414445" sldId="451"/>
        </pc:sldMkLst>
        <pc:spChg chg="mod">
          <ac:chgData name="Alessandro Ortis" userId="dcdc90ed-3509-45f7-ac48-ad038638580b" providerId="ADAL" clId="{FC25FC09-5746-4510-9F18-701AAFBE41D2}" dt="2021-03-08T11:37:10.582" v="64" actId="27636"/>
          <ac:spMkLst>
            <pc:docMk/>
            <pc:sldMk cId="1612414445" sldId="45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43990287" sldId="452"/>
        </pc:sldMkLst>
        <pc:spChg chg="mod">
          <ac:chgData name="Alessandro Ortis" userId="dcdc90ed-3509-45f7-ac48-ad038638580b" providerId="ADAL" clId="{FC25FC09-5746-4510-9F18-701AAFBE41D2}" dt="2021-03-08T11:37:10.543" v="63" actId="27636"/>
          <ac:spMkLst>
            <pc:docMk/>
            <pc:sldMk cId="1643990287" sldId="45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021782512" sldId="453"/>
        </pc:sldMkLst>
        <pc:spChg chg="mod">
          <ac:chgData name="Alessandro Ortis" userId="dcdc90ed-3509-45f7-ac48-ad038638580b" providerId="ADAL" clId="{FC25FC09-5746-4510-9F18-701AAFBE41D2}" dt="2021-03-08T11:37:10.513" v="62" actId="27636"/>
          <ac:spMkLst>
            <pc:docMk/>
            <pc:sldMk cId="1021782512" sldId="45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42967744" sldId="454"/>
        </pc:sldMkLst>
        <pc:spChg chg="mod">
          <ac:chgData name="Alessandro Ortis" userId="dcdc90ed-3509-45f7-ac48-ad038638580b" providerId="ADAL" clId="{FC25FC09-5746-4510-9F18-701AAFBE41D2}" dt="2021-03-08T11:37:10.477" v="61" actId="27636"/>
          <ac:spMkLst>
            <pc:docMk/>
            <pc:sldMk cId="1942967744" sldId="45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495224304" sldId="455"/>
        </pc:sldMkLst>
        <pc:spChg chg="mod">
          <ac:chgData name="Alessandro Ortis" userId="dcdc90ed-3509-45f7-ac48-ad038638580b" providerId="ADAL" clId="{FC25FC09-5746-4510-9F18-701AAFBE41D2}" dt="2021-03-08T11:37:10.455" v="60" actId="27636"/>
          <ac:spMkLst>
            <pc:docMk/>
            <pc:sldMk cId="495224304" sldId="455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3584708" sldId="45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360869426" sldId="45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40320737" sldId="459"/>
        </pc:sldMkLst>
        <pc:spChg chg="mod">
          <ac:chgData name="Alessandro Ortis" userId="dcdc90ed-3509-45f7-ac48-ad038638580b" providerId="ADAL" clId="{FC25FC09-5746-4510-9F18-701AAFBE41D2}" dt="2021-03-08T11:37:10.803" v="69" actId="27636"/>
          <ac:spMkLst>
            <pc:docMk/>
            <pc:sldMk cId="1840320737" sldId="45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24397653" sldId="460"/>
        </pc:sldMkLst>
        <pc:spChg chg="mod">
          <ac:chgData name="Alessandro Ortis" userId="dcdc90ed-3509-45f7-ac48-ad038638580b" providerId="ADAL" clId="{FC25FC09-5746-4510-9F18-701AAFBE41D2}" dt="2021-03-08T11:37:10.830" v="70" actId="27636"/>
          <ac:spMkLst>
            <pc:docMk/>
            <pc:sldMk cId="2324397653" sldId="460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33129996" sldId="46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04496358" sldId="46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087120424" sldId="46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28383613" sldId="46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233548272" sldId="46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3192152" sldId="46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729112910" sldId="46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92777873" sldId="46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7683592" sldId="47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214621774" sldId="47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603915279" sldId="47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108413" sldId="47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51867072" sldId="47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79870478" sldId="47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67775592" sldId="47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96135552" sldId="478"/>
        </pc:sldMkLst>
        <pc:spChg chg="mod">
          <ac:chgData name="Alessandro Ortis" userId="dcdc90ed-3509-45f7-ac48-ad038638580b" providerId="ADAL" clId="{FC25FC09-5746-4510-9F18-701AAFBE41D2}" dt="2021-03-08T11:37:11.097" v="74" actId="27636"/>
          <ac:spMkLst>
            <pc:docMk/>
            <pc:sldMk cId="3696135552" sldId="47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39615648" sldId="479"/>
        </pc:sldMkLst>
        <pc:spChg chg="mod">
          <ac:chgData name="Alessandro Ortis" userId="dcdc90ed-3509-45f7-ac48-ad038638580b" providerId="ADAL" clId="{FC25FC09-5746-4510-9F18-701AAFBE41D2}" dt="2021-03-08T11:37:11.109" v="75" actId="27636"/>
          <ac:spMkLst>
            <pc:docMk/>
            <pc:sldMk cId="3439615648" sldId="479"/>
            <ac:spMk id="8" creationId="{44DC043F-2DA4-4BF9-8AFB-31F4F1D100AD}"/>
          </ac:spMkLst>
        </pc:spChg>
      </pc:sldChg>
      <pc:sldChg chg="modSp mod">
        <pc:chgData name="Alessandro Ortis" userId="dcdc90ed-3509-45f7-ac48-ad038638580b" providerId="ADAL" clId="{FC25FC09-5746-4510-9F18-701AAFBE41D2}" dt="2021-03-11T09:13:11.019" v="914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FC25FC09-5746-4510-9F18-701AAFBE41D2}" dt="2021-03-11T09:13:11.019" v="914" actId="20577"/>
          <ac:spMkLst>
            <pc:docMk/>
            <pc:sldMk cId="3084835914" sldId="480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0.398" v="59" actId="27636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060" v="53" actId="27636"/>
        <pc:sldMkLst>
          <pc:docMk/>
          <pc:sldMk cId="3519603380" sldId="481"/>
        </pc:sldMkLst>
        <pc:spChg chg="mod">
          <ac:chgData name="Alessandro Ortis" userId="dcdc90ed-3509-45f7-ac48-ad038638580b" providerId="ADAL" clId="{FC25FC09-5746-4510-9F18-701AAFBE41D2}" dt="2021-03-08T11:37:10.060" v="53" actId="27636"/>
          <ac:spMkLst>
            <pc:docMk/>
            <pc:sldMk cId="3519603380" sldId="481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24" v="54" actId="27636"/>
        <pc:sldMkLst>
          <pc:docMk/>
          <pc:sldMk cId="2286704363" sldId="482"/>
        </pc:sldMkLst>
        <pc:spChg chg="mod">
          <ac:chgData name="Alessandro Ortis" userId="dcdc90ed-3509-45f7-ac48-ad038638580b" providerId="ADAL" clId="{FC25FC09-5746-4510-9F18-701AAFBE41D2}" dt="2021-03-08T11:37:10.124" v="54" actId="27636"/>
          <ac:spMkLst>
            <pc:docMk/>
            <pc:sldMk cId="2286704363" sldId="482"/>
            <ac:spMk id="4" creationId="{A2A9A91D-AA8F-4392-B13F-7C26EE47657F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993628687" sldId="483"/>
        </pc:sldMkLst>
        <pc:spChg chg="mod">
          <ac:chgData name="Alessandro Ortis" userId="dcdc90ed-3509-45f7-ac48-ad038638580b" providerId="ADAL" clId="{FC25FC09-5746-4510-9F18-701AAFBE41D2}" dt="2021-03-08T11:37:10.757" v="67" actId="27636"/>
          <ac:spMkLst>
            <pc:docMk/>
            <pc:sldMk cId="2993628687" sldId="483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149080364" sldId="48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813286561" sldId="48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977003581" sldId="48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539356242" sldId="48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95036232" sldId="489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53803837" sldId="490"/>
        </pc:sldMkLst>
        <pc:spChg chg="mod">
          <ac:chgData name="Alessandro Ortis" userId="dcdc90ed-3509-45f7-ac48-ad038638580b" providerId="ADAL" clId="{FC25FC09-5746-4510-9F18-701AAFBE41D2}" dt="2021-03-08T11:37:10.950" v="72" actId="27636"/>
          <ac:spMkLst>
            <pc:docMk/>
            <pc:sldMk cId="3453803837" sldId="49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10587882" sldId="491"/>
        </pc:sldMkLst>
        <pc:spChg chg="mod">
          <ac:chgData name="Alessandro Ortis" userId="dcdc90ed-3509-45f7-ac48-ad038638580b" providerId="ADAL" clId="{FC25FC09-5746-4510-9F18-701AAFBE41D2}" dt="2021-03-08T11:37:11.050" v="73" actId="27636"/>
          <ac:spMkLst>
            <pc:docMk/>
            <pc:sldMk cId="1810587882" sldId="49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969584855" sldId="492"/>
        </pc:sldMkLst>
        <pc:spChg chg="mod">
          <ac:chgData name="Alessandro Ortis" userId="dcdc90ed-3509-45f7-ac48-ad038638580b" providerId="ADAL" clId="{FC25FC09-5746-4510-9F18-701AAFBE41D2}" dt="2021-03-08T11:37:10.883" v="71" actId="27636"/>
          <ac:spMkLst>
            <pc:docMk/>
            <pc:sldMk cId="3969584855" sldId="492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65595492" sldId="49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46239323" sldId="49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14341657" sldId="49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36673936" sldId="49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255027957" sldId="49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416457489" sldId="500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612912336" sldId="50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04931480" sldId="50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733799070" sldId="50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18385946" sldId="50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376786930" sldId="505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581295196" sldId="506"/>
        </pc:sldMkLst>
        <pc:spChg chg="mod">
          <ac:chgData name="Alessandro Ortis" userId="dcdc90ed-3509-45f7-ac48-ad038638580b" providerId="ADAL" clId="{FC25FC09-5746-4510-9F18-701AAFBE41D2}" dt="2021-03-08T11:37:11.151" v="76" actId="27636"/>
          <ac:spMkLst>
            <pc:docMk/>
            <pc:sldMk cId="3581295196" sldId="50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83838412" sldId="507"/>
        </pc:sldMkLst>
        <pc:spChg chg="mod">
          <ac:chgData name="Alessandro Ortis" userId="dcdc90ed-3509-45f7-ac48-ad038638580b" providerId="ADAL" clId="{FC25FC09-5746-4510-9F18-701AAFBE41D2}" dt="2021-03-08T11:37:11.177" v="77" actId="27636"/>
          <ac:spMkLst>
            <pc:docMk/>
            <pc:sldMk cId="1983838412" sldId="50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59954375" sldId="508"/>
        </pc:sldMkLst>
        <pc:spChg chg="mod">
          <ac:chgData name="Alessandro Ortis" userId="dcdc90ed-3509-45f7-ac48-ad038638580b" providerId="ADAL" clId="{FC25FC09-5746-4510-9F18-701AAFBE41D2}" dt="2021-03-08T11:37:11.208" v="78" actId="27636"/>
          <ac:spMkLst>
            <pc:docMk/>
            <pc:sldMk cId="1259954375" sldId="50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6948453" sldId="509"/>
        </pc:sldMkLst>
        <pc:spChg chg="mod">
          <ac:chgData name="Alessandro Ortis" userId="dcdc90ed-3509-45f7-ac48-ad038638580b" providerId="ADAL" clId="{FC25FC09-5746-4510-9F18-701AAFBE41D2}" dt="2021-03-08T11:37:11.257" v="79" actId="27636"/>
          <ac:spMkLst>
            <pc:docMk/>
            <pc:sldMk cId="766948453" sldId="509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597494575" sldId="510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149569771" sldId="511"/>
        </pc:sldMkLst>
        <pc:spChg chg="mod">
          <ac:chgData name="Alessandro Ortis" userId="dcdc90ed-3509-45f7-ac48-ad038638580b" providerId="ADAL" clId="{FC25FC09-5746-4510-9F18-701AAFBE41D2}" dt="2021-03-08T11:37:11.287" v="80" actId="27636"/>
          <ac:spMkLst>
            <pc:docMk/>
            <pc:sldMk cId="1149569771" sldId="51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788438331" sldId="512"/>
        </pc:sldMkLst>
        <pc:spChg chg="mod">
          <ac:chgData name="Alessandro Ortis" userId="dcdc90ed-3509-45f7-ac48-ad038638580b" providerId="ADAL" clId="{FC25FC09-5746-4510-9F18-701AAFBE41D2}" dt="2021-03-08T11:37:11.313" v="81" actId="27636"/>
          <ac:spMkLst>
            <pc:docMk/>
            <pc:sldMk cId="3788438331" sldId="51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53736452" sldId="513"/>
        </pc:sldMkLst>
        <pc:spChg chg="mod">
          <ac:chgData name="Alessandro Ortis" userId="dcdc90ed-3509-45f7-ac48-ad038638580b" providerId="ADAL" clId="{FC25FC09-5746-4510-9F18-701AAFBE41D2}" dt="2021-03-08T11:37:11.330" v="82" actId="27636"/>
          <ac:spMkLst>
            <pc:docMk/>
            <pc:sldMk cId="2353736452" sldId="51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86775737" sldId="514"/>
        </pc:sldMkLst>
        <pc:spChg chg="mod">
          <ac:chgData name="Alessandro Ortis" userId="dcdc90ed-3509-45f7-ac48-ad038638580b" providerId="ADAL" clId="{FC25FC09-5746-4510-9F18-701AAFBE41D2}" dt="2021-03-08T11:37:11.348" v="83" actId="27636"/>
          <ac:spMkLst>
            <pc:docMk/>
            <pc:sldMk cId="3686775737" sldId="51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766400055" sldId="515"/>
        </pc:sldMkLst>
        <pc:spChg chg="mod">
          <ac:chgData name="Alessandro Ortis" userId="dcdc90ed-3509-45f7-ac48-ad038638580b" providerId="ADAL" clId="{FC25FC09-5746-4510-9F18-701AAFBE41D2}" dt="2021-03-08T11:37:11.364" v="84" actId="27636"/>
          <ac:spMkLst>
            <pc:docMk/>
            <pc:sldMk cId="2766400055" sldId="515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532567980" sldId="516"/>
        </pc:sldMkLst>
        <pc:spChg chg="mod">
          <ac:chgData name="Alessandro Ortis" userId="dcdc90ed-3509-45f7-ac48-ad038638580b" providerId="ADAL" clId="{FC25FC09-5746-4510-9F18-701AAFBE41D2}" dt="2021-03-08T11:37:11.385" v="85" actId="27636"/>
          <ac:spMkLst>
            <pc:docMk/>
            <pc:sldMk cId="532567980" sldId="51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0507168" sldId="517"/>
        </pc:sldMkLst>
        <pc:spChg chg="mod">
          <ac:chgData name="Alessandro Ortis" userId="dcdc90ed-3509-45f7-ac48-ad038638580b" providerId="ADAL" clId="{FC25FC09-5746-4510-9F18-701AAFBE41D2}" dt="2021-03-08T11:37:11.415" v="86" actId="27636"/>
          <ac:spMkLst>
            <pc:docMk/>
            <pc:sldMk cId="760507168" sldId="51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90077569" sldId="518"/>
        </pc:sldMkLst>
        <pc:spChg chg="mod">
          <ac:chgData name="Alessandro Ortis" userId="dcdc90ed-3509-45f7-ac48-ad038638580b" providerId="ADAL" clId="{FC25FC09-5746-4510-9F18-701AAFBE41D2}" dt="2021-03-08T11:37:11.433" v="87" actId="27636"/>
          <ac:spMkLst>
            <pc:docMk/>
            <pc:sldMk cId="1990077569" sldId="518"/>
            <ac:spMk id="8" creationId="{44DC043F-2DA4-4BF9-8AFB-31F4F1D100AD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09:13:18.563" v="918" actId="27636"/>
        <pc:sldMkLst>
          <pc:docMk/>
          <pc:sldMk cId="2470450956" sldId="519"/>
        </pc:sldMkLst>
        <pc:spChg chg="mod">
          <ac:chgData name="Alessandro Ortis" userId="dcdc90ed-3509-45f7-ac48-ad038638580b" providerId="ADAL" clId="{FC25FC09-5746-4510-9F18-701AAFBE41D2}" dt="2021-03-11T09:13:18.563" v="918" actId="27636"/>
          <ac:spMkLst>
            <pc:docMk/>
            <pc:sldMk cId="2470450956" sldId="519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6:07.031" v="188" actId="1076"/>
          <ac:spMkLst>
            <pc:docMk/>
            <pc:sldMk cId="2470450956" sldId="519"/>
            <ac:spMk id="3" creationId="{0EB86654-7330-4EC4-82B5-394BE258FFF6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6" creationId="{E1E0D297-38C1-4813-BEF5-16EBD3BF752D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7" creationId="{BAD74EF5-D9A8-4E6A-82CC-2B8FB246A2B1}"/>
          </ac:spMkLst>
        </pc:spChg>
      </pc:sldChg>
      <pc:sldChg chg="modSp mod">
        <pc:chgData name="Alessandro Ortis" userId="dcdc90ed-3509-45f7-ac48-ad038638580b" providerId="ADAL" clId="{FC25FC09-5746-4510-9F18-701AAFBE41D2}" dt="2021-03-11T09:19:57.772" v="929" actId="20577"/>
        <pc:sldMkLst>
          <pc:docMk/>
          <pc:sldMk cId="4030154425" sldId="521"/>
        </pc:sldMkLst>
        <pc:spChg chg="mod">
          <ac:chgData name="Alessandro Ortis" userId="dcdc90ed-3509-45f7-ac48-ad038638580b" providerId="ADAL" clId="{FC25FC09-5746-4510-9F18-701AAFBE41D2}" dt="2021-03-11T09:19:57.772" v="929" actId="20577"/>
          <ac:spMkLst>
            <pc:docMk/>
            <pc:sldMk cId="4030154425" sldId="521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FC25FC09-5746-4510-9F18-701AAFBE41D2}" dt="2021-03-10T15:45:28.159" v="226" actId="20577"/>
        <pc:sldMkLst>
          <pc:docMk/>
          <pc:sldMk cId="2162769395" sldId="522"/>
        </pc:sldMkLst>
        <pc:spChg chg="mod">
          <ac:chgData name="Alessandro Ortis" userId="dcdc90ed-3509-45f7-ac48-ad038638580b" providerId="ADAL" clId="{FC25FC09-5746-4510-9F18-701AAFBE41D2}" dt="2021-03-10T15:45:28.159" v="226" actId="20577"/>
          <ac:spMkLst>
            <pc:docMk/>
            <pc:sldMk cId="2162769395" sldId="522"/>
            <ac:spMk id="2" creationId="{00000000-0000-0000-0000-000000000000}"/>
          </ac:spMkLst>
        </pc:spChg>
      </pc:sldChg>
      <pc:sldChg chg="add del">
        <pc:chgData name="Alessandro Ortis" userId="dcdc90ed-3509-45f7-ac48-ad038638580b" providerId="ADAL" clId="{FC25FC09-5746-4510-9F18-701AAFBE41D2}" dt="2021-03-10T15:54:02.655" v="311"/>
        <pc:sldMkLst>
          <pc:docMk/>
          <pc:sldMk cId="988207306" sldId="523"/>
        </pc:sldMkLst>
      </pc:sldChg>
      <pc:sldChg chg="addSp delSp modSp add mod">
        <pc:chgData name="Alessandro Ortis" userId="dcdc90ed-3509-45f7-ac48-ad038638580b" providerId="ADAL" clId="{FC25FC09-5746-4510-9F18-701AAFBE41D2}" dt="2021-03-11T10:49:48.676" v="3140" actId="20577"/>
        <pc:sldMkLst>
          <pc:docMk/>
          <pc:sldMk cId="2107147429" sldId="523"/>
        </pc:sldMkLst>
        <pc:spChg chg="add mod">
          <ac:chgData name="Alessandro Ortis" userId="dcdc90ed-3509-45f7-ac48-ad038638580b" providerId="ADAL" clId="{FC25FC09-5746-4510-9F18-701AAFBE41D2}" dt="2021-03-11T10:49:48.676" v="3140" actId="20577"/>
          <ac:spMkLst>
            <pc:docMk/>
            <pc:sldMk cId="2107147429" sldId="523"/>
            <ac:spMk id="6" creationId="{B8BD4453-B93C-44AF-A983-9705B9AF929B}"/>
          </ac:spMkLst>
        </pc:spChg>
        <pc:spChg chg="mod">
          <ac:chgData name="Alessandro Ortis" userId="dcdc90ed-3509-45f7-ac48-ad038638580b" providerId="ADAL" clId="{FC25FC09-5746-4510-9F18-701AAFBE41D2}" dt="2021-03-11T10:25:54.967" v="1621" actId="20577"/>
          <ac:spMkLst>
            <pc:docMk/>
            <pc:sldMk cId="2107147429" sldId="52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6:23.918" v="2943" actId="20577"/>
          <ac:spMkLst>
            <pc:docMk/>
            <pc:sldMk cId="2107147429" sldId="523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25:24.599" v="1598" actId="478"/>
          <ac:spMkLst>
            <pc:docMk/>
            <pc:sldMk cId="2107147429" sldId="523"/>
            <ac:spMk id="208900" creationId="{A7A11AEE-8023-4E56-841E-3B1E869BB86C}"/>
          </ac:spMkLst>
        </pc:spChg>
        <pc:spChg chg="del">
          <ac:chgData name="Alessandro Ortis" userId="dcdc90ed-3509-45f7-ac48-ad038638580b" providerId="ADAL" clId="{FC25FC09-5746-4510-9F18-701AAFBE41D2}" dt="2021-03-11T10:25:22.335" v="1597" actId="478"/>
          <ac:spMkLst>
            <pc:docMk/>
            <pc:sldMk cId="2107147429" sldId="523"/>
            <ac:spMk id="208901" creationId="{87C80AEF-D07B-4C3C-8F22-D37CAE3DC876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15:18:33.155" v="4699" actId="767"/>
        <pc:sldMkLst>
          <pc:docMk/>
          <pc:sldMk cId="1320884316" sldId="524"/>
        </pc:sldMkLst>
        <pc:spChg chg="add del mod">
          <ac:chgData name="Alessandro Ortis" userId="dcdc90ed-3509-45f7-ac48-ad038638580b" providerId="ADAL" clId="{FC25FC09-5746-4510-9F18-701AAFBE41D2}" dt="2021-03-11T15:18:33.155" v="4699" actId="767"/>
          <ac:spMkLst>
            <pc:docMk/>
            <pc:sldMk cId="1320884316" sldId="524"/>
            <ac:spMk id="2" creationId="{444E7869-DE85-4104-824C-43C4CD9E78AD}"/>
          </ac:spMkLst>
        </pc:spChg>
        <pc:spChg chg="add mod">
          <ac:chgData name="Alessandro Ortis" userId="dcdc90ed-3509-45f7-ac48-ad038638580b" providerId="ADAL" clId="{FC25FC09-5746-4510-9F18-701AAFBE41D2}" dt="2021-03-11T10:11:48.533" v="1569" actId="14100"/>
          <ac:spMkLst>
            <pc:docMk/>
            <pc:sldMk cId="1320884316" sldId="52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09:43:43.600" v="1132" actId="27636"/>
          <ac:spMkLst>
            <pc:docMk/>
            <pc:sldMk cId="1320884316" sldId="52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46:06.236" v="1345" actId="20577"/>
          <ac:spMkLst>
            <pc:docMk/>
            <pc:sldMk cId="1320884316" sldId="524"/>
            <ac:spMk id="204803" creationId="{AC415C69-5626-41F6-A09E-4CC882D61CD0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4" creationId="{B12826C1-1797-4F10-8E45-F82F56774A8A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6" creationId="{D0079A3D-20BB-4DA6-9BB3-F6E2493916B4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7" creationId="{04ACA393-AB56-4E5A-B0C1-05DE972F906C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14:51:49.163" v="4655" actId="113"/>
        <pc:sldMkLst>
          <pc:docMk/>
          <pc:sldMk cId="206646203" sldId="525"/>
        </pc:sldMkLst>
        <pc:spChg chg="add mod">
          <ac:chgData name="Alessandro Ortis" userId="dcdc90ed-3509-45f7-ac48-ad038638580b" providerId="ADAL" clId="{FC25FC09-5746-4510-9F18-701AAFBE41D2}" dt="2021-03-11T14:51:27.371" v="4651" actId="113"/>
          <ac:spMkLst>
            <pc:docMk/>
            <pc:sldMk cId="206646203" sldId="525"/>
            <ac:spMk id="5" creationId="{E0A243A7-949B-44F8-B47D-B7191B81FF51}"/>
          </ac:spMkLst>
        </pc:spChg>
        <pc:spChg chg="add del mod">
          <ac:chgData name="Alessandro Ortis" userId="dcdc90ed-3509-45f7-ac48-ad038638580b" providerId="ADAL" clId="{FC25FC09-5746-4510-9F18-701AAFBE41D2}" dt="2021-03-11T14:31:07.667" v="4191"/>
          <ac:spMkLst>
            <pc:docMk/>
            <pc:sldMk cId="206646203" sldId="525"/>
            <ac:spMk id="6" creationId="{A9E46404-1F59-41DD-9C9E-BEAE965C08F1}"/>
          </ac:spMkLst>
        </pc:spChg>
        <pc:spChg chg="add mod">
          <ac:chgData name="Alessandro Ortis" userId="dcdc90ed-3509-45f7-ac48-ad038638580b" providerId="ADAL" clId="{FC25FC09-5746-4510-9F18-701AAFBE41D2}" dt="2021-03-11T14:51:49.163" v="4655" actId="113"/>
          <ac:spMkLst>
            <pc:docMk/>
            <pc:sldMk cId="206646203" sldId="525"/>
            <ac:spMk id="7" creationId="{FFFE422E-C88A-4829-BE65-3C3FE43DC13A}"/>
          </ac:spMkLst>
        </pc:spChg>
        <pc:spChg chg="add mod">
          <ac:chgData name="Alessandro Ortis" userId="dcdc90ed-3509-45f7-ac48-ad038638580b" providerId="ADAL" clId="{FC25FC09-5746-4510-9F18-701AAFBE41D2}" dt="2021-03-11T14:33:15.114" v="4268" actId="404"/>
          <ac:spMkLst>
            <pc:docMk/>
            <pc:sldMk cId="206646203" sldId="525"/>
            <ac:spMk id="9" creationId="{B7A656DF-5F3C-4D11-B704-6206619F5DD0}"/>
          </ac:spMkLst>
        </pc:spChg>
        <pc:spChg chg="add mod">
          <ac:chgData name="Alessandro Ortis" userId="dcdc90ed-3509-45f7-ac48-ad038638580b" providerId="ADAL" clId="{FC25FC09-5746-4510-9F18-701AAFBE41D2}" dt="2021-03-11T14:37:38.629" v="4294" actId="20577"/>
          <ac:spMkLst>
            <pc:docMk/>
            <pc:sldMk cId="206646203" sldId="525"/>
            <ac:spMk id="10" creationId="{1E847AAD-219B-4723-B747-B95A639271ED}"/>
          </ac:spMkLst>
        </pc:spChg>
        <pc:spChg chg="add mod">
          <ac:chgData name="Alessandro Ortis" userId="dcdc90ed-3509-45f7-ac48-ad038638580b" providerId="ADAL" clId="{FC25FC09-5746-4510-9F18-701AAFBE41D2}" dt="2021-03-11T14:51:46.051" v="4653" actId="113"/>
          <ac:spMkLst>
            <pc:docMk/>
            <pc:sldMk cId="206646203" sldId="525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3:20.576" v="4269" actId="123"/>
          <ac:spMkLst>
            <pc:docMk/>
            <pc:sldMk cId="206646203" sldId="525"/>
            <ac:spMk id="208899" creationId="{54BD4A4D-FD2A-4E29-9B57-2A5E9578E326}"/>
          </ac:spMkLst>
        </pc:spChg>
      </pc:sldChg>
      <pc:sldChg chg="addSp modSp add mod">
        <pc:chgData name="Alessandro Ortis" userId="dcdc90ed-3509-45f7-ac48-ad038638580b" providerId="ADAL" clId="{FC25FC09-5746-4510-9F18-701AAFBE41D2}" dt="2021-03-11T15:31:58.017" v="4755" actId="208"/>
        <pc:sldMkLst>
          <pc:docMk/>
          <pc:sldMk cId="386673118" sldId="526"/>
        </pc:sldMkLst>
        <pc:spChg chg="add mod">
          <ac:chgData name="Alessandro Ortis" userId="dcdc90ed-3509-45f7-ac48-ad038638580b" providerId="ADAL" clId="{FC25FC09-5746-4510-9F18-701AAFBE41D2}" dt="2021-03-11T15:31:58.017" v="4755" actId="208"/>
          <ac:spMkLst>
            <pc:docMk/>
            <pc:sldMk cId="386673118" sldId="526"/>
            <ac:spMk id="4" creationId="{D39CBE6D-58A0-49CF-AB3F-1AFE57C2B1E0}"/>
          </ac:spMkLst>
        </pc:spChg>
        <pc:spChg chg="mod">
          <ac:chgData name="Alessandro Ortis" userId="dcdc90ed-3509-45f7-ac48-ad038638580b" providerId="ADAL" clId="{FC25FC09-5746-4510-9F18-701AAFBE41D2}" dt="2021-03-11T10:26:11.094" v="1664" actId="20577"/>
          <ac:spMkLst>
            <pc:docMk/>
            <pc:sldMk cId="386673118" sldId="52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59:23.710" v="3362" actId="20577"/>
          <ac:spMkLst>
            <pc:docMk/>
            <pc:sldMk cId="386673118" sldId="526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44:43.720" v="4762" actId="729"/>
        <pc:sldMkLst>
          <pc:docMk/>
          <pc:sldMk cId="2560002323" sldId="527"/>
        </pc:sldMkLst>
        <pc:spChg chg="mod">
          <ac:chgData name="Alessandro Ortis" userId="dcdc90ed-3509-45f7-ac48-ad038638580b" providerId="ADAL" clId="{FC25FC09-5746-4510-9F18-701AAFBE41D2}" dt="2021-03-11T10:26:33.142" v="1698" actId="20577"/>
          <ac:spMkLst>
            <pc:docMk/>
            <pc:sldMk cId="2560002323" sldId="527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4.763" v="4759" actId="14100"/>
          <ac:spMkLst>
            <pc:docMk/>
            <pc:sldMk cId="2560002323" sldId="527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44:43.720" v="4762" actId="729"/>
        <pc:sldMkLst>
          <pc:docMk/>
          <pc:sldMk cId="3060722061" sldId="528"/>
        </pc:sldMkLst>
        <pc:spChg chg="mod">
          <ac:chgData name="Alessandro Ortis" userId="dcdc90ed-3509-45f7-ac48-ad038638580b" providerId="ADAL" clId="{FC25FC09-5746-4510-9F18-701AAFBE41D2}" dt="2021-03-11T10:26:44.976" v="1736" actId="20577"/>
          <ac:spMkLst>
            <pc:docMk/>
            <pc:sldMk cId="3060722061" sldId="528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8.954" v="4761" actId="14100"/>
          <ac:spMkLst>
            <pc:docMk/>
            <pc:sldMk cId="3060722061" sldId="528"/>
            <ac:spMk id="208899" creationId="{54BD4A4D-FD2A-4E29-9B57-2A5E9578E326}"/>
          </ac:spMkLst>
        </pc:spChg>
      </pc:sldChg>
      <pc:sldChg chg="delSp modSp add mod">
        <pc:chgData name="Alessandro Ortis" userId="dcdc90ed-3509-45f7-ac48-ad038638580b" providerId="ADAL" clId="{FC25FC09-5746-4510-9F18-701AAFBE41D2}" dt="2021-03-12T07:56:23.017" v="5253" actId="20577"/>
        <pc:sldMkLst>
          <pc:docMk/>
          <pc:sldMk cId="2022109737" sldId="529"/>
        </pc:sldMkLst>
        <pc:spChg chg="del">
          <ac:chgData name="Alessandro Ortis" userId="dcdc90ed-3509-45f7-ac48-ad038638580b" providerId="ADAL" clId="{FC25FC09-5746-4510-9F18-701AAFBE41D2}" dt="2021-03-11T10:30:17.140" v="1758" actId="478"/>
          <ac:spMkLst>
            <pc:docMk/>
            <pc:sldMk cId="2022109737" sldId="529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30:14.363" v="1757" actId="478"/>
          <ac:spMkLst>
            <pc:docMk/>
            <pc:sldMk cId="2022109737" sldId="529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2T07:56:23.017" v="5253" actId="20577"/>
          <ac:spMkLst>
            <pc:docMk/>
            <pc:sldMk cId="2022109737" sldId="529"/>
            <ac:spMk id="208901" creationId="{87C80AEF-D07B-4C3C-8F22-D37CAE3DC87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0:54:46.853" v="3143" actId="729"/>
        <pc:sldMkLst>
          <pc:docMk/>
          <pc:sldMk cId="534486553" sldId="530"/>
        </pc:sldMkLst>
        <pc:spChg chg="mod">
          <ac:chgData name="Alessandro Ortis" userId="dcdc90ed-3509-45f7-ac48-ad038638580b" providerId="ADAL" clId="{FC25FC09-5746-4510-9F18-701AAFBE41D2}" dt="2021-03-11T10:39:52.045" v="2394" actId="20577"/>
          <ac:spMkLst>
            <pc:docMk/>
            <pc:sldMk cId="534486553" sldId="530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0:02.119" v="2398" actId="5793"/>
          <ac:spMkLst>
            <pc:docMk/>
            <pc:sldMk cId="534486553" sldId="530"/>
            <ac:spMk id="208901" creationId="{87C80AEF-D07B-4C3C-8F22-D37CAE3DC876}"/>
          </ac:spMkLst>
        </pc:spChg>
      </pc:sldChg>
      <pc:sldChg chg="addSp modSp add mod">
        <pc:chgData name="Alessandro Ortis" userId="dcdc90ed-3509-45f7-ac48-ad038638580b" providerId="ADAL" clId="{FC25FC09-5746-4510-9F18-701AAFBE41D2}" dt="2021-03-11T15:31:54.739" v="4754" actId="208"/>
        <pc:sldMkLst>
          <pc:docMk/>
          <pc:sldMk cId="1998320164" sldId="531"/>
        </pc:sldMkLst>
        <pc:spChg chg="mod">
          <ac:chgData name="Alessandro Ortis" userId="dcdc90ed-3509-45f7-ac48-ad038638580b" providerId="ADAL" clId="{FC25FC09-5746-4510-9F18-701AAFBE41D2}" dt="2021-03-11T15:31:54.739" v="4754" actId="208"/>
          <ac:spMkLst>
            <pc:docMk/>
            <pc:sldMk cId="1998320164" sldId="531"/>
            <ac:spMk id="4" creationId="{D39CBE6D-58A0-49CF-AB3F-1AFE57C2B1E0}"/>
          </ac:spMkLst>
        </pc:spChg>
        <pc:spChg chg="add mod">
          <ac:chgData name="Alessandro Ortis" userId="dcdc90ed-3509-45f7-ac48-ad038638580b" providerId="ADAL" clId="{FC25FC09-5746-4510-9F18-701AAFBE41D2}" dt="2021-03-11T15:31:52.912" v="4753" actId="208"/>
          <ac:spMkLst>
            <pc:docMk/>
            <pc:sldMk cId="1998320164" sldId="531"/>
            <ac:spMk id="5" creationId="{377EBF32-8B01-4F56-968E-5511A28E4C32}"/>
          </ac:spMkLst>
        </pc:spChg>
        <pc:spChg chg="mod">
          <ac:chgData name="Alessandro Ortis" userId="dcdc90ed-3509-45f7-ac48-ad038638580b" providerId="ADAL" clId="{FC25FC09-5746-4510-9F18-701AAFBE41D2}" dt="2021-03-11T11:03:49.540" v="3707" actId="1076"/>
          <ac:spMkLst>
            <pc:docMk/>
            <pc:sldMk cId="1998320164" sldId="531"/>
            <ac:spMk id="208899" creationId="{54BD4A4D-FD2A-4E29-9B57-2A5E9578E326}"/>
          </ac:spMkLst>
        </pc:spChg>
      </pc:sldChg>
      <pc:sldChg chg="addSp delSp modSp add mod ord">
        <pc:chgData name="Alessandro Ortis" userId="dcdc90ed-3509-45f7-ac48-ad038638580b" providerId="ADAL" clId="{FC25FC09-5746-4510-9F18-701AAFBE41D2}" dt="2021-03-11T11:18:58.850" v="3876" actId="1076"/>
        <pc:sldMkLst>
          <pc:docMk/>
          <pc:sldMk cId="3832922947" sldId="532"/>
        </pc:sldMkLst>
        <pc:spChg chg="del">
          <ac:chgData name="Alessandro Ortis" userId="dcdc90ed-3509-45f7-ac48-ad038638580b" providerId="ADAL" clId="{FC25FC09-5746-4510-9F18-701AAFBE41D2}" dt="2021-03-11T11:12:38.410" v="3789" actId="478"/>
          <ac:spMkLst>
            <pc:docMk/>
            <pc:sldMk cId="3832922947" sldId="532"/>
            <ac:spMk id="4" creationId="{D39CBE6D-58A0-49CF-AB3F-1AFE57C2B1E0}"/>
          </ac:spMkLst>
        </pc:spChg>
        <pc:spChg chg="add del mod">
          <ac:chgData name="Alessandro Ortis" userId="dcdc90ed-3509-45f7-ac48-ad038638580b" providerId="ADAL" clId="{FC25FC09-5746-4510-9F18-701AAFBE41D2}" dt="2021-03-11T11:16:17.180" v="3799"/>
          <ac:spMkLst>
            <pc:docMk/>
            <pc:sldMk cId="3832922947" sldId="532"/>
            <ac:spMk id="5" creationId="{694525E9-F4C4-445E-BAEF-ED446955862A}"/>
          </ac:spMkLst>
        </pc:spChg>
        <pc:spChg chg="add mod">
          <ac:chgData name="Alessandro Ortis" userId="dcdc90ed-3509-45f7-ac48-ad038638580b" providerId="ADAL" clId="{FC25FC09-5746-4510-9F18-701AAFBE41D2}" dt="2021-03-11T11:18:55.785" v="3875" actId="1076"/>
          <ac:spMkLst>
            <pc:docMk/>
            <pc:sldMk cId="3832922947" sldId="532"/>
            <ac:spMk id="7" creationId="{6DA66C5B-5B64-4ECD-A966-27EC496725F9}"/>
          </ac:spMkLst>
        </pc:spChg>
        <pc:spChg chg="add mod">
          <ac:chgData name="Alessandro Ortis" userId="dcdc90ed-3509-45f7-ac48-ad038638580b" providerId="ADAL" clId="{FC25FC09-5746-4510-9F18-701AAFBE41D2}" dt="2021-03-11T11:18:58.850" v="3876" actId="1076"/>
          <ac:spMkLst>
            <pc:docMk/>
            <pc:sldMk cId="3832922947" sldId="532"/>
            <ac:spMk id="9" creationId="{A8FB1877-B017-4B0E-9C21-D813B6B06534}"/>
          </ac:spMkLst>
        </pc:spChg>
        <pc:spChg chg="mod">
          <ac:chgData name="Alessandro Ortis" userId="dcdc90ed-3509-45f7-ac48-ad038638580b" providerId="ADAL" clId="{FC25FC09-5746-4510-9F18-701AAFBE41D2}" dt="2021-03-11T11:18:33.655" v="3839" actId="6549"/>
          <ac:spMkLst>
            <pc:docMk/>
            <pc:sldMk cId="3832922947" sldId="532"/>
            <ac:spMk id="208899" creationId="{54BD4A4D-FD2A-4E29-9B57-2A5E9578E326}"/>
          </ac:spMkLst>
        </pc:spChg>
      </pc:sldChg>
      <pc:sldChg chg="delSp modSp add mod">
        <pc:chgData name="Alessandro Ortis" userId="dcdc90ed-3509-45f7-ac48-ad038638580b" providerId="ADAL" clId="{FC25FC09-5746-4510-9F18-701AAFBE41D2}" dt="2021-03-11T14:51:15.923" v="4643" actId="114"/>
        <pc:sldMkLst>
          <pc:docMk/>
          <pc:sldMk cId="3886541555" sldId="533"/>
        </pc:sldMkLst>
        <pc:spChg chg="mod">
          <ac:chgData name="Alessandro Ortis" userId="dcdc90ed-3509-45f7-ac48-ad038638580b" providerId="ADAL" clId="{FC25FC09-5746-4510-9F18-701AAFBE41D2}" dt="2021-03-11T14:51:15.923" v="4643" actId="114"/>
          <ac:spMkLst>
            <pc:docMk/>
            <pc:sldMk cId="3886541555" sldId="533"/>
            <ac:spMk id="5" creationId="{E0A243A7-949B-44F8-B47D-B7191B81FF51}"/>
          </ac:spMkLst>
        </pc:spChg>
        <pc:spChg chg="mod">
          <ac:chgData name="Alessandro Ortis" userId="dcdc90ed-3509-45f7-ac48-ad038638580b" providerId="ADAL" clId="{FC25FC09-5746-4510-9F18-701AAFBE41D2}" dt="2021-03-11T14:51:13.077" v="4641" actId="114"/>
          <ac:spMkLst>
            <pc:docMk/>
            <pc:sldMk cId="3886541555" sldId="533"/>
            <ac:spMk id="7" creationId="{FFFE422E-C88A-4829-BE65-3C3FE43DC13A}"/>
          </ac:spMkLst>
        </pc:spChg>
        <pc:spChg chg="mod">
          <ac:chgData name="Alessandro Ortis" userId="dcdc90ed-3509-45f7-ac48-ad038638580b" providerId="ADAL" clId="{FC25FC09-5746-4510-9F18-701AAFBE41D2}" dt="2021-03-11T14:42:05.683" v="4577" actId="20577"/>
          <ac:spMkLst>
            <pc:docMk/>
            <pc:sldMk cId="3886541555" sldId="533"/>
            <ac:spMk id="9" creationId="{B7A656DF-5F3C-4D11-B704-6206619F5DD0}"/>
          </ac:spMkLst>
        </pc:spChg>
        <pc:spChg chg="del mod">
          <ac:chgData name="Alessandro Ortis" userId="dcdc90ed-3509-45f7-ac48-ad038638580b" providerId="ADAL" clId="{FC25FC09-5746-4510-9F18-701AAFBE41D2}" dt="2021-03-11T14:42:49.930" v="4599" actId="478"/>
          <ac:spMkLst>
            <pc:docMk/>
            <pc:sldMk cId="3886541555" sldId="533"/>
            <ac:spMk id="10" creationId="{1E847AAD-219B-4723-B747-B95A639271ED}"/>
          </ac:spMkLst>
        </pc:spChg>
        <pc:spChg chg="del mod">
          <ac:chgData name="Alessandro Ortis" userId="dcdc90ed-3509-45f7-ac48-ad038638580b" providerId="ADAL" clId="{FC25FC09-5746-4510-9F18-701AAFBE41D2}" dt="2021-03-11T14:41:54.484" v="4549" actId="478"/>
          <ac:spMkLst>
            <pc:docMk/>
            <pc:sldMk cId="3886541555" sldId="533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9:38.444" v="4391" actId="20577"/>
          <ac:spMkLst>
            <pc:docMk/>
            <pc:sldMk cId="3886541555" sldId="533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17:51.173" v="4697" actId="729"/>
        <pc:sldMkLst>
          <pc:docMk/>
          <pc:sldMk cId="524484874" sldId="534"/>
        </pc:sldMkLst>
        <pc:spChg chg="mod">
          <ac:chgData name="Alessandro Ortis" userId="dcdc90ed-3509-45f7-ac48-ad038638580b" providerId="ADAL" clId="{FC25FC09-5746-4510-9F18-701AAFBE41D2}" dt="2021-03-11T15:07:29.629" v="4696" actId="5793"/>
          <ac:spMkLst>
            <pc:docMk/>
            <pc:sldMk cId="524484874" sldId="53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15:07:22.406" v="4687" actId="20577"/>
          <ac:spMkLst>
            <pc:docMk/>
            <pc:sldMk cId="524484874" sldId="53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15:07:25.673" v="4691" actId="5793"/>
          <ac:spMkLst>
            <pc:docMk/>
            <pc:sldMk cId="524484874" sldId="534"/>
            <ac:spMk id="204803" creationId="{AC415C69-5626-41F6-A09E-4CC882D61CD0}"/>
          </ac:spMkLst>
        </pc:spChg>
      </pc:sldChg>
      <pc:sldChg chg="addSp delSp modSp add mod modAnim">
        <pc:chgData name="Alessandro Ortis" userId="dcdc90ed-3509-45f7-ac48-ad038638580b" providerId="ADAL" clId="{FC25FC09-5746-4510-9F18-701AAFBE41D2}" dt="2021-03-11T15:19:45.584" v="4752" actId="14100"/>
        <pc:sldMkLst>
          <pc:docMk/>
          <pc:sldMk cId="3948933584" sldId="535"/>
        </pc:sldMkLst>
        <pc:spChg chg="add mod">
          <ac:chgData name="Alessandro Ortis" userId="dcdc90ed-3509-45f7-ac48-ad038638580b" providerId="ADAL" clId="{FC25FC09-5746-4510-9F18-701AAFBE41D2}" dt="2021-03-11T15:19:41.990" v="4750" actId="1076"/>
          <ac:spMkLst>
            <pc:docMk/>
            <pc:sldMk cId="3948933584" sldId="535"/>
            <ac:spMk id="5" creationId="{6312FC01-A285-4668-A8FC-CE1C44F2D013}"/>
          </ac:spMkLst>
        </pc:spChg>
        <pc:cxnChg chg="add del">
          <ac:chgData name="Alessandro Ortis" userId="dcdc90ed-3509-45f7-ac48-ad038638580b" providerId="ADAL" clId="{FC25FC09-5746-4510-9F18-701AAFBE41D2}" dt="2021-03-11T15:19:24.423" v="4745" actId="11529"/>
          <ac:cxnSpMkLst>
            <pc:docMk/>
            <pc:sldMk cId="3948933584" sldId="535"/>
            <ac:cxnSpMk id="3" creationId="{EA90CA1C-07F8-4AEF-A6BD-5557D6DB06F8}"/>
          </ac:cxnSpMkLst>
        </pc:cxnChg>
        <pc:cxnChg chg="add mod">
          <ac:chgData name="Alessandro Ortis" userId="dcdc90ed-3509-45f7-ac48-ad038638580b" providerId="ADAL" clId="{FC25FC09-5746-4510-9F18-701AAFBE41D2}" dt="2021-03-11T15:19:43.512" v="4751" actId="14100"/>
          <ac:cxnSpMkLst>
            <pc:docMk/>
            <pc:sldMk cId="3948933584" sldId="535"/>
            <ac:cxnSpMk id="6" creationId="{2B4421CB-BEB5-4C29-B30F-06B3E37A2F57}"/>
          </ac:cxnSpMkLst>
        </pc:cxnChg>
        <pc:cxnChg chg="add mod">
          <ac:chgData name="Alessandro Ortis" userId="dcdc90ed-3509-45f7-ac48-ad038638580b" providerId="ADAL" clId="{FC25FC09-5746-4510-9F18-701AAFBE41D2}" dt="2021-03-11T15:19:45.584" v="4752" actId="14100"/>
          <ac:cxnSpMkLst>
            <pc:docMk/>
            <pc:sldMk cId="3948933584" sldId="535"/>
            <ac:cxnSpMk id="10" creationId="{F2BBCD46-0BE9-48F9-998F-09E8AF1D964C}"/>
          </ac:cxnSpMkLst>
        </pc:cxnChg>
      </pc:sldChg>
      <pc:sldChg chg="addSp delSp modSp add mod">
        <pc:chgData name="Alessandro Ortis" userId="dcdc90ed-3509-45f7-ac48-ad038638580b" providerId="ADAL" clId="{FC25FC09-5746-4510-9F18-701AAFBE41D2}" dt="2021-03-12T15:32:01.031" v="5492" actId="20577"/>
        <pc:sldMkLst>
          <pc:docMk/>
          <pc:sldMk cId="199204057" sldId="536"/>
        </pc:sldMkLst>
        <pc:spChg chg="add del">
          <ac:chgData name="Alessandro Ortis" userId="dcdc90ed-3509-45f7-ac48-ad038638580b" providerId="ADAL" clId="{FC25FC09-5746-4510-9F18-701AAFBE41D2}" dt="2021-03-11T17:52:18.396" v="4837"/>
          <ac:spMkLst>
            <pc:docMk/>
            <pc:sldMk cId="199204057" sldId="536"/>
            <ac:spMk id="2" creationId="{8CB8D22C-2816-4321-A40A-C99028DD32E0}"/>
          </ac:spMkLst>
        </pc:spChg>
        <pc:spChg chg="add mod">
          <ac:chgData name="Alessandro Ortis" userId="dcdc90ed-3509-45f7-ac48-ad038638580b" providerId="ADAL" clId="{FC25FC09-5746-4510-9F18-701AAFBE41D2}" dt="2021-03-12T15:32:01.031" v="5492" actId="20577"/>
          <ac:spMkLst>
            <pc:docMk/>
            <pc:sldMk cId="199204057" sldId="536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7:50:13.466" v="4787" actId="20577"/>
          <ac:spMkLst>
            <pc:docMk/>
            <pc:sldMk cId="199204057" sldId="53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7:53:41.299" v="4993" actId="20577"/>
          <ac:spMkLst>
            <pc:docMk/>
            <pc:sldMk cId="199204057" sldId="536"/>
            <ac:spMk id="208901" creationId="{87C80AEF-D07B-4C3C-8F22-D37CAE3DC876}"/>
          </ac:spMkLst>
        </pc:spChg>
      </pc:sldChg>
      <pc:sldChg chg="modSp add mod">
        <pc:chgData name="Alessandro Ortis" userId="dcdc90ed-3509-45f7-ac48-ad038638580b" providerId="ADAL" clId="{FC25FC09-5746-4510-9F18-701AAFBE41D2}" dt="2021-03-12T15:30:11.250" v="5255" actId="20577"/>
        <pc:sldMkLst>
          <pc:docMk/>
          <pc:sldMk cId="3418934170" sldId="537"/>
        </pc:sldMkLst>
        <pc:spChg chg="mod">
          <ac:chgData name="Alessandro Ortis" userId="dcdc90ed-3509-45f7-ac48-ad038638580b" providerId="ADAL" clId="{FC25FC09-5746-4510-9F18-701AAFBE41D2}" dt="2021-03-11T17:58:26.139" v="5102" actId="123"/>
          <ac:spMkLst>
            <pc:docMk/>
            <pc:sldMk cId="3418934170" sldId="537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2T15:30:11.250" v="5255" actId="20577"/>
          <ac:spMkLst>
            <pc:docMk/>
            <pc:sldMk cId="3418934170" sldId="537"/>
            <ac:spMk id="208901" creationId="{87C80AEF-D07B-4C3C-8F22-D37CAE3DC876}"/>
          </ac:spMkLst>
        </pc:spChg>
      </pc:sldChg>
      <pc:sldChg chg="modSp add mod">
        <pc:chgData name="Alessandro Ortis" userId="dcdc90ed-3509-45f7-ac48-ad038638580b" providerId="ADAL" clId="{FC25FC09-5746-4510-9F18-701AAFBE41D2}" dt="2021-03-11T18:01:23.472" v="5251" actId="115"/>
        <pc:sldMkLst>
          <pc:docMk/>
          <pc:sldMk cId="3588884621" sldId="538"/>
        </pc:sldMkLst>
        <pc:spChg chg="mod">
          <ac:chgData name="Alessandro Ortis" userId="dcdc90ed-3509-45f7-ac48-ad038638580b" providerId="ADAL" clId="{FC25FC09-5746-4510-9F18-701AAFBE41D2}" dt="2021-03-11T17:58:40.217" v="5106" actId="6549"/>
          <ac:spMkLst>
            <pc:docMk/>
            <pc:sldMk cId="3588884621" sldId="538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8:01:23.472" v="5251" actId="115"/>
          <ac:spMkLst>
            <pc:docMk/>
            <pc:sldMk cId="3588884621" sldId="538"/>
            <ac:spMk id="208901" creationId="{87C80AEF-D07B-4C3C-8F22-D37CAE3DC87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DA55-E9BD-494C-A52C-814701C3F6EF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E24BD-7ED4-4CD9-9422-3B74C47657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2233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91086-3082-4583-89C2-583287FB15A2}" type="datetimeFigureOut">
              <a:rPr lang="it-IT" smtClean="0"/>
              <a:pPr/>
              <a:t>23/02/2023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838FA-C531-4022-96EB-EDFCC694F73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46391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944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35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8150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677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6585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3740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021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6351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10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62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11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12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8736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13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116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14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519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15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8418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16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64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17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731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18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5340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19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00990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20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0935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21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3277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22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2632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23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2883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24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9561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97B7F6C-DB51-44DD-A98C-CA5B35E5FD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19797D-E18D-4F5B-BFED-36D645BE4D36}" type="slidenum">
              <a:rPr lang="en-GB" altLang="en-US" sz="1200">
                <a:solidFill>
                  <a:srgbClr val="000000"/>
                </a:solidFill>
              </a:rPr>
              <a:pPr/>
              <a:t>25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16066" name="Text Box 2">
            <a:extLst>
              <a:ext uri="{FF2B5EF4-FFF2-40B4-BE49-F238E27FC236}">
                <a16:creationId xmlns:a16="http://schemas.microsoft.com/office/drawing/2014/main" id="{4E8634C3-EBAA-4259-8CA9-BA0502C1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776CF7A1-D942-43CF-AC2F-0C47DA7A765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imes New Roman" charset="0"/>
              <a:buNone/>
              <a:tabLst/>
              <a:defRPr/>
            </a:pPr>
            <a:r>
              <a:rPr lang="it-IT" dirty="0">
                <a:ea typeface="ＭＳ Ｐゴシック" charset="0"/>
                <a:cs typeface="+mn-cs"/>
              </a:rPr>
              <a:t>…</a:t>
            </a:r>
            <a:r>
              <a:rPr lang="it-IT" altLang="zh-CN" sz="1200" dirty="0">
                <a:solidFill>
                  <a:schemeClr val="tx1"/>
                </a:solidFill>
                <a:latin typeface="+mj-lt"/>
              </a:rPr>
              <a:t> e che, in questo caso, la funzione sarà invocata direttamente tramite un puntatore</a:t>
            </a:r>
            <a:r>
              <a:rPr lang="it-IT" altLang="zh-CN" sz="1200">
                <a:solidFill>
                  <a:schemeClr val="tx1"/>
                </a:solidFill>
                <a:latin typeface="+mj-lt"/>
              </a:rPr>
              <a:t>. </a:t>
            </a:r>
            <a:endParaRPr lang="en-US" altLang="en-US" sz="120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97B7F6C-DB51-44DD-A98C-CA5B35E5FD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19797D-E18D-4F5B-BFED-36D645BE4D36}" type="slidenum">
              <a:rPr lang="en-GB" altLang="en-US" sz="1200">
                <a:solidFill>
                  <a:srgbClr val="000000"/>
                </a:solidFill>
              </a:rPr>
              <a:pPr/>
              <a:t>26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16066" name="Text Box 2">
            <a:extLst>
              <a:ext uri="{FF2B5EF4-FFF2-40B4-BE49-F238E27FC236}">
                <a16:creationId xmlns:a16="http://schemas.microsoft.com/office/drawing/2014/main" id="{4E8634C3-EBAA-4259-8CA9-BA0502C1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776CF7A1-D942-43CF-AC2F-0C47DA7A765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97362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97B7F6C-DB51-44DD-A98C-CA5B35E5FD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19797D-E18D-4F5B-BFED-36D645BE4D36}" type="slidenum">
              <a:rPr lang="en-GB" altLang="en-US" sz="1200">
                <a:solidFill>
                  <a:srgbClr val="000000"/>
                </a:solidFill>
              </a:rPr>
              <a:pPr/>
              <a:t>27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16066" name="Text Box 2">
            <a:extLst>
              <a:ext uri="{FF2B5EF4-FFF2-40B4-BE49-F238E27FC236}">
                <a16:creationId xmlns:a16="http://schemas.microsoft.com/office/drawing/2014/main" id="{4E8634C3-EBAA-4259-8CA9-BA0502C1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776CF7A1-D942-43CF-AC2F-0C47DA7A765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6832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97B7F6C-DB51-44DD-A98C-CA5B35E5FD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19797D-E18D-4F5B-BFED-36D645BE4D36}" type="slidenum">
              <a:rPr lang="en-GB" altLang="en-US" sz="1200">
                <a:solidFill>
                  <a:srgbClr val="000000"/>
                </a:solidFill>
              </a:rPr>
              <a:pPr/>
              <a:t>28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16066" name="Text Box 2">
            <a:extLst>
              <a:ext uri="{FF2B5EF4-FFF2-40B4-BE49-F238E27FC236}">
                <a16:creationId xmlns:a16="http://schemas.microsoft.com/office/drawing/2014/main" id="{4E8634C3-EBAA-4259-8CA9-BA0502C1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776CF7A1-D942-43CF-AC2F-0C47DA7A765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5310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97B7F6C-DB51-44DD-A98C-CA5B35E5FD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19797D-E18D-4F5B-BFED-36D645BE4D36}" type="slidenum">
              <a:rPr lang="en-GB" altLang="en-US" sz="1200">
                <a:solidFill>
                  <a:srgbClr val="000000"/>
                </a:solidFill>
              </a:rPr>
              <a:pPr/>
              <a:t>29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16066" name="Text Box 2">
            <a:extLst>
              <a:ext uri="{FF2B5EF4-FFF2-40B4-BE49-F238E27FC236}">
                <a16:creationId xmlns:a16="http://schemas.microsoft.com/office/drawing/2014/main" id="{4E8634C3-EBAA-4259-8CA9-BA0502C1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776CF7A1-D942-43CF-AC2F-0C47DA7A765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93933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97B7F6C-DB51-44DD-A98C-CA5B35E5FD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19797D-E18D-4F5B-BFED-36D645BE4D36}" type="slidenum">
              <a:rPr lang="en-GB" altLang="en-US" sz="1200">
                <a:solidFill>
                  <a:srgbClr val="000000"/>
                </a:solidFill>
              </a:rPr>
              <a:pPr/>
              <a:t>30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16066" name="Text Box 2">
            <a:extLst>
              <a:ext uri="{FF2B5EF4-FFF2-40B4-BE49-F238E27FC236}">
                <a16:creationId xmlns:a16="http://schemas.microsoft.com/office/drawing/2014/main" id="{4E8634C3-EBAA-4259-8CA9-BA0502C1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776CF7A1-D942-43CF-AC2F-0C47DA7A765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6487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97B7F6C-DB51-44DD-A98C-CA5B35E5FD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19797D-E18D-4F5B-BFED-36D645BE4D36}" type="slidenum">
              <a:rPr lang="en-GB" altLang="en-US" sz="1200">
                <a:solidFill>
                  <a:srgbClr val="000000"/>
                </a:solidFill>
              </a:rPr>
              <a:pPr/>
              <a:t>31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16066" name="Text Box 2">
            <a:extLst>
              <a:ext uri="{FF2B5EF4-FFF2-40B4-BE49-F238E27FC236}">
                <a16:creationId xmlns:a16="http://schemas.microsoft.com/office/drawing/2014/main" id="{4E8634C3-EBAA-4259-8CA9-BA0502C1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776CF7A1-D942-43CF-AC2F-0C47DA7A765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9351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97B7F6C-DB51-44DD-A98C-CA5B35E5FD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19797D-E18D-4F5B-BFED-36D645BE4D36}" type="slidenum">
              <a:rPr lang="en-GB" altLang="en-US" sz="1200">
                <a:solidFill>
                  <a:srgbClr val="000000"/>
                </a:solidFill>
              </a:rPr>
              <a:pPr/>
              <a:t>32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16066" name="Text Box 2">
            <a:extLst>
              <a:ext uri="{FF2B5EF4-FFF2-40B4-BE49-F238E27FC236}">
                <a16:creationId xmlns:a16="http://schemas.microsoft.com/office/drawing/2014/main" id="{4E8634C3-EBAA-4259-8CA9-BA0502C1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776CF7A1-D942-43CF-AC2F-0C47DA7A765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2932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97B7F6C-DB51-44DD-A98C-CA5B35E5FD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19797D-E18D-4F5B-BFED-36D645BE4D36}" type="slidenum">
              <a:rPr lang="en-GB" altLang="en-US" sz="1200">
                <a:solidFill>
                  <a:srgbClr val="000000"/>
                </a:solidFill>
              </a:rPr>
              <a:pPr/>
              <a:t>33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16066" name="Text Box 2">
            <a:extLst>
              <a:ext uri="{FF2B5EF4-FFF2-40B4-BE49-F238E27FC236}">
                <a16:creationId xmlns:a16="http://schemas.microsoft.com/office/drawing/2014/main" id="{4E8634C3-EBAA-4259-8CA9-BA0502C1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776CF7A1-D942-43CF-AC2F-0C47DA7A765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258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97B7F6C-DB51-44DD-A98C-CA5B35E5FD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19797D-E18D-4F5B-BFED-36D645BE4D36}" type="slidenum">
              <a:rPr lang="en-GB" altLang="en-US" sz="1200">
                <a:solidFill>
                  <a:srgbClr val="000000"/>
                </a:solidFill>
              </a:rPr>
              <a:pPr/>
              <a:t>34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16066" name="Text Box 2">
            <a:extLst>
              <a:ext uri="{FF2B5EF4-FFF2-40B4-BE49-F238E27FC236}">
                <a16:creationId xmlns:a16="http://schemas.microsoft.com/office/drawing/2014/main" id="{4E8634C3-EBAA-4259-8CA9-BA0502C1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776CF7A1-D942-43CF-AC2F-0C47DA7A765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74787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E530848-ED8B-4332-80C3-2F333B1CACB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11B137-1A78-4756-B1F0-314ACDC203B0}" type="slidenum">
              <a:rPr lang="en-GB" altLang="en-US" sz="1200">
                <a:solidFill>
                  <a:srgbClr val="000000"/>
                </a:solidFill>
              </a:rPr>
              <a:pPr/>
              <a:t>35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7154" name="Text Box 2">
            <a:extLst>
              <a:ext uri="{FF2B5EF4-FFF2-40B4-BE49-F238E27FC236}">
                <a16:creationId xmlns:a16="http://schemas.microsoft.com/office/drawing/2014/main" id="{7D83E6E4-A121-490A-AE34-145CA7976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7155" name="Text Box 3">
            <a:extLst>
              <a:ext uri="{FF2B5EF4-FFF2-40B4-BE49-F238E27FC236}">
                <a16:creationId xmlns:a16="http://schemas.microsoft.com/office/drawing/2014/main" id="{79CAD6FB-FB8C-4F79-BB43-7B528B6BA0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3378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Si tratta dell’attributo x ereditato da B o da C ? .. Con </a:t>
            </a:r>
            <a:r>
              <a:rPr lang="it-IT" dirty="0" err="1"/>
              <a:t>virtual</a:t>
            </a:r>
            <a:r>
              <a:rPr lang="it-IT" dirty="0"/>
              <a:t> ci sarà un solo riferimento ad A e a tutti i suoi membri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01140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429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0CCF-E218-4B2C-8464-A37907D82283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5C3F-BEE6-4767-BECD-43DC673A16E1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9C3DF-F5EE-4CE1-897E-6EF34022FF95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0FEE-6631-46C8-A68B-26580C2F8D23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57EE8-E1E6-477B-B6A0-7C4E9954D1DB}" type="datetime1">
              <a:rPr lang="it-IT" smtClean="0"/>
              <a:t>23/02/2023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9193-E75F-45FD-BCD5-B50D9F1F20EA}" type="datetime1">
              <a:rPr lang="it-IT" smtClean="0"/>
              <a:t>23/02/2023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A50-D1D4-4040-9856-CEDD09579BF0}" type="datetime1">
              <a:rPr lang="it-IT" smtClean="0"/>
              <a:t>23/02/2023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ABCC-650C-44AF-AAA5-125BD543967A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84B4-A310-4379-AA26-CC2359EE9796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3288-D516-4BE7-A187-31238DD7AC04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3434A-3403-4979-A1A4-5F970B6829C4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A9CE8-12BB-4290-9066-AE3E203EF26F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Classi</a:t>
            </a:r>
            <a:r>
              <a:rPr lang="en-US" sz="3600" dirty="0"/>
              <a:t> Derivate in C++</a:t>
            </a:r>
            <a:br>
              <a:rPr lang="it-IT" sz="1800" dirty="0"/>
            </a:br>
            <a:r>
              <a:rPr lang="it-IT" sz="1800" dirty="0"/>
              <a:t>Massimo Orazio Spata</a:t>
            </a:r>
            <a:br>
              <a:rPr lang="it-IT" sz="1800" dirty="0"/>
            </a:br>
            <a:r>
              <a:rPr lang="it-IT" sz="1800" dirty="0"/>
              <a:t>Image Processing Lab - iplab.dmi.unict.it 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massimo.spata@unict.it</a:t>
            </a:r>
            <a:br>
              <a:rPr lang="it-IT" sz="1800" dirty="0"/>
            </a:br>
            <a:r>
              <a:rPr lang="it-IT" sz="1800" dirty="0"/>
              <a:t>www.dmi.unict.it/spata/</a:t>
            </a:r>
            <a:endParaRPr lang="it-IT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Ereditarietà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9577"/>
            <a:ext cx="7886700" cy="4882554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dirty="0"/>
              <a:t>Non sempre occorre partire dal nulla nel costruire una classe, soprattutto se si dispone già di una classe che è simile a quella che si vuole costruire. In questo caso si può pensare di </a:t>
            </a:r>
            <a:r>
              <a:rPr lang="it-IT" b="1" dirty="0"/>
              <a:t>estendere </a:t>
            </a:r>
            <a:r>
              <a:rPr lang="it-IT" dirty="0"/>
              <a:t>la classe già esistente per adattarla alle nostre necessità.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L’</a:t>
            </a:r>
            <a:r>
              <a:rPr lang="it-IT" b="1" dirty="0"/>
              <a:t>ereditarietà</a:t>
            </a:r>
            <a:r>
              <a:rPr lang="it-IT" dirty="0"/>
              <a:t> è lo strumento che permette di costruire nuove classi utilizzando quelle già sviluppate.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Quando una classe viene creata in questo modo, riceve tutti gli attributi ed i metodi della classe generatrice (li eredita). La classe generata sarà quindi costituita da tutti gli attributi e i metodi della classe generatrice più tutti quelli nuovi che saranno definiti.</a:t>
            </a:r>
          </a:p>
        </p:txBody>
      </p:sp>
    </p:spTree>
    <p:extLst>
      <p:ext uri="{BB962C8B-B14F-4D97-AF65-F5344CB8AC3E}">
        <p14:creationId xmlns:p14="http://schemas.microsoft.com/office/powerpoint/2010/main" val="273804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Ereditarietà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49" y="1700808"/>
            <a:ext cx="7886700" cy="37718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dirty="0"/>
              <a:t>La classe che è stata derivata prende il nome di </a:t>
            </a:r>
            <a:r>
              <a:rPr lang="it-IT" sz="2800" b="1" dirty="0"/>
              <a:t>sottoclasse</a:t>
            </a:r>
            <a:r>
              <a:rPr lang="it-IT" sz="2800" dirty="0"/>
              <a:t>, mentre la classe generatrice si chiama </a:t>
            </a:r>
            <a:r>
              <a:rPr lang="it-IT" sz="2800" b="1" dirty="0" err="1"/>
              <a:t>sopraclasse</a:t>
            </a:r>
            <a:r>
              <a:rPr lang="it-IT" sz="2800" dirty="0"/>
              <a:t>.</a:t>
            </a:r>
          </a:p>
          <a:p>
            <a:pPr marL="0" indent="0" algn="just">
              <a:buNone/>
            </a:pPr>
            <a:endParaRPr lang="it-IT" sz="2800" dirty="0"/>
          </a:p>
          <a:p>
            <a:pPr marL="0" indent="0" algn="just">
              <a:buNone/>
            </a:pPr>
            <a:r>
              <a:rPr lang="it-IT" sz="2800" dirty="0"/>
              <a:t>Queste relazioni individuano una gerarchia che si può descrivere usando un </a:t>
            </a:r>
            <a:r>
              <a:rPr lang="it-IT" sz="2800" b="1" dirty="0"/>
              <a:t>grafo di gerarchia</a:t>
            </a:r>
            <a:r>
              <a:rPr lang="it-IT" sz="2800" dirty="0"/>
              <a:t>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5EDBB98-7B81-43D6-A914-71A6E8D27E43}"/>
              </a:ext>
            </a:extLst>
          </p:cNvPr>
          <p:cNvSpPr/>
          <p:nvPr/>
        </p:nvSpPr>
        <p:spPr>
          <a:xfrm>
            <a:off x="3727295" y="4814292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di trasporto</a:t>
            </a:r>
            <a:endParaRPr lang="en-GB" sz="1500" b="1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2193E8B-7619-4A4D-97F7-BEE2721418AD}"/>
              </a:ext>
            </a:extLst>
          </p:cNvPr>
          <p:cNvSpPr/>
          <p:nvPr/>
        </p:nvSpPr>
        <p:spPr>
          <a:xfrm>
            <a:off x="2546660" y="5702207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Automobile</a:t>
            </a:r>
            <a:endParaRPr lang="en-GB" sz="1500" b="1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512E26E-7789-4600-B93C-5038BEF4D5B9}"/>
              </a:ext>
            </a:extLst>
          </p:cNvPr>
          <p:cNvSpPr/>
          <p:nvPr/>
        </p:nvSpPr>
        <p:spPr>
          <a:xfrm>
            <a:off x="4132921" y="5702207"/>
            <a:ext cx="770828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Moto</a:t>
            </a:r>
            <a:endParaRPr lang="en-GB" sz="1500" b="1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C1C15DB-8993-4DAF-98A7-DD3B54F4C0D7}"/>
              </a:ext>
            </a:extLst>
          </p:cNvPr>
          <p:cNvSpPr/>
          <p:nvPr/>
        </p:nvSpPr>
        <p:spPr>
          <a:xfrm>
            <a:off x="5337252" y="5702207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Autobus</a:t>
            </a:r>
            <a:endParaRPr lang="en-GB" sz="1500" b="1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0F99271-4320-49DD-8760-0493253474C1}"/>
              </a:ext>
            </a:extLst>
          </p:cNvPr>
          <p:cNvCxnSpPr>
            <a:stCxn id="6" idx="0"/>
          </p:cNvCxnSpPr>
          <p:nvPr/>
        </p:nvCxnSpPr>
        <p:spPr>
          <a:xfrm flipV="1">
            <a:off x="3190643" y="5224099"/>
            <a:ext cx="536653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48A95ECC-F659-4C0A-9467-3E2C383E241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416705" y="5190647"/>
            <a:ext cx="564530" cy="511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2B89788-8089-4BE3-A17A-332F2140DB16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4485579" y="5224099"/>
            <a:ext cx="32756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97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Ereditarietà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71487"/>
            <a:ext cx="7886700" cy="37718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dirty="0"/>
              <a:t>La nuova classe si differenzia dalla </a:t>
            </a:r>
            <a:r>
              <a:rPr lang="it-IT" sz="2800" dirty="0" err="1"/>
              <a:t>sopraclasse</a:t>
            </a:r>
            <a:r>
              <a:rPr lang="it-IT" sz="2800" dirty="0"/>
              <a:t> in due modi:</a:t>
            </a:r>
          </a:p>
          <a:p>
            <a:pPr algn="just"/>
            <a:r>
              <a:rPr lang="it-IT" sz="2800" dirty="0"/>
              <a:t>Per estensione: aggiungendo nuovi attributi e metodi</a:t>
            </a:r>
          </a:p>
          <a:p>
            <a:pPr algn="just"/>
            <a:r>
              <a:rPr lang="it-IT" sz="2800" dirty="0"/>
              <a:t>Per ridefinizione: modificando i metodi ereditati, specificando una implementazione diversa di un metodo (</a:t>
            </a:r>
            <a:r>
              <a:rPr lang="it-IT" sz="2800" dirty="0" err="1"/>
              <a:t>override</a:t>
            </a:r>
            <a:r>
              <a:rPr lang="it-IT" sz="2800" dirty="0"/>
              <a:t>, </a:t>
            </a:r>
            <a:r>
              <a:rPr lang="it-IT" sz="2800" dirty="0" err="1"/>
              <a:t>overload</a:t>
            </a:r>
            <a:r>
              <a:rPr lang="it-IT" sz="2800" dirty="0"/>
              <a:t>)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5EDBB98-7B81-43D6-A914-71A6E8D27E43}"/>
              </a:ext>
            </a:extLst>
          </p:cNvPr>
          <p:cNvSpPr/>
          <p:nvPr/>
        </p:nvSpPr>
        <p:spPr>
          <a:xfrm>
            <a:off x="4067944" y="5043613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di trasporto</a:t>
            </a:r>
            <a:endParaRPr lang="en-GB" sz="1500" b="1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2193E8B-7619-4A4D-97F7-BEE2721418AD}"/>
              </a:ext>
            </a:extLst>
          </p:cNvPr>
          <p:cNvSpPr/>
          <p:nvPr/>
        </p:nvSpPr>
        <p:spPr>
          <a:xfrm>
            <a:off x="2887309" y="5931528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Automobile</a:t>
            </a:r>
            <a:endParaRPr lang="en-GB" sz="1500" b="1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512E26E-7789-4600-B93C-5038BEF4D5B9}"/>
              </a:ext>
            </a:extLst>
          </p:cNvPr>
          <p:cNvSpPr/>
          <p:nvPr/>
        </p:nvSpPr>
        <p:spPr>
          <a:xfrm>
            <a:off x="4473570" y="5931528"/>
            <a:ext cx="770828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Moto</a:t>
            </a:r>
            <a:endParaRPr lang="en-GB" sz="1500" b="1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C1C15DB-8993-4DAF-98A7-DD3B54F4C0D7}"/>
              </a:ext>
            </a:extLst>
          </p:cNvPr>
          <p:cNvSpPr/>
          <p:nvPr/>
        </p:nvSpPr>
        <p:spPr>
          <a:xfrm>
            <a:off x="5677901" y="5931528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Autobus</a:t>
            </a:r>
            <a:endParaRPr lang="en-GB" sz="1500" b="1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0F99271-4320-49DD-8760-0493253474C1}"/>
              </a:ext>
            </a:extLst>
          </p:cNvPr>
          <p:cNvCxnSpPr>
            <a:stCxn id="6" idx="0"/>
          </p:cNvCxnSpPr>
          <p:nvPr/>
        </p:nvCxnSpPr>
        <p:spPr>
          <a:xfrm flipV="1">
            <a:off x="3531292" y="5453420"/>
            <a:ext cx="536653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48A95ECC-F659-4C0A-9467-3E2C383E241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757354" y="5419968"/>
            <a:ext cx="564530" cy="511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2B89788-8089-4BE3-A17A-332F2140DB16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4826228" y="5453420"/>
            <a:ext cx="32756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51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Ereditarietà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43D0BE5-8D7D-4A13-9FC7-75AD516EB0CD}"/>
              </a:ext>
            </a:extLst>
          </p:cNvPr>
          <p:cNvSpPr/>
          <p:nvPr/>
        </p:nvSpPr>
        <p:spPr>
          <a:xfrm>
            <a:off x="2053915" y="3812324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a motore</a:t>
            </a:r>
            <a:endParaRPr lang="en-GB" sz="1500" b="1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C66A388-3566-49CA-8995-D6FAB6741EAC}"/>
              </a:ext>
            </a:extLst>
          </p:cNvPr>
          <p:cNvSpPr/>
          <p:nvPr/>
        </p:nvSpPr>
        <p:spPr>
          <a:xfrm>
            <a:off x="873279" y="4700240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Automobile</a:t>
            </a:r>
            <a:endParaRPr lang="en-GB" sz="1500" b="1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1AD0E46-5E5C-443E-8E4B-5424D1C89186}"/>
              </a:ext>
            </a:extLst>
          </p:cNvPr>
          <p:cNvSpPr/>
          <p:nvPr/>
        </p:nvSpPr>
        <p:spPr>
          <a:xfrm>
            <a:off x="2459540" y="4700240"/>
            <a:ext cx="770828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Moto</a:t>
            </a:r>
            <a:endParaRPr lang="en-GB" sz="1500" b="1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B1EFBFB-4D33-4AF7-A762-BA91FCE404F6}"/>
              </a:ext>
            </a:extLst>
          </p:cNvPr>
          <p:cNvSpPr/>
          <p:nvPr/>
        </p:nvSpPr>
        <p:spPr>
          <a:xfrm>
            <a:off x="4360130" y="4700240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Autobus</a:t>
            </a:r>
            <a:endParaRPr lang="en-GB" sz="1500" b="1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DB7E7CA-BB53-421F-B101-301229944B40}"/>
              </a:ext>
            </a:extLst>
          </p:cNvPr>
          <p:cNvCxnSpPr>
            <a:stCxn id="6" idx="0"/>
          </p:cNvCxnSpPr>
          <p:nvPr/>
        </p:nvCxnSpPr>
        <p:spPr>
          <a:xfrm flipV="1">
            <a:off x="1517262" y="4222132"/>
            <a:ext cx="536653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137BB83B-8418-4FDE-9C7E-318D069F428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3881321" y="4121769"/>
            <a:ext cx="1122793" cy="5784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EC607677-538B-4B64-9B3E-D70AE80F9E10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2812198" y="4222132"/>
            <a:ext cx="32756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134B4566-D0C8-4BAF-9217-11163CF7B79F}"/>
              </a:ext>
            </a:extLst>
          </p:cNvPr>
          <p:cNvSpPr/>
          <p:nvPr/>
        </p:nvSpPr>
        <p:spPr>
          <a:xfrm>
            <a:off x="3753082" y="2391937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di trasporto</a:t>
            </a:r>
            <a:endParaRPr lang="en-GB" sz="1500" b="1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20A45AC-8616-4061-8CDE-942E8825249A}"/>
              </a:ext>
            </a:extLst>
          </p:cNvPr>
          <p:cNvSpPr/>
          <p:nvPr/>
        </p:nvSpPr>
        <p:spPr>
          <a:xfrm>
            <a:off x="6241200" y="3778869"/>
            <a:ext cx="2030914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non a motore</a:t>
            </a:r>
            <a:endParaRPr lang="en-GB" sz="1500" b="1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E429C5C-FAC4-44E7-8A42-BDB5F076E833}"/>
              </a:ext>
            </a:extLst>
          </p:cNvPr>
          <p:cNvSpPr/>
          <p:nvPr/>
        </p:nvSpPr>
        <p:spPr>
          <a:xfrm>
            <a:off x="6066266" y="4666784"/>
            <a:ext cx="949943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Bicicletta</a:t>
            </a:r>
            <a:endParaRPr lang="en-GB" sz="1500" b="1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C11F9EA-2A5F-4892-AFD3-6820CDE243C8}"/>
              </a:ext>
            </a:extLst>
          </p:cNvPr>
          <p:cNvSpPr/>
          <p:nvPr/>
        </p:nvSpPr>
        <p:spPr>
          <a:xfrm>
            <a:off x="7449713" y="4666784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Cavallo</a:t>
            </a:r>
            <a:endParaRPr lang="en-GB" sz="1500" b="1" dirty="0"/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AB31AA9F-8003-4B01-A846-AB16DB6C7605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7734417" y="4155224"/>
            <a:ext cx="359279" cy="511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5707F69-E1F9-4BD7-960B-E2ACDE482C25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6541238" y="4188677"/>
            <a:ext cx="56802" cy="4781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0A03DE82-B48E-4F92-A143-9C3DEFDD8CD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898620" y="2822656"/>
            <a:ext cx="1126970" cy="9896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83D519F3-AD82-48CC-9647-0F4E96A59521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5118413" y="2734837"/>
            <a:ext cx="2138244" cy="10440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4E75D14D-B35B-43A5-9A35-99AEA64C0BAB}"/>
              </a:ext>
            </a:extLst>
          </p:cNvPr>
          <p:cNvSpPr/>
          <p:nvPr/>
        </p:nvSpPr>
        <p:spPr>
          <a:xfrm>
            <a:off x="3426912" y="4709999"/>
            <a:ext cx="770828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Barca</a:t>
            </a:r>
            <a:endParaRPr lang="en-GB" sz="1500" b="1" dirty="0"/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8A12D1D3-195B-4558-B6EE-3C54CEC04896}"/>
              </a:ext>
            </a:extLst>
          </p:cNvPr>
          <p:cNvCxnSpPr>
            <a:cxnSpLocks/>
          </p:cNvCxnSpPr>
          <p:nvPr/>
        </p:nvCxnSpPr>
        <p:spPr>
          <a:xfrm flipH="1" flipV="1">
            <a:off x="3557936" y="4181013"/>
            <a:ext cx="32756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425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Ereditarietà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2078309"/>
            <a:ext cx="7886700" cy="37718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b="1" i="1" dirty="0"/>
              <a:t>Ereditarietà singola</a:t>
            </a:r>
          </a:p>
          <a:p>
            <a:pPr marL="0" indent="0" algn="just">
              <a:buNone/>
            </a:pPr>
            <a:endParaRPr lang="it-IT" b="1" i="1" dirty="0"/>
          </a:p>
          <a:p>
            <a:pPr marL="0" indent="0" algn="just">
              <a:buNone/>
            </a:pPr>
            <a:endParaRPr lang="it-IT" b="1" i="1" dirty="0"/>
          </a:p>
          <a:p>
            <a:pPr marL="0" indent="0" algn="just">
              <a:buNone/>
            </a:pPr>
            <a:endParaRPr lang="it-IT" b="1" i="1" dirty="0"/>
          </a:p>
          <a:p>
            <a:pPr marL="0" indent="0" algn="just">
              <a:buNone/>
            </a:pPr>
            <a:endParaRPr lang="it-IT" b="1" i="1" dirty="0"/>
          </a:p>
          <a:p>
            <a:pPr marL="0" indent="0" algn="just">
              <a:buNone/>
            </a:pPr>
            <a:r>
              <a:rPr lang="it-IT" b="1" i="1" dirty="0"/>
              <a:t>Ereditarietà multipla</a:t>
            </a:r>
          </a:p>
          <a:p>
            <a:pPr marL="0" indent="0" algn="just">
              <a:buNone/>
            </a:pPr>
            <a:endParaRPr lang="it-IT" b="1" i="1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5EDBB98-7B81-43D6-A914-71A6E8D27E43}"/>
              </a:ext>
            </a:extLst>
          </p:cNvPr>
          <p:cNvSpPr/>
          <p:nvPr/>
        </p:nvSpPr>
        <p:spPr>
          <a:xfrm>
            <a:off x="5592466" y="1975190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di trasporto</a:t>
            </a:r>
            <a:endParaRPr lang="en-GB" sz="1500" b="1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2193E8B-7619-4A4D-97F7-BEE2721418AD}"/>
              </a:ext>
            </a:extLst>
          </p:cNvPr>
          <p:cNvSpPr/>
          <p:nvPr/>
        </p:nvSpPr>
        <p:spPr>
          <a:xfrm>
            <a:off x="4411831" y="2863105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Automobile</a:t>
            </a:r>
            <a:endParaRPr lang="en-GB" sz="1500" b="1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C1C15DB-8993-4DAF-98A7-DD3B54F4C0D7}"/>
              </a:ext>
            </a:extLst>
          </p:cNvPr>
          <p:cNvSpPr/>
          <p:nvPr/>
        </p:nvSpPr>
        <p:spPr>
          <a:xfrm>
            <a:off x="7202423" y="2863105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Autobus</a:t>
            </a:r>
            <a:endParaRPr lang="en-GB" sz="1500" b="1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0F99271-4320-49DD-8760-0493253474C1}"/>
              </a:ext>
            </a:extLst>
          </p:cNvPr>
          <p:cNvCxnSpPr>
            <a:stCxn id="6" idx="0"/>
          </p:cNvCxnSpPr>
          <p:nvPr/>
        </p:nvCxnSpPr>
        <p:spPr>
          <a:xfrm flipV="1">
            <a:off x="5055814" y="2384997"/>
            <a:ext cx="536653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48A95ECC-F659-4C0A-9467-3E2C383E241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7281876" y="2351545"/>
            <a:ext cx="564530" cy="511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2249EE7F-57A4-4EA6-9E42-578E4690B487}"/>
              </a:ext>
            </a:extLst>
          </p:cNvPr>
          <p:cNvSpPr/>
          <p:nvPr/>
        </p:nvSpPr>
        <p:spPr>
          <a:xfrm>
            <a:off x="5784569" y="5810106"/>
            <a:ext cx="168941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Cavallo</a:t>
            </a:r>
            <a:endParaRPr lang="en-GB" sz="1500" b="1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8ED2B7D-68AF-4C9C-9E28-8F6CB864E94B}"/>
              </a:ext>
            </a:extLst>
          </p:cNvPr>
          <p:cNvSpPr/>
          <p:nvPr/>
        </p:nvSpPr>
        <p:spPr>
          <a:xfrm>
            <a:off x="4591515" y="4903428"/>
            <a:ext cx="1630739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Mezzi di trasporto</a:t>
            </a:r>
            <a:endParaRPr lang="en-GB" sz="1500" b="1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AD9F8DB-E031-4345-B15C-F76FC08B46E4}"/>
              </a:ext>
            </a:extLst>
          </p:cNvPr>
          <p:cNvSpPr/>
          <p:nvPr/>
        </p:nvSpPr>
        <p:spPr>
          <a:xfrm>
            <a:off x="7398834" y="4895065"/>
            <a:ext cx="1287966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b="1" dirty="0"/>
              <a:t>Animali</a:t>
            </a:r>
            <a:endParaRPr lang="en-GB" sz="1500" b="1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804DB268-4334-4976-A75D-F07B29CF18E8}"/>
              </a:ext>
            </a:extLst>
          </p:cNvPr>
          <p:cNvCxnSpPr>
            <a:cxnSpLocks/>
          </p:cNvCxnSpPr>
          <p:nvPr/>
        </p:nvCxnSpPr>
        <p:spPr>
          <a:xfrm flipV="1">
            <a:off x="7097055" y="5308303"/>
            <a:ext cx="536653" cy="478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D2BED88B-DE62-46E2-8AEE-74AB82F2A778}"/>
              </a:ext>
            </a:extLst>
          </p:cNvPr>
          <p:cNvCxnSpPr>
            <a:cxnSpLocks/>
          </p:cNvCxnSpPr>
          <p:nvPr/>
        </p:nvCxnSpPr>
        <p:spPr>
          <a:xfrm flipH="1" flipV="1">
            <a:off x="5592466" y="5274850"/>
            <a:ext cx="564530" cy="511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7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Ereditarietà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700808"/>
            <a:ext cx="7886700" cy="432048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it-IT" sz="2400" dirty="0"/>
              <a:t>Considerando una relazione di ereditarietà, le sottoclassi hanno la possibilità di ridefinire i metodi ereditati (mantenendo lo stesso nome) oppure lasciarli inalterati perché già soddisfacenti.</a:t>
            </a:r>
          </a:p>
          <a:p>
            <a:pPr marL="0" indent="0" algn="just">
              <a:buNone/>
            </a:pPr>
            <a:endParaRPr lang="it-IT" sz="2400" dirty="0"/>
          </a:p>
          <a:p>
            <a:pPr marL="0" indent="0" algn="just">
              <a:buNone/>
            </a:pPr>
            <a:r>
              <a:rPr lang="it-IT" sz="2400" dirty="0"/>
              <a:t>Il </a:t>
            </a:r>
            <a:r>
              <a:rPr lang="it-IT" sz="2400" b="1" dirty="0"/>
              <a:t>polimorfismo</a:t>
            </a:r>
            <a:r>
              <a:rPr lang="it-IT" sz="2400" dirty="0"/>
              <a:t> indica la possibilità per i metodi di assumere forme, cioè implementazioni, diverse all’interno della gerarchia delle classi.</a:t>
            </a:r>
          </a:p>
          <a:p>
            <a:pPr marL="0" indent="0" algn="just">
              <a:buNone/>
            </a:pPr>
            <a:endParaRPr lang="it-IT" sz="2400" dirty="0"/>
          </a:p>
          <a:p>
            <a:pPr marL="0" indent="0" algn="just">
              <a:buNone/>
            </a:pPr>
            <a:r>
              <a:rPr lang="it-IT" sz="2400" i="1" u="sng" dirty="0"/>
              <a:t>Esempio: </a:t>
            </a:r>
            <a:r>
              <a:rPr lang="it-IT" sz="2400" dirty="0"/>
              <a:t>tutti i veicoli a motore possiedono il metodo ‘’accelera’’. Le sottoclassi ‘’automobile’’ e ‘’moto’’ è probabile che lo ridefiniscano per adeguarlo alle particolari esigenze (es. pedale vs. manopola).</a:t>
            </a:r>
            <a:endParaRPr lang="it-IT" sz="2400" i="1" dirty="0"/>
          </a:p>
        </p:txBody>
      </p:sp>
    </p:spTree>
    <p:extLst>
      <p:ext uri="{BB962C8B-B14F-4D97-AF65-F5344CB8AC3E}">
        <p14:creationId xmlns:p14="http://schemas.microsoft.com/office/powerpoint/2010/main" val="333178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Ereditarietà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85" y="1628800"/>
            <a:ext cx="7886700" cy="4680519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dirty="0"/>
              <a:t>Durante l’esecuzione del programma, un’istanza della classe ‘’veicoli a motore’’ può rappresentare sia una ‘’automobile’’ che una ‘’moto’’.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Quando viene richiesta l’attivazione del metodo ‘’accelera’’ è importante garantire che, tra tutte le implementazioni, venga scelta quella corretta.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Il </a:t>
            </a:r>
            <a:r>
              <a:rPr lang="it-IT" b="1" dirty="0"/>
              <a:t>collegamento dinamico</a:t>
            </a:r>
            <a:r>
              <a:rPr lang="it-IT" dirty="0"/>
              <a:t> è lo strumento utilizzato per la realizzazione del polimorfismo. È dinamico perché l’associazione tra l’oggetto e il metodo corretto da eseguire è effettuata a </a:t>
            </a:r>
            <a:r>
              <a:rPr lang="it-IT" b="1" i="1" dirty="0" err="1"/>
              <a:t>run</a:t>
            </a:r>
            <a:r>
              <a:rPr lang="it-IT" b="1" i="1" dirty="0"/>
              <a:t>-time</a:t>
            </a:r>
            <a:r>
              <a:rPr lang="it-IT" dirty="0"/>
              <a:t>, cioè durante l’esecuzione del programma.</a:t>
            </a:r>
          </a:p>
        </p:txBody>
      </p:sp>
    </p:spTree>
    <p:extLst>
      <p:ext uri="{BB962C8B-B14F-4D97-AF65-F5344CB8AC3E}">
        <p14:creationId xmlns:p14="http://schemas.microsoft.com/office/powerpoint/2010/main" val="219833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Ereditarietà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83022"/>
            <a:ext cx="7886700" cy="384617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it-IT" dirty="0"/>
              <a:t>Se una classe </a:t>
            </a:r>
            <a:r>
              <a:rPr lang="it-IT" i="1" dirty="0"/>
              <a:t>A</a:t>
            </a:r>
            <a:r>
              <a:rPr lang="it-IT" dirty="0"/>
              <a:t> eredita da una classe </a:t>
            </a:r>
            <a:r>
              <a:rPr lang="it-IT" i="1" dirty="0"/>
              <a:t>B,</a:t>
            </a:r>
            <a:r>
              <a:rPr lang="it-IT" dirty="0"/>
              <a:t> possiamo anche dire che una classe derivata </a:t>
            </a:r>
            <a:r>
              <a:rPr lang="it-IT" i="1" dirty="0"/>
              <a:t>B</a:t>
            </a:r>
            <a:r>
              <a:rPr lang="it-IT" dirty="0"/>
              <a:t> estende le funzionalità della classe base </a:t>
            </a:r>
            <a:r>
              <a:rPr lang="it-IT" i="1" dirty="0"/>
              <a:t>A.</a:t>
            </a:r>
          </a:p>
          <a:p>
            <a:pPr marL="0" indent="0" algn="just">
              <a:buNone/>
            </a:pPr>
            <a:endParaRPr lang="it-IT" i="1" dirty="0"/>
          </a:p>
          <a:p>
            <a:pPr marL="0" indent="0" algn="just">
              <a:buNone/>
            </a:pPr>
            <a:r>
              <a:rPr lang="it-IT" dirty="0"/>
              <a:t>Se una classe derivata non fornisce nessuna estensione allora probabilmente abbiamo un errore nel design della classe.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altLang="zh-CN" sz="3200" dirty="0">
                <a:solidFill>
                  <a:schemeClr val="tx1"/>
                </a:solidFill>
                <a:latin typeface="+mj-lt"/>
              </a:rPr>
              <a:t>La dichiarazione deve includere il nome della classe base da cui deriva eventualmente, uno </a:t>
            </a:r>
            <a:r>
              <a:rPr lang="it-IT" altLang="zh-CN" sz="3200" dirty="0" err="1">
                <a:solidFill>
                  <a:schemeClr val="tx1"/>
                </a:solidFill>
                <a:latin typeface="+mj-lt"/>
              </a:rPr>
              <a:t>specificatore</a:t>
            </a:r>
            <a:r>
              <a:rPr lang="it-IT" altLang="zh-CN" sz="3200" dirty="0">
                <a:solidFill>
                  <a:schemeClr val="tx1"/>
                </a:solidFill>
                <a:latin typeface="+mj-lt"/>
              </a:rPr>
              <a:t> indicante il tipo di ereditarietà (</a:t>
            </a:r>
            <a:r>
              <a:rPr lang="it-IT" altLang="zh-CN" sz="2900" dirty="0">
                <a:solidFill>
                  <a:schemeClr val="tx1"/>
                </a:solidFill>
                <a:latin typeface="Courier New" panose="02070309020205020404" pitchFamily="49" charset="0"/>
              </a:rPr>
              <a:t>public</a:t>
            </a:r>
            <a:r>
              <a:rPr lang="it-IT" altLang="zh-CN" sz="2900" dirty="0">
                <a:solidFill>
                  <a:schemeClr val="tx1"/>
                </a:solidFill>
              </a:rPr>
              <a:t>, </a:t>
            </a:r>
            <a:r>
              <a:rPr lang="it-IT" altLang="zh-CN" sz="2900" dirty="0">
                <a:solidFill>
                  <a:schemeClr val="tx1"/>
                </a:solidFill>
                <a:latin typeface="Courier New" panose="02070309020205020404" pitchFamily="49" charset="0"/>
              </a:rPr>
              <a:t>private</a:t>
            </a:r>
            <a:r>
              <a:rPr lang="it-IT" altLang="zh-CN" sz="2900" dirty="0">
                <a:solidFill>
                  <a:schemeClr val="tx1"/>
                </a:solidFill>
              </a:rPr>
              <a:t> o </a:t>
            </a:r>
            <a:r>
              <a:rPr lang="it-IT" altLang="zh-CN" sz="2900" dirty="0" err="1">
                <a:solidFill>
                  <a:schemeClr val="tx1"/>
                </a:solidFill>
                <a:latin typeface="Courier New" panose="02070309020205020404" pitchFamily="49" charset="0"/>
              </a:rPr>
              <a:t>protected</a:t>
            </a:r>
            <a:r>
              <a:rPr lang="it-IT" altLang="zh-CN" sz="3200" dirty="0">
                <a:solidFill>
                  <a:schemeClr val="tx1"/>
                </a:solidFill>
                <a:latin typeface="+mj-lt"/>
              </a:rPr>
              <a:t>) secondo la seguente sintassi: </a:t>
            </a:r>
            <a:endParaRPr lang="en-US" altLang="en-US" sz="3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 Box 101">
            <a:extLst>
              <a:ext uri="{FF2B5EF4-FFF2-40B4-BE49-F238E27FC236}">
                <a16:creationId xmlns:a16="http://schemas.microsoft.com/office/drawing/2014/main" id="{140C4040-6155-4E0C-8430-3745A095D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869160"/>
            <a:ext cx="7886700" cy="10064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sz="2000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sz="20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ClasseDerivata</a:t>
            </a:r>
            <a:r>
              <a:rPr lang="it-IT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: </a:t>
            </a:r>
            <a:r>
              <a:rPr lang="it-IT" sz="20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specificatore</a:t>
            </a:r>
            <a:r>
              <a:rPr lang="it-IT" sz="2000" i="1" dirty="0">
                <a:latin typeface="Courier New" charset="0"/>
                <a:ea typeface="ＭＳ Ｐゴシック" charset="0"/>
              </a:rPr>
              <a:t> </a:t>
            </a:r>
            <a:r>
              <a:rPr lang="it-IT" sz="20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ClasseBase</a:t>
            </a:r>
            <a:r>
              <a:rPr lang="it-IT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sz="2000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{</a:t>
            </a:r>
            <a:endParaRPr lang="it-IT" sz="2000" b="1" i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sz="20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membri</a:t>
            </a:r>
            <a:r>
              <a:rPr lang="it-IT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</a:t>
            </a:r>
            <a:endParaRPr lang="it-IT" altLang="zh-CN" sz="2000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sz="2000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</a:t>
            </a:r>
            <a:r>
              <a:rPr lang="it-IT" altLang="zh-CN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 </a:t>
            </a:r>
            <a:r>
              <a:rPr lang="it-IT" altLang="zh-CN" sz="2000" dirty="0">
                <a:solidFill>
                  <a:schemeClr val="tx1"/>
                </a:solidFill>
                <a:latin typeface="Courier New" charset="0"/>
                <a:ea typeface="SimSun" charset="0"/>
                <a:cs typeface="SimSun" charset="0"/>
              </a:rPr>
              <a:t>  </a:t>
            </a:r>
            <a:endParaRPr lang="it-IT" sz="2000" dirty="0">
              <a:solidFill>
                <a:schemeClr val="tx1"/>
              </a:solidFill>
              <a:latin typeface="Courier New" charset="0"/>
              <a:ea typeface="SimSun" charset="0"/>
              <a:cs typeface="SimSu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336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it-IT" dirty="0"/>
              <a:t>Livelli di accesso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58080D9-E5F6-4148-86FF-A70D111E8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" y="1268760"/>
            <a:ext cx="7799388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50000"/>
              <a:defRPr/>
            </a:pPr>
            <a:r>
              <a:rPr lang="it-IT" altLang="zh-CN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Si può dire che una classe ha due interfacce diverse per due categorie di classi:</a:t>
            </a:r>
          </a:p>
          <a:p>
            <a:pPr algn="just">
              <a:buSzPct val="50000"/>
              <a:defRPr/>
            </a:pPr>
            <a:endParaRPr lang="it-IT" sz="2200" dirty="0">
              <a:latin typeface="+mj-lt"/>
              <a:ea typeface="ＭＳ Ｐゴシック" charset="0"/>
            </a:endParaRPr>
          </a:p>
          <a:p>
            <a:pPr marL="457200" indent="-457200" algn="just">
              <a:buSzPct val="50000"/>
              <a:buFont typeface="Wingdings" panose="05000000000000000000" pitchFamily="2" charset="2"/>
              <a:buChar char="§"/>
              <a:defRPr/>
            </a:pPr>
            <a:r>
              <a:rPr lang="it-IT" sz="2200" dirty="0">
                <a:latin typeface="+mj-lt"/>
                <a:ea typeface="ＭＳ Ｐゴシック" charset="0"/>
              </a:rPr>
              <a:t>Ha una interfaccia </a:t>
            </a:r>
            <a:r>
              <a:rPr lang="it-IT" sz="2000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public</a:t>
            </a:r>
            <a:r>
              <a:rPr lang="it-IT" sz="2200" dirty="0">
                <a:latin typeface="+mj-lt"/>
                <a:ea typeface="ＭＳ Ｐゴシック" charset="0"/>
              </a:rPr>
              <a:t> per fornire servizi a classi non collegate mediante ereditarietà.</a:t>
            </a:r>
          </a:p>
          <a:p>
            <a:pPr marL="457200" indent="-457200" algn="just">
              <a:buSzPct val="50000"/>
              <a:buFont typeface="Wingdings" panose="05000000000000000000" pitchFamily="2" charset="2"/>
              <a:buChar char="§"/>
              <a:defRPr/>
            </a:pPr>
            <a:endParaRPr lang="it-IT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457200" indent="-457200" algn="just">
              <a:buSzPct val="50000"/>
              <a:buFont typeface="Wingdings" panose="05000000000000000000" pitchFamily="2" charset="2"/>
              <a:buChar char="§"/>
              <a:defRPr/>
            </a:pPr>
            <a:r>
              <a:rPr lang="it-IT" sz="2200" dirty="0">
                <a:latin typeface="+mj-lt"/>
                <a:ea typeface="ＭＳ Ｐゴシック" charset="0"/>
              </a:rPr>
              <a:t>Ha una interfaccia </a:t>
            </a:r>
            <a:r>
              <a:rPr lang="it-IT" sz="2000" dirty="0" err="1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protected</a:t>
            </a:r>
            <a:r>
              <a:rPr lang="it-IT" sz="2200" dirty="0">
                <a:latin typeface="+mj-lt"/>
                <a:ea typeface="ＭＳ Ｐゴシック" charset="0"/>
              </a:rPr>
              <a:t> per fornire servizi alle classi derivate.</a:t>
            </a:r>
          </a:p>
          <a:p>
            <a:pPr marL="457200" indent="-457200" algn="just">
              <a:buSzPct val="50000"/>
              <a:buFont typeface="Wingdings" panose="05000000000000000000" pitchFamily="2" charset="2"/>
              <a:buChar char="§"/>
              <a:defRPr/>
            </a:pPr>
            <a:endParaRPr lang="it-IT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algn="just">
              <a:buSzPct val="50000"/>
              <a:defRPr/>
            </a:pPr>
            <a:r>
              <a:rPr lang="it-IT" sz="2200" dirty="0">
                <a:latin typeface="+mj-lt"/>
                <a:ea typeface="ＭＳ Ｐゴシック" charset="0"/>
              </a:rPr>
              <a:t>Inoltre, una classe marcata come </a:t>
            </a:r>
            <a:r>
              <a:rPr lang="it-IT" sz="2000" dirty="0" err="1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final</a:t>
            </a:r>
            <a:r>
              <a:rPr lang="it-IT" sz="2200" dirty="0">
                <a:latin typeface="+mj-lt"/>
                <a:ea typeface="ＭＳ Ｐゴシック" charset="0"/>
              </a:rPr>
              <a:t> (posto dopo il nome della classe) non può essere derivata.</a:t>
            </a:r>
            <a:endParaRPr lang="en-US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6487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7" name="Text Box 9">
            <a:extLst>
              <a:ext uri="{FF2B5EF4-FFF2-40B4-BE49-F238E27FC236}">
                <a16:creationId xmlns:a16="http://schemas.microsoft.com/office/drawing/2014/main" id="{25A11B01-42AD-45AC-8FE2-3B4990ACF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720" y="1412738"/>
            <a:ext cx="831456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buSzPct val="50000"/>
              <a:buFont typeface="Arial" panose="020B0604020202020204" pitchFamily="34" charset="0"/>
              <a:buChar char="•"/>
              <a:defRPr/>
            </a:pPr>
            <a:r>
              <a:rPr lang="it-IT" altLang="zh-CN" sz="2000" dirty="0">
                <a:solidFill>
                  <a:schemeClr val="tx1"/>
                </a:solidFill>
                <a:ea typeface="ＭＳ Ｐゴシック" charset="0"/>
              </a:rPr>
              <a:t>Una classe derivata in modo </a:t>
            </a:r>
            <a:r>
              <a:rPr lang="it-IT" altLang="zh-CN" sz="2000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public</a:t>
            </a:r>
            <a:r>
              <a:rPr lang="it-IT" altLang="zh-CN" sz="2000" dirty="0">
                <a:solidFill>
                  <a:schemeClr val="tx1"/>
                </a:solidFill>
                <a:ea typeface="ＭＳ Ｐゴシック" charset="0"/>
              </a:rPr>
              <a:t> eredita i membri pubb</a:t>
            </a:r>
            <a:r>
              <a:rPr lang="it-IT" altLang="zh-CN" sz="2000" dirty="0">
                <a:ea typeface="ＭＳ Ｐゴシック" charset="0"/>
              </a:rPr>
              <a:t>lici e protetti della classe e ne mantiene tale livello di accesso;</a:t>
            </a:r>
          </a:p>
          <a:p>
            <a:pPr marL="342900" indent="-342900" algn="just">
              <a:buSzPct val="50000"/>
              <a:buFont typeface="Arial" panose="020B0604020202020204" pitchFamily="34" charset="0"/>
              <a:buChar char="•"/>
              <a:defRPr/>
            </a:pPr>
            <a:endParaRPr lang="it-IT" altLang="zh-CN" sz="2000" dirty="0">
              <a:ea typeface="ＭＳ Ｐゴシック" charset="0"/>
            </a:endParaRPr>
          </a:p>
          <a:p>
            <a:pPr marL="342900" indent="-342900" algn="just">
              <a:buSzPct val="50000"/>
              <a:buFont typeface="Arial" panose="020B0604020202020204" pitchFamily="34" charset="0"/>
              <a:buChar char="•"/>
              <a:defRPr/>
            </a:pPr>
            <a:r>
              <a:rPr lang="it-IT" altLang="zh-CN" sz="2000" dirty="0">
                <a:solidFill>
                  <a:schemeClr val="tx1"/>
                </a:solidFill>
                <a:ea typeface="ＭＳ Ｐゴシック" charset="0"/>
              </a:rPr>
              <a:t>Una classe derivata in modo </a:t>
            </a:r>
            <a:r>
              <a:rPr lang="it-IT" altLang="zh-CN" sz="2000" dirty="0" err="1">
                <a:solidFill>
                  <a:schemeClr val="tx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protected</a:t>
            </a:r>
            <a:r>
              <a:rPr lang="it-IT" altLang="zh-CN" sz="2000" dirty="0">
                <a:solidFill>
                  <a:schemeClr val="tx1"/>
                </a:solidFill>
                <a:ea typeface="ＭＳ Ｐゴシック" charset="0"/>
              </a:rPr>
              <a:t> eredita i membri pubb</a:t>
            </a:r>
            <a:r>
              <a:rPr lang="it-IT" altLang="zh-CN" sz="2000" dirty="0">
                <a:ea typeface="ＭＳ Ｐゴシック" charset="0"/>
              </a:rPr>
              <a:t>lici e protetti della classe e li espone con un livello di accesso </a:t>
            </a:r>
            <a:r>
              <a:rPr lang="it-IT" altLang="zh-CN" sz="2000" dirty="0" err="1">
                <a:solidFill>
                  <a:schemeClr val="tx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protected</a:t>
            </a:r>
            <a:r>
              <a:rPr lang="it-IT" altLang="zh-CN" sz="2000" dirty="0">
                <a:ea typeface="ＭＳ Ｐゴシック" charset="0"/>
              </a:rPr>
              <a:t>;</a:t>
            </a:r>
          </a:p>
          <a:p>
            <a:pPr marL="342900" indent="-342900" algn="just">
              <a:buSzPct val="50000"/>
              <a:buFont typeface="Arial" panose="020B0604020202020204" pitchFamily="34" charset="0"/>
              <a:buChar char="•"/>
              <a:defRPr/>
            </a:pPr>
            <a:endParaRPr lang="it-IT" altLang="zh-CN" sz="2000" dirty="0">
              <a:ea typeface="ＭＳ Ｐゴシック" charset="0"/>
            </a:endParaRPr>
          </a:p>
          <a:p>
            <a:pPr marL="342900" indent="-342900" algn="just">
              <a:buSzPct val="50000"/>
              <a:buFont typeface="Arial" panose="020B0604020202020204" pitchFamily="34" charset="0"/>
              <a:buChar char="•"/>
              <a:defRPr/>
            </a:pPr>
            <a:r>
              <a:rPr lang="it-IT" altLang="zh-CN" sz="2000" dirty="0">
                <a:solidFill>
                  <a:schemeClr val="tx1"/>
                </a:solidFill>
                <a:ea typeface="ＭＳ Ｐゴシック" charset="0"/>
              </a:rPr>
              <a:t>Una classe derivata in modo </a:t>
            </a:r>
            <a:r>
              <a:rPr lang="it-IT" altLang="zh-CN" sz="2000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priv</a:t>
            </a:r>
            <a:r>
              <a:rPr lang="it-IT" altLang="zh-CN" sz="2000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ate</a:t>
            </a:r>
            <a:r>
              <a:rPr lang="it-IT" altLang="zh-CN" sz="2000" dirty="0">
                <a:solidFill>
                  <a:schemeClr val="tx1"/>
                </a:solidFill>
                <a:ea typeface="ＭＳ Ｐゴシック" charset="0"/>
              </a:rPr>
              <a:t> eredita i membri pubb</a:t>
            </a:r>
            <a:r>
              <a:rPr lang="it-IT" altLang="zh-CN" sz="2000" dirty="0">
                <a:ea typeface="ＭＳ Ｐゴシック" charset="0"/>
              </a:rPr>
              <a:t>lici e protetti della classe e li espone con un livello di accesso </a:t>
            </a:r>
            <a:r>
              <a:rPr lang="it-IT" altLang="zh-CN" sz="2000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private</a:t>
            </a:r>
            <a:r>
              <a:rPr lang="it-IT" altLang="zh-CN" sz="2000" dirty="0">
                <a:ea typeface="ＭＳ Ｐゴシック" charset="0"/>
              </a:rPr>
              <a:t>, per cui non li rende fruibili al di fuori della classe stessa.</a:t>
            </a:r>
          </a:p>
          <a:p>
            <a:pPr marL="342900" indent="-342900" algn="just">
              <a:buSzPct val="50000"/>
              <a:buFont typeface="Arial" panose="020B0604020202020204" pitchFamily="34" charset="0"/>
              <a:buChar char="•"/>
              <a:defRPr/>
            </a:pPr>
            <a:endParaRPr lang="it-IT" altLang="zh-CN" sz="2200" dirty="0">
              <a:ea typeface="ＭＳ Ｐゴシック" charset="0"/>
            </a:endParaRPr>
          </a:p>
          <a:p>
            <a:pPr marL="342900" indent="-342900" algn="just">
              <a:buSzPct val="50000"/>
              <a:buFont typeface="Arial" panose="020B0604020202020204" pitchFamily="34" charset="0"/>
              <a:buChar char="•"/>
              <a:defRPr/>
            </a:pPr>
            <a:endParaRPr lang="es-ES" altLang="zh-CN" sz="2200" dirty="0">
              <a:solidFill>
                <a:schemeClr val="tx1"/>
              </a:solidFill>
              <a:ea typeface="ＭＳ Ｐゴシック" charset="0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it-IT" dirty="0"/>
              <a:t>Livelli di accesso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9121B67-465D-4D6E-BA42-B7FD74960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17" y="4706598"/>
            <a:ext cx="7957765" cy="175432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sz="1800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Derivata :   [</a:t>
            </a:r>
            <a:r>
              <a:rPr lang="it-IT" sz="18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virtual</a:t>
            </a: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][</a:t>
            </a:r>
            <a:r>
              <a:rPr lang="it-IT" sz="18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tipo_accesso</a:t>
            </a: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] Base1, </a:t>
            </a:r>
          </a:p>
          <a:p>
            <a:pPr>
              <a:buFont typeface="Times New Roman" charset="0"/>
              <a:buNone/>
              <a:defRPr/>
            </a:pP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                [</a:t>
            </a:r>
            <a:r>
              <a:rPr lang="it-IT" sz="18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virtual</a:t>
            </a: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][</a:t>
            </a:r>
            <a:r>
              <a:rPr lang="it-IT" sz="18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tipo_accesso</a:t>
            </a: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] Base2,</a:t>
            </a: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latin typeface="Courier New" charset="0"/>
                <a:ea typeface="ＭＳ Ｐゴシック" charset="0"/>
              </a:rPr>
              <a:t>		      [</a:t>
            </a:r>
            <a:r>
              <a:rPr lang="it-IT" sz="18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virtual</a:t>
            </a: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][</a:t>
            </a:r>
            <a:r>
              <a:rPr lang="it-IT" sz="18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tipo_accesso</a:t>
            </a: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] </a:t>
            </a:r>
            <a:r>
              <a:rPr lang="it-IT" i="1" dirty="0">
                <a:latin typeface="Courier New" charset="0"/>
                <a:ea typeface="ＭＳ Ｐゴシック" charset="0"/>
              </a:rPr>
              <a:t>...,</a:t>
            </a:r>
            <a:endParaRPr lang="it-IT" sz="1800" i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                [</a:t>
            </a:r>
            <a:r>
              <a:rPr lang="it-IT" sz="18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virtual</a:t>
            </a: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][</a:t>
            </a:r>
            <a:r>
              <a:rPr lang="it-IT" sz="18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tipo_accesso</a:t>
            </a: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] </a:t>
            </a:r>
            <a:r>
              <a:rPr lang="it-IT" sz="18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BaseN</a:t>
            </a:r>
            <a:r>
              <a:rPr lang="it-IT" sz="1800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sz="18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{</a:t>
            </a:r>
            <a:endParaRPr lang="it-IT" sz="1800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sz="18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...</a:t>
            </a:r>
            <a:endParaRPr lang="it-IT" altLang="zh-CN" sz="1800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sz="18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}; </a:t>
            </a:r>
            <a:endParaRPr lang="en-US" sz="1800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it-IT" dirty="0"/>
              <a:t>?Livelli </a:t>
            </a:r>
            <a:r>
              <a:rPr lang="it-IT"/>
              <a:t>di accesso?</a:t>
            </a:r>
            <a:endParaRPr lang="it-IT" dirty="0"/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AB50FD74-E2AE-4186-9108-91EAA8908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1252507"/>
            <a:ext cx="2252540" cy="230832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B{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pub()</a:t>
            </a:r>
            <a:r>
              <a:rPr lang="it-IT" dirty="0">
                <a:latin typeface="Courier New" charset="0"/>
                <a:ea typeface="ＭＳ Ｐゴシック" charset="0"/>
              </a:rPr>
              <a:t>;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protected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prot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</a:t>
            </a:r>
            <a:r>
              <a:rPr lang="it-IT" dirty="0">
                <a:latin typeface="Courier New" charset="0"/>
                <a:ea typeface="ＭＳ Ｐゴシック" charset="0"/>
              </a:rPr>
              <a:t>;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private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priv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</a:t>
            </a:r>
            <a:r>
              <a:rPr lang="it-IT" dirty="0">
                <a:latin typeface="Courier New" charset="0"/>
                <a:ea typeface="ＭＳ Ｐゴシック" charset="0"/>
              </a:rPr>
              <a:t>;</a:t>
            </a:r>
            <a:endParaRPr lang="it-IT" altLang="zh-CN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}; </a:t>
            </a: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94C2BBBD-E802-4E46-BD53-A26EC0F06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9626" y="1395154"/>
            <a:ext cx="3493264" cy="175432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 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B();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protD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 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B();</a:t>
            </a:r>
          </a:p>
          <a:p>
            <a:pPr>
              <a:defRPr/>
            </a:pP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privD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 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B();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1D8073FD-51EB-474F-BA0A-BE3AB5026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707055"/>
              </p:ext>
            </p:extLst>
          </p:nvPr>
        </p:nvGraphicFramePr>
        <p:xfrm>
          <a:off x="539552" y="3560831"/>
          <a:ext cx="8352929" cy="3056992"/>
        </p:xfrm>
        <a:graphic>
          <a:graphicData uri="http://schemas.openxmlformats.org/drawingml/2006/table">
            <a:tbl>
              <a:tblPr/>
              <a:tblGrid>
                <a:gridCol w="1367838">
                  <a:extLst>
                    <a:ext uri="{9D8B030D-6E8A-4147-A177-3AD203B41FA5}">
                      <a16:colId xmlns:a16="http://schemas.microsoft.com/office/drawing/2014/main" val="145366368"/>
                    </a:ext>
                  </a:extLst>
                </a:gridCol>
                <a:gridCol w="1714357">
                  <a:extLst>
                    <a:ext uri="{9D8B030D-6E8A-4147-A177-3AD203B41FA5}">
                      <a16:colId xmlns:a16="http://schemas.microsoft.com/office/drawing/2014/main" val="1173186857"/>
                    </a:ext>
                  </a:extLst>
                </a:gridCol>
                <a:gridCol w="1732594">
                  <a:extLst>
                    <a:ext uri="{9D8B030D-6E8A-4147-A177-3AD203B41FA5}">
                      <a16:colId xmlns:a16="http://schemas.microsoft.com/office/drawing/2014/main" val="4188818715"/>
                    </a:ext>
                  </a:extLst>
                </a:gridCol>
                <a:gridCol w="1769070">
                  <a:extLst>
                    <a:ext uri="{9D8B030D-6E8A-4147-A177-3AD203B41FA5}">
                      <a16:colId xmlns:a16="http://schemas.microsoft.com/office/drawing/2014/main" val="4210920834"/>
                    </a:ext>
                  </a:extLst>
                </a:gridCol>
                <a:gridCol w="1769070">
                  <a:extLst>
                    <a:ext uri="{9D8B030D-6E8A-4147-A177-3AD203B41FA5}">
                      <a16:colId xmlns:a16="http://schemas.microsoft.com/office/drawing/2014/main" val="3831719447"/>
                    </a:ext>
                  </a:extLst>
                </a:gridCol>
              </a:tblGrid>
              <a:tr h="236135">
                <a:tc>
                  <a:txBody>
                    <a:bodyPr/>
                    <a:lstStyle/>
                    <a:p>
                      <a:pPr algn="ctr" fontAlgn="ctr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it-IT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Livelli di accesso della classe base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77114"/>
                  </a:ext>
                </a:extLst>
              </a:tr>
              <a:tr h="236135">
                <a:tc>
                  <a:txBody>
                    <a:bodyPr/>
                    <a:lstStyle/>
                    <a:p>
                      <a:pPr algn="ctr" fontAlgn="ctr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public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protected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private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764849"/>
                  </a:ext>
                </a:extLst>
              </a:tr>
              <a:tr h="81466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it-IT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Livelli di accesso della classe derivata 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public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qualsiasi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funzione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metodi di D </a:t>
                      </a:r>
                    </a:p>
                    <a:p>
                      <a:pPr algn="ctr" fontAlgn="ctr"/>
                      <a:r>
                        <a:rPr lang="it-IT" sz="1600" kern="1200" dirty="0">
                          <a:solidFill>
                            <a:schemeClr val="tx1"/>
                          </a:solidFill>
                          <a:latin typeface="Courier New" charset="0"/>
                          <a:ea typeface="ＭＳ Ｐゴシック" charset="0"/>
                          <a:cs typeface="+mn-cs"/>
                        </a:rPr>
                        <a:t>friend</a:t>
                      </a:r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 D </a:t>
                      </a:r>
                    </a:p>
                    <a:p>
                      <a:pPr algn="ctr" fontAlgn="ctr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classi derivate da 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 accessibile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255280"/>
                  </a:ext>
                </a:extLst>
              </a:tr>
              <a:tr h="92092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protected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metodi di D </a:t>
                      </a:r>
                    </a:p>
                    <a:p>
                      <a:pPr algn="ctr" fontAlgn="ctr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friend di D </a:t>
                      </a:r>
                    </a:p>
                    <a:p>
                      <a:pPr algn="ctr" fontAlgn="ctr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classi derivate da 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metodi di D </a:t>
                      </a:r>
                    </a:p>
                    <a:p>
                      <a:pPr algn="ctr" fontAlgn="ctr"/>
                      <a:r>
                        <a:rPr lang="it-IT" sz="1600" kern="1200" dirty="0">
                          <a:solidFill>
                            <a:schemeClr val="tx1"/>
                          </a:solidFill>
                          <a:latin typeface="Courier New" charset="0"/>
                          <a:ea typeface="ＭＳ Ｐゴシック" charset="0"/>
                          <a:cs typeface="+mn-cs"/>
                        </a:rPr>
                        <a:t>friend</a:t>
                      </a:r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 D </a:t>
                      </a:r>
                    </a:p>
                    <a:p>
                      <a:pPr algn="ctr" fontAlgn="ctr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classi derivate da 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 accessibile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662950"/>
                  </a:ext>
                </a:extLst>
              </a:tr>
              <a:tr h="81466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private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metodi di D </a:t>
                      </a:r>
                    </a:p>
                    <a:p>
                      <a:pPr algn="ctr" fontAlgn="ctr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friend di 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metodi di D </a:t>
                      </a:r>
                    </a:p>
                    <a:p>
                      <a:pPr algn="ctr" fontAlgn="ctr"/>
                      <a:r>
                        <a:rPr lang="it-IT" sz="1600" kern="1200" dirty="0">
                          <a:solidFill>
                            <a:schemeClr val="tx1"/>
                          </a:solidFill>
                          <a:latin typeface="Courier New" charset="0"/>
                          <a:ea typeface="ＭＳ Ｐゴシック" charset="0"/>
                          <a:cs typeface="+mn-cs"/>
                        </a:rPr>
                        <a:t>friend</a:t>
                      </a:r>
                      <a:r>
                        <a:rPr lang="it-I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 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accessibile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123638"/>
                  </a:ext>
                </a:extLst>
              </a:tr>
            </a:tbl>
          </a:graphicData>
        </a:graphic>
      </p:graphicFrame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6883AD09-34AB-4D9F-86CB-475E4296F3C1}"/>
              </a:ext>
            </a:extLst>
          </p:cNvPr>
          <p:cNvSpPr/>
          <p:nvPr/>
        </p:nvSpPr>
        <p:spPr>
          <a:xfrm>
            <a:off x="3903774" y="1828989"/>
            <a:ext cx="936104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7040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it-IT" dirty="0"/>
              <a:t>Livelli di accesso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58080D9-E5F6-4148-86FF-A70D111E8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" y="1268760"/>
            <a:ext cx="779938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50000"/>
              <a:defRPr/>
            </a:pPr>
            <a:r>
              <a:rPr lang="it-IT" altLang="zh-CN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Se l’ereditarietà è </a:t>
            </a:r>
            <a:r>
              <a:rPr lang="it-IT" altLang="zh-CN" sz="2000" dirty="0" err="1">
                <a:solidFill>
                  <a:schemeClr val="tx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protected</a:t>
            </a:r>
            <a:r>
              <a:rPr lang="it-IT" altLang="zh-CN" sz="2200" dirty="0">
                <a:latin typeface="+mj-lt"/>
                <a:ea typeface="ＭＳ Ｐゴシック" charset="0"/>
                <a:cs typeface="Courier New" panose="02070309020205020404" pitchFamily="49" charset="0"/>
              </a:rPr>
              <a:t>/</a:t>
            </a:r>
            <a:r>
              <a:rPr lang="it-IT" altLang="zh-CN" sz="2000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private</a:t>
            </a:r>
            <a:r>
              <a:rPr lang="it-IT" altLang="zh-CN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 </a:t>
            </a:r>
            <a:r>
              <a:rPr lang="it-IT" altLang="zh-CN" sz="2200" dirty="0">
                <a:latin typeface="+mj-lt"/>
                <a:ea typeface="ＭＳ Ｐゴシック" charset="0"/>
              </a:rPr>
              <a:t>i membri pubblici e protetti diventano </a:t>
            </a:r>
            <a:r>
              <a:rPr lang="it-IT" altLang="zh-CN" sz="2000" dirty="0" err="1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protected</a:t>
            </a:r>
            <a:r>
              <a:rPr lang="it-IT" altLang="zh-CN" sz="2200" dirty="0">
                <a:latin typeface="+mj-lt"/>
                <a:ea typeface="ＭＳ Ｐゴシック" charset="0"/>
              </a:rPr>
              <a:t>/</a:t>
            </a:r>
            <a:r>
              <a:rPr lang="it-IT" altLang="zh-CN" sz="2000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private</a:t>
            </a:r>
            <a:r>
              <a:rPr lang="it-IT" altLang="zh-CN" sz="2200" dirty="0">
                <a:latin typeface="+mj-lt"/>
                <a:ea typeface="ＭＳ Ｐゴシック" charset="0"/>
              </a:rPr>
              <a:t>. Se invece l’ereditarietà è pubblica, la classe derivata non può accedere solo ai membri privati di quella base. </a:t>
            </a:r>
            <a:r>
              <a:rPr lang="it-IT" altLang="zh-CN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Una classe derivata non può mai accedere a membri privati della classe base, sebbene questi vengano comunque ereditati. </a:t>
            </a:r>
            <a:endParaRPr lang="en-US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1BAEBFE0-A876-4E93-BCEB-54487F72B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98" y="3374833"/>
            <a:ext cx="7799388" cy="341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Freccia a destra 1">
            <a:extLst>
              <a:ext uri="{FF2B5EF4-FFF2-40B4-BE49-F238E27FC236}">
                <a16:creationId xmlns:a16="http://schemas.microsoft.com/office/drawing/2014/main" id="{512A3DEA-EB28-4E5E-AA64-DEA41F356FCE}"/>
              </a:ext>
            </a:extLst>
          </p:cNvPr>
          <p:cNvSpPr/>
          <p:nvPr/>
        </p:nvSpPr>
        <p:spPr>
          <a:xfrm>
            <a:off x="4788024" y="4293096"/>
            <a:ext cx="72008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D672B986-F919-42D3-948D-A4B358B4B63D}"/>
              </a:ext>
            </a:extLst>
          </p:cNvPr>
          <p:cNvSpPr/>
          <p:nvPr/>
        </p:nvSpPr>
        <p:spPr>
          <a:xfrm>
            <a:off x="4788024" y="5193774"/>
            <a:ext cx="72008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908C6DB3-F665-4AA4-8593-0B86FA5BA0A1}"/>
              </a:ext>
            </a:extLst>
          </p:cNvPr>
          <p:cNvSpPr/>
          <p:nvPr/>
        </p:nvSpPr>
        <p:spPr>
          <a:xfrm>
            <a:off x="4788024" y="5914432"/>
            <a:ext cx="72008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40343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7" name="Text Box 9">
            <a:extLst>
              <a:ext uri="{FF2B5EF4-FFF2-40B4-BE49-F238E27FC236}">
                <a16:creationId xmlns:a16="http://schemas.microsoft.com/office/drawing/2014/main" id="{25A11B01-42AD-45AC-8FE2-3B4990ACF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720" y="1412738"/>
            <a:ext cx="8229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50000"/>
              <a:defRPr/>
            </a:pPr>
            <a:r>
              <a:rPr lang="it-IT" altLang="zh-CN" sz="2400" dirty="0">
                <a:ea typeface="ＭＳ Ｐゴシック" charset="0"/>
              </a:rPr>
              <a:t>In generale, è bene fare si che i dati membro della classe base siano privati ma con metodi pubblici per accedervi.</a:t>
            </a:r>
          </a:p>
          <a:p>
            <a:pPr algn="just">
              <a:buSzPct val="50000"/>
              <a:defRPr/>
            </a:pPr>
            <a:endParaRPr lang="it-IT" altLang="zh-CN" sz="2400" dirty="0">
              <a:ea typeface="ＭＳ Ｐゴシック" charset="0"/>
            </a:endParaRPr>
          </a:p>
          <a:p>
            <a:pPr algn="just">
              <a:buSzPct val="50000"/>
              <a:defRPr/>
            </a:pPr>
            <a:r>
              <a:rPr lang="it-IT" altLang="zh-CN" sz="2400" dirty="0">
                <a:ea typeface="ＭＳ Ｐゴシック" charset="0"/>
              </a:rPr>
              <a:t>Se vogliamo che i membri di una classe siano visibili ai metodi di una classe derivata e basta dobbiamo dichiararli protetti.</a:t>
            </a:r>
          </a:p>
          <a:p>
            <a:pPr algn="just">
              <a:buSzPct val="50000"/>
              <a:defRPr/>
            </a:pPr>
            <a:endParaRPr lang="it-IT" altLang="zh-CN" sz="2400" dirty="0">
              <a:ea typeface="ＭＳ Ｐゴシック" charset="0"/>
            </a:endParaRPr>
          </a:p>
          <a:p>
            <a:pPr algn="just">
              <a:buSzPct val="50000"/>
              <a:defRPr/>
            </a:pPr>
            <a:r>
              <a:rPr lang="it-IT" altLang="zh-CN" sz="2400" dirty="0">
                <a:ea typeface="ＭＳ Ｐゴシック" charset="0"/>
              </a:rPr>
              <a:t>In questo modo questi membri protetti rimarranno accessibili nella gerarchia, a meno che l’ereditarietà non sia privata. </a:t>
            </a:r>
          </a:p>
          <a:p>
            <a:pPr algn="just">
              <a:buSzPct val="50000"/>
              <a:defRPr/>
            </a:pPr>
            <a:endParaRPr lang="es-ES" altLang="zh-CN" sz="2400" dirty="0">
              <a:solidFill>
                <a:schemeClr val="tx1"/>
              </a:solidFill>
              <a:ea typeface="ＭＳ Ｐゴシック" charset="0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it-IT" dirty="0"/>
              <a:t>Livelli di accesso</a:t>
            </a:r>
          </a:p>
        </p:txBody>
      </p:sp>
    </p:spTree>
    <p:extLst>
      <p:ext uri="{BB962C8B-B14F-4D97-AF65-F5344CB8AC3E}">
        <p14:creationId xmlns:p14="http://schemas.microsoft.com/office/powerpoint/2010/main" val="19776995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it-IT" dirty="0"/>
              <a:t>Livelli di accesso</a:t>
            </a: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D7CC2AC7-2420-451B-83D3-3FF936EB1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69" y="1181065"/>
            <a:ext cx="5285421" cy="563231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Base{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>
                <a:latin typeface="Courier New" charset="0"/>
                <a:ea typeface="ＭＳ Ｐゴシック" charset="0"/>
              </a:rPr>
              <a:t>meth1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</a:t>
            </a:r>
            <a:r>
              <a:rPr lang="it-IT" dirty="0">
                <a:latin typeface="Courier New" charset="0"/>
                <a:ea typeface="ＭＳ Ｐゴシック" charset="0"/>
              </a:rPr>
              <a:t>;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protected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meth2()</a:t>
            </a:r>
            <a:r>
              <a:rPr lang="it-IT" dirty="0">
                <a:latin typeface="Courier New" charset="0"/>
                <a:ea typeface="ＭＳ Ｐゴシック" charset="0"/>
              </a:rPr>
              <a:t>;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}; 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Derived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 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 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Base{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>
                <a:latin typeface="Courier New" charset="0"/>
                <a:ea typeface="ＭＳ Ｐゴシック" charset="0"/>
              </a:rPr>
              <a:t>meth3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(){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  meth2();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   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}; </a:t>
            </a: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DerivedDerived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 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Derived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{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>
                <a:latin typeface="Courier New" charset="0"/>
                <a:ea typeface="ＭＳ Ｐゴシック" charset="0"/>
              </a:rPr>
              <a:t>meth4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(){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  meth2();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   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};</a:t>
            </a: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B64EF885-D2A1-4DB3-89E7-93F44550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069" y="1417638"/>
            <a:ext cx="3392419" cy="424731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b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main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(){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 err="1">
                <a:latin typeface="Courier New" charset="0"/>
                <a:ea typeface="ＭＳ Ｐゴシック" charset="0"/>
              </a:rPr>
              <a:t>Derived</a:t>
            </a:r>
            <a:r>
              <a:rPr lang="it-IT" dirty="0">
                <a:latin typeface="Courier New" charset="0"/>
                <a:ea typeface="ＭＳ Ｐゴシック" charset="0"/>
              </a:rPr>
              <a:t> d1;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d1.meth1();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d1.meth3();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d1.meth2();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 err="1">
                <a:latin typeface="Courier New" charset="0"/>
                <a:ea typeface="ＭＳ Ｐゴシック" charset="0"/>
              </a:rPr>
              <a:t>DerivedDerived</a:t>
            </a:r>
            <a:r>
              <a:rPr lang="it-IT" dirty="0">
                <a:latin typeface="Courier New" charset="0"/>
                <a:ea typeface="ＭＳ Ｐゴシック" charset="0"/>
              </a:rPr>
              <a:t> d2;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d2.meth4();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}</a:t>
            </a: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E29783B-3F18-4A2F-AFF6-C1BB7B0EE5B7}"/>
              </a:ext>
            </a:extLst>
          </p:cNvPr>
          <p:cNvSpPr txBox="1"/>
          <p:nvPr/>
        </p:nvSpPr>
        <p:spPr>
          <a:xfrm>
            <a:off x="6156176" y="6121697"/>
            <a:ext cx="20882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400" b="1" i="1" dirty="0"/>
              <a:t>Trova l’errore</a:t>
            </a:r>
            <a:endParaRPr lang="en-GB" sz="2400" b="1" i="1" dirty="0"/>
          </a:p>
        </p:txBody>
      </p:sp>
    </p:spTree>
    <p:extLst>
      <p:ext uri="{BB962C8B-B14F-4D97-AF65-F5344CB8AC3E}">
        <p14:creationId xmlns:p14="http://schemas.microsoft.com/office/powerpoint/2010/main" val="39287848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it-IT" dirty="0"/>
              <a:t>Livelli di accesso</a:t>
            </a: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D7CC2AC7-2420-451B-83D3-3FF936EB1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69" y="1181065"/>
            <a:ext cx="5285421" cy="563231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Base{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>
                <a:latin typeface="Courier New" charset="0"/>
                <a:ea typeface="ＭＳ Ｐゴシック" charset="0"/>
              </a:rPr>
              <a:t>meth1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</a:t>
            </a:r>
            <a:r>
              <a:rPr lang="it-IT" dirty="0">
                <a:latin typeface="Courier New" charset="0"/>
                <a:ea typeface="ＭＳ Ｐゴシック" charset="0"/>
              </a:rPr>
              <a:t>;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protected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meth2()</a:t>
            </a:r>
            <a:r>
              <a:rPr lang="it-IT" dirty="0">
                <a:latin typeface="Courier New" charset="0"/>
                <a:ea typeface="ＭＳ Ｐゴシック" charset="0"/>
              </a:rPr>
              <a:t>;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}; 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Derived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 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 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Base{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>
                <a:latin typeface="Courier New" charset="0"/>
                <a:ea typeface="ＭＳ Ｐゴシック" charset="0"/>
              </a:rPr>
              <a:t>meth3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(){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  meth2();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   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}; </a:t>
            </a: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DerivedDerived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 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Derived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{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>
                <a:latin typeface="Courier New" charset="0"/>
                <a:ea typeface="ＭＳ Ｐゴシック" charset="0"/>
              </a:rPr>
              <a:t>meth4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(){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  meth2();</a:t>
            </a: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   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</a:t>
            </a:r>
            <a:endParaRPr lang="it-IT" b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};</a:t>
            </a: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B64EF885-D2A1-4DB3-89E7-93F44550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069" y="1417638"/>
            <a:ext cx="3392419" cy="424731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b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main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(){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 err="1">
                <a:latin typeface="Courier New" charset="0"/>
                <a:ea typeface="ＭＳ Ｐゴシック" charset="0"/>
              </a:rPr>
              <a:t>Derived</a:t>
            </a:r>
            <a:r>
              <a:rPr lang="it-IT" dirty="0">
                <a:latin typeface="Courier New" charset="0"/>
                <a:ea typeface="ＭＳ Ｐゴシック" charset="0"/>
              </a:rPr>
              <a:t> d1;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d1.meth1();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d1.meth3();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d1.meth2();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 err="1">
                <a:latin typeface="Courier New" charset="0"/>
                <a:ea typeface="ＭＳ Ｐゴシック" charset="0"/>
              </a:rPr>
              <a:t>DerivedDerived</a:t>
            </a:r>
            <a:r>
              <a:rPr lang="it-IT" dirty="0">
                <a:latin typeface="Courier New" charset="0"/>
                <a:ea typeface="ＭＳ Ｐゴシック" charset="0"/>
              </a:rPr>
              <a:t> d2;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d2.meth4();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}</a:t>
            </a:r>
            <a:endParaRPr lang="it-IT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592DD083-830D-43BC-BD7F-19AF3393F742}"/>
              </a:ext>
            </a:extLst>
          </p:cNvPr>
          <p:cNvCxnSpPr>
            <a:cxnSpLocks/>
          </p:cNvCxnSpPr>
          <p:nvPr/>
        </p:nvCxnSpPr>
        <p:spPr>
          <a:xfrm flipH="1">
            <a:off x="7020272" y="2996952"/>
            <a:ext cx="792088" cy="6480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90E1BEA-BE6E-4A97-97F9-C94C5E571945}"/>
              </a:ext>
            </a:extLst>
          </p:cNvPr>
          <p:cNvSpPr txBox="1"/>
          <p:nvPr/>
        </p:nvSpPr>
        <p:spPr>
          <a:xfrm>
            <a:off x="5788460" y="5937031"/>
            <a:ext cx="303201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rgbClr val="FF0000"/>
                </a:solidFill>
              </a:rPr>
              <a:t>Base::meth2() </a:t>
            </a:r>
            <a:r>
              <a:rPr lang="it-IT" i="1" dirty="0" err="1">
                <a:solidFill>
                  <a:srgbClr val="FF0000"/>
                </a:solidFill>
              </a:rPr>
              <a:t>is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protected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within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this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context</a:t>
            </a:r>
            <a:endParaRPr lang="en-GB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057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it-IT" dirty="0"/>
              <a:t>Costruttori e distruttori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14797AA-1E06-40F3-9082-FA8674EAD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83022"/>
            <a:ext cx="7886700" cy="2550034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it-IT" dirty="0"/>
              <a:t>Quando si crea un oggetto da una classe derivata i costruttori di ogni classe da cui si deriva sono invocati in sequenza, fino ad arrivare al costruttore della classe più derivata.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altLang="en-US" sz="3200" dirty="0">
                <a:solidFill>
                  <a:schemeClr val="tx1"/>
                </a:solidFill>
                <a:latin typeface="+mj-lt"/>
              </a:rPr>
              <a:t>I costruttori di default sono invocati automaticamente, se presenti, in alternativa è il programmatore ad indicare quale costruttore deve essere invocato.</a:t>
            </a:r>
            <a:endParaRPr lang="en-US" altLang="en-US" sz="3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Text Box 101">
            <a:extLst>
              <a:ext uri="{FF2B5EF4-FFF2-40B4-BE49-F238E27FC236}">
                <a16:creationId xmlns:a16="http://schemas.microsoft.com/office/drawing/2014/main" id="{4218E95E-BD15-4B3A-A47A-D4E7A27D7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573016"/>
            <a:ext cx="2979812" cy="313932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B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{</a:t>
            </a:r>
          </a:p>
          <a:p>
            <a:pPr>
              <a:buFont typeface="Times New Roman" charset="0"/>
              <a:buNone/>
              <a:defRPr/>
            </a:pPr>
            <a:r>
              <a:rPr lang="it-IT" b="1" i="1" dirty="0">
                <a:latin typeface="Courier New" charset="0"/>
                <a:ea typeface="ＭＳ Ｐゴシック" charset="0"/>
              </a:rPr>
              <a:t>   </a:t>
            </a:r>
            <a:r>
              <a:rPr lang="it-IT" b="1" i="1" dirty="0" err="1">
                <a:latin typeface="Courier New" charset="0"/>
                <a:ea typeface="ＭＳ Ｐゴシック" charset="0"/>
              </a:rPr>
              <a:t>int</a:t>
            </a:r>
            <a:r>
              <a:rPr lang="it-IT" b="1" i="1" dirty="0">
                <a:latin typeface="Courier New" charset="0"/>
                <a:ea typeface="ＭＳ Ｐゴシック" charset="0"/>
              </a:rPr>
              <a:t> </a:t>
            </a:r>
            <a:r>
              <a:rPr lang="it-IT" i="1" dirty="0" err="1">
                <a:latin typeface="Courier New" charset="0"/>
                <a:ea typeface="ＭＳ Ｐゴシック" charset="0"/>
              </a:rPr>
              <a:t>x,y</a:t>
            </a:r>
            <a:r>
              <a:rPr lang="it-IT" i="1" dirty="0">
                <a:latin typeface="Courier New" charset="0"/>
                <a:ea typeface="ＭＳ Ｐゴシック" charset="0"/>
              </a:rPr>
              <a:t>;</a:t>
            </a:r>
            <a:endParaRPr lang="it-IT" b="1" i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B();</a:t>
            </a: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B(</a:t>
            </a:r>
            <a:r>
              <a:rPr lang="it-IT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int,int</a:t>
            </a:r>
            <a:r>
              <a:rPr lang="it-IT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)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</a:t>
            </a:r>
            <a:endParaRPr lang="it-IT" altLang="zh-CN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</a:t>
            </a: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 </a:t>
            </a: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SimSun" charset="0"/>
                <a:cs typeface="SimSun" charset="0"/>
              </a:rPr>
              <a:t>  </a:t>
            </a:r>
          </a:p>
          <a:p>
            <a:pPr>
              <a:buFont typeface="Times New Roman" charset="0"/>
              <a:buNone/>
              <a:defRPr/>
            </a:pPr>
            <a:endParaRPr lang="it-IT" dirty="0">
              <a:latin typeface="Courier New" charset="0"/>
              <a:ea typeface="SimSun" charset="0"/>
              <a:cs typeface="SimSun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i="1" dirty="0">
                <a:latin typeface="Courier New" charset="0"/>
                <a:ea typeface="ＭＳ Ｐゴシック" charset="0"/>
              </a:rPr>
              <a:t>D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:</a:t>
            </a:r>
            <a:r>
              <a:rPr lang="it-IT" i="1" dirty="0">
                <a:latin typeface="Courier New" charset="0"/>
                <a:ea typeface="ＭＳ Ｐゴシック" charset="0"/>
              </a:rPr>
              <a:t> </a:t>
            </a:r>
            <a:r>
              <a:rPr lang="it-IT" b="1" i="1" dirty="0">
                <a:latin typeface="Courier New" charset="0"/>
                <a:ea typeface="ＭＳ Ｐゴシック" charset="0"/>
              </a:rPr>
              <a:t>public</a:t>
            </a:r>
            <a:r>
              <a:rPr lang="it-IT" i="1" dirty="0">
                <a:latin typeface="Courier New" charset="0"/>
                <a:ea typeface="ＭＳ Ｐゴシック" charset="0"/>
              </a:rPr>
              <a:t> B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{</a:t>
            </a:r>
            <a:endParaRPr lang="it-IT" b="1" i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i="1" dirty="0">
                <a:latin typeface="Courier New" charset="0"/>
                <a:ea typeface="ＭＳ Ｐゴシック" charset="0"/>
              </a:rPr>
              <a:t>   </a:t>
            </a:r>
            <a:r>
              <a:rPr lang="it-IT" b="1" i="1" dirty="0" err="1">
                <a:latin typeface="Courier New" charset="0"/>
                <a:ea typeface="ＭＳ Ｐゴシック" charset="0"/>
              </a:rPr>
              <a:t>int</a:t>
            </a:r>
            <a:r>
              <a:rPr lang="it-IT" b="1" i="1" dirty="0">
                <a:latin typeface="Courier New" charset="0"/>
                <a:ea typeface="ＭＳ Ｐゴシック" charset="0"/>
              </a:rPr>
              <a:t> </a:t>
            </a:r>
            <a:r>
              <a:rPr lang="it-IT" i="1" dirty="0">
                <a:latin typeface="Courier New" charset="0"/>
                <a:ea typeface="ＭＳ Ｐゴシック" charset="0"/>
              </a:rPr>
              <a:t>z;</a:t>
            </a: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  D();</a:t>
            </a: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latin typeface="Courier New" charset="0"/>
                <a:ea typeface="ＭＳ Ｐゴシック" charset="0"/>
              </a:rPr>
              <a:t>   D(</a:t>
            </a:r>
            <a:r>
              <a:rPr lang="it-IT" i="1" dirty="0" err="1">
                <a:latin typeface="Courier New" charset="0"/>
                <a:ea typeface="ＭＳ Ｐゴシック" charset="0"/>
              </a:rPr>
              <a:t>int,int,int</a:t>
            </a:r>
            <a:r>
              <a:rPr lang="it-IT" i="1" dirty="0">
                <a:latin typeface="Courier New" charset="0"/>
                <a:ea typeface="ＭＳ Ｐゴシック" charset="0"/>
              </a:rPr>
              <a:t>)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</a:t>
            </a:r>
            <a:endParaRPr lang="it-IT" altLang="zh-CN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</a:t>
            </a: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 </a:t>
            </a: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SimSun" charset="0"/>
                <a:cs typeface="SimSun" charset="0"/>
              </a:rPr>
              <a:t>  </a:t>
            </a:r>
            <a:endParaRPr lang="it-IT" dirty="0">
              <a:solidFill>
                <a:schemeClr val="tx1"/>
              </a:solidFill>
              <a:latin typeface="Courier New" charset="0"/>
              <a:ea typeface="SimSun" charset="0"/>
              <a:cs typeface="SimSun" charset="0"/>
            </a:endParaRPr>
          </a:p>
        </p:txBody>
      </p:sp>
      <p:sp>
        <p:nvSpPr>
          <p:cNvPr id="11" name="Text Box 101">
            <a:extLst>
              <a:ext uri="{FF2B5EF4-FFF2-40B4-BE49-F238E27FC236}">
                <a16:creationId xmlns:a16="http://schemas.microsoft.com/office/drawing/2014/main" id="{7CA751F5-2772-4E6B-B97E-87C757908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7700" y="3725216"/>
            <a:ext cx="5338936" cy="20313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// Invocazione automatica di </a:t>
            </a:r>
            <a:r>
              <a:rPr lang="it-IT" i="1" dirty="0">
                <a:latin typeface="Courier New" charset="0"/>
                <a:ea typeface="ＭＳ Ｐゴシック" charset="0"/>
              </a:rPr>
              <a:t>B()</a:t>
            </a:r>
            <a:endParaRPr lang="it-IT" i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latin typeface="Courier New" charset="0"/>
                <a:ea typeface="ＭＳ Ｐゴシック" charset="0"/>
              </a:rPr>
              <a:t>D::D(){ z=0;}</a:t>
            </a:r>
          </a:p>
          <a:p>
            <a:pPr>
              <a:buFont typeface="Times New Roman" charset="0"/>
              <a:buNone/>
              <a:defRPr/>
            </a:pPr>
            <a:endParaRPr lang="it-IT" i="1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dirty="0">
                <a:latin typeface="Courier New" charset="0"/>
                <a:ea typeface="ＭＳ Ｐゴシック" charset="0"/>
              </a:rPr>
              <a:t>//Invocazione esplicita di </a:t>
            </a:r>
            <a:r>
              <a:rPr lang="it-IT" i="1" dirty="0">
                <a:latin typeface="Courier New" charset="0"/>
                <a:ea typeface="ＭＳ Ｐゴシック" charset="0"/>
              </a:rPr>
              <a:t>B(</a:t>
            </a:r>
            <a:r>
              <a:rPr lang="it-IT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int,int</a:t>
            </a:r>
            <a:r>
              <a:rPr lang="it-IT" i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)</a:t>
            </a:r>
            <a:endParaRPr lang="it-IT" i="1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latin typeface="Courier New" charset="0"/>
                <a:ea typeface="ＭＳ Ｐゴシック" charset="0"/>
              </a:rPr>
              <a:t>D::D(int a, </a:t>
            </a:r>
            <a:r>
              <a:rPr lang="it-IT" i="1" dirty="0" err="1">
                <a:latin typeface="Courier New" charset="0"/>
                <a:ea typeface="ＭＳ Ｐゴシック" charset="0"/>
              </a:rPr>
              <a:t>int</a:t>
            </a:r>
            <a:r>
              <a:rPr lang="it-IT" i="1" dirty="0">
                <a:latin typeface="Courier New" charset="0"/>
                <a:ea typeface="ＭＳ Ｐゴシック" charset="0"/>
              </a:rPr>
              <a:t> b, </a:t>
            </a:r>
            <a:r>
              <a:rPr lang="it-IT" i="1" dirty="0" err="1">
                <a:latin typeface="Courier New" charset="0"/>
                <a:ea typeface="ＭＳ Ｐゴシック" charset="0"/>
              </a:rPr>
              <a:t>int</a:t>
            </a:r>
            <a:r>
              <a:rPr lang="it-IT" i="1" dirty="0">
                <a:latin typeface="Courier New" charset="0"/>
                <a:ea typeface="ＭＳ Ｐゴシック" charset="0"/>
              </a:rPr>
              <a:t> c) </a:t>
            </a:r>
            <a:r>
              <a:rPr lang="it-IT" b="1" i="1" dirty="0">
                <a:latin typeface="Courier New" charset="0"/>
                <a:ea typeface="ＭＳ Ｐゴシック" charset="0"/>
              </a:rPr>
              <a:t>:</a:t>
            </a:r>
          </a:p>
          <a:p>
            <a:pPr>
              <a:buFont typeface="Times New Roman" charset="0"/>
              <a:buNone/>
              <a:defRPr/>
            </a:pPr>
            <a:r>
              <a:rPr lang="it-IT" b="1" i="1" dirty="0">
                <a:latin typeface="Courier New" charset="0"/>
                <a:ea typeface="ＭＳ Ｐゴシック" charset="0"/>
              </a:rPr>
              <a:t>	</a:t>
            </a:r>
            <a:r>
              <a:rPr lang="it-IT" i="1" dirty="0">
                <a:latin typeface="Courier New" charset="0"/>
                <a:ea typeface="ＭＳ Ｐゴシック" charset="0"/>
              </a:rPr>
              <a:t>B(</a:t>
            </a:r>
            <a:r>
              <a:rPr lang="it-IT" i="1" dirty="0" err="1">
                <a:latin typeface="Courier New" charset="0"/>
                <a:ea typeface="ＭＳ Ｐゴシック" charset="0"/>
              </a:rPr>
              <a:t>a,b</a:t>
            </a:r>
            <a:r>
              <a:rPr lang="it-IT" i="1" dirty="0">
                <a:latin typeface="Courier New" charset="0"/>
                <a:ea typeface="ＭＳ Ｐゴシック" charset="0"/>
              </a:rPr>
              <a:t>), z(c) {}</a:t>
            </a:r>
          </a:p>
          <a:p>
            <a:pPr>
              <a:buFont typeface="Times New Roman" charset="0"/>
              <a:buNone/>
              <a:defRPr/>
            </a:pPr>
            <a:endParaRPr lang="it-IT" b="1" i="1" dirty="0">
              <a:latin typeface="Courier New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101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it-IT" dirty="0"/>
              <a:t>Costruttori e distruttori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14797AA-1E06-40F3-9082-FA8674EAD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83022"/>
            <a:ext cx="7886700" cy="3702162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dirty="0"/>
              <a:t>Per quanto riguarda i distruttori avviene l’invocazione di tutti i distruttori delle classi all’interno della gerarchia ma in </a:t>
            </a:r>
            <a:r>
              <a:rPr lang="it-IT"/>
              <a:t>ordine inverso.</a:t>
            </a:r>
            <a:endParaRPr lang="it-IT" dirty="0"/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altLang="en-US" sz="3200" dirty="0">
                <a:solidFill>
                  <a:schemeClr val="tx1"/>
                </a:solidFill>
                <a:latin typeface="+mj-lt"/>
              </a:rPr>
              <a:t>Quindi il distruttore della classe derivata è il primo, a seguire tutti i distruttori delle classi da cui si deriva.</a:t>
            </a:r>
          </a:p>
          <a:p>
            <a:pPr marL="0" indent="0" algn="just">
              <a:buNone/>
            </a:pPr>
            <a:endParaRPr lang="it-IT" altLang="en-US" dirty="0">
              <a:latin typeface="+mj-lt"/>
            </a:endParaRPr>
          </a:p>
          <a:p>
            <a:pPr marL="0" indent="0" algn="just">
              <a:buNone/>
            </a:pPr>
            <a:r>
              <a:rPr lang="it-IT" altLang="en-US" sz="3200" dirty="0">
                <a:solidFill>
                  <a:schemeClr val="tx1"/>
                </a:solidFill>
                <a:latin typeface="+mj-lt"/>
              </a:rPr>
              <a:t>I distruttori non possono essere sovraccaricati, quindi non c’è nessun problema nell’identificare quale metodo deve essere chiamato.</a:t>
            </a:r>
            <a:endParaRPr lang="en-US" altLang="en-US" sz="3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40210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Polimorfismo: </a:t>
            </a:r>
            <a:r>
              <a:rPr lang="it-IT" dirty="0" err="1"/>
              <a:t>override</a:t>
            </a:r>
            <a:r>
              <a:rPr lang="it-IT" dirty="0"/>
              <a:t> vs. </a:t>
            </a:r>
            <a:r>
              <a:rPr lang="it-IT" dirty="0" err="1"/>
              <a:t>overload</a:t>
            </a:r>
            <a:endParaRPr lang="it-IT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14797AA-1E06-40F3-9082-FA8674EAD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83022"/>
            <a:ext cx="7886700" cy="485429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dirty="0"/>
              <a:t>Ci sono diverse tipologie di polimorfismo in C++: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en-US" dirty="0">
                <a:latin typeface="+mj-lt"/>
              </a:rPr>
              <a:t>Overloading.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en-US" sz="3200" dirty="0">
                <a:solidFill>
                  <a:schemeClr val="tx1"/>
                </a:solidFill>
                <a:latin typeface="+mj-lt"/>
              </a:rPr>
              <a:t>Subtyping</a:t>
            </a:r>
            <a:r>
              <a:rPr lang="en-US" altLang="en-US" dirty="0">
                <a:latin typeface="+mj-lt"/>
              </a:rPr>
              <a:t>.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en-US" sz="3200" dirty="0" err="1">
                <a:solidFill>
                  <a:schemeClr val="tx1"/>
                </a:solidFill>
                <a:latin typeface="+mj-lt"/>
              </a:rPr>
              <a:t>Programmazione</a:t>
            </a:r>
            <a:r>
              <a:rPr lang="en-US" altLang="en-US" sz="32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latin typeface="+mj-lt"/>
              </a:rPr>
              <a:t>generica</a:t>
            </a:r>
            <a:r>
              <a:rPr lang="en-US" altLang="en-US" sz="32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0" indent="0" algn="just">
              <a:buNone/>
            </a:pPr>
            <a:endParaRPr lang="it-IT" altLang="en-US" dirty="0">
              <a:latin typeface="+mj-lt"/>
            </a:endParaRPr>
          </a:p>
          <a:p>
            <a:pPr marL="0" indent="0" algn="just">
              <a:buNone/>
            </a:pPr>
            <a:r>
              <a:rPr lang="it-IT" altLang="en-US" dirty="0">
                <a:latin typeface="+mj-lt"/>
              </a:rPr>
              <a:t>In genere quando si parla di polimorfismo nella OOP ci si riferisce al tipo (2). </a:t>
            </a:r>
          </a:p>
          <a:p>
            <a:pPr marL="0" indent="0" algn="just">
              <a:buNone/>
            </a:pPr>
            <a:endParaRPr lang="en-US" altLang="en-US" dirty="0">
              <a:latin typeface="+mj-lt"/>
            </a:endParaRPr>
          </a:p>
          <a:p>
            <a:pPr marL="0" indent="0" algn="just">
              <a:buNone/>
            </a:pPr>
            <a:r>
              <a:rPr lang="en-US" altLang="en-US" dirty="0">
                <a:latin typeface="+mj-lt"/>
              </a:rPr>
              <a:t>Il </a:t>
            </a:r>
            <a:r>
              <a:rPr lang="en-US" altLang="en-US" dirty="0" err="1">
                <a:latin typeface="+mj-lt"/>
              </a:rPr>
              <a:t>concetto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fondamentale</a:t>
            </a:r>
            <a:r>
              <a:rPr lang="en-US" altLang="en-US" dirty="0">
                <a:latin typeface="+mj-lt"/>
              </a:rPr>
              <a:t> è </a:t>
            </a:r>
            <a:r>
              <a:rPr lang="en-US" altLang="en-US" dirty="0" err="1">
                <a:latin typeface="+mj-lt"/>
              </a:rPr>
              <a:t>che</a:t>
            </a:r>
            <a:r>
              <a:rPr lang="en-US" altLang="en-US" dirty="0">
                <a:latin typeface="+mj-lt"/>
              </a:rPr>
              <a:t> ci </a:t>
            </a:r>
            <a:r>
              <a:rPr lang="en-US" altLang="en-US" dirty="0" err="1">
                <a:latin typeface="+mj-lt"/>
              </a:rPr>
              <a:t>si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può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riferire</a:t>
            </a:r>
            <a:r>
              <a:rPr lang="en-US" altLang="en-US" dirty="0">
                <a:latin typeface="+mj-lt"/>
              </a:rPr>
              <a:t> ad </a:t>
            </a:r>
            <a:r>
              <a:rPr lang="en-US" altLang="en-US" dirty="0" err="1">
                <a:latin typeface="+mj-lt"/>
              </a:rPr>
              <a:t>un’istanza</a:t>
            </a:r>
            <a:r>
              <a:rPr lang="en-US" altLang="en-US" dirty="0">
                <a:latin typeface="+mj-lt"/>
              </a:rPr>
              <a:t> di una </a:t>
            </a:r>
            <a:r>
              <a:rPr lang="en-US" altLang="en-US" dirty="0" err="1">
                <a:latin typeface="+mj-lt"/>
              </a:rPr>
              <a:t>classe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derivata</a:t>
            </a:r>
            <a:r>
              <a:rPr lang="en-US" altLang="en-US" dirty="0">
                <a:latin typeface="+mj-lt"/>
              </a:rPr>
              <a:t> come se fosse </a:t>
            </a:r>
            <a:r>
              <a:rPr lang="en-US" altLang="en-US" dirty="0" err="1">
                <a:latin typeface="+mj-lt"/>
              </a:rPr>
              <a:t>l’istanza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della</a:t>
            </a:r>
            <a:r>
              <a:rPr lang="en-US" altLang="en-US" dirty="0">
                <a:latin typeface="+mj-lt"/>
              </a:rPr>
              <a:t> </a:t>
            </a:r>
            <a:r>
              <a:rPr lang="en-US" altLang="en-US" dirty="0" err="1">
                <a:latin typeface="+mj-lt"/>
              </a:rPr>
              <a:t>sua</a:t>
            </a:r>
            <a:r>
              <a:rPr lang="en-US" altLang="en-US" dirty="0">
                <a:latin typeface="+mj-lt"/>
              </a:rPr>
              <a:t> super-</a:t>
            </a:r>
            <a:r>
              <a:rPr lang="en-US" altLang="en-US" dirty="0" err="1">
                <a:latin typeface="+mj-lt"/>
              </a:rPr>
              <a:t>classe</a:t>
            </a:r>
            <a:r>
              <a:rPr lang="en-US" altLang="en-US" dirty="0">
                <a:latin typeface="+mj-lt"/>
              </a:rPr>
              <a:t> (base), ma </a:t>
            </a:r>
            <a:r>
              <a:rPr lang="en-US" altLang="en-US" b="1" i="1" dirty="0" err="1">
                <a:latin typeface="+mj-lt"/>
              </a:rPr>
              <a:t>ogni</a:t>
            </a:r>
            <a:r>
              <a:rPr lang="en-US" altLang="en-US" b="1" i="1" dirty="0">
                <a:latin typeface="+mj-lt"/>
              </a:rPr>
              <a:t> </a:t>
            </a:r>
            <a:r>
              <a:rPr lang="en-US" altLang="en-US" b="1" i="1" dirty="0" err="1">
                <a:latin typeface="+mj-lt"/>
              </a:rPr>
              <a:t>oggetto</a:t>
            </a:r>
            <a:r>
              <a:rPr lang="en-US" altLang="en-US" b="1" i="1" dirty="0">
                <a:latin typeface="+mj-lt"/>
              </a:rPr>
              <a:t> </a:t>
            </a:r>
            <a:r>
              <a:rPr lang="en-US" altLang="en-US" b="1" i="1" dirty="0" err="1">
                <a:latin typeface="+mj-lt"/>
              </a:rPr>
              <a:t>risponde</a:t>
            </a:r>
            <a:r>
              <a:rPr lang="en-US" altLang="en-US" b="1" i="1" dirty="0">
                <a:latin typeface="+mj-lt"/>
              </a:rPr>
              <a:t> alle </a:t>
            </a:r>
            <a:r>
              <a:rPr lang="en-US" altLang="en-US" b="1" i="1" dirty="0" err="1">
                <a:latin typeface="+mj-lt"/>
              </a:rPr>
              <a:t>chiamate</a:t>
            </a:r>
            <a:r>
              <a:rPr lang="en-US" altLang="en-US" b="1" i="1" dirty="0">
                <a:latin typeface="+mj-lt"/>
              </a:rPr>
              <a:t> ai </a:t>
            </a:r>
            <a:r>
              <a:rPr lang="en-US" altLang="en-US" b="1" i="1" dirty="0" err="1">
                <a:latin typeface="+mj-lt"/>
              </a:rPr>
              <a:t>metodi</a:t>
            </a:r>
            <a:r>
              <a:rPr lang="en-US" altLang="en-US" b="1" i="1" dirty="0">
                <a:latin typeface="+mj-lt"/>
              </a:rPr>
              <a:t> </a:t>
            </a:r>
            <a:r>
              <a:rPr lang="en-US" altLang="en-US" b="1" i="1" u="sng" dirty="0">
                <a:latin typeface="+mj-lt"/>
              </a:rPr>
              <a:t>come </a:t>
            </a:r>
            <a:r>
              <a:rPr lang="en-US" altLang="en-US" b="1" i="1" u="sng" dirty="0" err="1">
                <a:latin typeface="+mj-lt"/>
              </a:rPr>
              <a:t>specificato</a:t>
            </a:r>
            <a:r>
              <a:rPr lang="en-US" altLang="en-US" b="1" i="1" u="sng" dirty="0">
                <a:latin typeface="+mj-lt"/>
              </a:rPr>
              <a:t> dal </a:t>
            </a:r>
            <a:r>
              <a:rPr lang="en-US" altLang="en-US" b="1" i="1" u="sng" dirty="0" err="1">
                <a:latin typeface="+mj-lt"/>
              </a:rPr>
              <a:t>suo</a:t>
            </a:r>
            <a:r>
              <a:rPr lang="en-US" altLang="en-US" b="1" i="1" u="sng" dirty="0">
                <a:latin typeface="+mj-lt"/>
              </a:rPr>
              <a:t> </a:t>
            </a:r>
            <a:r>
              <a:rPr lang="en-US" altLang="en-US" b="1" i="1" u="sng" dirty="0" err="1">
                <a:latin typeface="+mj-lt"/>
              </a:rPr>
              <a:t>vero</a:t>
            </a:r>
            <a:r>
              <a:rPr lang="en-US" altLang="en-US" b="1" i="1" u="sng" dirty="0">
                <a:latin typeface="+mj-lt"/>
              </a:rPr>
              <a:t> </a:t>
            </a:r>
            <a:r>
              <a:rPr lang="en-US" altLang="en-US" b="1" i="1" u="sng" dirty="0" err="1">
                <a:latin typeface="+mj-lt"/>
              </a:rPr>
              <a:t>tipo</a:t>
            </a:r>
            <a:r>
              <a:rPr lang="en-US" altLang="en-US" b="1" i="1" u="sng" dirty="0">
                <a:latin typeface="+mj-lt"/>
              </a:rPr>
              <a:t>.</a:t>
            </a:r>
            <a:endParaRPr lang="it-IT" altLang="en-US" b="1" i="1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589994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Polimorfismo: </a:t>
            </a:r>
            <a:r>
              <a:rPr lang="it-IT" dirty="0" err="1"/>
              <a:t>override</a:t>
            </a:r>
            <a:r>
              <a:rPr lang="it-IT" dirty="0"/>
              <a:t> vs. </a:t>
            </a:r>
            <a:r>
              <a:rPr lang="it-IT" dirty="0" err="1"/>
              <a:t>overload</a:t>
            </a:r>
            <a:endParaRPr lang="it-IT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14797AA-1E06-40F3-9082-FA8674EAD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83022"/>
            <a:ext cx="7886700" cy="485429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it-IT" dirty="0"/>
              <a:t>Per questo motivo occorre chiarire la differenza tra </a:t>
            </a:r>
            <a:r>
              <a:rPr lang="it-IT" dirty="0" err="1"/>
              <a:t>overriding</a:t>
            </a:r>
            <a:r>
              <a:rPr lang="it-IT" dirty="0"/>
              <a:t> (riscrittura) e </a:t>
            </a:r>
            <a:r>
              <a:rPr lang="it-IT" dirty="0" err="1"/>
              <a:t>overloading</a:t>
            </a:r>
            <a:r>
              <a:rPr lang="it-IT" dirty="0"/>
              <a:t> (</a:t>
            </a:r>
            <a:r>
              <a:rPr lang="it-IT" dirty="0" err="1"/>
              <a:t>sovraccaricamento</a:t>
            </a:r>
            <a:r>
              <a:rPr lang="it-IT" dirty="0"/>
              <a:t>).</a:t>
            </a:r>
          </a:p>
          <a:p>
            <a:pPr marL="0" indent="0" algn="just">
              <a:buNone/>
            </a:pPr>
            <a:endParaRPr lang="it-IT" altLang="en-US" b="1" i="1" u="sng" dirty="0">
              <a:latin typeface="+mj-lt"/>
            </a:endParaRPr>
          </a:p>
          <a:p>
            <a:pPr algn="just"/>
            <a:r>
              <a:rPr lang="it-IT" altLang="en-US" dirty="0">
                <a:latin typeface="+mj-lt"/>
              </a:rPr>
              <a:t>Un metodo </a:t>
            </a:r>
            <a:r>
              <a:rPr lang="it-IT" altLang="en-US" dirty="0" err="1">
                <a:latin typeface="+mj-lt"/>
              </a:rPr>
              <a:t>overloaded</a:t>
            </a:r>
            <a:r>
              <a:rPr lang="it-IT" altLang="en-US" dirty="0">
                <a:latin typeface="+mj-lt"/>
              </a:rPr>
              <a:t> ha lo stesso nome di un altro metodo della stessa classe ma diversi parametri (cioè diversa interfaccia).</a:t>
            </a:r>
          </a:p>
          <a:p>
            <a:pPr algn="just"/>
            <a:endParaRPr lang="it-IT" altLang="en-US" dirty="0">
              <a:latin typeface="+mj-lt"/>
            </a:endParaRPr>
          </a:p>
          <a:p>
            <a:pPr algn="just"/>
            <a:r>
              <a:rPr lang="it-IT" altLang="en-US" dirty="0">
                <a:latin typeface="+mj-lt"/>
              </a:rPr>
              <a:t>Un metodo </a:t>
            </a:r>
            <a:r>
              <a:rPr lang="it-IT" altLang="en-US" dirty="0" err="1">
                <a:latin typeface="+mj-lt"/>
              </a:rPr>
              <a:t>overridden</a:t>
            </a:r>
            <a:r>
              <a:rPr lang="it-IT" altLang="en-US" dirty="0">
                <a:latin typeface="+mj-lt"/>
              </a:rPr>
              <a:t>, cioè riscritto, ha lo stesso nome e parametri della classe base, ma il suo comportamento viene riscritto.</a:t>
            </a:r>
          </a:p>
        </p:txBody>
      </p:sp>
    </p:spTree>
    <p:extLst>
      <p:ext uri="{BB962C8B-B14F-4D97-AF65-F5344CB8AC3E}">
        <p14:creationId xmlns:p14="http://schemas.microsoft.com/office/powerpoint/2010/main" val="12972511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Principio di sostituzione di </a:t>
            </a:r>
            <a:r>
              <a:rPr lang="it-IT" dirty="0" err="1"/>
              <a:t>Liskov</a:t>
            </a:r>
            <a:endParaRPr lang="it-IT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14797AA-1E06-40F3-9082-FA8674EAD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268760"/>
            <a:ext cx="7886700" cy="4752528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it-IT" sz="2400" dirty="0"/>
              <a:t>Un’idea intuitiva di sottotipo è quella per cui i suoi oggetti (istanze) forniscono tutti i comportamenti degli oggetti di un altro tipo (il suo super-tipo) e qualche comportamento aggiuntivo.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it-IT" altLang="en-US" sz="2400" dirty="0"/>
              <a:t>La sostituibilità (LSP) è un principio della OOP che dice che: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it-IT" altLang="en-US" sz="2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it-IT" altLang="en-US" sz="2400" i="1" dirty="0"/>
              <a:t>se S è un sotto-tipo di T allora gli oggetti di tipo T possono essere rimpiazzati da oggetti di tipo S, senza alterare nessuna proprietà desiderabile del programma (es. correttezza, compiti effettuati, etc.).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it-IT" altLang="en-US" sz="2400" i="1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it-IT" altLang="en-US" sz="2400" dirty="0"/>
              <a:t>Da questo deriva che è possibile usare un oggetto istanziato da una classe derivata ogni volta che è possibile usare un oggetto istanziato da una classe base.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AE76C9D-058E-4ACA-A35A-35BFDC17A614}"/>
              </a:ext>
            </a:extLst>
          </p:cNvPr>
          <p:cNvSpPr txBox="1"/>
          <p:nvPr/>
        </p:nvSpPr>
        <p:spPr>
          <a:xfrm>
            <a:off x="457200" y="6214611"/>
            <a:ext cx="83632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en-US" sz="1600" i="1" dirty="0" err="1"/>
              <a:t>Liskov</a:t>
            </a:r>
            <a:r>
              <a:rPr lang="it-IT" altLang="en-US" sz="1600" i="1" dirty="0"/>
              <a:t>, B. H.; </a:t>
            </a:r>
            <a:r>
              <a:rPr lang="it-IT" altLang="en-US" sz="1600" i="1" dirty="0" err="1"/>
              <a:t>Wing</a:t>
            </a:r>
            <a:r>
              <a:rPr lang="it-IT" altLang="en-US" sz="1600" i="1" dirty="0"/>
              <a:t>, J. M. (November 1994). A </a:t>
            </a:r>
            <a:r>
              <a:rPr lang="it-IT" altLang="en-US" sz="1600" i="1" dirty="0" err="1"/>
              <a:t>behavioral</a:t>
            </a:r>
            <a:r>
              <a:rPr lang="it-IT" altLang="en-US" sz="1600" i="1" dirty="0"/>
              <a:t> </a:t>
            </a:r>
            <a:r>
              <a:rPr lang="it-IT" altLang="en-US" sz="1600" i="1" dirty="0" err="1"/>
              <a:t>notion</a:t>
            </a:r>
            <a:r>
              <a:rPr lang="it-IT" altLang="en-US" sz="1600" i="1" dirty="0"/>
              <a:t> of </a:t>
            </a:r>
            <a:r>
              <a:rPr lang="it-IT" altLang="en-US" sz="1600" i="1" dirty="0" err="1"/>
              <a:t>subtyping</a:t>
            </a:r>
            <a:r>
              <a:rPr lang="it-IT" altLang="en-US" sz="1600" i="1" dirty="0"/>
              <a:t>. ACM Trans. Program. Lang. </a:t>
            </a:r>
            <a:r>
              <a:rPr lang="it-IT" altLang="en-US" sz="1600" i="1" dirty="0" err="1"/>
              <a:t>Syst</a:t>
            </a:r>
            <a:r>
              <a:rPr lang="it-IT" altLang="en-US" sz="1600" i="1" dirty="0"/>
              <a:t>. 16 (6). pp. 1811–1841.</a:t>
            </a:r>
            <a:endParaRPr lang="en-GB" sz="1600" i="1" dirty="0"/>
          </a:p>
        </p:txBody>
      </p:sp>
    </p:spTree>
    <p:extLst>
      <p:ext uri="{BB962C8B-B14F-4D97-AF65-F5344CB8AC3E}">
        <p14:creationId xmlns:p14="http://schemas.microsoft.com/office/powerpoint/2010/main" val="36862075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Principio di sostituzione di </a:t>
            </a:r>
            <a:r>
              <a:rPr lang="it-IT" dirty="0" err="1"/>
              <a:t>Liskov</a:t>
            </a:r>
            <a:endParaRPr lang="it-IT" dirty="0"/>
          </a:p>
        </p:txBody>
      </p:sp>
      <p:sp>
        <p:nvSpPr>
          <p:cNvPr id="6" name="Text Box 101">
            <a:extLst>
              <a:ext uri="{FF2B5EF4-FFF2-40B4-BE49-F238E27FC236}">
                <a16:creationId xmlns:a16="http://schemas.microsoft.com/office/drawing/2014/main" id="{AF3B074D-D552-4ADD-97DA-4445264F4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1" y="1268760"/>
            <a:ext cx="7902170" cy="258532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Persona 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{</a:t>
            </a:r>
          </a:p>
          <a:p>
            <a:pPr>
              <a:buFont typeface="Times New Roman" charset="0"/>
              <a:buNone/>
              <a:defRPr/>
            </a:pPr>
            <a:r>
              <a:rPr lang="it-IT" b="1" i="1" dirty="0">
                <a:latin typeface="Courier New" charset="0"/>
                <a:ea typeface="ＭＳ Ｐゴシック" charset="0"/>
              </a:rPr>
              <a:t>   ...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</a:t>
            </a: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 </a:t>
            </a: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SimSun" charset="0"/>
                <a:cs typeface="SimSun" charset="0"/>
              </a:rPr>
              <a:t>  </a:t>
            </a:r>
          </a:p>
          <a:p>
            <a:pPr>
              <a:buFont typeface="Times New Roman" charset="0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Studente :</a:t>
            </a:r>
            <a:r>
              <a:rPr lang="it-IT" i="1" dirty="0">
                <a:latin typeface="Courier New" charset="0"/>
                <a:ea typeface="ＭＳ Ｐゴシック" charset="0"/>
              </a:rPr>
              <a:t> </a:t>
            </a:r>
            <a:r>
              <a:rPr lang="it-IT" b="1" i="1" dirty="0">
                <a:latin typeface="Courier New" charset="0"/>
                <a:ea typeface="ＭＳ Ｐゴシック" charset="0"/>
              </a:rPr>
              <a:t>public</a:t>
            </a:r>
            <a:r>
              <a:rPr lang="it-IT" i="1" dirty="0">
                <a:latin typeface="Courier New" charset="0"/>
                <a:ea typeface="ＭＳ Ｐゴシック" charset="0"/>
              </a:rPr>
              <a:t> Persona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{</a:t>
            </a:r>
            <a:endParaRPr lang="it-IT" b="1" i="1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b="1" i="1" dirty="0">
                <a:latin typeface="Courier New" charset="0"/>
                <a:ea typeface="ＭＳ Ｐゴシック" charset="0"/>
              </a:rPr>
              <a:t>   ...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</a:t>
            </a: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 </a:t>
            </a: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SimSun" charset="0"/>
                <a:cs typeface="SimSun" charset="0"/>
              </a:rPr>
              <a:t>  </a:t>
            </a:r>
          </a:p>
          <a:p>
            <a:pPr>
              <a:buFont typeface="Times New Roman" charset="0"/>
              <a:buNone/>
              <a:defRPr/>
            </a:pPr>
            <a:endParaRPr lang="it-IT" altLang="zh-CN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b="1" i="1" dirty="0" err="1">
                <a:latin typeface="Courier New" charset="0"/>
                <a:ea typeface="ＭＳ Ｐゴシック" charset="0"/>
              </a:rPr>
              <a:t>void</a:t>
            </a:r>
            <a:r>
              <a:rPr lang="it-IT" altLang="zh-CN" b="1" i="1" dirty="0">
                <a:latin typeface="Courier New" charset="0"/>
                <a:ea typeface="ＭＳ Ｐゴシック" charset="0"/>
              </a:rPr>
              <a:t> </a:t>
            </a:r>
            <a:r>
              <a:rPr lang="it-IT" altLang="zh-CN" i="1" dirty="0">
                <a:latin typeface="Courier New" charset="0"/>
                <a:ea typeface="ＭＳ Ｐゴシック" charset="0"/>
              </a:rPr>
              <a:t>cammina(Persona&amp; p);</a:t>
            </a:r>
          </a:p>
          <a:p>
            <a:pPr>
              <a:buFont typeface="Times New Roman" charset="0"/>
              <a:buNone/>
              <a:defRPr/>
            </a:pPr>
            <a:r>
              <a:rPr lang="it-IT" b="1" i="1" dirty="0" err="1">
                <a:latin typeface="Courier New" charset="0"/>
                <a:ea typeface="ＭＳ Ｐゴシック" charset="0"/>
              </a:rPr>
              <a:t>void</a:t>
            </a:r>
            <a:r>
              <a:rPr lang="it-IT" b="1" i="1" dirty="0">
                <a:latin typeface="Courier New" charset="0"/>
                <a:ea typeface="ＭＳ Ｐゴシック" charset="0"/>
              </a:rPr>
              <a:t> </a:t>
            </a:r>
            <a:r>
              <a:rPr lang="it-IT" i="1" dirty="0">
                <a:latin typeface="Courier New" charset="0"/>
                <a:ea typeface="ＭＳ Ｐゴシック" charset="0"/>
              </a:rPr>
              <a:t>studia(Studente&amp; s)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</a:t>
            </a:r>
            <a:endParaRPr lang="it-IT" dirty="0">
              <a:solidFill>
                <a:schemeClr val="tx1"/>
              </a:solidFill>
              <a:latin typeface="Courier New" charset="0"/>
              <a:ea typeface="SimSun" charset="0"/>
              <a:cs typeface="SimSun" charset="0"/>
            </a:endParaRPr>
          </a:p>
        </p:txBody>
      </p:sp>
      <p:sp>
        <p:nvSpPr>
          <p:cNvPr id="8" name="Text Box 101">
            <a:extLst>
              <a:ext uri="{FF2B5EF4-FFF2-40B4-BE49-F238E27FC236}">
                <a16:creationId xmlns:a16="http://schemas.microsoft.com/office/drawing/2014/main" id="{B3C15787-7296-4AB3-AE89-1E5CE689B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1" y="3995678"/>
            <a:ext cx="7902170" cy="258532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b="1" i="1" dirty="0" err="1">
                <a:latin typeface="Courier New" charset="0"/>
                <a:ea typeface="ＭＳ Ｐゴシック" charset="0"/>
              </a:rPr>
              <a:t>int</a:t>
            </a:r>
            <a:r>
              <a:rPr lang="it-IT" i="1" dirty="0">
                <a:latin typeface="Courier New" charset="0"/>
                <a:ea typeface="ＭＳ Ｐゴシック" charset="0"/>
              </a:rPr>
              <a:t> </a:t>
            </a:r>
            <a:r>
              <a:rPr lang="it-IT" i="1" dirty="0" err="1">
                <a:latin typeface="Courier New" charset="0"/>
                <a:ea typeface="ＭＳ Ｐゴシック" charset="0"/>
              </a:rPr>
              <a:t>main</a:t>
            </a:r>
            <a:r>
              <a:rPr lang="it-IT" i="1" dirty="0">
                <a:latin typeface="Courier New" charset="0"/>
                <a:ea typeface="ＭＳ Ｐゴシック" charset="0"/>
              </a:rPr>
              <a:t>(){</a:t>
            </a: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latin typeface="Courier New" charset="0"/>
                <a:ea typeface="ＭＳ Ｐゴシック" charset="0"/>
              </a:rPr>
              <a:t>Persona p;</a:t>
            </a: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latin typeface="Courier New" charset="0"/>
                <a:ea typeface="ＭＳ Ｐゴシック" charset="0"/>
              </a:rPr>
              <a:t>Studente s;</a:t>
            </a:r>
          </a:p>
          <a:p>
            <a:pPr>
              <a:buFont typeface="Times New Roman" charset="0"/>
              <a:buNone/>
              <a:defRPr/>
            </a:pPr>
            <a:endParaRPr lang="it-IT" i="1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latin typeface="Courier New" charset="0"/>
                <a:ea typeface="ＭＳ Ｐゴシック" charset="0"/>
              </a:rPr>
              <a:t>cammina(p); // OK</a:t>
            </a: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latin typeface="Courier New" charset="0"/>
                <a:ea typeface="ＭＳ Ｐゴシック" charset="0"/>
              </a:rPr>
              <a:t>cammina(s); // OK: uno studente è una persona</a:t>
            </a: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latin typeface="Courier New" charset="0"/>
                <a:ea typeface="ＭＳ Ｐゴシック" charset="0"/>
              </a:rPr>
              <a:t>studia(s); //OK</a:t>
            </a: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latin typeface="Courier New" charset="0"/>
                <a:ea typeface="ＭＳ Ｐゴシック" charset="0"/>
              </a:rPr>
              <a:t>studia(p); // NO!</a:t>
            </a:r>
          </a:p>
          <a:p>
            <a:pPr>
              <a:buFont typeface="Times New Roman" charset="0"/>
              <a:buNone/>
              <a:defRPr/>
            </a:pPr>
            <a:r>
              <a:rPr lang="it-IT" i="1" dirty="0">
                <a:latin typeface="Courier New" charset="0"/>
                <a:ea typeface="ＭＳ Ｐゴシック" charset="0"/>
              </a:rPr>
              <a:t>};</a:t>
            </a:r>
            <a:endParaRPr lang="it-IT" b="1" i="1" dirty="0">
              <a:latin typeface="Courier New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1632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 err="1"/>
              <a:t>Binding</a:t>
            </a:r>
            <a:endParaRPr lang="it-IT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14797AA-1E06-40F3-9082-FA8674EAD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83022"/>
            <a:ext cx="7886700" cy="492629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it-IT" dirty="0"/>
              <a:t>L’associazione tra identificatori ed entità è chiamata ‘’</a:t>
            </a:r>
            <a:r>
              <a:rPr lang="it-IT" dirty="0" err="1"/>
              <a:t>binding</a:t>
            </a:r>
            <a:r>
              <a:rPr lang="it-IT" dirty="0"/>
              <a:t>’’.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it-IT" dirty="0"/>
          </a:p>
          <a:p>
            <a:pPr algn="just">
              <a:lnSpc>
                <a:spcPct val="120000"/>
              </a:lnSpc>
            </a:pPr>
            <a:r>
              <a:rPr lang="it-IT" b="1" i="1" dirty="0"/>
              <a:t>Statico:</a:t>
            </a:r>
            <a:r>
              <a:rPr lang="it-IT" b="1" dirty="0"/>
              <a:t>  </a:t>
            </a:r>
            <a:r>
              <a:rPr lang="it-IT" dirty="0"/>
              <a:t>il collegamento avviene in fase di compilazione.</a:t>
            </a:r>
          </a:p>
          <a:p>
            <a:pPr algn="just">
              <a:lnSpc>
                <a:spcPct val="120000"/>
              </a:lnSpc>
            </a:pPr>
            <a:r>
              <a:rPr lang="it-IT" b="1" i="1" dirty="0"/>
              <a:t>Dinamico: </a:t>
            </a:r>
            <a:r>
              <a:rPr lang="it-IT" dirty="0"/>
              <a:t>la connessione avviene durante l’esecuzione, fa sì che il codice da eseguire verrà determinato solo all'atto della chiamata; solo durante l'esecuzione del programma si determinerà il </a:t>
            </a:r>
            <a:r>
              <a:rPr lang="it-IT" dirty="0" err="1"/>
              <a:t>binding</a:t>
            </a:r>
            <a:r>
              <a:rPr lang="it-IT" dirty="0"/>
              <a:t> effettivo (tipicamente tramite il valore di un puntatore ad una classe base) tra le diverse possibilità (una per ogni classe derivata)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it-IT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23555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 err="1"/>
              <a:t>Binding</a:t>
            </a:r>
            <a:endParaRPr lang="it-IT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14797AA-1E06-40F3-9082-FA8674EAD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83022"/>
            <a:ext cx="7886700" cy="492629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it-IT" dirty="0"/>
              <a:t>Vantaggio principale del </a:t>
            </a:r>
            <a:r>
              <a:rPr lang="it-IT" dirty="0" err="1"/>
              <a:t>binding</a:t>
            </a:r>
            <a:r>
              <a:rPr lang="it-IT" dirty="0"/>
              <a:t> dinamico: offre un alto grado di flessibilità e praticità nella gestione delle gerarchie di classi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Svantaggio principale: è meno efficiente di quello statico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 linguaggi più strettamente OO offrono solo </a:t>
            </a:r>
            <a:r>
              <a:rPr lang="it-IT" dirty="0" err="1"/>
              <a:t>binding</a:t>
            </a:r>
            <a:r>
              <a:rPr lang="it-IT" dirty="0"/>
              <a:t> dinamico 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In C++ il </a:t>
            </a:r>
            <a:r>
              <a:rPr lang="it-IT" dirty="0" err="1"/>
              <a:t>binding</a:t>
            </a:r>
            <a:r>
              <a:rPr lang="it-IT" dirty="0"/>
              <a:t> per default è quello statico 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Per specificare il </a:t>
            </a:r>
            <a:r>
              <a:rPr lang="it-IT" dirty="0" err="1"/>
              <a:t>binding</a:t>
            </a:r>
            <a:r>
              <a:rPr lang="it-IT" dirty="0"/>
              <a:t> dinamico si fa precedere la dichiarazione della funzione dalla parola riservata </a:t>
            </a:r>
            <a:r>
              <a:rPr lang="it-IT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it-IT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795892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Text Box 3">
            <a:extLst>
              <a:ext uri="{FF2B5EF4-FFF2-40B4-BE49-F238E27FC236}">
                <a16:creationId xmlns:a16="http://schemas.microsoft.com/office/drawing/2014/main" id="{507771F2-20D6-4736-86E3-005CFE35C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62" y="1188442"/>
            <a:ext cx="856907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 </a:t>
            </a:r>
            <a:r>
              <a:rPr lang="it-IT" altLang="zh-CN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virtual</a:t>
            </a:r>
            <a:r>
              <a:rPr lang="it-IT" altLang="zh-CN" sz="2200" dirty="0">
                <a:solidFill>
                  <a:schemeClr val="tx1"/>
                </a:solidFill>
                <a:latin typeface="+mj-lt"/>
              </a:rPr>
              <a:t> anteposto alla dichiarazione di una funzione indica al compilatore che essa può essere definita in una classe derivata.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5045" name="Text Box 5">
            <a:extLst>
              <a:ext uri="{FF2B5EF4-FFF2-40B4-BE49-F238E27FC236}">
                <a16:creationId xmlns:a16="http://schemas.microsoft.com/office/drawing/2014/main" id="{BF84A1C8-7864-4106-9E68-90F707458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780928"/>
            <a:ext cx="7128792" cy="224676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it-IT" altLang="zh-CN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class Figura {</a:t>
            </a:r>
          </a:p>
          <a:p>
            <a:r>
              <a:rPr lang="it-IT" altLang="zh-CN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public:</a:t>
            </a:r>
          </a:p>
          <a:p>
            <a:r>
              <a:rPr lang="it-IT" altLang="zh-CN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it-IT" altLang="zh-CN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virtual</a:t>
            </a:r>
            <a:r>
              <a:rPr lang="it-IT" altLang="zh-CN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 double </a:t>
            </a:r>
            <a:r>
              <a:rPr lang="it-IT" altLang="zh-CN" sz="20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calcolare_area</a:t>
            </a:r>
            <a:r>
              <a:rPr lang="it-IT" altLang="zh-CN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() {};</a:t>
            </a:r>
          </a:p>
          <a:p>
            <a:r>
              <a:rPr lang="it-IT" altLang="zh-CN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  <a:r>
              <a:rPr lang="it-IT" altLang="zh-CN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virtual</a:t>
            </a:r>
            <a:r>
              <a:rPr lang="it-IT" altLang="zh-CN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it-IT" altLang="zh-CN" sz="20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void</a:t>
            </a:r>
            <a:r>
              <a:rPr lang="it-IT" altLang="zh-CN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 disegnare() {};</a:t>
            </a:r>
          </a:p>
          <a:p>
            <a:endParaRPr lang="it-IT" altLang="zh-CN" sz="20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zh-CN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   // ...</a:t>
            </a:r>
          </a:p>
          <a:p>
            <a:r>
              <a:rPr lang="it-IT" altLang="zh-CN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}; </a:t>
            </a:r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19271F6-BDEE-4BCF-8814-0180540D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Funzioni virtuali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Text Box 3">
            <a:extLst>
              <a:ext uri="{FF2B5EF4-FFF2-40B4-BE49-F238E27FC236}">
                <a16:creationId xmlns:a16="http://schemas.microsoft.com/office/drawing/2014/main" id="{507771F2-20D6-4736-86E3-005CFE35C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188442"/>
            <a:ext cx="814724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Ogni </a:t>
            </a:r>
            <a:r>
              <a:rPr lang="it-IT" altLang="zh-CN" sz="2200" dirty="0">
                <a:solidFill>
                  <a:schemeClr val="tx1"/>
                </a:solidFill>
                <a:latin typeface="+mj-lt"/>
              </a:rPr>
              <a:t>classe derivata deve definire le sue proprie versioni delle funzioni dichiarate virtuali nella classe base: se le classi </a:t>
            </a:r>
            <a:r>
              <a:rPr lang="it-IT" altLang="zh-CN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Cerchio</a:t>
            </a:r>
            <a:r>
              <a:rPr lang="it-IT" altLang="zh-CN" sz="2200" dirty="0">
                <a:solidFill>
                  <a:schemeClr val="tx1"/>
                </a:solidFill>
                <a:latin typeface="+mj-lt"/>
              </a:rPr>
              <a:t> e </a:t>
            </a:r>
            <a:r>
              <a:rPr lang="it-IT" altLang="zh-CN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Rettangolo</a:t>
            </a:r>
            <a:r>
              <a:rPr lang="it-IT" altLang="zh-CN" sz="2200" dirty="0">
                <a:solidFill>
                  <a:schemeClr val="tx1"/>
                </a:solidFill>
                <a:latin typeface="+mj-lt"/>
              </a:rPr>
              <a:t> derivano dalla classe </a:t>
            </a:r>
            <a:r>
              <a:rPr lang="it-IT" altLang="zh-CN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Figura</a:t>
            </a:r>
            <a:r>
              <a:rPr lang="it-IT" altLang="zh-CN" sz="2200" dirty="0">
                <a:solidFill>
                  <a:schemeClr val="tx1"/>
                </a:solidFill>
                <a:latin typeface="+mj-lt"/>
              </a:rPr>
              <a:t>, debbono entrambe definire le funzioni membro </a:t>
            </a:r>
            <a:r>
              <a:rPr lang="it-IT" altLang="zh-CN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calcolare_area</a:t>
            </a:r>
            <a:r>
              <a:rPr lang="it-IT" altLang="zh-CN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it-IT" altLang="zh-CN" sz="2200" dirty="0">
                <a:solidFill>
                  <a:schemeClr val="tx1"/>
                </a:solidFill>
                <a:latin typeface="+mj-lt"/>
              </a:rPr>
              <a:t>e </a:t>
            </a:r>
            <a:r>
              <a:rPr lang="it-IT" altLang="zh-CN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disegnare()</a:t>
            </a:r>
            <a:r>
              <a:rPr lang="it-IT" altLang="zh-CN" sz="2000" dirty="0">
                <a:solidFill>
                  <a:schemeClr val="tx1"/>
                </a:solidFill>
                <a:latin typeface="+mj-lt"/>
              </a:rPr>
              <a:t>. </a:t>
            </a:r>
            <a:endParaRPr lang="it-IT" altLang="zh-CN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50000"/>
            </a:pP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19271F6-BDEE-4BCF-8814-0180540D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Funzioni virtuali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E07FBE01-8A3C-45B1-9CC6-6B762CB34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443" y="2708920"/>
            <a:ext cx="7453114" cy="403187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class Cerchio : public Figura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{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public: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	double </a:t>
            </a:r>
            <a:r>
              <a:rPr lang="it-IT" altLang="zh-CN" sz="16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calcolare_area</a:t>
            </a: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();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it-IT" altLang="zh-CN" sz="16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disegnare();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private: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   double xc, </a:t>
            </a:r>
            <a:r>
              <a:rPr lang="it-IT" altLang="zh-CN" sz="16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yc</a:t>
            </a: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;        // coordinata del centro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   double raggio;         // raggio del cerchio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};</a:t>
            </a:r>
          </a:p>
          <a:p>
            <a:pPr>
              <a:buFont typeface="Times New Roman" charset="0"/>
              <a:buNone/>
              <a:defRPr/>
            </a:pPr>
            <a:endParaRPr lang="it-IT" altLang="zh-CN" sz="1600" dirty="0">
              <a:solidFill>
                <a:schemeClr val="accent2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double Cerchio::</a:t>
            </a:r>
            <a:r>
              <a:rPr lang="it-IT" altLang="zh-CN" sz="16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calcolare_area</a:t>
            </a: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(){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altLang="zh-CN" sz="16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return</a:t>
            </a: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3,1415 * raggio * raggio;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}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Cerchio::disegnare() </a:t>
            </a:r>
            <a:r>
              <a:rPr lang="it-IT" altLang="zh-CN" sz="16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const</a:t>
            </a: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{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// ...</a:t>
            </a:r>
          </a:p>
          <a:p>
            <a:pPr>
              <a:buFont typeface="Times New Roman" charset="0"/>
              <a:buNone/>
              <a:defRPr/>
            </a:pP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}  </a:t>
            </a:r>
            <a:r>
              <a:rPr lang="it-IT" altLang="zh-CN" sz="1600" dirty="0">
                <a:solidFill>
                  <a:schemeClr val="accent2"/>
                </a:solidFill>
                <a:latin typeface="Courier New" charset="0"/>
                <a:ea typeface="SimSun" charset="0"/>
                <a:cs typeface="SimSun" charset="0"/>
              </a:rPr>
              <a:t> </a:t>
            </a:r>
            <a:endParaRPr lang="it-IT" sz="1600" dirty="0">
              <a:solidFill>
                <a:schemeClr val="accent2"/>
              </a:solidFill>
              <a:latin typeface="Courier New" charset="0"/>
              <a:ea typeface="SimSun" charset="0"/>
              <a:cs typeface="SimSu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414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Text Box 3">
            <a:extLst>
              <a:ext uri="{FF2B5EF4-FFF2-40B4-BE49-F238E27FC236}">
                <a16:creationId xmlns:a16="http://schemas.microsoft.com/office/drawing/2014/main" id="{507771F2-20D6-4736-86E3-005CFE35C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188442"/>
            <a:ext cx="814724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buSzPct val="50000"/>
            </a:pPr>
            <a:r>
              <a:rPr lang="it-IT" altLang="en-US" sz="2200" b="1" i="1" dirty="0" err="1">
                <a:solidFill>
                  <a:schemeClr val="tx1"/>
                </a:solidFill>
                <a:latin typeface="+mj-lt"/>
              </a:rPr>
              <a:t>Binding</a:t>
            </a:r>
            <a:r>
              <a:rPr lang="it-IT" altLang="en-US" sz="2200" b="1" i="1" dirty="0">
                <a:solidFill>
                  <a:schemeClr val="tx1"/>
                </a:solidFill>
                <a:latin typeface="+mj-lt"/>
              </a:rPr>
              <a:t> Dinamico: 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il compilatore C++ non può sapere l'implementazione specifica della funzione 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calcolare_area</a:t>
            </a:r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che sarà chiamata a tempo d'esecuzione</a:t>
            </a:r>
          </a:p>
          <a:p>
            <a:pPr marL="0" indent="0" algn="just">
              <a:buSzPct val="50000"/>
            </a:pP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19271F6-BDEE-4BCF-8814-0180540D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Funzioni virtuali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E07FBE01-8A3C-45B1-9CC6-6B762CB34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443" y="2708920"/>
            <a:ext cx="7453114" cy="353943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Figura* </a:t>
            </a:r>
            <a:r>
              <a:rPr lang="it-IT" altLang="zh-CN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figs</a:t>
            </a:r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[3]; // array di 3 puntatori a figure</a:t>
            </a:r>
          </a:p>
          <a:p>
            <a:endParaRPr lang="it-IT" altLang="zh-CN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Cerchio c;</a:t>
            </a:r>
          </a:p>
          <a:p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Cerchio c2(c); </a:t>
            </a:r>
          </a:p>
          <a:p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c2.setRaggio(8);</a:t>
            </a:r>
          </a:p>
          <a:p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Rettangolo r;</a:t>
            </a:r>
          </a:p>
          <a:p>
            <a:endParaRPr lang="it-IT" altLang="zh-CN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zh-CN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figs</a:t>
            </a:r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[0] = &amp;c;</a:t>
            </a:r>
          </a:p>
          <a:p>
            <a:r>
              <a:rPr lang="it-IT" altLang="zh-CN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figs</a:t>
            </a:r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[1] = &amp;r;</a:t>
            </a:r>
          </a:p>
          <a:p>
            <a:r>
              <a:rPr lang="it-IT" altLang="zh-CN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figs</a:t>
            </a:r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[2] = &amp;c2;</a:t>
            </a:r>
          </a:p>
          <a:p>
            <a:endParaRPr lang="it-IT" altLang="zh-CN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for(</a:t>
            </a:r>
            <a:r>
              <a:rPr lang="it-IT" altLang="zh-CN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i=0;i&lt;3;i++)</a:t>
            </a:r>
          </a:p>
          <a:p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   </a:t>
            </a:r>
            <a:r>
              <a:rPr lang="it-IT" altLang="zh-CN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cout</a:t>
            </a:r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&lt;&lt; </a:t>
            </a:r>
            <a:r>
              <a:rPr lang="it-IT" altLang="zh-CN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figs</a:t>
            </a:r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[i]-&gt;</a:t>
            </a:r>
            <a:r>
              <a:rPr lang="it-IT" altLang="zh-CN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calcolare_area</a:t>
            </a:r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() &lt;&lt; </a:t>
            </a:r>
            <a:r>
              <a:rPr lang="it-IT" altLang="zh-CN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endl</a:t>
            </a:r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Font typeface="Times New Roman" charset="0"/>
              <a:buNone/>
              <a:defRPr/>
            </a:pPr>
            <a:endParaRPr lang="it-IT" sz="1600" dirty="0">
              <a:solidFill>
                <a:schemeClr val="accent2"/>
              </a:solidFill>
              <a:latin typeface="Courier New" charset="0"/>
              <a:ea typeface="SimSun" charset="0"/>
              <a:cs typeface="SimSu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3764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Text Box 3">
            <a:extLst>
              <a:ext uri="{FF2B5EF4-FFF2-40B4-BE49-F238E27FC236}">
                <a16:creationId xmlns:a16="http://schemas.microsoft.com/office/drawing/2014/main" id="{507771F2-20D6-4736-86E3-005CFE35C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76" y="1268760"/>
            <a:ext cx="8147248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Linee guida da seguire quando si definisce una classe polimorfica (cioè che ha almeno un metodo virtuale):</a:t>
            </a:r>
          </a:p>
          <a:p>
            <a:pPr marL="0" indent="0" algn="just">
              <a:spcAft>
                <a:spcPts val="600"/>
              </a:spcAft>
              <a:buSzPct val="10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algn="just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Almeno un metodo virtuale deve essere indicato come tale nella classe base.</a:t>
            </a:r>
          </a:p>
          <a:p>
            <a:pPr algn="just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si usa solo nella dichiarazione del metodo, non nella definizione.</a:t>
            </a:r>
          </a:p>
          <a:p>
            <a:pPr algn="just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Una funzione top-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level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(una funzione non associata ad una classe) non può essere virtuale.</a:t>
            </a:r>
          </a:p>
          <a:p>
            <a:pPr algn="just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Un metodo statico non può essere virtuale.</a:t>
            </a:r>
          </a:p>
          <a:p>
            <a:pPr algn="just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indica che un metodo non può essere riscritto nelle classi derivate.</a:t>
            </a:r>
          </a:p>
          <a:p>
            <a:pPr algn="just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Il distruttore di una classe base dovrebbe sempre essere dichiarato virtuale.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819271F6-BDEE-4BCF-8814-0180540D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Funzioni virtuali</a:t>
            </a:r>
          </a:p>
        </p:txBody>
      </p:sp>
    </p:spTree>
    <p:extLst>
      <p:ext uri="{BB962C8B-B14F-4D97-AF65-F5344CB8AC3E}">
        <p14:creationId xmlns:p14="http://schemas.microsoft.com/office/powerpoint/2010/main" val="19571106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819271F6-BDEE-4BCF-8814-0180540D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Funzioni virtuali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4B9BE565-A0FE-40FC-8CFE-7A9942C0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536174"/>
            <a:ext cx="3672408" cy="378565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class B {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public: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	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virtual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void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f1();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class D1: public B{</a:t>
            </a:r>
          </a:p>
          <a:p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void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f1() 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final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class D2: public D1{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//D2 non 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puo’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fare   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//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override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di f1() 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pPr>
              <a:buFont typeface="Times New Roman" charset="0"/>
              <a:buNone/>
              <a:defRPr/>
            </a:pPr>
            <a:endParaRPr lang="it-IT" sz="1600" dirty="0">
              <a:solidFill>
                <a:schemeClr val="accent2"/>
              </a:solidFill>
              <a:latin typeface="Courier New" charset="0"/>
              <a:ea typeface="SimSun" charset="0"/>
              <a:cs typeface="SimSun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65984521-567E-48C9-AE21-881D801AF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1326695"/>
            <a:ext cx="3672408" cy="526297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class B {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public: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	~B(){};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class D1: public B{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// ...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main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(){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D1 d;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B* b = new B();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b = &amp;d;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delete b;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// il distruttore di D1 non // viene chiamato dal delete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buFont typeface="Times New Roman" charset="0"/>
              <a:buNone/>
              <a:defRPr/>
            </a:pPr>
            <a:endParaRPr lang="it-IT" sz="1600" dirty="0">
              <a:solidFill>
                <a:schemeClr val="accent2"/>
              </a:solidFill>
              <a:latin typeface="Courier New" charset="0"/>
              <a:ea typeface="SimSun" charset="0"/>
              <a:cs typeface="SimSu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1268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819271F6-BDEE-4BCF-8814-0180540D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Funzioni virtuali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4B9BE565-A0FE-40FC-8CFE-7A9942C0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536174"/>
            <a:ext cx="3672408" cy="378565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class B {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public: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	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virtual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void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f1();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class D1: public B{</a:t>
            </a:r>
          </a:p>
          <a:p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void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f1() 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final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class D2: public D1{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//D2 non 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puo’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fare   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//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override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di f1() 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pPr>
              <a:buFont typeface="Times New Roman" charset="0"/>
              <a:buNone/>
              <a:defRPr/>
            </a:pPr>
            <a:endParaRPr lang="it-IT" sz="1600" dirty="0">
              <a:solidFill>
                <a:schemeClr val="accent2"/>
              </a:solidFill>
              <a:latin typeface="Courier New" charset="0"/>
              <a:ea typeface="SimSun" charset="0"/>
              <a:cs typeface="SimSun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65984521-567E-48C9-AE21-881D801AF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1326695"/>
            <a:ext cx="3672408" cy="526297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altLang="zh-CN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class B {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public: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	~B(){};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class D1: public B{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// ...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it-IT" altLang="en-US" sz="16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main</a:t>
            </a:r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(){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D1 d;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B* b = new B();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b = &amp;d;</a:t>
            </a:r>
          </a:p>
          <a:p>
            <a:endParaRPr lang="it-IT" altLang="en-US" sz="16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delete b;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// il distruttore di D1 non // viene chiamato dal delete</a:t>
            </a:r>
          </a:p>
          <a:p>
            <a:r>
              <a:rPr lang="it-IT" altLang="en-US" sz="1600" dirty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buFont typeface="Times New Roman" charset="0"/>
              <a:buNone/>
              <a:defRPr/>
            </a:pPr>
            <a:endParaRPr lang="it-IT" sz="1600" dirty="0">
              <a:solidFill>
                <a:schemeClr val="accent2"/>
              </a:solidFill>
              <a:latin typeface="Courier New" charset="0"/>
              <a:ea typeface="SimSun" charset="0"/>
              <a:cs typeface="SimSun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9490FAB-403F-41C0-B712-78AB5A3AFFC5}"/>
              </a:ext>
            </a:extLst>
          </p:cNvPr>
          <p:cNvSpPr txBox="1"/>
          <p:nvPr/>
        </p:nvSpPr>
        <p:spPr>
          <a:xfrm>
            <a:off x="725252" y="5491039"/>
            <a:ext cx="3738736" cy="101566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000" i="1" dirty="0"/>
              <a:t>Se dichiaro ~B() virtuale verrà chiamato anche il distruttore di D quando elimino b con delete.</a:t>
            </a:r>
            <a:endParaRPr lang="en-GB" sz="2000" i="1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475B333-D11C-4261-BF20-43FDAAE379B2}"/>
              </a:ext>
            </a:extLst>
          </p:cNvPr>
          <p:cNvCxnSpPr/>
          <p:nvPr/>
        </p:nvCxnSpPr>
        <p:spPr>
          <a:xfrm flipV="1">
            <a:off x="4211960" y="2060848"/>
            <a:ext cx="1656184" cy="33123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015AF28-0FA9-4C2E-938C-23E0DBF41C09}"/>
              </a:ext>
            </a:extLst>
          </p:cNvPr>
          <p:cNvCxnSpPr>
            <a:cxnSpLocks/>
          </p:cNvCxnSpPr>
          <p:nvPr/>
        </p:nvCxnSpPr>
        <p:spPr>
          <a:xfrm flipV="1">
            <a:off x="4211960" y="5531305"/>
            <a:ext cx="828092" cy="8939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7644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819271F6-BDEE-4BCF-8814-0180540D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Classi astratte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4B9BE565-A0FE-40FC-8CFE-7A9942C0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876391"/>
            <a:ext cx="77048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it-IT" altLang="zh-CN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virtual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it-IT" altLang="zh-CN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void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it-IT" altLang="zh-CN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abstractFunction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() = 0;</a:t>
            </a:r>
            <a:endParaRPr lang="it-IT" dirty="0">
              <a:solidFill>
                <a:schemeClr val="accent2"/>
              </a:solidFill>
              <a:latin typeface="Courier New" charset="0"/>
              <a:ea typeface="SimSun" charset="0"/>
              <a:cs typeface="SimSun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3A00F08-9322-4BFA-A5C1-11E4584D7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76" y="1268760"/>
            <a:ext cx="814724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Una funzione </a:t>
            </a:r>
            <a:r>
              <a:rPr lang="it-IT" altLang="en-US" sz="2200" i="1" dirty="0">
                <a:solidFill>
                  <a:schemeClr val="tx1"/>
                </a:solidFill>
                <a:latin typeface="+mj-lt"/>
              </a:rPr>
              <a:t>puramente virtuale 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è definita nel seguente modo. 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786B2507-8368-4AFA-A30B-5414BB64B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564904"/>
            <a:ext cx="814724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Una classe astratta è una classe che contiene almeno un metodo puramente virtuale. Come conseguenza, non possiamo istanziare oggetti di una classe astratta.</a:t>
            </a:r>
          </a:p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Queste infatti vengono usate come strumenti di specifica delle funzionalità richieste all’interno di una gerarchia di classi (cioè per definire interfacce).</a:t>
            </a:r>
          </a:p>
          <a:p>
            <a:pPr marL="0" indent="0" algn="just">
              <a:buSzPct val="10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Una classe derivata da una classe astratta deve necessariamente fare l’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override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di tutti i metodi puramente virtuali ereditati per poter essere istanziata.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68160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819271F6-BDEE-4BCF-8814-0180540D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??Conversioni di tipo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3A00F08-9322-4BFA-A5C1-11E4584D7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76" y="1268760"/>
            <a:ext cx="8188424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Abbiamo quattro tipi diversi di conversione in C++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La conversione di tipi con 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offre un controllo sulla presenza di relazioni di ereditarietà tra classi a differenza del cast C-style.</a:t>
            </a:r>
          </a:p>
          <a:p>
            <a:pPr marL="0" indent="0" algn="just">
              <a:buSzPct val="10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Il 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dynamic_cast</a:t>
            </a:r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viene usato per ottenere l’identificazione dei tipi a 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runtime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(RTTI).</a:t>
            </a:r>
          </a:p>
          <a:p>
            <a:pPr marL="0" indent="0" algn="just">
              <a:buSzPct val="10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Altre tipologie di cast sono il 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const_cast</a:t>
            </a:r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ed il 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reinterpret_cast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4799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819271F6-BDEE-4BCF-8814-0180540D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RTTI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3A00F08-9322-4BFA-A5C1-11E4584D7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76" y="1268760"/>
            <a:ext cx="8188424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Uno dei benefici del polimorfismo è che dato un riferimento ad una classe base lo si può usare per invocare un metodo polimorfico e senza dover conoscere il tipo di oggetto a cui si punta.</a:t>
            </a:r>
          </a:p>
          <a:p>
            <a:pPr marL="0" indent="0" algn="just">
              <a:buSzPct val="10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Questo avviene grazie al late 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binding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dei metodi virtuali, come nell’esempio del calcolo dell’area per i tipi Figura e Cerchio.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Questo però non ci permette di chiamare, ad esempio, un metodo che è stato aggiunto in una classe derivata e che non è presente nella classe base, dato che non è presente nell’interfaccia di quest’ultima.</a:t>
            </a:r>
          </a:p>
          <a:p>
            <a:pPr marL="0" indent="0" algn="just">
              <a:buSzPct val="10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La soluzione è quella di identificare il tipo a cui si sta puntando al momento dell’esecuzione (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Run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Time 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Type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Identification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– RTTI). </a:t>
            </a:r>
          </a:p>
          <a:p>
            <a:pPr marL="0" indent="0" algn="just">
              <a:buSzPct val="10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Questo si ottiene mediante il  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dynamic_cast</a:t>
            </a:r>
            <a:r>
              <a:rPr lang="it-IT" altLang="en-US" sz="2000" dirty="0">
                <a:solidFill>
                  <a:schemeClr val="tx1"/>
                </a:solidFill>
                <a:latin typeface="+mj-lt"/>
              </a:rPr>
              <a:t> .</a:t>
            </a:r>
            <a:endParaRPr lang="it-IT" altLang="en-US" sz="2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40446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819271F6-BDEE-4BCF-8814-0180540D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Dynamic Cast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3A00F08-9322-4BFA-A5C1-11E4584D7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76" y="1268760"/>
            <a:ext cx="818842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Nel caso di conversioni su puntatori il risultato pari a zero indica il fallimento del cast.</a:t>
            </a:r>
          </a:p>
          <a:p>
            <a:pPr marL="0" indent="0" algn="just">
              <a:buSzPct val="100000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0" indent="0" algn="just">
              <a:buSzPct val="10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Nel caso di riferimenti, l’errore viene indicato mediante il lancio 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diuna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eccezione di tipo 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bad_cast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che dovrà essere gestita.</a:t>
            </a:r>
          </a:p>
        </p:txBody>
      </p:sp>
    </p:spTree>
    <p:extLst>
      <p:ext uri="{BB962C8B-B14F-4D97-AF65-F5344CB8AC3E}">
        <p14:creationId xmlns:p14="http://schemas.microsoft.com/office/powerpoint/2010/main" val="13926111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5991EEBF-DD52-410E-9C98-94BE471E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it-IT" dirty="0"/>
              <a:t>Ereditarietà multipla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14797AA-1E06-40F3-9082-FA8674EAD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83022"/>
            <a:ext cx="7886700" cy="21899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altLang="zh-CN" sz="2800" dirty="0">
                <a:solidFill>
                  <a:schemeClr val="tx1"/>
                </a:solidFill>
              </a:rPr>
              <a:t>Una classe può ereditare attributi e comportamento di più di una classe base.</a:t>
            </a:r>
            <a:endParaRPr lang="it-IT" sz="2800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B937681-E4FC-4ABB-BD34-00347968A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036" y="2852936"/>
            <a:ext cx="6227763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02460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E188A6-296A-41A5-959E-4B084A13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60350"/>
            <a:ext cx="7761288" cy="1131888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it-IT" dirty="0">
                <a:ea typeface="+mj-ea"/>
              </a:rPr>
              <a:t>Uso di </a:t>
            </a:r>
            <a:r>
              <a:rPr lang="it-IT" dirty="0" err="1">
                <a:ea typeface="+mj-ea"/>
              </a:rPr>
              <a:t>virtual</a:t>
            </a:r>
            <a:r>
              <a:rPr lang="it-IT" dirty="0">
                <a:ea typeface="+mj-ea"/>
              </a:rPr>
              <a:t>: dettagli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508CAFB-8336-49C6-A419-B62230E7ADD4}"/>
              </a:ext>
            </a:extLst>
          </p:cNvPr>
          <p:cNvSpPr txBox="1"/>
          <p:nvPr/>
        </p:nvSpPr>
        <p:spPr>
          <a:xfrm>
            <a:off x="214313" y="1467624"/>
            <a:ext cx="56530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Times New Roman" charset="0"/>
              <a:buNone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rPr>
              <a:t>Problema del diamante </a:t>
            </a:r>
          </a:p>
          <a:p>
            <a:pPr marL="342900" indent="-342900" algn="just">
              <a:buFont typeface="Arial"/>
              <a:buChar char="•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rPr>
              <a:t>B e C ereditano dalla classe A e la classe D eredita sia da B che da C </a:t>
            </a:r>
          </a:p>
          <a:p>
            <a:pPr marL="342900" indent="-342900" algn="just">
              <a:buFont typeface="Arial"/>
              <a:buChar char="•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rPr>
              <a:t>se un metodo in D chiama un metodo definito in A, da quale classe viene ereditato?</a:t>
            </a:r>
          </a:p>
          <a:p>
            <a:pPr algn="just">
              <a:buFont typeface="Times New Roman" charset="0"/>
              <a:buNone/>
              <a:defRPr/>
            </a:pP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  <a:cs typeface="ＭＳ Ｐゴシック" charset="0"/>
            </a:endParaRPr>
          </a:p>
          <a:p>
            <a:pPr algn="just">
              <a:buFont typeface="Times New Roman" charset="0"/>
              <a:buNone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rPr>
              <a:t>Differenti linguaggi di programmazione hanno risolto quest'inconveniente in modi diversi.</a:t>
            </a:r>
          </a:p>
          <a:p>
            <a:pPr algn="just">
              <a:buFont typeface="Times New Roman" charset="0"/>
              <a:buNone/>
              <a:defRPr/>
            </a:pP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26627" name="Rettangolo 5">
            <a:extLst>
              <a:ext uri="{FF2B5EF4-FFF2-40B4-BE49-F238E27FC236}">
                <a16:creationId xmlns:a16="http://schemas.microsoft.com/office/drawing/2014/main" id="{59842EC8-4C2A-4D93-85DF-025701442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060575"/>
            <a:ext cx="1512888" cy="461963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6628" name="Rettangolo 6">
            <a:extLst>
              <a:ext uri="{FF2B5EF4-FFF2-40B4-BE49-F238E27FC236}">
                <a16:creationId xmlns:a16="http://schemas.microsoft.com/office/drawing/2014/main" id="{E5E7FAC9-FB06-4771-BFBE-887860CAE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255963"/>
            <a:ext cx="1295400" cy="4603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6629" name="Rettangolo 7">
            <a:extLst>
              <a:ext uri="{FF2B5EF4-FFF2-40B4-BE49-F238E27FC236}">
                <a16:creationId xmlns:a16="http://schemas.microsoft.com/office/drawing/2014/main" id="{F2BC9861-E673-4878-88BF-DAE1D9CD1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263900"/>
            <a:ext cx="1295400" cy="461963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630" name="Rettangolo 8">
            <a:extLst>
              <a:ext uri="{FF2B5EF4-FFF2-40B4-BE49-F238E27FC236}">
                <a16:creationId xmlns:a16="http://schemas.microsoft.com/office/drawing/2014/main" id="{FE141854-1AF2-41F8-A8D8-C28DE7B64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4652963"/>
            <a:ext cx="1512888" cy="46196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777FC189-4C9A-4510-AEE0-CE917D6DB1E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40538" y="2522538"/>
            <a:ext cx="118745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C6917D53-BB57-41D8-B8A7-6BFCC1B455C8}"/>
              </a:ext>
            </a:extLst>
          </p:cNvPr>
          <p:cNvCxnSpPr>
            <a:cxnSpLocks noChangeShapeType="1"/>
            <a:stCxn id="26629" idx="0"/>
            <a:endCxn id="26627" idx="2"/>
          </p:cNvCxnSpPr>
          <p:nvPr/>
        </p:nvCxnSpPr>
        <p:spPr bwMode="auto">
          <a:xfrm flipH="1" flipV="1">
            <a:off x="7993063" y="2522538"/>
            <a:ext cx="395287" cy="7413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F0DBF87A-977A-4892-8FF6-A229BB0093E1}"/>
              </a:ext>
            </a:extLst>
          </p:cNvPr>
          <p:cNvCxnSpPr>
            <a:cxnSpLocks noChangeShapeType="1"/>
            <a:stCxn id="26630" idx="0"/>
            <a:endCxn id="26628" idx="2"/>
          </p:cNvCxnSpPr>
          <p:nvPr/>
        </p:nvCxnSpPr>
        <p:spPr bwMode="auto">
          <a:xfrm flipH="1" flipV="1">
            <a:off x="6804025" y="3716338"/>
            <a:ext cx="1189038" cy="936625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66A9E57D-2B54-451D-A21D-635AC72D2D20}"/>
              </a:ext>
            </a:extLst>
          </p:cNvPr>
          <p:cNvCxnSpPr>
            <a:cxnSpLocks noChangeShapeType="1"/>
            <a:stCxn id="26630" idx="0"/>
            <a:endCxn id="26628" idx="2"/>
          </p:cNvCxnSpPr>
          <p:nvPr/>
        </p:nvCxnSpPr>
        <p:spPr bwMode="auto">
          <a:xfrm flipH="1" flipV="1">
            <a:off x="6804025" y="3716338"/>
            <a:ext cx="1189038" cy="936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B6D4A39D-0B17-4E6D-8A17-C768E00A7D24}"/>
              </a:ext>
            </a:extLst>
          </p:cNvPr>
          <p:cNvCxnSpPr>
            <a:cxnSpLocks noChangeShapeType="1"/>
            <a:stCxn id="26630" idx="0"/>
            <a:endCxn id="26629" idx="2"/>
          </p:cNvCxnSpPr>
          <p:nvPr/>
        </p:nvCxnSpPr>
        <p:spPr bwMode="auto">
          <a:xfrm flipV="1">
            <a:off x="7993063" y="3725863"/>
            <a:ext cx="395287" cy="927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97D233-2A89-41E8-908E-E04715CB0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60350"/>
            <a:ext cx="7761288" cy="1131888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it-IT" dirty="0">
                <a:ea typeface="+mj-ea"/>
              </a:rPr>
              <a:t>Uso di </a:t>
            </a:r>
            <a:r>
              <a:rPr lang="it-IT" dirty="0" err="1">
                <a:ea typeface="+mj-ea"/>
              </a:rPr>
              <a:t>virtual</a:t>
            </a:r>
            <a:r>
              <a:rPr lang="it-IT" dirty="0">
                <a:ea typeface="+mj-ea"/>
              </a:rPr>
              <a:t>: dettagli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C3205E2-5335-427B-9E98-F550BD46805E}"/>
              </a:ext>
            </a:extLst>
          </p:cNvPr>
          <p:cNvSpPr txBox="1"/>
          <p:nvPr/>
        </p:nvSpPr>
        <p:spPr>
          <a:xfrm>
            <a:off x="34925" y="1268413"/>
            <a:ext cx="61214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C++, per default, segue ogni percorso (di ereditarietà) separatamente, quindi D conterrà due (separati) oggetti di A</a:t>
            </a:r>
          </a:p>
          <a:p>
            <a:pPr lvl="1" algn="just"/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it-IT" altLang="en-US" sz="2200" b="1" i="1" dirty="0">
                <a:solidFill>
                  <a:schemeClr val="tx1"/>
                </a:solidFill>
                <a:latin typeface="+mj-lt"/>
              </a:rPr>
              <a:t>Soluzione: 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se le ereditarietà  da A 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a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B (e da A ad C) sono </a:t>
            </a:r>
            <a:r>
              <a:rPr lang="it-IT" altLang="it-IT" sz="2200" dirty="0">
                <a:solidFill>
                  <a:schemeClr val="tx1"/>
                </a:solidFill>
                <a:latin typeface="+mj-lt"/>
              </a:rPr>
              <a:t>“</a:t>
            </a:r>
            <a:r>
              <a:rPr lang="it-IT" altLang="ja-JP" sz="2200" dirty="0" err="1">
                <a:solidFill>
                  <a:schemeClr val="tx1"/>
                </a:solidFill>
                <a:latin typeface="+mj-lt"/>
              </a:rPr>
              <a:t>virtual</a:t>
            </a:r>
            <a:r>
              <a:rPr lang="it-IT" altLang="it-IT" sz="2200" dirty="0">
                <a:solidFill>
                  <a:schemeClr val="tx1"/>
                </a:solidFill>
                <a:latin typeface="+mj-lt"/>
              </a:rPr>
              <a:t>”</a:t>
            </a:r>
            <a:r>
              <a:rPr lang="it-IT" altLang="ja-JP" sz="2200" dirty="0">
                <a:solidFill>
                  <a:schemeClr val="tx1"/>
                </a:solidFill>
                <a:latin typeface="+mj-lt"/>
              </a:rPr>
              <a:t>, C++ crea un solo oggetto A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L’effetto della parola chiave 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virtual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in una clausola di derivazione è quello di forzare il compilatore a includere la base virtuale una sola volta nella definizione degli oggetti derivati, anche se essa appare più volte nella catena di derivazione. In questo modo si ottimizza l’uso delle risorse, e si risolvono a monte eventuali conflitti di nomi. </a:t>
            </a:r>
          </a:p>
        </p:txBody>
      </p:sp>
      <p:sp>
        <p:nvSpPr>
          <p:cNvPr id="27651" name="Rettangolo 5">
            <a:extLst>
              <a:ext uri="{FF2B5EF4-FFF2-40B4-BE49-F238E27FC236}">
                <a16:creationId xmlns:a16="http://schemas.microsoft.com/office/drawing/2014/main" id="{3FFDD104-3F19-4832-9295-CD1B24274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060575"/>
            <a:ext cx="1512888" cy="461963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7652" name="Rettangolo 6">
            <a:extLst>
              <a:ext uri="{FF2B5EF4-FFF2-40B4-BE49-F238E27FC236}">
                <a16:creationId xmlns:a16="http://schemas.microsoft.com/office/drawing/2014/main" id="{A565445D-176F-4B1A-A4F5-1A78ADAE5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255963"/>
            <a:ext cx="1295400" cy="4603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7653" name="Rettangolo 7">
            <a:extLst>
              <a:ext uri="{FF2B5EF4-FFF2-40B4-BE49-F238E27FC236}">
                <a16:creationId xmlns:a16="http://schemas.microsoft.com/office/drawing/2014/main" id="{EEEAD6B3-8619-44FE-BAF7-6AB17D367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263900"/>
            <a:ext cx="1295400" cy="461963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7654" name="Rettangolo 8">
            <a:extLst>
              <a:ext uri="{FF2B5EF4-FFF2-40B4-BE49-F238E27FC236}">
                <a16:creationId xmlns:a16="http://schemas.microsoft.com/office/drawing/2014/main" id="{BE9C110C-15BC-4F29-AAD0-0F51B6695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4652963"/>
            <a:ext cx="1512888" cy="46196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A95D7FAB-184F-4716-ABD4-B2BE87D9F9A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40538" y="2522538"/>
            <a:ext cx="118745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2F3FA0FB-C8CA-4A0C-8BE5-1938EFF28A31}"/>
              </a:ext>
            </a:extLst>
          </p:cNvPr>
          <p:cNvCxnSpPr>
            <a:cxnSpLocks noChangeShapeType="1"/>
            <a:stCxn id="27653" idx="0"/>
            <a:endCxn id="27651" idx="2"/>
          </p:cNvCxnSpPr>
          <p:nvPr/>
        </p:nvCxnSpPr>
        <p:spPr bwMode="auto">
          <a:xfrm flipH="1" flipV="1">
            <a:off x="7993063" y="2522538"/>
            <a:ext cx="395287" cy="7413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65B38070-C284-4B45-8649-6120C31686B4}"/>
              </a:ext>
            </a:extLst>
          </p:cNvPr>
          <p:cNvCxnSpPr>
            <a:cxnSpLocks noChangeShapeType="1"/>
            <a:stCxn id="27654" idx="0"/>
            <a:endCxn id="27652" idx="2"/>
          </p:cNvCxnSpPr>
          <p:nvPr/>
        </p:nvCxnSpPr>
        <p:spPr bwMode="auto">
          <a:xfrm flipH="1" flipV="1">
            <a:off x="6804025" y="3716338"/>
            <a:ext cx="1189038" cy="936625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39CF96D6-8CE3-4405-87B7-CA1AF66C71BD}"/>
              </a:ext>
            </a:extLst>
          </p:cNvPr>
          <p:cNvCxnSpPr>
            <a:cxnSpLocks noChangeShapeType="1"/>
            <a:stCxn id="27654" idx="0"/>
            <a:endCxn id="27652" idx="2"/>
          </p:cNvCxnSpPr>
          <p:nvPr/>
        </p:nvCxnSpPr>
        <p:spPr bwMode="auto">
          <a:xfrm flipH="1" flipV="1">
            <a:off x="6804025" y="3716338"/>
            <a:ext cx="1189038" cy="936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F5F982D4-1DD7-43BC-94CE-ADBB97FFC7FC}"/>
              </a:ext>
            </a:extLst>
          </p:cNvPr>
          <p:cNvCxnSpPr>
            <a:cxnSpLocks noChangeShapeType="1"/>
            <a:stCxn id="27654" idx="0"/>
            <a:endCxn id="27653" idx="2"/>
          </p:cNvCxnSpPr>
          <p:nvPr/>
        </p:nvCxnSpPr>
        <p:spPr bwMode="auto">
          <a:xfrm flipV="1">
            <a:off x="7993063" y="3725863"/>
            <a:ext cx="395287" cy="927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97D233-2A89-41E8-908E-E04715CB0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60350"/>
            <a:ext cx="7761288" cy="1131888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it-IT" dirty="0">
                <a:ea typeface="+mj-ea"/>
              </a:rPr>
              <a:t>Uso di </a:t>
            </a:r>
            <a:r>
              <a:rPr lang="it-IT" dirty="0" err="1">
                <a:ea typeface="+mj-ea"/>
              </a:rPr>
              <a:t>virtual</a:t>
            </a:r>
            <a:r>
              <a:rPr lang="it-IT" dirty="0">
                <a:ea typeface="+mj-ea"/>
              </a:rPr>
              <a:t>: dettagli</a:t>
            </a:r>
          </a:p>
        </p:txBody>
      </p:sp>
      <p:sp>
        <p:nvSpPr>
          <p:cNvPr id="27651" name="Rettangolo 5">
            <a:extLst>
              <a:ext uri="{FF2B5EF4-FFF2-40B4-BE49-F238E27FC236}">
                <a16:creationId xmlns:a16="http://schemas.microsoft.com/office/drawing/2014/main" id="{3FFDD104-3F19-4832-9295-CD1B24274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060575"/>
            <a:ext cx="1512888" cy="461963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7652" name="Rettangolo 6">
            <a:extLst>
              <a:ext uri="{FF2B5EF4-FFF2-40B4-BE49-F238E27FC236}">
                <a16:creationId xmlns:a16="http://schemas.microsoft.com/office/drawing/2014/main" id="{A565445D-176F-4B1A-A4F5-1A78ADAE5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255963"/>
            <a:ext cx="1295400" cy="4603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7653" name="Rettangolo 7">
            <a:extLst>
              <a:ext uri="{FF2B5EF4-FFF2-40B4-BE49-F238E27FC236}">
                <a16:creationId xmlns:a16="http://schemas.microsoft.com/office/drawing/2014/main" id="{EEEAD6B3-8619-44FE-BAF7-6AB17D367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263900"/>
            <a:ext cx="1295400" cy="461963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7654" name="Rettangolo 8">
            <a:extLst>
              <a:ext uri="{FF2B5EF4-FFF2-40B4-BE49-F238E27FC236}">
                <a16:creationId xmlns:a16="http://schemas.microsoft.com/office/drawing/2014/main" id="{BE9C110C-15BC-4F29-AAD0-0F51B6695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4652963"/>
            <a:ext cx="1512888" cy="46196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it-IT" altLang="en-US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A95D7FAB-184F-4716-ABD4-B2BE87D9F9A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40538" y="2522538"/>
            <a:ext cx="118745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2F3FA0FB-C8CA-4A0C-8BE5-1938EFF28A31}"/>
              </a:ext>
            </a:extLst>
          </p:cNvPr>
          <p:cNvCxnSpPr>
            <a:cxnSpLocks noChangeShapeType="1"/>
            <a:stCxn id="27653" idx="0"/>
            <a:endCxn id="27651" idx="2"/>
          </p:cNvCxnSpPr>
          <p:nvPr/>
        </p:nvCxnSpPr>
        <p:spPr bwMode="auto">
          <a:xfrm flipH="1" flipV="1">
            <a:off x="7993063" y="2522538"/>
            <a:ext cx="395287" cy="7413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65B38070-C284-4B45-8649-6120C31686B4}"/>
              </a:ext>
            </a:extLst>
          </p:cNvPr>
          <p:cNvCxnSpPr>
            <a:cxnSpLocks noChangeShapeType="1"/>
            <a:stCxn id="27654" idx="0"/>
            <a:endCxn id="27652" idx="2"/>
          </p:cNvCxnSpPr>
          <p:nvPr/>
        </p:nvCxnSpPr>
        <p:spPr bwMode="auto">
          <a:xfrm flipH="1" flipV="1">
            <a:off x="6804025" y="3716338"/>
            <a:ext cx="1189038" cy="936625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39CF96D6-8CE3-4405-87B7-CA1AF66C71BD}"/>
              </a:ext>
            </a:extLst>
          </p:cNvPr>
          <p:cNvCxnSpPr>
            <a:cxnSpLocks noChangeShapeType="1"/>
            <a:stCxn id="27654" idx="0"/>
            <a:endCxn id="27652" idx="2"/>
          </p:cNvCxnSpPr>
          <p:nvPr/>
        </p:nvCxnSpPr>
        <p:spPr bwMode="auto">
          <a:xfrm flipH="1" flipV="1">
            <a:off x="6804025" y="3716338"/>
            <a:ext cx="1189038" cy="936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F5F982D4-1DD7-43BC-94CE-ADBB97FFC7FC}"/>
              </a:ext>
            </a:extLst>
          </p:cNvPr>
          <p:cNvCxnSpPr>
            <a:cxnSpLocks noChangeShapeType="1"/>
            <a:stCxn id="27654" idx="0"/>
            <a:endCxn id="27653" idx="2"/>
          </p:cNvCxnSpPr>
          <p:nvPr/>
        </p:nvCxnSpPr>
        <p:spPr bwMode="auto">
          <a:xfrm flipV="1">
            <a:off x="7993063" y="3725863"/>
            <a:ext cx="395287" cy="927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 Box 6">
            <a:extLst>
              <a:ext uri="{FF2B5EF4-FFF2-40B4-BE49-F238E27FC236}">
                <a16:creationId xmlns:a16="http://schemas.microsoft.com/office/drawing/2014/main" id="{3FEC886E-31DA-4E9A-B67E-305BE3FE9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741" y="1556792"/>
            <a:ext cx="5096297" cy="480131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class A{</a:t>
            </a:r>
          </a:p>
          <a:p>
            <a:pPr algn="just"/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public:</a:t>
            </a:r>
          </a:p>
          <a:p>
            <a:pPr algn="just"/>
            <a:r>
              <a:rPr lang="it-IT" altLang="zh-CN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 x = 5;</a:t>
            </a:r>
          </a:p>
          <a:p>
            <a:pPr algn="just"/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pPr algn="just"/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class B: public </a:t>
            </a:r>
            <a:r>
              <a:rPr lang="it-IT" altLang="zh-CN" b="1" i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virtual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 A{//...};</a:t>
            </a:r>
          </a:p>
          <a:p>
            <a:pPr algn="just"/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class C: public </a:t>
            </a:r>
            <a:r>
              <a:rPr lang="it-IT" altLang="zh-CN" b="1" i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virtual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 A{//...};</a:t>
            </a:r>
          </a:p>
          <a:p>
            <a:pPr algn="just"/>
            <a:endParaRPr lang="it-IT" altLang="zh-CN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algn="just"/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class D: public B, public C{</a:t>
            </a:r>
          </a:p>
          <a:p>
            <a:pPr algn="just"/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	//...</a:t>
            </a:r>
          </a:p>
          <a:p>
            <a:pPr algn="just"/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};</a:t>
            </a:r>
          </a:p>
          <a:p>
            <a:pPr algn="just"/>
            <a:endParaRPr lang="it-IT" altLang="zh-CN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algn="just"/>
            <a:r>
              <a:rPr lang="it-IT" altLang="zh-CN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it-IT" altLang="zh-CN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main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(){</a:t>
            </a:r>
          </a:p>
          <a:p>
            <a:pPr lvl="1" algn="just"/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D </a:t>
            </a:r>
            <a:r>
              <a:rPr lang="it-IT" altLang="zh-CN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</a:p>
          <a:p>
            <a:pPr lvl="1" algn="just"/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// richiesta non (</a:t>
            </a:r>
            <a:r>
              <a:rPr lang="it-IT" altLang="zh-CN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piu’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) ambigua</a:t>
            </a:r>
          </a:p>
          <a:p>
            <a:pPr lvl="1" algn="just"/>
            <a:r>
              <a:rPr lang="it-IT" altLang="zh-CN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cout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 &lt;&lt; </a:t>
            </a:r>
            <a:r>
              <a:rPr lang="it-IT" altLang="zh-CN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d.x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 &lt;&lt; </a:t>
            </a:r>
            <a:r>
              <a:rPr lang="it-IT" altLang="zh-CN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endl</a:t>
            </a:r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; </a:t>
            </a:r>
          </a:p>
          <a:p>
            <a:pPr algn="just"/>
            <a:endParaRPr lang="it-IT" altLang="zh-CN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algn="just"/>
            <a:r>
              <a:rPr lang="it-IT" altLang="zh-CN" dirty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25931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a 3">
            <a:extLst>
              <a:ext uri="{FF2B5EF4-FFF2-40B4-BE49-F238E27FC236}">
                <a16:creationId xmlns:a16="http://schemas.microsoft.com/office/drawing/2014/main" id="{057F07EE-D9A8-48B9-8C17-A63BB91C4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84776"/>
              </p:ext>
            </p:extLst>
          </p:nvPr>
        </p:nvGraphicFramePr>
        <p:xfrm>
          <a:off x="2991788" y="116632"/>
          <a:ext cx="2839442" cy="220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9442">
                  <a:extLst>
                    <a:ext uri="{9D8B030D-6E8A-4147-A177-3AD203B41FA5}">
                      <a16:colId xmlns:a16="http://schemas.microsoft.com/office/drawing/2014/main" val="2334471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&lt;abstract&gt; </a:t>
                      </a:r>
                      <a:r>
                        <a:rPr lang="it-IT" b="1" dirty="0" err="1"/>
                        <a:t>Shape</a:t>
                      </a:r>
                      <a:endParaRPr lang="en-GB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8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it-IT" dirty="0"/>
                        <a:t># </a:t>
                      </a:r>
                      <a:r>
                        <a:rPr lang="it-IT" dirty="0" err="1"/>
                        <a:t>color:Color</a:t>
                      </a:r>
                      <a:r>
                        <a:rPr lang="it-IT" dirty="0"/>
                        <a:t> = ROSSO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Shape</a:t>
                      </a:r>
                      <a:r>
                        <a:rPr lang="it-IT" dirty="0"/>
                        <a:t>(</a:t>
                      </a:r>
                      <a:r>
                        <a:rPr lang="it-IT" dirty="0" err="1"/>
                        <a:t>c:Color</a:t>
                      </a:r>
                      <a:r>
                        <a:rPr lang="it-IT" dirty="0"/>
                        <a:t>)</a:t>
                      </a:r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getColor</a:t>
                      </a:r>
                      <a:r>
                        <a:rPr lang="it-IT" dirty="0"/>
                        <a:t>():Color</a:t>
                      </a:r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setColor</a:t>
                      </a:r>
                      <a:r>
                        <a:rPr lang="it-IT" dirty="0"/>
                        <a:t>(</a:t>
                      </a:r>
                      <a:r>
                        <a:rPr lang="it-IT" dirty="0" err="1"/>
                        <a:t>color:Color</a:t>
                      </a:r>
                      <a:r>
                        <a:rPr lang="it-IT" dirty="0"/>
                        <a:t>):</a:t>
                      </a:r>
                      <a:r>
                        <a:rPr lang="it-IT" dirty="0" err="1"/>
                        <a:t>void</a:t>
                      </a:r>
                      <a:endParaRPr lang="it-IT" dirty="0"/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print</a:t>
                      </a:r>
                      <a:r>
                        <a:rPr lang="it-IT" dirty="0"/>
                        <a:t>():</a:t>
                      </a:r>
                      <a:r>
                        <a:rPr lang="it-IT" dirty="0" err="1"/>
                        <a:t>void</a:t>
                      </a:r>
                      <a:endParaRPr lang="it-IT" dirty="0"/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getArea</a:t>
                      </a:r>
                      <a:r>
                        <a:rPr lang="it-IT" dirty="0"/>
                        <a:t>():double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434379"/>
                  </a:ext>
                </a:extLst>
              </a:tr>
            </a:tbl>
          </a:graphicData>
        </a:graphic>
      </p:graphicFrame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CDAF6EE0-E8F2-4422-8A74-E1B7489C513A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4411508" y="2321352"/>
            <a:ext cx="1" cy="8796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CC6597CC-4B53-40C8-8CAE-D3651053AD11}"/>
              </a:ext>
            </a:extLst>
          </p:cNvPr>
          <p:cNvCxnSpPr>
            <a:cxnSpLocks/>
          </p:cNvCxnSpPr>
          <p:nvPr/>
        </p:nvCxnSpPr>
        <p:spPr>
          <a:xfrm>
            <a:off x="1572067" y="2614985"/>
            <a:ext cx="609627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4C51493C-56C3-4146-BCDD-ADCF86BD3DC7}"/>
              </a:ext>
            </a:extLst>
          </p:cNvPr>
          <p:cNvCxnSpPr>
            <a:cxnSpLocks/>
          </p:cNvCxnSpPr>
          <p:nvPr/>
        </p:nvCxnSpPr>
        <p:spPr>
          <a:xfrm>
            <a:off x="1572067" y="2626960"/>
            <a:ext cx="0" cy="4920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7FC17FD6-8BC6-437B-B786-CC986FCADE17}"/>
              </a:ext>
            </a:extLst>
          </p:cNvPr>
          <p:cNvCxnSpPr>
            <a:cxnSpLocks/>
          </p:cNvCxnSpPr>
          <p:nvPr/>
        </p:nvCxnSpPr>
        <p:spPr>
          <a:xfrm>
            <a:off x="7668344" y="2614984"/>
            <a:ext cx="0" cy="4920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ella 3">
            <a:extLst>
              <a:ext uri="{FF2B5EF4-FFF2-40B4-BE49-F238E27FC236}">
                <a16:creationId xmlns:a16="http://schemas.microsoft.com/office/drawing/2014/main" id="{CA0BBA5B-841E-43DB-B15C-F138E1AF2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213389"/>
              </p:ext>
            </p:extLst>
          </p:nvPr>
        </p:nvGraphicFramePr>
        <p:xfrm>
          <a:off x="152346" y="2831008"/>
          <a:ext cx="2839442" cy="3296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9442">
                  <a:extLst>
                    <a:ext uri="{9D8B030D-6E8A-4147-A177-3AD203B41FA5}">
                      <a16:colId xmlns:a16="http://schemas.microsoft.com/office/drawing/2014/main" val="2334471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dirty="0" err="1"/>
                        <a:t>Rectangle</a:t>
                      </a:r>
                      <a:endParaRPr lang="en-GB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8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it-IT" dirty="0"/>
                        <a:t>- </a:t>
                      </a:r>
                      <a:r>
                        <a:rPr lang="it-IT" dirty="0" err="1"/>
                        <a:t>height:double</a:t>
                      </a:r>
                      <a:r>
                        <a:rPr lang="it-IT" dirty="0"/>
                        <a:t> =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- </a:t>
                      </a:r>
                      <a:r>
                        <a:rPr lang="it-IT" dirty="0" err="1"/>
                        <a:t>width:double</a:t>
                      </a:r>
                      <a:r>
                        <a:rPr lang="it-IT" dirty="0"/>
                        <a:t> = 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+</a:t>
                      </a:r>
                      <a:r>
                        <a:rPr lang="it-IT" dirty="0" err="1"/>
                        <a:t>Rectangle</a:t>
                      </a:r>
                      <a:r>
                        <a:rPr lang="it-IT" dirty="0"/>
                        <a:t>(double, double)</a:t>
                      </a:r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Rectangle</a:t>
                      </a:r>
                      <a:r>
                        <a:rPr lang="it-IT" dirty="0"/>
                        <a:t>(double, double, Color)</a:t>
                      </a:r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getHeight</a:t>
                      </a:r>
                      <a:r>
                        <a:rPr lang="it-IT" dirty="0"/>
                        <a:t>():double</a:t>
                      </a:r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setHeight</a:t>
                      </a:r>
                      <a:r>
                        <a:rPr lang="it-IT" dirty="0"/>
                        <a:t>(</a:t>
                      </a:r>
                      <a:r>
                        <a:rPr lang="it-IT" dirty="0" err="1"/>
                        <a:t>h:double</a:t>
                      </a:r>
                      <a:r>
                        <a:rPr lang="it-IT" dirty="0"/>
                        <a:t>):</a:t>
                      </a:r>
                      <a:r>
                        <a:rPr lang="it-IT" dirty="0" err="1"/>
                        <a:t>void</a:t>
                      </a:r>
                      <a:endParaRPr lang="it-IT" dirty="0"/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getWidth</a:t>
                      </a:r>
                      <a:r>
                        <a:rPr lang="it-IT" dirty="0"/>
                        <a:t>():double</a:t>
                      </a:r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setWidth</a:t>
                      </a:r>
                      <a:r>
                        <a:rPr lang="it-IT" dirty="0"/>
                        <a:t>(</a:t>
                      </a:r>
                      <a:r>
                        <a:rPr lang="it-IT" dirty="0" err="1"/>
                        <a:t>w:double</a:t>
                      </a:r>
                      <a:r>
                        <a:rPr lang="it-IT" dirty="0"/>
                        <a:t>):</a:t>
                      </a:r>
                      <a:r>
                        <a:rPr lang="it-IT" dirty="0" err="1"/>
                        <a:t>void</a:t>
                      </a:r>
                      <a:endParaRPr lang="it-IT" dirty="0"/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isASquare</a:t>
                      </a:r>
                      <a:r>
                        <a:rPr lang="it-IT" dirty="0"/>
                        <a:t>(): </a:t>
                      </a:r>
                      <a:r>
                        <a:rPr lang="it-IT" dirty="0" err="1"/>
                        <a:t>bool</a:t>
                      </a:r>
                      <a:endParaRPr lang="it-IT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434379"/>
                  </a:ext>
                </a:extLst>
              </a:tr>
            </a:tbl>
          </a:graphicData>
        </a:graphic>
      </p:graphicFrame>
      <p:graphicFrame>
        <p:nvGraphicFramePr>
          <p:cNvPr id="6" name="Tabella 3">
            <a:extLst>
              <a:ext uri="{FF2B5EF4-FFF2-40B4-BE49-F238E27FC236}">
                <a16:creationId xmlns:a16="http://schemas.microsoft.com/office/drawing/2014/main" id="{90CBCBB1-7115-42DE-BCA8-68DF29239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341854"/>
              </p:ext>
            </p:extLst>
          </p:nvPr>
        </p:nvGraphicFramePr>
        <p:xfrm>
          <a:off x="3169826" y="2743552"/>
          <a:ext cx="2839442" cy="3997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9442">
                  <a:extLst>
                    <a:ext uri="{9D8B030D-6E8A-4147-A177-3AD203B41FA5}">
                      <a16:colId xmlns:a16="http://schemas.microsoft.com/office/drawing/2014/main" val="2334471786"/>
                    </a:ext>
                  </a:extLst>
                </a:gridCol>
              </a:tblGrid>
              <a:tr h="396300">
                <a:tc>
                  <a:txBody>
                    <a:bodyPr/>
                    <a:lstStyle/>
                    <a:p>
                      <a:pPr algn="ctr"/>
                      <a:r>
                        <a:rPr lang="it-IT" sz="1800" b="1" dirty="0" err="1"/>
                        <a:t>Circle</a:t>
                      </a:r>
                      <a:endParaRPr lang="en-GB" sz="18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81189"/>
                  </a:ext>
                </a:extLst>
              </a:tr>
              <a:tr h="827836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it-IT" sz="1600" dirty="0"/>
                        <a:t>- </a:t>
                      </a:r>
                      <a:r>
                        <a:rPr lang="it-IT" sz="1600" dirty="0" err="1"/>
                        <a:t>radius:double</a:t>
                      </a:r>
                      <a:r>
                        <a:rPr lang="it-IT" sz="1600" dirty="0"/>
                        <a:t> = 1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it-IT" sz="1600" dirty="0"/>
                        <a:t>- </a:t>
                      </a:r>
                      <a:r>
                        <a:rPr lang="it-IT" sz="1600" dirty="0" err="1"/>
                        <a:t>xc:double</a:t>
                      </a:r>
                      <a:r>
                        <a:rPr lang="it-IT" sz="1600" dirty="0"/>
                        <a:t> = 0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it-IT" sz="1600" dirty="0"/>
                        <a:t>- </a:t>
                      </a:r>
                      <a:r>
                        <a:rPr lang="it-IT" sz="1600" dirty="0" err="1"/>
                        <a:t>yc:double</a:t>
                      </a:r>
                      <a:r>
                        <a:rPr lang="it-IT" sz="1600" dirty="0"/>
                        <a:t> = 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1438"/>
                  </a:ext>
                </a:extLst>
              </a:tr>
              <a:tr h="2442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+</a:t>
                      </a:r>
                      <a:r>
                        <a:rPr lang="it-IT" sz="1600" dirty="0" err="1"/>
                        <a:t>Circle</a:t>
                      </a:r>
                      <a:r>
                        <a:rPr lang="it-IT" sz="1600" dirty="0"/>
                        <a:t>(double, double, double)</a:t>
                      </a:r>
                    </a:p>
                    <a:p>
                      <a:r>
                        <a:rPr lang="it-IT" sz="1600" dirty="0"/>
                        <a:t>+</a:t>
                      </a:r>
                      <a:r>
                        <a:rPr lang="it-IT" sz="1600" dirty="0" err="1"/>
                        <a:t>Circle</a:t>
                      </a:r>
                      <a:r>
                        <a:rPr lang="it-IT" sz="1600" dirty="0"/>
                        <a:t>(</a:t>
                      </a:r>
                      <a:r>
                        <a:rPr lang="it-IT" sz="1600" dirty="0" err="1"/>
                        <a:t>double,double</a:t>
                      </a:r>
                      <a:r>
                        <a:rPr lang="it-IT" sz="1600" dirty="0"/>
                        <a:t>, double, </a:t>
                      </a:r>
                      <a:r>
                        <a:rPr lang="it-IT" sz="1600"/>
                        <a:t>double, Color</a:t>
                      </a:r>
                      <a:r>
                        <a:rPr lang="it-IT" sz="1600" dirty="0"/>
                        <a:t>)</a:t>
                      </a:r>
                    </a:p>
                    <a:p>
                      <a:r>
                        <a:rPr lang="it-IT" sz="1600" dirty="0"/>
                        <a:t>+</a:t>
                      </a:r>
                      <a:r>
                        <a:rPr lang="it-IT" sz="1600" dirty="0" err="1"/>
                        <a:t>getXc</a:t>
                      </a:r>
                      <a:r>
                        <a:rPr lang="it-IT" sz="1600" dirty="0"/>
                        <a:t>():double</a:t>
                      </a:r>
                    </a:p>
                    <a:p>
                      <a:r>
                        <a:rPr lang="it-IT" sz="1600" dirty="0"/>
                        <a:t>+</a:t>
                      </a:r>
                      <a:r>
                        <a:rPr lang="it-IT" sz="1600" dirty="0" err="1"/>
                        <a:t>setXc</a:t>
                      </a:r>
                      <a:r>
                        <a:rPr lang="it-IT" sz="1600" dirty="0"/>
                        <a:t> (double):</a:t>
                      </a:r>
                      <a:r>
                        <a:rPr lang="it-IT" sz="1600" dirty="0" err="1"/>
                        <a:t>void</a:t>
                      </a:r>
                      <a:endParaRPr lang="it-IT" sz="1600" dirty="0"/>
                    </a:p>
                    <a:p>
                      <a:r>
                        <a:rPr lang="it-IT" sz="1600" dirty="0"/>
                        <a:t>+</a:t>
                      </a:r>
                      <a:r>
                        <a:rPr lang="it-IT" sz="1600" dirty="0" err="1"/>
                        <a:t>getYc</a:t>
                      </a:r>
                      <a:r>
                        <a:rPr lang="it-IT" sz="1600" dirty="0"/>
                        <a:t>():double</a:t>
                      </a:r>
                    </a:p>
                    <a:p>
                      <a:r>
                        <a:rPr lang="it-IT" sz="1600" dirty="0"/>
                        <a:t>+</a:t>
                      </a:r>
                      <a:r>
                        <a:rPr lang="it-IT" sz="1600" dirty="0" err="1"/>
                        <a:t>setYc</a:t>
                      </a:r>
                      <a:r>
                        <a:rPr lang="it-IT" sz="1600" dirty="0"/>
                        <a:t> (double):</a:t>
                      </a:r>
                      <a:r>
                        <a:rPr lang="it-IT" sz="1600" dirty="0" err="1"/>
                        <a:t>void</a:t>
                      </a:r>
                      <a:endParaRPr lang="it-IT" sz="1600" dirty="0"/>
                    </a:p>
                    <a:p>
                      <a:r>
                        <a:rPr lang="it-IT" sz="1600" dirty="0"/>
                        <a:t>+</a:t>
                      </a:r>
                      <a:r>
                        <a:rPr lang="it-IT" sz="1600" dirty="0" err="1"/>
                        <a:t>getRadius</a:t>
                      </a:r>
                      <a:r>
                        <a:rPr lang="it-IT" sz="1600" dirty="0"/>
                        <a:t>():double</a:t>
                      </a:r>
                    </a:p>
                    <a:p>
                      <a:r>
                        <a:rPr lang="it-IT" sz="1600" dirty="0"/>
                        <a:t>+</a:t>
                      </a:r>
                      <a:r>
                        <a:rPr lang="it-IT" sz="1600" dirty="0" err="1"/>
                        <a:t>setRadius</a:t>
                      </a:r>
                      <a:r>
                        <a:rPr lang="it-IT" sz="1600" dirty="0"/>
                        <a:t> (double):</a:t>
                      </a:r>
                      <a:r>
                        <a:rPr lang="it-IT" sz="1600" dirty="0" err="1"/>
                        <a:t>void</a:t>
                      </a:r>
                      <a:endParaRPr lang="it-IT" sz="1600" dirty="0"/>
                    </a:p>
                    <a:p>
                      <a:r>
                        <a:rPr lang="it-IT" sz="1600" dirty="0"/>
                        <a:t>+</a:t>
                      </a:r>
                      <a:r>
                        <a:rPr lang="it-IT" sz="1600" dirty="0" err="1"/>
                        <a:t>getCircumference</a:t>
                      </a:r>
                      <a:r>
                        <a:rPr lang="it-IT" sz="1600" dirty="0"/>
                        <a:t>():double</a:t>
                      </a:r>
                    </a:p>
                    <a:p>
                      <a:r>
                        <a:rPr lang="it-IT" sz="1600" dirty="0"/>
                        <a:t>+</a:t>
                      </a:r>
                      <a:r>
                        <a:rPr lang="it-IT" sz="1600" dirty="0" err="1"/>
                        <a:t>isGoniometric</a:t>
                      </a:r>
                      <a:r>
                        <a:rPr lang="it-IT" sz="1600" dirty="0"/>
                        <a:t>():</a:t>
                      </a:r>
                      <a:r>
                        <a:rPr lang="it-IT" sz="1600" dirty="0" err="1"/>
                        <a:t>bool</a:t>
                      </a:r>
                      <a:endParaRPr lang="it-IT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434379"/>
                  </a:ext>
                </a:extLst>
              </a:tr>
            </a:tbl>
          </a:graphicData>
        </a:graphic>
      </p:graphicFrame>
      <p:graphicFrame>
        <p:nvGraphicFramePr>
          <p:cNvPr id="7" name="Tabella 3">
            <a:extLst>
              <a:ext uri="{FF2B5EF4-FFF2-40B4-BE49-F238E27FC236}">
                <a16:creationId xmlns:a16="http://schemas.microsoft.com/office/drawing/2014/main" id="{4E9511C4-88A8-4B5B-818E-1576EE552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799479"/>
              </p:ext>
            </p:extLst>
          </p:nvPr>
        </p:nvGraphicFramePr>
        <p:xfrm>
          <a:off x="6187306" y="2903017"/>
          <a:ext cx="2839442" cy="302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9442">
                  <a:extLst>
                    <a:ext uri="{9D8B030D-6E8A-4147-A177-3AD203B41FA5}">
                      <a16:colId xmlns:a16="http://schemas.microsoft.com/office/drawing/2014/main" val="2334471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dirty="0" err="1"/>
                        <a:t>Triangle</a:t>
                      </a:r>
                      <a:endParaRPr lang="en-GB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8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it-IT" dirty="0"/>
                        <a:t>- </a:t>
                      </a:r>
                      <a:r>
                        <a:rPr lang="it-IT" dirty="0" err="1"/>
                        <a:t>base:double</a:t>
                      </a:r>
                      <a:r>
                        <a:rPr lang="it-IT" dirty="0"/>
                        <a:t> =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- </a:t>
                      </a:r>
                      <a:r>
                        <a:rPr lang="it-IT" dirty="0" err="1"/>
                        <a:t>height:double</a:t>
                      </a:r>
                      <a:r>
                        <a:rPr lang="it-IT" dirty="0"/>
                        <a:t> = 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+</a:t>
                      </a:r>
                      <a:r>
                        <a:rPr lang="it-IT" dirty="0" err="1"/>
                        <a:t>Triangle</a:t>
                      </a:r>
                      <a:r>
                        <a:rPr lang="it-IT" dirty="0"/>
                        <a:t>(</a:t>
                      </a:r>
                      <a:r>
                        <a:rPr lang="it-IT" dirty="0" err="1"/>
                        <a:t>double,double</a:t>
                      </a:r>
                      <a:r>
                        <a:rPr lang="it-IT" dirty="0"/>
                        <a:t>)</a:t>
                      </a:r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Triangle</a:t>
                      </a:r>
                      <a:r>
                        <a:rPr lang="it-IT" dirty="0"/>
                        <a:t>(</a:t>
                      </a:r>
                      <a:r>
                        <a:rPr lang="it-IT" dirty="0" err="1"/>
                        <a:t>double,double</a:t>
                      </a:r>
                      <a:r>
                        <a:rPr lang="it-IT" dirty="0"/>
                        <a:t>, Color)</a:t>
                      </a:r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getHeight</a:t>
                      </a:r>
                      <a:r>
                        <a:rPr lang="it-IT" dirty="0"/>
                        <a:t>():double</a:t>
                      </a:r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setHeight</a:t>
                      </a:r>
                      <a:r>
                        <a:rPr lang="it-IT" dirty="0"/>
                        <a:t>(</a:t>
                      </a:r>
                      <a:r>
                        <a:rPr lang="it-IT" dirty="0" err="1"/>
                        <a:t>h:double</a:t>
                      </a:r>
                      <a:r>
                        <a:rPr lang="it-IT" dirty="0"/>
                        <a:t>):</a:t>
                      </a:r>
                      <a:r>
                        <a:rPr lang="it-IT" dirty="0" err="1"/>
                        <a:t>void</a:t>
                      </a:r>
                      <a:endParaRPr lang="it-IT" dirty="0"/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getBase</a:t>
                      </a:r>
                      <a:r>
                        <a:rPr lang="it-IT" dirty="0"/>
                        <a:t>():double</a:t>
                      </a:r>
                    </a:p>
                    <a:p>
                      <a:r>
                        <a:rPr lang="it-IT" dirty="0"/>
                        <a:t>+</a:t>
                      </a:r>
                      <a:r>
                        <a:rPr lang="it-IT" dirty="0" err="1"/>
                        <a:t>setBase</a:t>
                      </a:r>
                      <a:r>
                        <a:rPr lang="it-IT" dirty="0"/>
                        <a:t> (</a:t>
                      </a:r>
                      <a:r>
                        <a:rPr lang="it-IT" dirty="0" err="1"/>
                        <a:t>b:double</a:t>
                      </a:r>
                      <a:r>
                        <a:rPr lang="it-IT" dirty="0"/>
                        <a:t>):</a:t>
                      </a:r>
                      <a:r>
                        <a:rPr lang="it-IT" dirty="0" err="1"/>
                        <a:t>void</a:t>
                      </a:r>
                      <a:endParaRPr lang="it-IT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434379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A124A4C-B6F9-4C5E-8079-9D5B69BC8827}"/>
              </a:ext>
            </a:extLst>
          </p:cNvPr>
          <p:cNvSpPr txBox="1"/>
          <p:nvPr/>
        </p:nvSpPr>
        <p:spPr>
          <a:xfrm>
            <a:off x="6279754" y="116632"/>
            <a:ext cx="277718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sz="1800" b="0" i="1" u="none" strike="noStrike" baseline="0" dirty="0">
                <a:latin typeface="+mj-lt"/>
              </a:rPr>
              <a:t>Il metodo </a:t>
            </a:r>
            <a:r>
              <a:rPr lang="it-IT" sz="1800" b="0" i="1" u="none" strike="noStrike" baseline="0" dirty="0" err="1">
                <a:latin typeface="+mj-lt"/>
              </a:rPr>
              <a:t>main</a:t>
            </a:r>
            <a:r>
              <a:rPr lang="it-IT" sz="1800" b="0" i="1" u="none" strike="noStrike" baseline="0" dirty="0">
                <a:latin typeface="+mj-lt"/>
              </a:rPr>
              <a:t>() crea un array di </a:t>
            </a:r>
            <a:r>
              <a:rPr lang="it-IT" sz="1800" b="0" i="1" u="none" strike="noStrike" baseline="0" dirty="0" err="1">
                <a:latin typeface="+mj-lt"/>
              </a:rPr>
              <a:t>Shape</a:t>
            </a:r>
            <a:r>
              <a:rPr lang="it-IT" sz="1800" b="0" i="1" u="none" strike="noStrike" baseline="0" dirty="0">
                <a:latin typeface="+mj-lt"/>
              </a:rPr>
              <a:t> con input dato dall’utente. Successivamente stampa il contenuto dell’array e calcola l’area media delle figure geometriche inserite.</a:t>
            </a:r>
            <a:endParaRPr lang="en-GB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786998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INAME" val="ᕧᖀᕕᕾᕳᖅᖅᕻᕸᕻᕷᕶ"/>
  <p:tag name="DATETIME" val="ᕃᕁᕇᕁᕄᕂᕃᕄᔲᔲᕋᕌᕃᕂᕓᕟᔲᔺᕙᕟᕦᔽᕃᕌᕂᔻ"/>
  <p:tag name="DONEBY" val="ᕥᕦᕮᕘᖄᕳᖀᕵᕷᖅᕵᖁᔲᕤᕧᕠᕖᕡ"/>
  <p:tag name="IPADDRESS" val="ᕵᖆᖀᕂᕂᕇᕂᕄᕆ"/>
  <p:tag name="APPVER" val="ᕅᕀᕂ"/>
  <p:tag name="RANDOM" val="18"/>
  <p:tag name="CHECKSUM" val="ᕆᕉᕊᕉ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814FEC-2859-4B89-BA49-D706602A6161}"/>
</file>

<file path=customXml/itemProps2.xml><?xml version="1.0" encoding="utf-8"?>
<ds:datastoreItem xmlns:ds="http://schemas.openxmlformats.org/officeDocument/2006/customXml" ds:itemID="{8CDCCADA-1C63-4EB3-A15F-BE0549AB5815}"/>
</file>

<file path=customXml/itemProps3.xml><?xml version="1.0" encoding="utf-8"?>
<ds:datastoreItem xmlns:ds="http://schemas.openxmlformats.org/officeDocument/2006/customXml" ds:itemID="{5A5965D9-7C8A-49D5-9BDF-0AC023B4D5F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3395</Words>
  <Application>Microsoft Office PowerPoint</Application>
  <PresentationFormat>Presentazione su schermo (4:3)</PresentationFormat>
  <Paragraphs>563</Paragraphs>
  <Slides>39</Slides>
  <Notes>37</Notes>
  <HiddenSlides>5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39</vt:i4>
      </vt:variant>
    </vt:vector>
  </HeadingPairs>
  <TitlesOfParts>
    <vt:vector size="45" baseType="lpstr">
      <vt:lpstr>Arial</vt:lpstr>
      <vt:lpstr>Calibri</vt:lpstr>
      <vt:lpstr>Courier New</vt:lpstr>
      <vt:lpstr>Times New Roman</vt:lpstr>
      <vt:lpstr>Wingdings</vt:lpstr>
      <vt:lpstr>Tema di Office</vt:lpstr>
      <vt:lpstr>Classi Derivate in C++ Massimo Orazio Spata Image Processing Lab - iplab.dmi.unict.it   massimo.spata@unict.it www.dmi.unict.it/spata/</vt:lpstr>
      <vt:lpstr>Ereditarietà</vt:lpstr>
      <vt:lpstr>Ereditarietà</vt:lpstr>
      <vt:lpstr>Ereditarietà</vt:lpstr>
      <vt:lpstr>Ereditarietà</vt:lpstr>
      <vt:lpstr>Ereditarietà</vt:lpstr>
      <vt:lpstr>Ereditarietà</vt:lpstr>
      <vt:lpstr>Ereditarietà</vt:lpstr>
      <vt:lpstr>Ereditarietà</vt:lpstr>
      <vt:lpstr>Livelli di accesso</vt:lpstr>
      <vt:lpstr>Livelli di accesso</vt:lpstr>
      <vt:lpstr>?Livelli di accesso?</vt:lpstr>
      <vt:lpstr>Livelli di accesso</vt:lpstr>
      <vt:lpstr>Livelli di accesso</vt:lpstr>
      <vt:lpstr>Livelli di accesso</vt:lpstr>
      <vt:lpstr>Livelli di accesso</vt:lpstr>
      <vt:lpstr>Costruttori e distruttori</vt:lpstr>
      <vt:lpstr>Costruttori e distruttori</vt:lpstr>
      <vt:lpstr>Polimorfismo: override vs. overload</vt:lpstr>
      <vt:lpstr>Polimorfismo: override vs. overload</vt:lpstr>
      <vt:lpstr>Principio di sostituzione di Liskov</vt:lpstr>
      <vt:lpstr>Principio di sostituzione di Liskov</vt:lpstr>
      <vt:lpstr>Binding</vt:lpstr>
      <vt:lpstr>Binding</vt:lpstr>
      <vt:lpstr>Funzioni virtuali</vt:lpstr>
      <vt:lpstr>Funzioni virtuali</vt:lpstr>
      <vt:lpstr>Funzioni virtuali</vt:lpstr>
      <vt:lpstr>Funzioni virtuali</vt:lpstr>
      <vt:lpstr>Funzioni virtuali</vt:lpstr>
      <vt:lpstr>Funzioni virtuali</vt:lpstr>
      <vt:lpstr>Classi astratte</vt:lpstr>
      <vt:lpstr>??Conversioni di tipo</vt:lpstr>
      <vt:lpstr>RTTI</vt:lpstr>
      <vt:lpstr>Dynamic Cast</vt:lpstr>
      <vt:lpstr>Ereditarietà multipla</vt:lpstr>
      <vt:lpstr>Uso di virtual: dettagli</vt:lpstr>
      <vt:lpstr>Uso di virtual: dettagli</vt:lpstr>
      <vt:lpstr>Uso di virtual: dettagli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Picture Format</dc:title>
  <dc:creator>Alessandro</dc:creator>
  <cp:lastModifiedBy>Massimo Orazio Spata</cp:lastModifiedBy>
  <cp:revision>733</cp:revision>
  <dcterms:created xsi:type="dcterms:W3CDTF">2012-01-04T08:06:02Z</dcterms:created>
  <dcterms:modified xsi:type="dcterms:W3CDTF">2023-02-23T09:12:13Z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