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14" r:id="rId2"/>
    <p:sldId id="358" r:id="rId3"/>
    <p:sldId id="330" r:id="rId4"/>
    <p:sldId id="308" r:id="rId5"/>
    <p:sldId id="357" r:id="rId6"/>
    <p:sldId id="332" r:id="rId7"/>
    <p:sldId id="333" r:id="rId8"/>
    <p:sldId id="334" r:id="rId9"/>
    <p:sldId id="362" r:id="rId10"/>
    <p:sldId id="336" r:id="rId11"/>
    <p:sldId id="337" r:id="rId12"/>
    <p:sldId id="338" r:id="rId13"/>
    <p:sldId id="365" r:id="rId14"/>
    <p:sldId id="344" r:id="rId15"/>
    <p:sldId id="345" r:id="rId16"/>
    <p:sldId id="367" r:id="rId17"/>
    <p:sldId id="339" r:id="rId18"/>
    <p:sldId id="341" r:id="rId19"/>
    <p:sldId id="342" r:id="rId20"/>
    <p:sldId id="343" r:id="rId21"/>
    <p:sldId id="346" r:id="rId22"/>
    <p:sldId id="347" r:id="rId23"/>
    <p:sldId id="348" r:id="rId24"/>
    <p:sldId id="359" r:id="rId25"/>
    <p:sldId id="360" r:id="rId26"/>
    <p:sldId id="349" r:id="rId27"/>
    <p:sldId id="350" r:id="rId28"/>
    <p:sldId id="351" r:id="rId29"/>
    <p:sldId id="352" r:id="rId30"/>
    <p:sldId id="355" r:id="rId31"/>
    <p:sldId id="356" r:id="rId32"/>
  </p:sldIdLst>
  <p:sldSz cx="9144000" cy="6858000" type="screen4x3"/>
  <p:notesSz cx="6858000" cy="9144000"/>
  <p:custDataLst>
    <p:tags r:id="rId35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C0504D"/>
    <a:srgbClr val="0000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F30028-F9BB-42E6-BF67-0D849153B2F7}" v="3" dt="2022-06-01T06:40:23.8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Stile medio 3 - Color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5274" autoAdjust="0"/>
  </p:normalViewPr>
  <p:slideViewPr>
    <p:cSldViewPr>
      <p:cViewPr varScale="1">
        <p:scale>
          <a:sx n="84" d="100"/>
          <a:sy n="84" d="100"/>
        </p:scale>
        <p:origin x="651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Ortis" userId="dcdc90ed-3509-45f7-ac48-ad038638580b" providerId="ADAL" clId="{AFF04C3F-FB8D-48FB-8B16-BF32087FED57}"/>
    <pc:docChg chg="undo custSel addSld delSld modSld sldOrd">
      <pc:chgData name="Alessandro Ortis" userId="dcdc90ed-3509-45f7-ac48-ad038638580b" providerId="ADAL" clId="{AFF04C3F-FB8D-48FB-8B16-BF32087FED57}" dt="2021-03-17T17:19:26.413" v="9371" actId="20577"/>
      <pc:docMkLst>
        <pc:docMk/>
      </pc:docMkLst>
      <pc:sldChg chg="addSp delSp modSp add mod">
        <pc:chgData name="Alessandro Ortis" userId="dcdc90ed-3509-45f7-ac48-ad038638580b" providerId="ADAL" clId="{AFF04C3F-FB8D-48FB-8B16-BF32087FED57}" dt="2021-03-15T18:07:25.747" v="801" actId="1076"/>
        <pc:sldMkLst>
          <pc:docMk/>
          <pc:sldMk cId="0" sldId="281"/>
        </pc:sldMkLst>
        <pc:spChg chg="add del mod">
          <ac:chgData name="Alessandro Ortis" userId="dcdc90ed-3509-45f7-ac48-ad038638580b" providerId="ADAL" clId="{AFF04C3F-FB8D-48FB-8B16-BF32087FED57}" dt="2021-03-15T18:00:16.767" v="387" actId="478"/>
          <ac:spMkLst>
            <pc:docMk/>
            <pc:sldMk cId="0" sldId="281"/>
            <ac:spMk id="3" creationId="{BC818C52-387E-4A26-87AD-1AEA6A8CB0F2}"/>
          </ac:spMkLst>
        </pc:spChg>
        <pc:spChg chg="add mod">
          <ac:chgData name="Alessandro Ortis" userId="dcdc90ed-3509-45f7-ac48-ad038638580b" providerId="ADAL" clId="{AFF04C3F-FB8D-48FB-8B16-BF32087FED57}" dt="2021-03-15T18:04:18.537" v="459" actId="20577"/>
          <ac:spMkLst>
            <pc:docMk/>
            <pc:sldMk cId="0" sldId="281"/>
            <ac:spMk id="7" creationId="{5991EEBF-DD52-410E-9C98-94BE471E4F4A}"/>
          </ac:spMkLst>
        </pc:spChg>
        <pc:spChg chg="del">
          <ac:chgData name="Alessandro Ortis" userId="dcdc90ed-3509-45f7-ac48-ad038638580b" providerId="ADAL" clId="{AFF04C3F-FB8D-48FB-8B16-BF32087FED57}" dt="2021-03-15T18:00:13.984" v="386" actId="478"/>
          <ac:spMkLst>
            <pc:docMk/>
            <pc:sldMk cId="0" sldId="281"/>
            <ac:spMk id="176130" creationId="{96FF088A-FA88-4AF5-943C-33B7C3671F02}"/>
          </ac:spMkLst>
        </pc:spChg>
        <pc:spChg chg="del mod">
          <ac:chgData name="Alessandro Ortis" userId="dcdc90ed-3509-45f7-ac48-ad038638580b" providerId="ADAL" clId="{AFF04C3F-FB8D-48FB-8B16-BF32087FED57}" dt="2021-03-15T18:04:40.172" v="461" actId="478"/>
          <ac:spMkLst>
            <pc:docMk/>
            <pc:sldMk cId="0" sldId="281"/>
            <ac:spMk id="176135" creationId="{5B089652-98FF-4F81-9AA8-0A23036B3211}"/>
          </ac:spMkLst>
        </pc:spChg>
        <pc:spChg chg="mod">
          <ac:chgData name="Alessandro Ortis" userId="dcdc90ed-3509-45f7-ac48-ad038638580b" providerId="ADAL" clId="{AFF04C3F-FB8D-48FB-8B16-BF32087FED57}" dt="2021-03-15T18:07:25.747" v="801" actId="1076"/>
          <ac:spMkLst>
            <pc:docMk/>
            <pc:sldMk cId="0" sldId="281"/>
            <ac:spMk id="176137" creationId="{25A11B01-42AD-45AC-8FE2-3B4990ACF797}"/>
          </ac:spMkLst>
        </pc:spChg>
      </pc:sldChg>
      <pc:sldChg chg="addSp delSp modSp add del mod">
        <pc:chgData name="Alessandro Ortis" userId="dcdc90ed-3509-45f7-ac48-ad038638580b" providerId="ADAL" clId="{AFF04C3F-FB8D-48FB-8B16-BF32087FED57}" dt="2021-03-15T18:25:07.643" v="1606" actId="47"/>
        <pc:sldMkLst>
          <pc:docMk/>
          <pc:sldMk cId="0" sldId="282"/>
        </pc:sldMkLst>
        <pc:spChg chg="add del mod">
          <ac:chgData name="Alessandro Ortis" userId="dcdc90ed-3509-45f7-ac48-ad038638580b" providerId="ADAL" clId="{AFF04C3F-FB8D-48FB-8B16-BF32087FED57}" dt="2021-03-15T18:01:33.941" v="413" actId="478"/>
          <ac:spMkLst>
            <pc:docMk/>
            <pc:sldMk cId="0" sldId="282"/>
            <ac:spMk id="3" creationId="{FD29EADA-94C9-402B-B1FD-E9D69AD9DA33}"/>
          </ac:spMkLst>
        </pc:spChg>
        <pc:spChg chg="add mod">
          <ac:chgData name="Alessandro Ortis" userId="dcdc90ed-3509-45f7-ac48-ad038638580b" providerId="ADAL" clId="{AFF04C3F-FB8D-48FB-8B16-BF32087FED57}" dt="2021-03-15T18:01:39.208" v="424" actId="20577"/>
          <ac:spMkLst>
            <pc:docMk/>
            <pc:sldMk cId="0" sldId="282"/>
            <ac:spMk id="8" creationId="{63B60B00-ED43-4EC5-BB06-0473647DDFF7}"/>
          </ac:spMkLst>
        </pc:spChg>
        <pc:spChg chg="del">
          <ac:chgData name="Alessandro Ortis" userId="dcdc90ed-3509-45f7-ac48-ad038638580b" providerId="ADAL" clId="{AFF04C3F-FB8D-48FB-8B16-BF32087FED57}" dt="2021-03-15T18:01:31.360" v="412" actId="478"/>
          <ac:spMkLst>
            <pc:docMk/>
            <pc:sldMk cId="0" sldId="282"/>
            <ac:spMk id="178178" creationId="{56805BBE-983A-4DB2-86A1-5C53BA3EBBBC}"/>
          </ac:spMkLst>
        </pc:spChg>
        <pc:spChg chg="mod">
          <ac:chgData name="Alessandro Ortis" userId="dcdc90ed-3509-45f7-ac48-ad038638580b" providerId="ADAL" clId="{AFF04C3F-FB8D-48FB-8B16-BF32087FED57}" dt="2021-03-15T18:02:17.781" v="438" actId="123"/>
          <ac:spMkLst>
            <pc:docMk/>
            <pc:sldMk cId="0" sldId="282"/>
            <ac:spMk id="178184" creationId="{D632A43B-013A-4A36-8898-2ABA7D6C7C77}"/>
          </ac:spMkLst>
        </pc:spChg>
        <pc:spChg chg="mod">
          <ac:chgData name="Alessandro Ortis" userId="dcdc90ed-3509-45f7-ac48-ad038638580b" providerId="ADAL" clId="{AFF04C3F-FB8D-48FB-8B16-BF32087FED57}" dt="2021-03-15T18:02:01.784" v="433" actId="1076"/>
          <ac:spMkLst>
            <pc:docMk/>
            <pc:sldMk cId="0" sldId="282"/>
            <ac:spMk id="178186" creationId="{0205C35A-E5A8-4A0F-BFF7-73F3A5F2E703}"/>
          </ac:spMkLst>
        </pc:spChg>
        <pc:spChg chg="mod">
          <ac:chgData name="Alessandro Ortis" userId="dcdc90ed-3509-45f7-ac48-ad038638580b" providerId="ADAL" clId="{AFF04C3F-FB8D-48FB-8B16-BF32087FED57}" dt="2021-03-15T18:03:24.612" v="439" actId="13926"/>
          <ac:spMkLst>
            <pc:docMk/>
            <pc:sldMk cId="0" sldId="282"/>
            <ac:spMk id="178187" creationId="{B5108A2A-0E46-4CA7-963B-9FF885ACE494}"/>
          </ac:spMkLst>
        </pc:spChg>
      </pc:sldChg>
      <pc:sldChg chg="add del">
        <pc:chgData name="Alessandro Ortis" userId="dcdc90ed-3509-45f7-ac48-ad038638580b" providerId="ADAL" clId="{AFF04C3F-FB8D-48FB-8B16-BF32087FED57}" dt="2021-03-15T18:25:13.714" v="1607" actId="47"/>
        <pc:sldMkLst>
          <pc:docMk/>
          <pc:sldMk cId="0" sldId="283"/>
        </pc:sldMkLst>
      </pc:sldChg>
      <pc:sldChg chg="modSp add del mod modShow">
        <pc:chgData name="Alessandro Ortis" userId="dcdc90ed-3509-45f7-ac48-ad038638580b" providerId="ADAL" clId="{AFF04C3F-FB8D-48FB-8B16-BF32087FED57}" dt="2021-03-17T15:43:08.965" v="6938" actId="47"/>
        <pc:sldMkLst>
          <pc:docMk/>
          <pc:sldMk cId="0" sldId="289"/>
        </pc:sldMkLst>
        <pc:spChg chg="mod">
          <ac:chgData name="Alessandro Ortis" userId="dcdc90ed-3509-45f7-ac48-ad038638580b" providerId="ADAL" clId="{AFF04C3F-FB8D-48FB-8B16-BF32087FED57}" dt="2021-03-17T13:05:38.643" v="6788" actId="14100"/>
          <ac:spMkLst>
            <pc:docMk/>
            <pc:sldMk cId="0" sldId="289"/>
            <ac:spMk id="200707" creationId="{53F884BA-B67E-4029-A7E9-DE5F4CADC486}"/>
          </ac:spMkLst>
        </pc:spChg>
        <pc:spChg chg="mod">
          <ac:chgData name="Alessandro Ortis" userId="dcdc90ed-3509-45f7-ac48-ad038638580b" providerId="ADAL" clId="{AFF04C3F-FB8D-48FB-8B16-BF32087FED57}" dt="2021-03-17T13:05:44.848" v="6790" actId="1076"/>
          <ac:spMkLst>
            <pc:docMk/>
            <pc:sldMk cId="0" sldId="289"/>
            <ac:spMk id="200710" creationId="{1F104BF0-13DC-4064-B10E-93E69441748E}"/>
          </ac:spMkLst>
        </pc:spChg>
      </pc:sldChg>
      <pc:sldChg chg="modSp add del mod modShow">
        <pc:chgData name="Alessandro Ortis" userId="dcdc90ed-3509-45f7-ac48-ad038638580b" providerId="ADAL" clId="{AFF04C3F-FB8D-48FB-8B16-BF32087FED57}" dt="2021-03-17T15:53:40.242" v="7085" actId="47"/>
        <pc:sldMkLst>
          <pc:docMk/>
          <pc:sldMk cId="0" sldId="290"/>
        </pc:sldMkLst>
        <pc:spChg chg="mod">
          <ac:chgData name="Alessandro Ortis" userId="dcdc90ed-3509-45f7-ac48-ad038638580b" providerId="ADAL" clId="{AFF04C3F-FB8D-48FB-8B16-BF32087FED57}" dt="2021-03-17T15:52:09.547" v="7054" actId="6549"/>
          <ac:spMkLst>
            <pc:docMk/>
            <pc:sldMk cId="0" sldId="290"/>
            <ac:spMk id="202756" creationId="{BC1BAC45-7D4D-4C3A-B60B-DAF210317E34}"/>
          </ac:spMkLst>
        </pc:spChg>
      </pc:sldChg>
      <pc:sldChg chg="add">
        <pc:chgData name="Alessandro Ortis" userId="dcdc90ed-3509-45f7-ac48-ad038638580b" providerId="ADAL" clId="{AFF04C3F-FB8D-48FB-8B16-BF32087FED57}" dt="2021-03-17T13:04:21.147" v="6783"/>
        <pc:sldMkLst>
          <pc:docMk/>
          <pc:sldMk cId="0" sldId="295"/>
        </pc:sldMkLst>
      </pc:sldChg>
      <pc:sldChg chg="addSp delSp modSp add mod modShow">
        <pc:chgData name="Alessandro Ortis" userId="dcdc90ed-3509-45f7-ac48-ad038638580b" providerId="ADAL" clId="{AFF04C3F-FB8D-48FB-8B16-BF32087FED57}" dt="2021-03-17T17:02:34.524" v="9251" actId="20577"/>
        <pc:sldMkLst>
          <pc:docMk/>
          <pc:sldMk cId="0" sldId="296"/>
        </pc:sldMkLst>
        <pc:spChg chg="add del mod">
          <ac:chgData name="Alessandro Ortis" userId="dcdc90ed-3509-45f7-ac48-ad038638580b" providerId="ADAL" clId="{AFF04C3F-FB8D-48FB-8B16-BF32087FED57}" dt="2021-03-17T15:19:31.001" v="6792" actId="478"/>
          <ac:spMkLst>
            <pc:docMk/>
            <pc:sldMk cId="0" sldId="296"/>
            <ac:spMk id="3" creationId="{4BF7AF39-9287-430D-A8FE-AA771922A4DB}"/>
          </ac:spMkLst>
        </pc:spChg>
        <pc:spChg chg="add mod">
          <ac:chgData name="Alessandro Ortis" userId="dcdc90ed-3509-45f7-ac48-ad038638580b" providerId="ADAL" clId="{AFF04C3F-FB8D-48FB-8B16-BF32087FED57}" dt="2021-03-17T15:19:51.946" v="6815" actId="20577"/>
          <ac:spMkLst>
            <pc:docMk/>
            <pc:sldMk cId="0" sldId="296"/>
            <ac:spMk id="8" creationId="{819271F6-BDEE-4BCF-8814-0180540D807C}"/>
          </ac:spMkLst>
        </pc:spChg>
        <pc:spChg chg="del">
          <ac:chgData name="Alessandro Ortis" userId="dcdc90ed-3509-45f7-ac48-ad038638580b" providerId="ADAL" clId="{AFF04C3F-FB8D-48FB-8B16-BF32087FED57}" dt="2021-03-17T15:19:27.550" v="6791" actId="478"/>
          <ac:spMkLst>
            <pc:docMk/>
            <pc:sldMk cId="0" sldId="296"/>
            <ac:spMk id="215042" creationId="{E501B266-2946-4947-BFDF-FB31056866FA}"/>
          </ac:spMkLst>
        </pc:spChg>
        <pc:spChg chg="mod">
          <ac:chgData name="Alessandro Ortis" userId="dcdc90ed-3509-45f7-ac48-ad038638580b" providerId="ADAL" clId="{AFF04C3F-FB8D-48FB-8B16-BF32087FED57}" dt="2021-03-17T17:02:34.524" v="9251" actId="20577"/>
          <ac:spMkLst>
            <pc:docMk/>
            <pc:sldMk cId="0" sldId="296"/>
            <ac:spMk id="215043" creationId="{507771F2-20D6-4736-86E3-005CFE35C2BD}"/>
          </ac:spMkLst>
        </pc:spChg>
        <pc:spChg chg="del mod">
          <ac:chgData name="Alessandro Ortis" userId="dcdc90ed-3509-45f7-ac48-ad038638580b" providerId="ADAL" clId="{AFF04C3F-FB8D-48FB-8B16-BF32087FED57}" dt="2021-03-17T15:21:21.584" v="6823" actId="478"/>
          <ac:spMkLst>
            <pc:docMk/>
            <pc:sldMk cId="0" sldId="296"/>
            <ac:spMk id="215044" creationId="{0B22F51E-1CB5-4A1A-B93C-59426792A5C0}"/>
          </ac:spMkLst>
        </pc:spChg>
        <pc:spChg chg="mod">
          <ac:chgData name="Alessandro Ortis" userId="dcdc90ed-3509-45f7-ac48-ad038638580b" providerId="ADAL" clId="{AFF04C3F-FB8D-48FB-8B16-BF32087FED57}" dt="2021-03-17T16:05:03.782" v="7614" actId="14100"/>
          <ac:spMkLst>
            <pc:docMk/>
            <pc:sldMk cId="0" sldId="296"/>
            <ac:spMk id="215045" creationId="{BF84A1C8-7864-4106-9E68-90F707458EAE}"/>
          </ac:spMkLst>
        </pc:spChg>
      </pc:sldChg>
      <pc:sldChg chg="add del">
        <pc:chgData name="Alessandro Ortis" userId="dcdc90ed-3509-45f7-ac48-ad038638580b" providerId="ADAL" clId="{AFF04C3F-FB8D-48FB-8B16-BF32087FED57}" dt="2021-03-17T17:18:28.538" v="9327" actId="47"/>
        <pc:sldMkLst>
          <pc:docMk/>
          <pc:sldMk cId="0" sldId="299"/>
        </pc:sldMkLst>
      </pc:sldChg>
      <pc:sldChg chg="modSp add del mod">
        <pc:chgData name="Alessandro Ortis" userId="dcdc90ed-3509-45f7-ac48-ad038638580b" providerId="ADAL" clId="{AFF04C3F-FB8D-48FB-8B16-BF32087FED57}" dt="2021-03-17T17:18:34.469" v="9328" actId="47"/>
        <pc:sldMkLst>
          <pc:docMk/>
          <pc:sldMk cId="0" sldId="300"/>
        </pc:sldMkLst>
        <pc:spChg chg="mod">
          <ac:chgData name="Alessandro Ortis" userId="dcdc90ed-3509-45f7-ac48-ad038638580b" providerId="ADAL" clId="{AFF04C3F-FB8D-48FB-8B16-BF32087FED57}" dt="2021-03-17T16:33:58.623" v="9096" actId="255"/>
          <ac:spMkLst>
            <pc:docMk/>
            <pc:sldMk cId="0" sldId="300"/>
            <ac:spMk id="3" creationId="{89D3DCA3-6870-48A9-8990-4C650BC90434}"/>
          </ac:spMkLst>
        </pc:spChg>
      </pc:sldChg>
      <pc:sldChg chg="add del mod modShow">
        <pc:chgData name="Alessandro Ortis" userId="dcdc90ed-3509-45f7-ac48-ad038638580b" providerId="ADAL" clId="{AFF04C3F-FB8D-48FB-8B16-BF32087FED57}" dt="2021-03-17T15:43:30.094" v="6939" actId="47"/>
        <pc:sldMkLst>
          <pc:docMk/>
          <pc:sldMk cId="0" sldId="303"/>
        </pc:sldMkLst>
      </pc:sldChg>
      <pc:sldChg chg="add del mod modShow">
        <pc:chgData name="Alessandro Ortis" userId="dcdc90ed-3509-45f7-ac48-ad038638580b" providerId="ADAL" clId="{AFF04C3F-FB8D-48FB-8B16-BF32087FED57}" dt="2021-03-17T15:53:47.902" v="7086" actId="47"/>
        <pc:sldMkLst>
          <pc:docMk/>
          <pc:sldMk cId="0" sldId="304"/>
        </pc:sldMkLst>
      </pc:sldChg>
      <pc:sldChg chg="addSp delSp modSp add mod">
        <pc:chgData name="Alessandro Ortis" userId="dcdc90ed-3509-45f7-ac48-ad038638580b" providerId="ADAL" clId="{AFF04C3F-FB8D-48FB-8B16-BF32087FED57}" dt="2021-03-17T16:51:01.203" v="9247"/>
        <pc:sldMkLst>
          <pc:docMk/>
          <pc:sldMk cId="0" sldId="306"/>
        </pc:sldMkLst>
        <pc:spChg chg="mod">
          <ac:chgData name="Alessandro Ortis" userId="dcdc90ed-3509-45f7-ac48-ad038638580b" providerId="ADAL" clId="{AFF04C3F-FB8D-48FB-8B16-BF32087FED57}" dt="2021-03-17T16:49:21.807" v="9222" actId="14100"/>
          <ac:spMkLst>
            <pc:docMk/>
            <pc:sldMk cId="0" sldId="306"/>
            <ac:spMk id="4" creationId="{8508CAFB-8336-49C6-A419-B62230E7ADD4}"/>
          </ac:spMkLst>
        </pc:spChg>
        <pc:spChg chg="add del mod">
          <ac:chgData name="Alessandro Ortis" userId="dcdc90ed-3509-45f7-ac48-ad038638580b" providerId="ADAL" clId="{AFF04C3F-FB8D-48FB-8B16-BF32087FED57}" dt="2021-03-17T16:51:01.203" v="9247"/>
          <ac:spMkLst>
            <pc:docMk/>
            <pc:sldMk cId="0" sldId="306"/>
            <ac:spMk id="14" creationId="{0ECBD700-1A88-45D7-B9A1-86A6D0F433F1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7:16:53.566" v="9326" actId="255"/>
        <pc:sldMkLst>
          <pc:docMk/>
          <pc:sldMk cId="0" sldId="307"/>
        </pc:sldMkLst>
        <pc:spChg chg="add del">
          <ac:chgData name="Alessandro Ortis" userId="dcdc90ed-3509-45f7-ac48-ad038638580b" providerId="ADAL" clId="{AFF04C3F-FB8D-48FB-8B16-BF32087FED57}" dt="2021-03-17T16:48:10.027" v="9186"/>
          <ac:spMkLst>
            <pc:docMk/>
            <pc:sldMk cId="0" sldId="307"/>
            <ac:spMk id="3" creationId="{03078C43-0A32-4DAC-82F5-CA24FED677FC}"/>
          </ac:spMkLst>
        </pc:spChg>
        <pc:spChg chg="mod">
          <ac:chgData name="Alessandro Ortis" userId="dcdc90ed-3509-45f7-ac48-ad038638580b" providerId="ADAL" clId="{AFF04C3F-FB8D-48FB-8B16-BF32087FED57}" dt="2021-03-17T17:16:53.566" v="9326" actId="255"/>
          <ac:spMkLst>
            <pc:docMk/>
            <pc:sldMk cId="0" sldId="307"/>
            <ac:spMk id="4" creationId="{AC3205E2-5335-427B-9E98-F550BD46805E}"/>
          </ac:spMkLst>
        </pc:spChg>
      </pc:sldChg>
      <pc:sldChg chg="modSp mod">
        <pc:chgData name="Alessandro Ortis" userId="dcdc90ed-3509-45f7-ac48-ad038638580b" providerId="ADAL" clId="{AFF04C3F-FB8D-48FB-8B16-BF32087FED57}" dt="2021-03-15T17:49:59.808" v="6" actId="20577"/>
        <pc:sldMkLst>
          <pc:docMk/>
          <pc:sldMk cId="0" sldId="314"/>
        </pc:sldMkLst>
        <pc:spChg chg="mod">
          <ac:chgData name="Alessandro Ortis" userId="dcdc90ed-3509-45f7-ac48-ad038638580b" providerId="ADAL" clId="{AFF04C3F-FB8D-48FB-8B16-BF32087FED57}" dt="2021-03-15T17:49:59.808" v="6" actId="20577"/>
          <ac:spMkLst>
            <pc:docMk/>
            <pc:sldMk cId="0" sldId="31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0.872" v="21" actId="20577"/>
        <pc:sldMkLst>
          <pc:docMk/>
          <pc:sldMk cId="2738048506" sldId="394"/>
        </pc:sldMkLst>
        <pc:spChg chg="mod">
          <ac:chgData name="Alessandro Ortis" userId="dcdc90ed-3509-45f7-ac48-ad038638580b" providerId="ADAL" clId="{AFF04C3F-FB8D-48FB-8B16-BF32087FED57}" dt="2021-03-15T17:51:20.872" v="21" actId="20577"/>
          <ac:spMkLst>
            <pc:docMk/>
            <pc:sldMk cId="2738048506" sldId="39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7.179" v="22"/>
        <pc:sldMkLst>
          <pc:docMk/>
          <pc:sldMk cId="2924977588" sldId="395"/>
        </pc:sldMkLst>
        <pc:spChg chg="mod">
          <ac:chgData name="Alessandro Ortis" userId="dcdc90ed-3509-45f7-ac48-ad038638580b" providerId="ADAL" clId="{AFF04C3F-FB8D-48FB-8B16-BF32087FED57}" dt="2021-03-15T17:51:27.179" v="22"/>
          <ac:spMkLst>
            <pc:docMk/>
            <pc:sldMk cId="2924977588" sldId="395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0.302" v="24"/>
        <pc:sldMkLst>
          <pc:docMk/>
          <pc:sldMk cId="683425995" sldId="397"/>
        </pc:sldMkLst>
        <pc:spChg chg="mod">
          <ac:chgData name="Alessandro Ortis" userId="dcdc90ed-3509-45f7-ac48-ad038638580b" providerId="ADAL" clId="{AFF04C3F-FB8D-48FB-8B16-BF32087FED57}" dt="2021-03-15T17:51:30.302" v="24"/>
          <ac:spMkLst>
            <pc:docMk/>
            <pc:sldMk cId="683425995" sldId="397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4.838" v="27"/>
        <pc:sldMkLst>
          <pc:docMk/>
          <pc:sldMk cId="2198339724" sldId="398"/>
        </pc:sldMkLst>
        <pc:spChg chg="mod">
          <ac:chgData name="Alessandro Ortis" userId="dcdc90ed-3509-45f7-ac48-ad038638580b" providerId="ADAL" clId="{AFF04C3F-FB8D-48FB-8B16-BF32087FED57}" dt="2021-03-15T17:51:34.838" v="27"/>
          <ac:spMkLst>
            <pc:docMk/>
            <pc:sldMk cId="2198339724" sldId="398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3.317" v="26"/>
        <pc:sldMkLst>
          <pc:docMk/>
          <pc:sldMk cId="333178415" sldId="399"/>
        </pc:sldMkLst>
        <pc:spChg chg="mod">
          <ac:chgData name="Alessandro Ortis" userId="dcdc90ed-3509-45f7-ac48-ad038638580b" providerId="ADAL" clId="{AFF04C3F-FB8D-48FB-8B16-BF32087FED57}" dt="2021-03-15T17:51:33.317" v="26"/>
          <ac:spMkLst>
            <pc:docMk/>
            <pc:sldMk cId="333178415" sldId="399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28.848" v="23"/>
        <pc:sldMkLst>
          <pc:docMk/>
          <pc:sldMk cId="3447516178" sldId="400"/>
        </pc:sldMkLst>
        <pc:spChg chg="mod">
          <ac:chgData name="Alessandro Ortis" userId="dcdc90ed-3509-45f7-ac48-ad038638580b" providerId="ADAL" clId="{AFF04C3F-FB8D-48FB-8B16-BF32087FED57}" dt="2021-03-15T17:51:28.848" v="23"/>
          <ac:spMkLst>
            <pc:docMk/>
            <pc:sldMk cId="3447516178" sldId="400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AFF04C3F-FB8D-48FB-8B16-BF32087FED57}" dt="2021-03-15T17:51:31.704" v="25"/>
        <pc:sldMkLst>
          <pc:docMk/>
          <pc:sldMk cId="156078651" sldId="401"/>
        </pc:sldMkLst>
        <pc:spChg chg="mod">
          <ac:chgData name="Alessandro Ortis" userId="dcdc90ed-3509-45f7-ac48-ad038638580b" providerId="ADAL" clId="{AFF04C3F-FB8D-48FB-8B16-BF32087FED57}" dt="2021-03-15T17:51:31.704" v="25"/>
          <ac:spMkLst>
            <pc:docMk/>
            <pc:sldMk cId="156078651" sldId="401"/>
            <ac:spMk id="2" creationId="{00000000-0000-0000-0000-000000000000}"/>
          </ac:spMkLst>
        </pc:spChg>
      </pc:sldChg>
      <pc:sldChg chg="modSp add mod">
        <pc:chgData name="Alessandro Ortis" userId="dcdc90ed-3509-45f7-ac48-ad038638580b" providerId="ADAL" clId="{AFF04C3F-FB8D-48FB-8B16-BF32087FED57}" dt="2021-03-15T17:51:36.786" v="28"/>
        <pc:sldMkLst>
          <pc:docMk/>
          <pc:sldMk cId="3196518715" sldId="402"/>
        </pc:sldMkLst>
        <pc:spChg chg="mod">
          <ac:chgData name="Alessandro Ortis" userId="dcdc90ed-3509-45f7-ac48-ad038638580b" providerId="ADAL" clId="{AFF04C3F-FB8D-48FB-8B16-BF32087FED57}" dt="2021-03-15T17:51:36.786" v="28"/>
          <ac:spMkLst>
            <pc:docMk/>
            <pc:sldMk cId="3196518715" sldId="402"/>
            <ac:spMk id="2" creationId="{00000000-0000-0000-0000-000000000000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7:58:24.372" v="384" actId="404"/>
        <pc:sldMkLst>
          <pc:docMk/>
          <pc:sldMk cId="2332336335" sldId="403"/>
        </pc:sldMkLst>
        <pc:spChg chg="add del mod">
          <ac:chgData name="Alessandro Ortis" userId="dcdc90ed-3509-45f7-ac48-ad038638580b" providerId="ADAL" clId="{AFF04C3F-FB8D-48FB-8B16-BF32087FED57}" dt="2021-03-15T17:55:13.294" v="335"/>
          <ac:spMkLst>
            <pc:docMk/>
            <pc:sldMk cId="2332336335" sldId="403"/>
            <ac:spMk id="4" creationId="{1BA1C674-6303-411C-8D67-50E6830680C4}"/>
          </ac:spMkLst>
        </pc:spChg>
        <pc:spChg chg="mod">
          <ac:chgData name="Alessandro Ortis" userId="dcdc90ed-3509-45f7-ac48-ad038638580b" providerId="ADAL" clId="{AFF04C3F-FB8D-48FB-8B16-BF32087FED57}" dt="2021-03-15T17:58:24.372" v="384" actId="404"/>
          <ac:spMkLst>
            <pc:docMk/>
            <pc:sldMk cId="2332336335" sldId="403"/>
            <ac:spMk id="5" creationId="{7D5B1907-E8F7-4716-B3B1-E8862E1D6D5C}"/>
          </ac:spMkLst>
        </pc:spChg>
        <pc:spChg chg="add del mod">
          <ac:chgData name="Alessandro Ortis" userId="dcdc90ed-3509-45f7-ac48-ad038638580b" providerId="ADAL" clId="{AFF04C3F-FB8D-48FB-8B16-BF32087FED57}" dt="2021-03-15T17:55:13.294" v="335"/>
          <ac:spMkLst>
            <pc:docMk/>
            <pc:sldMk cId="2332336335" sldId="403"/>
            <ac:spMk id="6" creationId="{82094211-5146-4B04-B9DA-4D9CF06C16FF}"/>
          </ac:spMkLst>
        </pc:spChg>
        <pc:spChg chg="add del mod">
          <ac:chgData name="Alessandro Ortis" userId="dcdc90ed-3509-45f7-ac48-ad038638580b" providerId="ADAL" clId="{AFF04C3F-FB8D-48FB-8B16-BF32087FED57}" dt="2021-03-15T17:56:33.131" v="363"/>
          <ac:spMkLst>
            <pc:docMk/>
            <pc:sldMk cId="2332336335" sldId="403"/>
            <ac:spMk id="7" creationId="{18A6237F-44ED-46AF-BB9D-73623C376040}"/>
          </ac:spMkLst>
        </pc:spChg>
        <pc:spChg chg="add mod">
          <ac:chgData name="Alessandro Ortis" userId="dcdc90ed-3509-45f7-ac48-ad038638580b" providerId="ADAL" clId="{AFF04C3F-FB8D-48FB-8B16-BF32087FED57}" dt="2021-03-15T17:57:37.446" v="379" actId="1076"/>
          <ac:spMkLst>
            <pc:docMk/>
            <pc:sldMk cId="2332336335" sldId="403"/>
            <ac:spMk id="8" creationId="{140C4040-6155-4E0C-8430-3745A095DFB0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8:18:43.345" v="986"/>
        <pc:sldMkLst>
          <pc:docMk/>
          <pc:sldMk cId="1263704071" sldId="404"/>
        </pc:sldMkLst>
        <pc:spChg chg="add mod">
          <ac:chgData name="Alessandro Ortis" userId="dcdc90ed-3509-45f7-ac48-ad038638580b" providerId="ADAL" clId="{AFF04C3F-FB8D-48FB-8B16-BF32087FED57}" dt="2021-03-15T18:17:20.563" v="966" actId="1076"/>
          <ac:spMkLst>
            <pc:docMk/>
            <pc:sldMk cId="1263704071" sldId="404"/>
            <ac:spMk id="4" creationId="{AB50FD74-E2AE-4186-9108-91EAA8908816}"/>
          </ac:spMkLst>
        </pc:spChg>
        <pc:spChg chg="add mod">
          <ac:chgData name="Alessandro Ortis" userId="dcdc90ed-3509-45f7-ac48-ad038638580b" providerId="ADAL" clId="{AFF04C3F-FB8D-48FB-8B16-BF32087FED57}" dt="2021-03-15T18:17:18.942" v="965" actId="1076"/>
          <ac:spMkLst>
            <pc:docMk/>
            <pc:sldMk cId="1263704071" sldId="404"/>
            <ac:spMk id="5" creationId="{94C2BBBD-E802-4E46-BD53-A26EC0F06B59}"/>
          </ac:spMkLst>
        </pc:spChg>
        <pc:spChg chg="add mod">
          <ac:chgData name="Alessandro Ortis" userId="dcdc90ed-3509-45f7-ac48-ad038638580b" providerId="ADAL" clId="{AFF04C3F-FB8D-48FB-8B16-BF32087FED57}" dt="2021-03-15T18:17:24.298" v="968" actId="1076"/>
          <ac:spMkLst>
            <pc:docMk/>
            <pc:sldMk cId="1263704071" sldId="404"/>
            <ac:spMk id="6" creationId="{6883AD09-34AB-4D9F-86CB-475E4296F3C1}"/>
          </ac:spMkLst>
        </pc:spChg>
        <pc:spChg chg="del">
          <ac:chgData name="Alessandro Ortis" userId="dcdc90ed-3509-45f7-ac48-ad038638580b" providerId="ADAL" clId="{AFF04C3F-FB8D-48FB-8B16-BF32087FED57}" dt="2021-03-15T18:07:55.986" v="803" actId="478"/>
          <ac:spMkLst>
            <pc:docMk/>
            <pc:sldMk cId="1263704071" sldId="404"/>
            <ac:spMk id="176137" creationId="{25A11B01-42AD-45AC-8FE2-3B4990ACF797}"/>
          </ac:spMkLst>
        </pc:spChg>
        <pc:graphicFrameChg chg="add del mod">
          <ac:chgData name="Alessandro Ortis" userId="dcdc90ed-3509-45f7-ac48-ad038638580b" providerId="ADAL" clId="{AFF04C3F-FB8D-48FB-8B16-BF32087FED57}" dt="2021-03-15T18:16:55" v="959"/>
          <ac:graphicFrameMkLst>
            <pc:docMk/>
            <pc:sldMk cId="1263704071" sldId="404"/>
            <ac:graphicFrameMk id="2" creationId="{7457EABC-ACEC-442D-926D-4A3D611DC478}"/>
          </ac:graphicFrameMkLst>
        </pc:graphicFrameChg>
        <pc:graphicFrameChg chg="add mod modGraphic">
          <ac:chgData name="Alessandro Ortis" userId="dcdc90ed-3509-45f7-ac48-ad038638580b" providerId="ADAL" clId="{AFF04C3F-FB8D-48FB-8B16-BF32087FED57}" dt="2021-03-15T18:18:43.345" v="986"/>
          <ac:graphicFrameMkLst>
            <pc:docMk/>
            <pc:sldMk cId="1263704071" sldId="404"/>
            <ac:graphicFrameMk id="3" creationId="{1D8073FD-51EB-474F-BA0A-BE3AB5026384}"/>
          </ac:graphicFrameMkLst>
        </pc:graphicFrameChg>
      </pc:sldChg>
      <pc:sldChg chg="addSp delSp modSp add mod">
        <pc:chgData name="Alessandro Ortis" userId="dcdc90ed-3509-45f7-ac48-ad038638580b" providerId="ADAL" clId="{AFF04C3F-FB8D-48FB-8B16-BF32087FED57}" dt="2021-03-15T18:21:02.005" v="1162" actId="1076"/>
        <pc:sldMkLst>
          <pc:docMk/>
          <pc:sldMk cId="1144034358" sldId="405"/>
        </pc:sldMkLst>
        <pc:spChg chg="del">
          <ac:chgData name="Alessandro Ortis" userId="dcdc90ed-3509-45f7-ac48-ad038638580b" providerId="ADAL" clId="{AFF04C3F-FB8D-48FB-8B16-BF32087FED57}" dt="2021-03-15T18:16:13.736" v="944" actId="478"/>
          <ac:spMkLst>
            <pc:docMk/>
            <pc:sldMk cId="1144034358" sldId="405"/>
            <ac:spMk id="4" creationId="{AB50FD74-E2AE-4186-9108-91EAA8908816}"/>
          </ac:spMkLst>
        </pc:spChg>
        <pc:spChg chg="del">
          <ac:chgData name="Alessandro Ortis" userId="dcdc90ed-3509-45f7-ac48-ad038638580b" providerId="ADAL" clId="{AFF04C3F-FB8D-48FB-8B16-BF32087FED57}" dt="2021-03-15T18:16:16.036" v="945" actId="478"/>
          <ac:spMkLst>
            <pc:docMk/>
            <pc:sldMk cId="1144034358" sldId="405"/>
            <ac:spMk id="5" creationId="{94C2BBBD-E802-4E46-BD53-A26EC0F06B59}"/>
          </ac:spMkLst>
        </pc:spChg>
        <pc:spChg chg="add mod">
          <ac:chgData name="Alessandro Ortis" userId="dcdc90ed-3509-45f7-ac48-ad038638580b" providerId="ADAL" clId="{AFF04C3F-FB8D-48FB-8B16-BF32087FED57}" dt="2021-03-15T18:20:54.762" v="1161" actId="20577"/>
          <ac:spMkLst>
            <pc:docMk/>
            <pc:sldMk cId="1144034358" sldId="405"/>
            <ac:spMk id="6" creationId="{258080D9-E5F6-4148-86FF-A70D111E8BAA}"/>
          </ac:spMkLst>
        </pc:spChg>
        <pc:picChg chg="add mod">
          <ac:chgData name="Alessandro Ortis" userId="dcdc90ed-3509-45f7-ac48-ad038638580b" providerId="ADAL" clId="{AFF04C3F-FB8D-48FB-8B16-BF32087FED57}" dt="2021-03-15T18:21:02.005" v="1162" actId="1076"/>
          <ac:picMkLst>
            <pc:docMk/>
            <pc:sldMk cId="1144034358" sldId="405"/>
            <ac:picMk id="8" creationId="{1BAEBFE0-A876-4E93-BCEB-54487F72B966}"/>
          </ac:picMkLst>
        </pc:picChg>
      </pc:sldChg>
      <pc:sldChg chg="delSp modSp add mod ord">
        <pc:chgData name="Alessandro Ortis" userId="dcdc90ed-3509-45f7-ac48-ad038638580b" providerId="ADAL" clId="{AFF04C3F-FB8D-48FB-8B16-BF32087FED57}" dt="2021-03-15T18:25:31.063" v="1611"/>
        <pc:sldMkLst>
          <pc:docMk/>
          <pc:sldMk cId="4212648780" sldId="406"/>
        </pc:sldMkLst>
        <pc:spChg chg="mod">
          <ac:chgData name="Alessandro Ortis" userId="dcdc90ed-3509-45f7-ac48-ad038638580b" providerId="ADAL" clId="{AFF04C3F-FB8D-48FB-8B16-BF32087FED57}" dt="2021-03-15T18:23:56.592" v="1605" actId="20577"/>
          <ac:spMkLst>
            <pc:docMk/>
            <pc:sldMk cId="4212648780" sldId="406"/>
            <ac:spMk id="6" creationId="{258080D9-E5F6-4148-86FF-A70D111E8BAA}"/>
          </ac:spMkLst>
        </pc:spChg>
        <pc:picChg chg="del">
          <ac:chgData name="Alessandro Ortis" userId="dcdc90ed-3509-45f7-ac48-ad038638580b" providerId="ADAL" clId="{AFF04C3F-FB8D-48FB-8B16-BF32087FED57}" dt="2021-03-15T18:21:31.591" v="1164" actId="478"/>
          <ac:picMkLst>
            <pc:docMk/>
            <pc:sldMk cId="4212648780" sldId="406"/>
            <ac:picMk id="8" creationId="{1BAEBFE0-A876-4E93-BCEB-54487F72B966}"/>
          </ac:picMkLst>
        </pc:picChg>
      </pc:sldChg>
      <pc:sldChg chg="addSp delSp modSp add mod">
        <pc:chgData name="Alessandro Ortis" userId="dcdc90ed-3509-45f7-ac48-ad038638580b" providerId="ADAL" clId="{AFF04C3F-FB8D-48FB-8B16-BF32087FED57}" dt="2021-03-15T18:34:02.868" v="2080" actId="5793"/>
        <pc:sldMkLst>
          <pc:docMk/>
          <pc:sldMk cId="1977699529" sldId="407"/>
        </pc:sldMkLst>
        <pc:spChg chg="add del mod">
          <ac:chgData name="Alessandro Ortis" userId="dcdc90ed-3509-45f7-ac48-ad038638580b" providerId="ADAL" clId="{AFF04C3F-FB8D-48FB-8B16-BF32087FED57}" dt="2021-03-15T18:31:32.053" v="1676" actId="478"/>
          <ac:spMkLst>
            <pc:docMk/>
            <pc:sldMk cId="1977699529" sldId="407"/>
            <ac:spMk id="4" creationId="{D7CC2AC7-2420-451B-83D3-3FF936EB12FF}"/>
          </ac:spMkLst>
        </pc:spChg>
        <pc:spChg chg="add del mod">
          <ac:chgData name="Alessandro Ortis" userId="dcdc90ed-3509-45f7-ac48-ad038638580b" providerId="ADAL" clId="{AFF04C3F-FB8D-48FB-8B16-BF32087FED57}" dt="2021-03-15T18:31:32.053" v="1676" actId="478"/>
          <ac:spMkLst>
            <pc:docMk/>
            <pc:sldMk cId="1977699529" sldId="407"/>
            <ac:spMk id="5" creationId="{B64EF885-D2A1-4DB3-89E7-93F4455078C8}"/>
          </ac:spMkLst>
        </pc:spChg>
        <pc:spChg chg="mod">
          <ac:chgData name="Alessandro Ortis" userId="dcdc90ed-3509-45f7-ac48-ad038638580b" providerId="ADAL" clId="{AFF04C3F-FB8D-48FB-8B16-BF32087FED57}" dt="2021-03-15T18:34:02.868" v="2080" actId="5793"/>
          <ac:spMkLst>
            <pc:docMk/>
            <pc:sldMk cId="1977699529" sldId="407"/>
            <ac:spMk id="176137" creationId="{25A11B01-42AD-45AC-8FE2-3B4990ACF797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5T18:48:04.274" v="2387" actId="1076"/>
        <pc:sldMkLst>
          <pc:docMk/>
          <pc:sldMk cId="3928784828" sldId="408"/>
        </pc:sldMkLst>
        <pc:spChg chg="add mod">
          <ac:chgData name="Alessandro Ortis" userId="dcdc90ed-3509-45f7-ac48-ad038638580b" providerId="ADAL" clId="{AFF04C3F-FB8D-48FB-8B16-BF32087FED57}" dt="2021-03-15T18:48:04.274" v="2387" actId="1076"/>
          <ac:spMkLst>
            <pc:docMk/>
            <pc:sldMk cId="3928784828" sldId="408"/>
            <ac:spMk id="2" creationId="{EE29783B-3F18-4A2F-AFF6-C1BB7B0EE5B7}"/>
          </ac:spMkLst>
        </pc:spChg>
        <pc:spChg chg="mod">
          <ac:chgData name="Alessandro Ortis" userId="dcdc90ed-3509-45f7-ac48-ad038638580b" providerId="ADAL" clId="{AFF04C3F-FB8D-48FB-8B16-BF32087FED57}" dt="2021-03-15T18:46:56.758" v="2350" actId="1038"/>
          <ac:spMkLst>
            <pc:docMk/>
            <pc:sldMk cId="3928784828" sldId="408"/>
            <ac:spMk id="4" creationId="{D7CC2AC7-2420-451B-83D3-3FF936EB12FF}"/>
          </ac:spMkLst>
        </pc:spChg>
        <pc:spChg chg="mod">
          <ac:chgData name="Alessandro Ortis" userId="dcdc90ed-3509-45f7-ac48-ad038638580b" providerId="ADAL" clId="{AFF04C3F-FB8D-48FB-8B16-BF32087FED57}" dt="2021-03-15T18:47:24.051" v="2357" actId="6549"/>
          <ac:spMkLst>
            <pc:docMk/>
            <pc:sldMk cId="3928784828" sldId="408"/>
            <ac:spMk id="5" creationId="{B64EF885-D2A1-4DB3-89E7-93F4455078C8}"/>
          </ac:spMkLst>
        </pc:spChg>
        <pc:spChg chg="del">
          <ac:chgData name="Alessandro Ortis" userId="dcdc90ed-3509-45f7-ac48-ad038638580b" providerId="ADAL" clId="{AFF04C3F-FB8D-48FB-8B16-BF32087FED57}" dt="2021-03-15T18:34:07.568" v="2081" actId="478"/>
          <ac:spMkLst>
            <pc:docMk/>
            <pc:sldMk cId="3928784828" sldId="408"/>
            <ac:spMk id="176137" creationId="{25A11B01-42AD-45AC-8FE2-3B4990ACF797}"/>
          </ac:spMkLst>
        </pc:spChg>
      </pc:sldChg>
      <pc:sldChg chg="addSp modSp add del mod">
        <pc:chgData name="Alessandro Ortis" userId="dcdc90ed-3509-45f7-ac48-ad038638580b" providerId="ADAL" clId="{AFF04C3F-FB8D-48FB-8B16-BF32087FED57}" dt="2021-03-15T18:48:07.137" v="2388" actId="47"/>
        <pc:sldMkLst>
          <pc:docMk/>
          <pc:sldMk cId="202515483" sldId="409"/>
        </pc:sldMkLst>
        <pc:cxnChg chg="add mod">
          <ac:chgData name="Alessandro Ortis" userId="dcdc90ed-3509-45f7-ac48-ad038638580b" providerId="ADAL" clId="{AFF04C3F-FB8D-48FB-8B16-BF32087FED57}" dt="2021-03-15T18:47:17.558" v="2355" actId="1076"/>
          <ac:cxnSpMkLst>
            <pc:docMk/>
            <pc:sldMk cId="202515483" sldId="409"/>
            <ac:cxnSpMk id="3" creationId="{BCE33AD7-0F4B-4949-8F30-06FA7F096F36}"/>
          </ac:cxnSpMkLst>
        </pc:cxnChg>
      </pc:sldChg>
      <pc:sldChg chg="addSp delSp modSp add mod">
        <pc:chgData name="Alessandro Ortis" userId="dcdc90ed-3509-45f7-ac48-ad038638580b" providerId="ADAL" clId="{AFF04C3F-FB8D-48FB-8B16-BF32087FED57}" dt="2021-03-15T18:50:06.395" v="2472" actId="20577"/>
        <pc:sldMkLst>
          <pc:docMk/>
          <pc:sldMk cId="3546405701" sldId="409"/>
        </pc:sldMkLst>
        <pc:spChg chg="del">
          <ac:chgData name="Alessandro Ortis" userId="dcdc90ed-3509-45f7-ac48-ad038638580b" providerId="ADAL" clId="{AFF04C3F-FB8D-48FB-8B16-BF32087FED57}" dt="2021-03-15T18:48:16.580" v="2391" actId="478"/>
          <ac:spMkLst>
            <pc:docMk/>
            <pc:sldMk cId="3546405701" sldId="409"/>
            <ac:spMk id="2" creationId="{EE29783B-3F18-4A2F-AFF6-C1BB7B0EE5B7}"/>
          </ac:spMkLst>
        </pc:spChg>
        <pc:spChg chg="add mod">
          <ac:chgData name="Alessandro Ortis" userId="dcdc90ed-3509-45f7-ac48-ad038638580b" providerId="ADAL" clId="{AFF04C3F-FB8D-48FB-8B16-BF32087FED57}" dt="2021-03-15T18:50:06.395" v="2472" actId="20577"/>
          <ac:spMkLst>
            <pc:docMk/>
            <pc:sldMk cId="3546405701" sldId="409"/>
            <ac:spMk id="8" creationId="{890E1BEA-BE6E-4A97-97F9-C94C5E571945}"/>
          </ac:spMkLst>
        </pc:spChg>
        <pc:cxnChg chg="add mod">
          <ac:chgData name="Alessandro Ortis" userId="dcdc90ed-3509-45f7-ac48-ad038638580b" providerId="ADAL" clId="{AFF04C3F-FB8D-48FB-8B16-BF32087FED57}" dt="2021-03-15T18:48:14.431" v="2390"/>
          <ac:cxnSpMkLst>
            <pc:docMk/>
            <pc:sldMk cId="3546405701" sldId="409"/>
            <ac:cxnSpMk id="6" creationId="{592DD083-830D-43BC-BD7F-19AF3393F742}"/>
          </ac:cxnSpMkLst>
        </pc:cxnChg>
      </pc:sldChg>
      <pc:sldChg chg="addSp delSp modSp add mod">
        <pc:chgData name="Alessandro Ortis" userId="dcdc90ed-3509-45f7-ac48-ad038638580b" providerId="ADAL" clId="{AFF04C3F-FB8D-48FB-8B16-BF32087FED57}" dt="2021-03-16T18:08:29.188" v="3281" actId="113"/>
        <pc:sldMkLst>
          <pc:docMk/>
          <pc:sldMk cId="1715010115" sldId="410"/>
        </pc:sldMkLst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4" creationId="{D7CC2AC7-2420-451B-83D3-3FF936EB12FF}"/>
          </ac:spMkLst>
        </pc:spChg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5" creationId="{B64EF885-D2A1-4DB3-89E7-93F4455078C8}"/>
          </ac:spMkLst>
        </pc:spChg>
        <pc:spChg chg="mod">
          <ac:chgData name="Alessandro Ortis" userId="dcdc90ed-3509-45f7-ac48-ad038638580b" providerId="ADAL" clId="{AFF04C3F-FB8D-48FB-8B16-BF32087FED57}" dt="2021-03-15T18:52:26.045" v="2499" actId="20577"/>
          <ac:spMkLst>
            <pc:docMk/>
            <pc:sldMk cId="1715010115" sldId="410"/>
            <ac:spMk id="7" creationId="{5991EEBF-DD52-410E-9C98-94BE471E4F4A}"/>
          </ac:spMkLst>
        </pc:spChg>
        <pc:spChg chg="del">
          <ac:chgData name="Alessandro Ortis" userId="dcdc90ed-3509-45f7-ac48-ad038638580b" providerId="ADAL" clId="{AFF04C3F-FB8D-48FB-8B16-BF32087FED57}" dt="2021-03-15T18:52:19.770" v="2474" actId="478"/>
          <ac:spMkLst>
            <pc:docMk/>
            <pc:sldMk cId="1715010115" sldId="410"/>
            <ac:spMk id="8" creationId="{890E1BEA-BE6E-4A97-97F9-C94C5E571945}"/>
          </ac:spMkLst>
        </pc:spChg>
        <pc:spChg chg="add mod">
          <ac:chgData name="Alessandro Ortis" userId="dcdc90ed-3509-45f7-ac48-ad038638580b" providerId="ADAL" clId="{AFF04C3F-FB8D-48FB-8B16-BF32087FED57}" dt="2021-03-16T18:02:42.106" v="2917" actId="14100"/>
          <ac:spMkLst>
            <pc:docMk/>
            <pc:sldMk cId="1715010115" sldId="410"/>
            <ac:spMk id="9" creationId="{214797AA-1E06-40F3-9082-FA8674EAD136}"/>
          </ac:spMkLst>
        </pc:spChg>
        <pc:spChg chg="add mod">
          <ac:chgData name="Alessandro Ortis" userId="dcdc90ed-3509-45f7-ac48-ad038638580b" providerId="ADAL" clId="{AFF04C3F-FB8D-48FB-8B16-BF32087FED57}" dt="2021-03-16T18:08:29.188" v="3281" actId="113"/>
          <ac:spMkLst>
            <pc:docMk/>
            <pc:sldMk cId="1715010115" sldId="410"/>
            <ac:spMk id="10" creationId="{4218E95E-BD15-4B3A-A47A-D4E7A27D71F1}"/>
          </ac:spMkLst>
        </pc:spChg>
        <pc:spChg chg="add mod">
          <ac:chgData name="Alessandro Ortis" userId="dcdc90ed-3509-45f7-ac48-ad038638580b" providerId="ADAL" clId="{AFF04C3F-FB8D-48FB-8B16-BF32087FED57}" dt="2021-03-16T18:08:26.120" v="3280" actId="1076"/>
          <ac:spMkLst>
            <pc:docMk/>
            <pc:sldMk cId="1715010115" sldId="410"/>
            <ac:spMk id="11" creationId="{7CA751F5-2772-4E6B-B97E-87C757908922}"/>
          </ac:spMkLst>
        </pc:spChg>
        <pc:cxnChg chg="del">
          <ac:chgData name="Alessandro Ortis" userId="dcdc90ed-3509-45f7-ac48-ad038638580b" providerId="ADAL" clId="{AFF04C3F-FB8D-48FB-8B16-BF32087FED57}" dt="2021-03-15T18:52:19.770" v="2474" actId="478"/>
          <ac:cxnSpMkLst>
            <pc:docMk/>
            <pc:sldMk cId="1715010115" sldId="410"/>
            <ac:cxnSpMk id="6" creationId="{592DD083-830D-43BC-BD7F-19AF3393F742}"/>
          </ac:cxnSpMkLst>
        </pc:cxnChg>
      </pc:sldChg>
      <pc:sldChg chg="delSp modSp add mod">
        <pc:chgData name="Alessandro Ortis" userId="dcdc90ed-3509-45f7-ac48-ad038638580b" providerId="ADAL" clId="{AFF04C3F-FB8D-48FB-8B16-BF32087FED57}" dt="2021-03-16T18:10:48.920" v="3792" actId="27636"/>
        <pc:sldMkLst>
          <pc:docMk/>
          <pc:sldMk cId="644021039" sldId="411"/>
        </pc:sldMkLst>
        <pc:spChg chg="mod">
          <ac:chgData name="Alessandro Ortis" userId="dcdc90ed-3509-45f7-ac48-ad038638580b" providerId="ADAL" clId="{AFF04C3F-FB8D-48FB-8B16-BF32087FED57}" dt="2021-03-16T18:10:48.920" v="3792" actId="27636"/>
          <ac:spMkLst>
            <pc:docMk/>
            <pc:sldMk cId="644021039" sldId="411"/>
            <ac:spMk id="9" creationId="{214797AA-1E06-40F3-9082-FA8674EAD136}"/>
          </ac:spMkLst>
        </pc:spChg>
        <pc:spChg chg="del">
          <ac:chgData name="Alessandro Ortis" userId="dcdc90ed-3509-45f7-ac48-ad038638580b" providerId="ADAL" clId="{AFF04C3F-FB8D-48FB-8B16-BF32087FED57}" dt="2021-03-16T18:10:13.059" v="3586" actId="478"/>
          <ac:spMkLst>
            <pc:docMk/>
            <pc:sldMk cId="644021039" sldId="411"/>
            <ac:spMk id="10" creationId="{4218E95E-BD15-4B3A-A47A-D4E7A27D71F1}"/>
          </ac:spMkLst>
        </pc:spChg>
        <pc:spChg chg="del">
          <ac:chgData name="Alessandro Ortis" userId="dcdc90ed-3509-45f7-ac48-ad038638580b" providerId="ADAL" clId="{AFF04C3F-FB8D-48FB-8B16-BF32087FED57}" dt="2021-03-16T18:10:13.059" v="3586" actId="478"/>
          <ac:spMkLst>
            <pc:docMk/>
            <pc:sldMk cId="644021039" sldId="411"/>
            <ac:spMk id="11" creationId="{7CA751F5-2772-4E6B-B97E-87C757908922}"/>
          </ac:spMkLst>
        </pc:spChg>
      </pc:sldChg>
      <pc:sldChg chg="addSp modSp add mod">
        <pc:chgData name="Alessandro Ortis" userId="dcdc90ed-3509-45f7-ac48-ad038638580b" providerId="ADAL" clId="{AFF04C3F-FB8D-48FB-8B16-BF32087FED57}" dt="2021-03-17T16:34:40.954" v="9101" actId="1076"/>
        <pc:sldMkLst>
          <pc:docMk/>
          <pc:sldMk cId="3670246005" sldId="412"/>
        </pc:sldMkLst>
        <pc:spChg chg="mod">
          <ac:chgData name="Alessandro Ortis" userId="dcdc90ed-3509-45f7-ac48-ad038638580b" providerId="ADAL" clId="{AFF04C3F-FB8D-48FB-8B16-BF32087FED57}" dt="2021-03-16T18:11:14.411" v="3814" actId="20577"/>
          <ac:spMkLst>
            <pc:docMk/>
            <pc:sldMk cId="3670246005" sldId="412"/>
            <ac:spMk id="7" creationId="{5991EEBF-DD52-410E-9C98-94BE471E4F4A}"/>
          </ac:spMkLst>
        </pc:spChg>
        <pc:spChg chg="mod">
          <ac:chgData name="Alessandro Ortis" userId="dcdc90ed-3509-45f7-ac48-ad038638580b" providerId="ADAL" clId="{AFF04C3F-FB8D-48FB-8B16-BF32087FED57}" dt="2021-03-17T16:34:38.498" v="9100" actId="20577"/>
          <ac:spMkLst>
            <pc:docMk/>
            <pc:sldMk cId="3670246005" sldId="412"/>
            <ac:spMk id="9" creationId="{214797AA-1E06-40F3-9082-FA8674EAD136}"/>
          </ac:spMkLst>
        </pc:spChg>
        <pc:picChg chg="add mod">
          <ac:chgData name="Alessandro Ortis" userId="dcdc90ed-3509-45f7-ac48-ad038638580b" providerId="ADAL" clId="{AFF04C3F-FB8D-48FB-8B16-BF32087FED57}" dt="2021-03-17T16:34:40.954" v="9101" actId="1076"/>
          <ac:picMkLst>
            <pc:docMk/>
            <pc:sldMk cId="3670246005" sldId="412"/>
            <ac:picMk id="4" creationId="{7B937681-E4FC-4ABB-BD34-00347968A6A7}"/>
          </ac:picMkLst>
        </pc:picChg>
      </pc:sldChg>
      <pc:sldChg chg="modSp add mod">
        <pc:chgData name="Alessandro Ortis" userId="dcdc90ed-3509-45f7-ac48-ad038638580b" providerId="ADAL" clId="{AFF04C3F-FB8D-48FB-8B16-BF32087FED57}" dt="2021-03-16T18:26:15.072" v="4847" actId="2710"/>
        <pc:sldMkLst>
          <pc:docMk/>
          <pc:sldMk cId="2458999474" sldId="413"/>
        </pc:sldMkLst>
        <pc:spChg chg="mod">
          <ac:chgData name="Alessandro Ortis" userId="dcdc90ed-3509-45f7-ac48-ad038638580b" providerId="ADAL" clId="{AFF04C3F-FB8D-48FB-8B16-BF32087FED57}" dt="2021-03-16T18:17:55.697" v="3860" actId="27636"/>
          <ac:spMkLst>
            <pc:docMk/>
            <pc:sldMk cId="2458999474" sldId="413"/>
            <ac:spMk id="7" creationId="{5991EEBF-DD52-410E-9C98-94BE471E4F4A}"/>
          </ac:spMkLst>
        </pc:spChg>
        <pc:spChg chg="mod">
          <ac:chgData name="Alessandro Ortis" userId="dcdc90ed-3509-45f7-ac48-ad038638580b" providerId="ADAL" clId="{AFF04C3F-FB8D-48FB-8B16-BF32087FED57}" dt="2021-03-16T18:26:15.072" v="4847" actId="2710"/>
          <ac:spMkLst>
            <pc:docMk/>
            <pc:sldMk cId="2458999474" sldId="413"/>
            <ac:spMk id="9" creationId="{214797AA-1E06-40F3-9082-FA8674EAD136}"/>
          </ac:spMkLst>
        </pc:spChg>
      </pc:sldChg>
      <pc:sldChg chg="modSp add mod">
        <pc:chgData name="Alessandro Ortis" userId="dcdc90ed-3509-45f7-ac48-ad038638580b" providerId="ADAL" clId="{AFF04C3F-FB8D-48FB-8B16-BF32087FED57}" dt="2021-03-16T18:30:13.074" v="5179" actId="27636"/>
        <pc:sldMkLst>
          <pc:docMk/>
          <pc:sldMk cId="1297251117" sldId="414"/>
        </pc:sldMkLst>
        <pc:spChg chg="mod">
          <ac:chgData name="Alessandro Ortis" userId="dcdc90ed-3509-45f7-ac48-ad038638580b" providerId="ADAL" clId="{AFF04C3F-FB8D-48FB-8B16-BF32087FED57}" dt="2021-03-16T18:30:13.074" v="5179" actId="27636"/>
          <ac:spMkLst>
            <pc:docMk/>
            <pc:sldMk cId="1297251117" sldId="414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0:56:36.819" v="6457" actId="14100"/>
        <pc:sldMkLst>
          <pc:docMk/>
          <pc:sldMk cId="3686207558" sldId="415"/>
        </pc:sldMkLst>
        <pc:spChg chg="add del mod">
          <ac:chgData name="Alessandro Ortis" userId="dcdc90ed-3509-45f7-ac48-ad038638580b" providerId="ADAL" clId="{AFF04C3F-FB8D-48FB-8B16-BF32087FED57}" dt="2021-03-17T10:40:15.710" v="5420" actId="478"/>
          <ac:spMkLst>
            <pc:docMk/>
            <pc:sldMk cId="3686207558" sldId="415"/>
            <ac:spMk id="4" creationId="{09499160-023B-4424-AA3B-A13C181E0EF0}"/>
          </ac:spMkLst>
        </pc:spChg>
        <pc:spChg chg="add del mod">
          <ac:chgData name="Alessandro Ortis" userId="dcdc90ed-3509-45f7-ac48-ad038638580b" providerId="ADAL" clId="{AFF04C3F-FB8D-48FB-8B16-BF32087FED57}" dt="2021-03-17T10:40:15.710" v="5420" actId="478"/>
          <ac:spMkLst>
            <pc:docMk/>
            <pc:sldMk cId="3686207558" sldId="415"/>
            <ac:spMk id="5" creationId="{DEFC0459-B511-4F72-9361-B2850FAFCAAD}"/>
          </ac:spMkLst>
        </pc:spChg>
        <pc:spChg chg="add del mod">
          <ac:chgData name="Alessandro Ortis" userId="dcdc90ed-3509-45f7-ac48-ad038638580b" providerId="ADAL" clId="{AFF04C3F-FB8D-48FB-8B16-BF32087FED57}" dt="2021-03-17T10:47:38.515" v="6337" actId="478"/>
          <ac:spMkLst>
            <pc:docMk/>
            <pc:sldMk cId="3686207558" sldId="415"/>
            <ac:spMk id="6" creationId="{AF3B074D-D552-4ADD-97DA-4445264F47D9}"/>
          </ac:spMkLst>
        </pc:spChg>
        <pc:spChg chg="mod">
          <ac:chgData name="Alessandro Ortis" userId="dcdc90ed-3509-45f7-ac48-ad038638580b" providerId="ADAL" clId="{AFF04C3F-FB8D-48FB-8B16-BF32087FED57}" dt="2021-03-17T10:40:58.635" v="5465" actId="20577"/>
          <ac:spMkLst>
            <pc:docMk/>
            <pc:sldMk cId="3686207558" sldId="415"/>
            <ac:spMk id="7" creationId="{5991EEBF-DD52-410E-9C98-94BE471E4F4A}"/>
          </ac:spMkLst>
        </pc:spChg>
        <pc:spChg chg="add del mod">
          <ac:chgData name="Alessandro Ortis" userId="dcdc90ed-3509-45f7-ac48-ad038638580b" providerId="ADAL" clId="{AFF04C3F-FB8D-48FB-8B16-BF32087FED57}" dt="2021-03-17T10:47:40.307" v="6338" actId="478"/>
          <ac:spMkLst>
            <pc:docMk/>
            <pc:sldMk cId="3686207558" sldId="415"/>
            <ac:spMk id="8" creationId="{B3C15787-7296-4AB3-AE89-1E5CE689B7F2}"/>
          </ac:spMkLst>
        </pc:spChg>
        <pc:spChg chg="mod">
          <ac:chgData name="Alessandro Ortis" userId="dcdc90ed-3509-45f7-ac48-ad038638580b" providerId="ADAL" clId="{AFF04C3F-FB8D-48FB-8B16-BF32087FED57}" dt="2021-03-17T10:56:36.819" v="6457" actId="14100"/>
          <ac:spMkLst>
            <pc:docMk/>
            <pc:sldMk cId="3686207558" sldId="415"/>
            <ac:spMk id="9" creationId="{214797AA-1E06-40F3-9082-FA8674EAD136}"/>
          </ac:spMkLst>
        </pc:spChg>
        <pc:spChg chg="add mod">
          <ac:chgData name="Alessandro Ortis" userId="dcdc90ed-3509-45f7-ac48-ad038638580b" providerId="ADAL" clId="{AFF04C3F-FB8D-48FB-8B16-BF32087FED57}" dt="2021-03-17T10:54:45.263" v="6446" actId="1076"/>
          <ac:spMkLst>
            <pc:docMk/>
            <pc:sldMk cId="3686207558" sldId="415"/>
            <ac:spMk id="10" creationId="{CAE76C9D-058E-4ACA-A35A-35BFDC17A614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1:02:45.957" v="6782" actId="123"/>
        <pc:sldMkLst>
          <pc:docMk/>
          <pc:sldMk cId="479589270" sldId="416"/>
        </pc:sldMkLst>
        <pc:spChg chg="del">
          <ac:chgData name="Alessandro Ortis" userId="dcdc90ed-3509-45f7-ac48-ad038638580b" providerId="ADAL" clId="{AFF04C3F-FB8D-48FB-8B16-BF32087FED57}" dt="2021-03-17T10:27:19.274" v="5378" actId="478"/>
          <ac:spMkLst>
            <pc:docMk/>
            <pc:sldMk cId="479589270" sldId="416"/>
            <ac:spMk id="4" creationId="{09499160-023B-4424-AA3B-A13C181E0EF0}"/>
          </ac:spMkLst>
        </pc:spChg>
        <pc:spChg chg="del">
          <ac:chgData name="Alessandro Ortis" userId="dcdc90ed-3509-45f7-ac48-ad038638580b" providerId="ADAL" clId="{AFF04C3F-FB8D-48FB-8B16-BF32087FED57}" dt="2021-03-17T10:27:19.274" v="5378" actId="478"/>
          <ac:spMkLst>
            <pc:docMk/>
            <pc:sldMk cId="479589270" sldId="416"/>
            <ac:spMk id="5" creationId="{DEFC0459-B511-4F72-9361-B2850FAFCAAD}"/>
          </ac:spMkLst>
        </pc:spChg>
        <pc:spChg chg="mod">
          <ac:chgData name="Alessandro Ortis" userId="dcdc90ed-3509-45f7-ac48-ad038638580b" providerId="ADAL" clId="{AFF04C3F-FB8D-48FB-8B16-BF32087FED57}" dt="2021-03-17T11:02:45.957" v="6782" actId="123"/>
          <ac:spMkLst>
            <pc:docMk/>
            <pc:sldMk cId="479589270" sldId="416"/>
            <ac:spMk id="9" creationId="{214797AA-1E06-40F3-9082-FA8674EAD136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1:01:01.089" v="6769" actId="20577"/>
        <pc:sldMkLst>
          <pc:docMk/>
          <pc:sldMk cId="2402355522" sldId="417"/>
        </pc:sldMkLst>
        <pc:spChg chg="del">
          <ac:chgData name="Alessandro Ortis" userId="dcdc90ed-3509-45f7-ac48-ad038638580b" providerId="ADAL" clId="{AFF04C3F-FB8D-48FB-8B16-BF32087FED57}" dt="2021-03-17T11:00:22.706" v="6741" actId="478"/>
          <ac:spMkLst>
            <pc:docMk/>
            <pc:sldMk cId="2402355522" sldId="417"/>
            <ac:spMk id="6" creationId="{AF3B074D-D552-4ADD-97DA-4445264F47D9}"/>
          </ac:spMkLst>
        </pc:spChg>
        <pc:spChg chg="del">
          <ac:chgData name="Alessandro Ortis" userId="dcdc90ed-3509-45f7-ac48-ad038638580b" providerId="ADAL" clId="{AFF04C3F-FB8D-48FB-8B16-BF32087FED57}" dt="2021-03-17T11:00:22.706" v="6741" actId="478"/>
          <ac:spMkLst>
            <pc:docMk/>
            <pc:sldMk cId="2402355522" sldId="417"/>
            <ac:spMk id="8" creationId="{B3C15787-7296-4AB3-AE89-1E5CE689B7F2}"/>
          </ac:spMkLst>
        </pc:spChg>
        <pc:spChg chg="mod">
          <ac:chgData name="Alessandro Ortis" userId="dcdc90ed-3509-45f7-ac48-ad038638580b" providerId="ADAL" clId="{AFF04C3F-FB8D-48FB-8B16-BF32087FED57}" dt="2021-03-17T11:01:01.089" v="6769" actId="20577"/>
          <ac:spMkLst>
            <pc:docMk/>
            <pc:sldMk cId="2402355522" sldId="417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0:59:56.400" v="6740" actId="113"/>
        <pc:sldMkLst>
          <pc:docMk/>
          <pc:sldMk cId="1092163208" sldId="418"/>
        </pc:sldMkLst>
        <pc:spChg chg="add del mod">
          <ac:chgData name="Alessandro Ortis" userId="dcdc90ed-3509-45f7-ac48-ad038638580b" providerId="ADAL" clId="{AFF04C3F-FB8D-48FB-8B16-BF32087FED57}" dt="2021-03-17T10:56:23.262" v="6448" actId="478"/>
          <ac:spMkLst>
            <pc:docMk/>
            <pc:sldMk cId="1092163208" sldId="418"/>
            <ac:spMk id="3" creationId="{C9E37AA6-9118-4F74-902A-B232000594E6}"/>
          </ac:spMkLst>
        </pc:spChg>
        <pc:spChg chg="mod">
          <ac:chgData name="Alessandro Ortis" userId="dcdc90ed-3509-45f7-ac48-ad038638580b" providerId="ADAL" clId="{AFF04C3F-FB8D-48FB-8B16-BF32087FED57}" dt="2021-03-17T10:59:43.844" v="6734" actId="1076"/>
          <ac:spMkLst>
            <pc:docMk/>
            <pc:sldMk cId="1092163208" sldId="418"/>
            <ac:spMk id="6" creationId="{AF3B074D-D552-4ADD-97DA-4445264F47D9}"/>
          </ac:spMkLst>
        </pc:spChg>
        <pc:spChg chg="mod">
          <ac:chgData name="Alessandro Ortis" userId="dcdc90ed-3509-45f7-ac48-ad038638580b" providerId="ADAL" clId="{AFF04C3F-FB8D-48FB-8B16-BF32087FED57}" dt="2021-03-17T10:59:56.400" v="6740" actId="113"/>
          <ac:spMkLst>
            <pc:docMk/>
            <pc:sldMk cId="1092163208" sldId="418"/>
            <ac:spMk id="8" creationId="{B3C15787-7296-4AB3-AE89-1E5CE689B7F2}"/>
          </ac:spMkLst>
        </pc:spChg>
        <pc:spChg chg="del">
          <ac:chgData name="Alessandro Ortis" userId="dcdc90ed-3509-45f7-ac48-ad038638580b" providerId="ADAL" clId="{AFF04C3F-FB8D-48FB-8B16-BF32087FED57}" dt="2021-03-17T10:56:21.162" v="6447" actId="478"/>
          <ac:spMkLst>
            <pc:docMk/>
            <pc:sldMk cId="1092163208" sldId="418"/>
            <ac:spMk id="9" creationId="{214797AA-1E06-40F3-9082-FA8674EAD136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04:55.311" v="7611" actId="208"/>
        <pc:sldMkLst>
          <pc:docMk/>
          <pc:sldMk cId="403641477" sldId="419"/>
        </pc:sldMkLst>
        <pc:spChg chg="add mod">
          <ac:chgData name="Alessandro Ortis" userId="dcdc90ed-3509-45f7-ac48-ad038638580b" providerId="ADAL" clId="{AFF04C3F-FB8D-48FB-8B16-BF32087FED57}" dt="2021-03-17T16:04:55.311" v="7611" actId="208"/>
          <ac:spMkLst>
            <pc:docMk/>
            <pc:sldMk cId="403641477" sldId="419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5:22:51.257" v="6856" actId="20577"/>
          <ac:spMkLst>
            <pc:docMk/>
            <pc:sldMk cId="403641477" sldId="419"/>
            <ac:spMk id="215043" creationId="{507771F2-20D6-4736-86E3-005CFE35C2BD}"/>
          </ac:spMkLst>
        </pc:spChg>
        <pc:spChg chg="del mod">
          <ac:chgData name="Alessandro Ortis" userId="dcdc90ed-3509-45f7-ac48-ad038638580b" providerId="ADAL" clId="{AFF04C3F-FB8D-48FB-8B16-BF32087FED57}" dt="2021-03-17T15:23:00.879" v="6858" actId="478"/>
          <ac:spMkLst>
            <pc:docMk/>
            <pc:sldMk cId="403641477" sldId="419"/>
            <ac:spMk id="215045" creationId="{BF84A1C8-7864-4106-9E68-90F707458EAE}"/>
          </ac:spMkLst>
        </pc:spChg>
      </pc:sldChg>
      <pc:sldChg chg="modSp add mod">
        <pc:chgData name="Alessandro Ortis" userId="dcdc90ed-3509-45f7-ac48-ad038638580b" providerId="ADAL" clId="{AFF04C3F-FB8D-48FB-8B16-BF32087FED57}" dt="2021-03-17T15:53:24.852" v="7084" actId="6549"/>
        <pc:sldMkLst>
          <pc:docMk/>
          <pc:sldMk cId="798376485" sldId="420"/>
        </pc:sldMkLst>
        <pc:spChg chg="mod">
          <ac:chgData name="Alessandro Ortis" userId="dcdc90ed-3509-45f7-ac48-ad038638580b" providerId="ADAL" clId="{AFF04C3F-FB8D-48FB-8B16-BF32087FED57}" dt="2021-03-17T15:53:24.852" v="7084" actId="6549"/>
          <ac:spMkLst>
            <pc:docMk/>
            <pc:sldMk cId="798376485" sldId="420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5:52:42.041" v="7058" actId="1076"/>
          <ac:spMkLst>
            <pc:docMk/>
            <pc:sldMk cId="798376485" sldId="420"/>
            <ac:spMk id="8" creationId="{819271F6-BDEE-4BCF-8814-0180540D807C}"/>
          </ac:spMkLst>
        </pc:spChg>
        <pc:spChg chg="mod">
          <ac:chgData name="Alessandro Ortis" userId="dcdc90ed-3509-45f7-ac48-ad038638580b" providerId="ADAL" clId="{AFF04C3F-FB8D-48FB-8B16-BF32087FED57}" dt="2021-03-17T15:53:01.820" v="7079" actId="404"/>
          <ac:spMkLst>
            <pc:docMk/>
            <pc:sldMk cId="798376485" sldId="420"/>
            <ac:spMk id="215043" creationId="{507771F2-20D6-4736-86E3-005CFE35C2BD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6:07:54.166" v="7743" actId="6549"/>
        <pc:sldMkLst>
          <pc:docMk/>
          <pc:sldMk cId="1957110679" sldId="421"/>
        </pc:sldMkLst>
        <pc:spChg chg="del">
          <ac:chgData name="Alessandro Ortis" userId="dcdc90ed-3509-45f7-ac48-ad038638580b" providerId="ADAL" clId="{AFF04C3F-FB8D-48FB-8B16-BF32087FED57}" dt="2021-03-17T15:58:57.774" v="7088" actId="478"/>
          <ac:spMkLst>
            <pc:docMk/>
            <pc:sldMk cId="1957110679" sldId="421"/>
            <ac:spMk id="5" creationId="{E07FBE01-8A3C-45B1-9CC6-6B762CB34C43}"/>
          </ac:spMkLst>
        </pc:spChg>
        <pc:spChg chg="mod">
          <ac:chgData name="Alessandro Ortis" userId="dcdc90ed-3509-45f7-ac48-ad038638580b" providerId="ADAL" clId="{AFF04C3F-FB8D-48FB-8B16-BF32087FED57}" dt="2021-03-17T16:07:54.166" v="7743" actId="6549"/>
          <ac:spMkLst>
            <pc:docMk/>
            <pc:sldMk cId="1957110679" sldId="421"/>
            <ac:spMk id="215043" creationId="{507771F2-20D6-4736-86E3-005CFE35C2BD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18:06.424" v="8126"/>
        <pc:sldMkLst>
          <pc:docMk/>
          <pc:sldMk cId="3625126898" sldId="422"/>
        </pc:sldMkLst>
        <pc:spChg chg="add mod">
          <ac:chgData name="Alessandro Ortis" userId="dcdc90ed-3509-45f7-ac48-ad038638580b" providerId="ADAL" clId="{AFF04C3F-FB8D-48FB-8B16-BF32087FED57}" dt="2021-03-17T16:12:01.145" v="7988" actId="20577"/>
          <ac:spMkLst>
            <pc:docMk/>
            <pc:sldMk cId="3625126898" sldId="422"/>
            <ac:spMk id="4" creationId="{4B9BE565-A0FE-40FC-8CFE-7A9942C03498}"/>
          </ac:spMkLst>
        </pc:spChg>
        <pc:spChg chg="add mod">
          <ac:chgData name="Alessandro Ortis" userId="dcdc90ed-3509-45f7-ac48-ad038638580b" providerId="ADAL" clId="{AFF04C3F-FB8D-48FB-8B16-BF32087FED57}" dt="2021-03-17T16:13:36.156" v="8124" actId="1076"/>
          <ac:spMkLst>
            <pc:docMk/>
            <pc:sldMk cId="3625126898" sldId="422"/>
            <ac:spMk id="5" creationId="{65984521-567E-48C9-AE21-881D801AF35B}"/>
          </ac:spMkLst>
        </pc:spChg>
        <pc:spChg chg="add del mod">
          <ac:chgData name="Alessandro Ortis" userId="dcdc90ed-3509-45f7-ac48-ad038638580b" providerId="ADAL" clId="{AFF04C3F-FB8D-48FB-8B16-BF32087FED57}" dt="2021-03-17T16:18:06.424" v="8126"/>
          <ac:spMkLst>
            <pc:docMk/>
            <pc:sldMk cId="3625126898" sldId="422"/>
            <ac:spMk id="6" creationId="{65A63C6E-6310-4FBA-A3A7-5B2FB19A5A63}"/>
          </ac:spMkLst>
        </pc:spChg>
        <pc:spChg chg="del">
          <ac:chgData name="Alessandro Ortis" userId="dcdc90ed-3509-45f7-ac48-ad038638580b" providerId="ADAL" clId="{AFF04C3F-FB8D-48FB-8B16-BF32087FED57}" dt="2021-03-17T16:05:45.116" v="7616" actId="478"/>
          <ac:spMkLst>
            <pc:docMk/>
            <pc:sldMk cId="3625126898" sldId="422"/>
            <ac:spMk id="215043" creationId="{507771F2-20D6-4736-86E3-005CFE35C2BD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6:47:26.309" v="9182" actId="20577"/>
        <pc:sldMkLst>
          <pc:docMk/>
          <pc:sldMk cId="1256816092" sldId="423"/>
        </pc:sldMkLst>
        <pc:spChg chg="mod">
          <ac:chgData name="Alessandro Ortis" userId="dcdc90ed-3509-45f7-ac48-ad038638580b" providerId="ADAL" clId="{AFF04C3F-FB8D-48FB-8B16-BF32087FED57}" dt="2021-03-17T16:26:33.526" v="9066" actId="403"/>
          <ac:spMkLst>
            <pc:docMk/>
            <pc:sldMk cId="1256816092" sldId="423"/>
            <ac:spMk id="4" creationId="{4B9BE565-A0FE-40FC-8CFE-7A9942C03498}"/>
          </ac:spMkLst>
        </pc:spChg>
        <pc:spChg chg="del">
          <ac:chgData name="Alessandro Ortis" userId="dcdc90ed-3509-45f7-ac48-ad038638580b" providerId="ADAL" clId="{AFF04C3F-FB8D-48FB-8B16-BF32087FED57}" dt="2021-03-17T16:18:17.774" v="8145" actId="478"/>
          <ac:spMkLst>
            <pc:docMk/>
            <pc:sldMk cId="1256816092" sldId="423"/>
            <ac:spMk id="5" creationId="{65984521-567E-48C9-AE21-881D801AF35B}"/>
          </ac:spMkLst>
        </pc:spChg>
        <pc:spChg chg="add mod">
          <ac:chgData name="Alessandro Ortis" userId="dcdc90ed-3509-45f7-ac48-ad038638580b" providerId="ADAL" clId="{AFF04C3F-FB8D-48FB-8B16-BF32087FED57}" dt="2021-03-17T16:20:39.654" v="8310" actId="20577"/>
          <ac:spMkLst>
            <pc:docMk/>
            <pc:sldMk cId="1256816092" sldId="423"/>
            <ac:spMk id="6" creationId="{33A00F08-9322-4BFA-A5C1-11E4584D74AE}"/>
          </ac:spMkLst>
        </pc:spChg>
        <pc:spChg chg="add mod">
          <ac:chgData name="Alessandro Ortis" userId="dcdc90ed-3509-45f7-ac48-ad038638580b" providerId="ADAL" clId="{AFF04C3F-FB8D-48FB-8B16-BF32087FED57}" dt="2021-03-17T16:47:26.309" v="9182" actId="20577"/>
          <ac:spMkLst>
            <pc:docMk/>
            <pc:sldMk cId="1256816092" sldId="423"/>
            <ac:spMk id="7" creationId="{786B2507-8368-4AFA-A30B-5414BB64BD0E}"/>
          </ac:spMkLst>
        </pc:spChg>
        <pc:spChg chg="mod">
          <ac:chgData name="Alessandro Ortis" userId="dcdc90ed-3509-45f7-ac48-ad038638580b" providerId="ADAL" clId="{AFF04C3F-FB8D-48FB-8B16-BF32087FED57}" dt="2021-03-17T16:18:14.116" v="8144" actId="20577"/>
          <ac:spMkLst>
            <pc:docMk/>
            <pc:sldMk cId="1256816092" sldId="423"/>
            <ac:spMk id="8" creationId="{819271F6-BDEE-4BCF-8814-0180540D807C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6:43:13.100" v="9151" actId="5793"/>
        <pc:sldMkLst>
          <pc:docMk/>
          <pc:sldMk cId="166479949" sldId="424"/>
        </pc:sldMkLst>
        <pc:spChg chg="mod">
          <ac:chgData name="Alessandro Ortis" userId="dcdc90ed-3509-45f7-ac48-ad038638580b" providerId="ADAL" clId="{AFF04C3F-FB8D-48FB-8B16-BF32087FED57}" dt="2021-03-17T16:43:13.100" v="9151" actId="5793"/>
          <ac:spMkLst>
            <pc:docMk/>
            <pc:sldMk cId="166479949" sldId="424"/>
            <ac:spMk id="6" creationId="{33A00F08-9322-4BFA-A5C1-11E4584D74AE}"/>
          </ac:spMkLst>
        </pc:spChg>
        <pc:spChg chg="del">
          <ac:chgData name="Alessandro Ortis" userId="dcdc90ed-3509-45f7-ac48-ad038638580b" providerId="ADAL" clId="{AFF04C3F-FB8D-48FB-8B16-BF32087FED57}" dt="2021-03-17T16:32:51.055" v="9092" actId="478"/>
          <ac:spMkLst>
            <pc:docMk/>
            <pc:sldMk cId="166479949" sldId="424"/>
            <ac:spMk id="7" creationId="{786B2507-8368-4AFA-A30B-5414BB64BD0E}"/>
          </ac:spMkLst>
        </pc:spChg>
        <pc:spChg chg="mod">
          <ac:chgData name="Alessandro Ortis" userId="dcdc90ed-3509-45f7-ac48-ad038638580b" providerId="ADAL" clId="{AFF04C3F-FB8D-48FB-8B16-BF32087FED57}" dt="2021-03-17T16:32:47.276" v="9091" actId="20577"/>
          <ac:spMkLst>
            <pc:docMk/>
            <pc:sldMk cId="166479949" sldId="424"/>
            <ac:spMk id="8" creationId="{819271F6-BDEE-4BCF-8814-0180540D807C}"/>
          </ac:spMkLst>
        </pc:spChg>
      </pc:sldChg>
      <pc:sldChg chg="addSp delSp modSp add mod">
        <pc:chgData name="Alessandro Ortis" userId="dcdc90ed-3509-45f7-ac48-ad038638580b" providerId="ADAL" clId="{AFF04C3F-FB8D-48FB-8B16-BF32087FED57}" dt="2021-03-17T17:16:44.474" v="9325" actId="14100"/>
        <pc:sldMkLst>
          <pc:docMk/>
          <pc:sldMk cId="82593182" sldId="425"/>
        </pc:sldMkLst>
        <pc:spChg chg="del">
          <ac:chgData name="Alessandro Ortis" userId="dcdc90ed-3509-45f7-ac48-ad038638580b" providerId="ADAL" clId="{AFF04C3F-FB8D-48FB-8B16-BF32087FED57}" dt="2021-03-17T16:52:25.774" v="9250" actId="478"/>
          <ac:spMkLst>
            <pc:docMk/>
            <pc:sldMk cId="82593182" sldId="425"/>
            <ac:spMk id="4" creationId="{AC3205E2-5335-427B-9E98-F550BD46805E}"/>
          </ac:spMkLst>
        </pc:spChg>
        <pc:spChg chg="add del">
          <ac:chgData name="Alessandro Ortis" userId="dcdc90ed-3509-45f7-ac48-ad038638580b" providerId="ADAL" clId="{AFF04C3F-FB8D-48FB-8B16-BF32087FED57}" dt="2021-03-17T17:14:17.300" v="9253" actId="22"/>
          <ac:spMkLst>
            <pc:docMk/>
            <pc:sldMk cId="82593182" sldId="425"/>
            <ac:spMk id="14" creationId="{780DEFBC-9A6D-4320-9CC7-E02BDA7C47EC}"/>
          </ac:spMkLst>
        </pc:spChg>
        <pc:spChg chg="add mod">
          <ac:chgData name="Alessandro Ortis" userId="dcdc90ed-3509-45f7-ac48-ad038638580b" providerId="ADAL" clId="{AFF04C3F-FB8D-48FB-8B16-BF32087FED57}" dt="2021-03-17T17:16:44.474" v="9325" actId="14100"/>
          <ac:spMkLst>
            <pc:docMk/>
            <pc:sldMk cId="82593182" sldId="425"/>
            <ac:spMk id="15" creationId="{3FEC886E-31DA-4E9A-B67E-305BE3FE9869}"/>
          </ac:spMkLst>
        </pc:spChg>
      </pc:sldChg>
      <pc:sldChg chg="delSp modSp add mod">
        <pc:chgData name="Alessandro Ortis" userId="dcdc90ed-3509-45f7-ac48-ad038638580b" providerId="ADAL" clId="{AFF04C3F-FB8D-48FB-8B16-BF32087FED57}" dt="2021-03-17T17:19:26.413" v="9371" actId="20577"/>
        <pc:sldMkLst>
          <pc:docMk/>
          <pc:sldMk cId="1778699822" sldId="426"/>
        </pc:sldMkLst>
        <pc:spChg chg="mod">
          <ac:chgData name="Alessandro Ortis" userId="dcdc90ed-3509-45f7-ac48-ad038638580b" providerId="ADAL" clId="{AFF04C3F-FB8D-48FB-8B16-BF32087FED57}" dt="2021-03-17T17:18:45.742" v="9340" actId="20577"/>
          <ac:spMkLst>
            <pc:docMk/>
            <pc:sldMk cId="1778699822" sldId="426"/>
            <ac:spMk id="2" creationId="{4097D233-2A89-41E8-908E-E04715CB0C14}"/>
          </ac:spMkLst>
        </pc:spChg>
        <pc:spChg chg="mod">
          <ac:chgData name="Alessandro Ortis" userId="dcdc90ed-3509-45f7-ac48-ad038638580b" providerId="ADAL" clId="{AFF04C3F-FB8D-48FB-8B16-BF32087FED57}" dt="2021-03-17T17:19:26.413" v="9371" actId="20577"/>
          <ac:spMkLst>
            <pc:docMk/>
            <pc:sldMk cId="1778699822" sldId="426"/>
            <ac:spMk id="15" creationId="{3FEC886E-31DA-4E9A-B67E-305BE3FE9869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1" creationId="{3FFDD104-3F19-4832-9295-CD1B24274001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2" creationId="{A565445D-176F-4B1A-A4F5-1A78ADAE5563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3" creationId="{EEEAD6B3-8619-44FE-BAF7-6AB17D367D31}"/>
          </ac:spMkLst>
        </pc:spChg>
        <pc:spChg chg="del">
          <ac:chgData name="Alessandro Ortis" userId="dcdc90ed-3509-45f7-ac48-ad038638580b" providerId="ADAL" clId="{AFF04C3F-FB8D-48FB-8B16-BF32087FED57}" dt="2021-03-17T17:18:52.102" v="9341" actId="478"/>
          <ac:spMkLst>
            <pc:docMk/>
            <pc:sldMk cId="1778699822" sldId="426"/>
            <ac:spMk id="27654" creationId="{BE9C110C-15BC-4F29-AAD0-0F51B6695293}"/>
          </ac:spMkLst>
        </pc:sp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2" creationId="{A95D7FAB-184F-4716-ABD4-B2BE87D9F9A6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3" creationId="{2F3FA0FB-C8CA-4A0C-8BE5-1938EFF28A31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19" creationId="{65B38070-C284-4B45-8649-6120C31686B4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21" creationId="{39CF96D6-8CE3-4405-87B7-CA1AF66C71BD}"/>
          </ac:cxnSpMkLst>
        </pc:cxnChg>
        <pc:cxnChg chg="del">
          <ac:chgData name="Alessandro Ortis" userId="dcdc90ed-3509-45f7-ac48-ad038638580b" providerId="ADAL" clId="{AFF04C3F-FB8D-48FB-8B16-BF32087FED57}" dt="2021-03-17T17:18:52.102" v="9341" actId="478"/>
          <ac:cxnSpMkLst>
            <pc:docMk/>
            <pc:sldMk cId="1778699822" sldId="426"/>
            <ac:cxnSpMk id="24" creationId="{F5F982D4-1DD7-43BC-94CE-ADBB97FFC7FC}"/>
          </ac:cxnSpMkLst>
        </pc:cxnChg>
      </pc:sldChg>
    </pc:docChg>
  </pc:docChgLst>
  <pc:docChgLst>
    <pc:chgData name="Alessandro Ortis" userId="dcdc90ed-3509-45f7-ac48-ad038638580b" providerId="ADAL" clId="{B85AFB0D-ED9F-49AF-925C-EAB4CABA3A79}"/>
    <pc:docChg chg="undo custSel addSld delSld modSld">
      <pc:chgData name="Alessandro Ortis" userId="dcdc90ed-3509-45f7-ac48-ad038638580b" providerId="ADAL" clId="{B85AFB0D-ED9F-49AF-925C-EAB4CABA3A79}" dt="2021-03-09T10:31:12.795" v="2888" actId="27636"/>
      <pc:docMkLst>
        <pc:docMk/>
      </pc:docMkLst>
      <pc:sldChg chg="modSp mod">
        <pc:chgData name="Alessandro Ortis" userId="dcdc90ed-3509-45f7-ac48-ad038638580b" providerId="ADAL" clId="{B85AFB0D-ED9F-49AF-925C-EAB4CABA3A79}" dt="2021-03-09T10:20:04.046" v="2875" actId="20577"/>
        <pc:sldMkLst>
          <pc:docMk/>
          <pc:sldMk cId="0" sldId="314"/>
        </pc:sldMkLst>
        <pc:spChg chg="mod">
          <ac:chgData name="Alessandro Ortis" userId="dcdc90ed-3509-45f7-ac48-ad038638580b" providerId="ADAL" clId="{B85AFB0D-ED9F-49AF-925C-EAB4CABA3A79}" dt="2021-03-09T10:20:04.046" v="287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14:53.441" v="12" actId="47"/>
        <pc:sldMkLst>
          <pc:docMk/>
          <pc:sldMk cId="3660908743" sldId="319"/>
        </pc:sldMkLst>
      </pc:sldChg>
      <pc:sldChg chg="modSp mod">
        <pc:chgData name="Alessandro Ortis" userId="dcdc90ed-3509-45f7-ac48-ad038638580b" providerId="ADAL" clId="{B85AFB0D-ED9F-49AF-925C-EAB4CABA3A79}" dt="2021-03-09T09:20:35.370" v="18" actId="27636"/>
        <pc:sldMkLst>
          <pc:docMk/>
          <pc:sldMk cId="1318921938" sldId="321"/>
        </pc:sldMkLst>
        <pc:spChg chg="mod">
          <ac:chgData name="Alessandro Ortis" userId="dcdc90ed-3509-45f7-ac48-ad038638580b" providerId="ADAL" clId="{B85AFB0D-ED9F-49AF-925C-EAB4CABA3A79}" dt="2021-03-09T09:20:35.370" v="18" actId="27636"/>
          <ac:spMkLst>
            <pc:docMk/>
            <pc:sldMk cId="1318921938" sldId="321"/>
            <ac:spMk id="4" creationId="{A2A9A91D-AA8F-4392-B13F-7C26EE47657F}"/>
          </ac:spMkLst>
        </pc:spChg>
      </pc:sldChg>
      <pc:sldChg chg="del">
        <pc:chgData name="Alessandro Ortis" userId="dcdc90ed-3509-45f7-ac48-ad038638580b" providerId="ADAL" clId="{B85AFB0D-ED9F-49AF-925C-EAB4CABA3A79}" dt="2021-03-09T09:20:12.811" v="14" actId="47"/>
        <pc:sldMkLst>
          <pc:docMk/>
          <pc:sldMk cId="3178890833" sldId="322"/>
        </pc:sldMkLst>
      </pc:sldChg>
      <pc:sldChg chg="mod modShow">
        <pc:chgData name="Alessandro Ortis" userId="dcdc90ed-3509-45f7-ac48-ad038638580b" providerId="ADAL" clId="{B85AFB0D-ED9F-49AF-925C-EAB4CABA3A79}" dt="2021-03-09T09:14:58.011" v="13" actId="729"/>
        <pc:sldMkLst>
          <pc:docMk/>
          <pc:sldMk cId="3480440903" sldId="323"/>
        </pc:sldMkLst>
      </pc:sldChg>
      <pc:sldChg chg="modSp del mod">
        <pc:chgData name="Alessandro Ortis" userId="dcdc90ed-3509-45f7-ac48-ad038638580b" providerId="ADAL" clId="{B85AFB0D-ED9F-49AF-925C-EAB4CABA3A79}" dt="2021-03-09T10:20:30.053" v="2876" actId="47"/>
        <pc:sldMkLst>
          <pc:docMk/>
          <pc:sldMk cId="1297038212" sldId="324"/>
        </pc:sldMkLst>
        <pc:spChg chg="mod">
          <ac:chgData name="Alessandro Ortis" userId="dcdc90ed-3509-45f7-ac48-ad038638580b" providerId="ADAL" clId="{B85AFB0D-ED9F-49AF-925C-EAB4CABA3A79}" dt="2021-03-09T09:14:01.641" v="11" actId="20577"/>
          <ac:spMkLst>
            <pc:docMk/>
            <pc:sldMk cId="1297038212" sldId="32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1:33.789" v="35" actId="47"/>
        <pc:sldMkLst>
          <pc:docMk/>
          <pc:sldMk cId="3194572026" sldId="327"/>
        </pc:sldMkLst>
      </pc:sldChg>
      <pc:sldChg chg="del">
        <pc:chgData name="Alessandro Ortis" userId="dcdc90ed-3509-45f7-ac48-ad038638580b" providerId="ADAL" clId="{B85AFB0D-ED9F-49AF-925C-EAB4CABA3A79}" dt="2021-03-09T09:21:08.818" v="28" actId="47"/>
        <pc:sldMkLst>
          <pc:docMk/>
          <pc:sldMk cId="2880545713" sldId="328"/>
        </pc:sldMkLst>
      </pc:sldChg>
      <pc:sldChg chg="del">
        <pc:chgData name="Alessandro Ortis" userId="dcdc90ed-3509-45f7-ac48-ad038638580b" providerId="ADAL" clId="{B85AFB0D-ED9F-49AF-925C-EAB4CABA3A79}" dt="2021-03-09T09:21:00.143" v="21" actId="47"/>
        <pc:sldMkLst>
          <pc:docMk/>
          <pc:sldMk cId="128074181" sldId="329"/>
        </pc:sldMkLst>
      </pc:sldChg>
      <pc:sldChg chg="del">
        <pc:chgData name="Alessandro Ortis" userId="dcdc90ed-3509-45f7-ac48-ad038638580b" providerId="ADAL" clId="{B85AFB0D-ED9F-49AF-925C-EAB4CABA3A79}" dt="2021-03-09T09:21:00.887" v="22" actId="47"/>
        <pc:sldMkLst>
          <pc:docMk/>
          <pc:sldMk cId="2506017791" sldId="330"/>
        </pc:sldMkLst>
      </pc:sldChg>
      <pc:sldChg chg="del">
        <pc:chgData name="Alessandro Ortis" userId="dcdc90ed-3509-45f7-ac48-ad038638580b" providerId="ADAL" clId="{B85AFB0D-ED9F-49AF-925C-EAB4CABA3A79}" dt="2021-03-09T09:21:07.196" v="27" actId="47"/>
        <pc:sldMkLst>
          <pc:docMk/>
          <pc:sldMk cId="4150079284" sldId="331"/>
        </pc:sldMkLst>
      </pc:sldChg>
      <pc:sldChg chg="del">
        <pc:chgData name="Alessandro Ortis" userId="dcdc90ed-3509-45f7-ac48-ad038638580b" providerId="ADAL" clId="{B85AFB0D-ED9F-49AF-925C-EAB4CABA3A79}" dt="2021-03-09T09:21:06.233" v="26" actId="47"/>
        <pc:sldMkLst>
          <pc:docMk/>
          <pc:sldMk cId="3518952912" sldId="332"/>
        </pc:sldMkLst>
      </pc:sldChg>
      <pc:sldChg chg="del">
        <pc:chgData name="Alessandro Ortis" userId="dcdc90ed-3509-45f7-ac48-ad038638580b" providerId="ADAL" clId="{B85AFB0D-ED9F-49AF-925C-EAB4CABA3A79}" dt="2021-03-09T09:21:04.633" v="24" actId="47"/>
        <pc:sldMkLst>
          <pc:docMk/>
          <pc:sldMk cId="3222035176" sldId="333"/>
        </pc:sldMkLst>
      </pc:sldChg>
      <pc:sldChg chg="del">
        <pc:chgData name="Alessandro Ortis" userId="dcdc90ed-3509-45f7-ac48-ad038638580b" providerId="ADAL" clId="{B85AFB0D-ED9F-49AF-925C-EAB4CABA3A79}" dt="2021-03-09T09:21:05.112" v="25" actId="47"/>
        <pc:sldMkLst>
          <pc:docMk/>
          <pc:sldMk cId="4131874853" sldId="334"/>
        </pc:sldMkLst>
      </pc:sldChg>
      <pc:sldChg chg="del">
        <pc:chgData name="Alessandro Ortis" userId="dcdc90ed-3509-45f7-ac48-ad038638580b" providerId="ADAL" clId="{B85AFB0D-ED9F-49AF-925C-EAB4CABA3A79}" dt="2021-03-09T09:21:01.688" v="23" actId="47"/>
        <pc:sldMkLst>
          <pc:docMk/>
          <pc:sldMk cId="2456245524" sldId="335"/>
        </pc:sldMkLst>
      </pc:sldChg>
      <pc:sldChg chg="del">
        <pc:chgData name="Alessandro Ortis" userId="dcdc90ed-3509-45f7-ac48-ad038638580b" providerId="ADAL" clId="{B85AFB0D-ED9F-49AF-925C-EAB4CABA3A79}" dt="2021-03-09T09:21:09.943" v="30" actId="47"/>
        <pc:sldMkLst>
          <pc:docMk/>
          <pc:sldMk cId="3549187691" sldId="337"/>
        </pc:sldMkLst>
      </pc:sldChg>
      <pc:sldChg chg="del">
        <pc:chgData name="Alessandro Ortis" userId="dcdc90ed-3509-45f7-ac48-ad038638580b" providerId="ADAL" clId="{B85AFB0D-ED9F-49AF-925C-EAB4CABA3A79}" dt="2021-03-09T09:21:09.375" v="29" actId="47"/>
        <pc:sldMkLst>
          <pc:docMk/>
          <pc:sldMk cId="2865816139" sldId="338"/>
        </pc:sldMkLst>
      </pc:sldChg>
      <pc:sldChg chg="del">
        <pc:chgData name="Alessandro Ortis" userId="dcdc90ed-3509-45f7-ac48-ad038638580b" providerId="ADAL" clId="{B85AFB0D-ED9F-49AF-925C-EAB4CABA3A79}" dt="2021-03-09T09:21:10.978" v="32" actId="47"/>
        <pc:sldMkLst>
          <pc:docMk/>
          <pc:sldMk cId="100765716" sldId="339"/>
        </pc:sldMkLst>
      </pc:sldChg>
      <pc:sldChg chg="del">
        <pc:chgData name="Alessandro Ortis" userId="dcdc90ed-3509-45f7-ac48-ad038638580b" providerId="ADAL" clId="{B85AFB0D-ED9F-49AF-925C-EAB4CABA3A79}" dt="2021-03-09T09:21:11.580" v="33" actId="47"/>
        <pc:sldMkLst>
          <pc:docMk/>
          <pc:sldMk cId="2624389146" sldId="340"/>
        </pc:sldMkLst>
      </pc:sldChg>
      <pc:sldChg chg="del">
        <pc:chgData name="Alessandro Ortis" userId="dcdc90ed-3509-45f7-ac48-ad038638580b" providerId="ADAL" clId="{B85AFB0D-ED9F-49AF-925C-EAB4CABA3A79}" dt="2021-03-09T09:21:10.499" v="31" actId="47"/>
        <pc:sldMkLst>
          <pc:docMk/>
          <pc:sldMk cId="1260724695" sldId="341"/>
        </pc:sldMkLst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3324450322" sldId="343"/>
        </pc:sldMkLst>
      </pc:sldChg>
      <pc:sldChg chg="modSp mod">
        <pc:chgData name="Alessandro Ortis" userId="dcdc90ed-3509-45f7-ac48-ad038638580b" providerId="ADAL" clId="{B85AFB0D-ED9F-49AF-925C-EAB4CABA3A79}" dt="2021-03-09T09:36:41.672" v="1042" actId="27636"/>
        <pc:sldMkLst>
          <pc:docMk/>
          <pc:sldMk cId="1228465337" sldId="344"/>
        </pc:sldMkLst>
        <pc:spChg chg="mod">
          <ac:chgData name="Alessandro Ortis" userId="dcdc90ed-3509-45f7-ac48-ad038638580b" providerId="ADAL" clId="{B85AFB0D-ED9F-49AF-925C-EAB4CABA3A79}" dt="2021-03-09T09:36:41.672" v="1042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6:37.561" v="1040" actId="47"/>
        <pc:sldMkLst>
          <pc:docMk/>
          <pc:sldMk cId="286627910" sldId="345"/>
        </pc:sldMkLst>
      </pc:sldChg>
      <pc:sldChg chg="modSp mod">
        <pc:chgData name="Alessandro Ortis" userId="dcdc90ed-3509-45f7-ac48-ad038638580b" providerId="ADAL" clId="{B85AFB0D-ED9F-49AF-925C-EAB4CABA3A79}" dt="2021-03-09T09:39:02.081" v="1051" actId="27636"/>
        <pc:sldMkLst>
          <pc:docMk/>
          <pc:sldMk cId="147571893" sldId="347"/>
        </pc:sldMkLst>
        <pc:spChg chg="mod">
          <ac:chgData name="Alessandro Ortis" userId="dcdc90ed-3509-45f7-ac48-ad038638580b" providerId="ADAL" clId="{B85AFB0D-ED9F-49AF-925C-EAB4CABA3A79}" dt="2021-03-09T09:39:02.081" v="1051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09:42:50.394" v="1629" actId="1076"/>
        <pc:sldMkLst>
          <pc:docMk/>
          <pc:sldMk cId="4035406834" sldId="348"/>
        </pc:sldMkLst>
        <pc:spChg chg="mod">
          <ac:chgData name="Alessandro Ortis" userId="dcdc90ed-3509-45f7-ac48-ad038638580b" providerId="ADAL" clId="{B85AFB0D-ED9F-49AF-925C-EAB4CABA3A79}" dt="2021-03-09T09:42:50.394" v="1629" actId="1076"/>
          <ac:spMkLst>
            <pc:docMk/>
            <pc:sldMk cId="4035406834" sldId="34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25:24.322" v="2880" actId="27636"/>
        <pc:sldMkLst>
          <pc:docMk/>
          <pc:sldMk cId="428712167" sldId="349"/>
        </pc:sldMkLst>
        <pc:spChg chg="mod">
          <ac:chgData name="Alessandro Ortis" userId="dcdc90ed-3509-45f7-ac48-ad038638580b" providerId="ADAL" clId="{B85AFB0D-ED9F-49AF-925C-EAB4CABA3A79}" dt="2021-03-09T09:36:10.282" v="1037" actId="20577"/>
          <ac:spMkLst>
            <pc:docMk/>
            <pc:sldMk cId="428712167" sldId="349"/>
            <ac:spMk id="5" creationId="{69B91C07-8F38-4BED-877D-74981E23FD5C}"/>
          </ac:spMkLst>
        </pc:spChg>
        <pc:spChg chg="mod">
          <ac:chgData name="Alessandro Ortis" userId="dcdc90ed-3509-45f7-ac48-ad038638580b" providerId="ADAL" clId="{B85AFB0D-ED9F-49AF-925C-EAB4CABA3A79}" dt="2021-03-09T10:25:24.322" v="2880" actId="27636"/>
          <ac:spMkLst>
            <pc:docMk/>
            <pc:sldMk cId="428712167" sldId="349"/>
            <ac:spMk id="9" creationId="{EBF15329-13B2-433F-9A51-9D8E1FD166F8}"/>
          </ac:spMkLst>
        </pc:spChg>
        <pc:spChg chg="mod">
          <ac:chgData name="Alessandro Ortis" userId="dcdc90ed-3509-45f7-ac48-ad038638580b" providerId="ADAL" clId="{B85AFB0D-ED9F-49AF-925C-EAB4CABA3A79}" dt="2021-03-09T09:36:29.530" v="1039" actId="14100"/>
          <ac:spMkLst>
            <pc:docMk/>
            <pc:sldMk cId="428712167" sldId="349"/>
            <ac:spMk id="11" creationId="{C8B0E8BB-8C95-459E-95CC-78F29EBE2230}"/>
          </ac:spMkLst>
        </pc:spChg>
      </pc:sldChg>
      <pc:sldChg chg="del">
        <pc:chgData name="Alessandro Ortis" userId="dcdc90ed-3509-45f7-ac48-ad038638580b" providerId="ADAL" clId="{B85AFB0D-ED9F-49AF-925C-EAB4CABA3A79}" dt="2021-03-09T09:38:51.878" v="1048" actId="47"/>
        <pc:sldMkLst>
          <pc:docMk/>
          <pc:sldMk cId="1762273051" sldId="350"/>
        </pc:sldMkLst>
      </pc:sldChg>
      <pc:sldChg chg="modSp mod">
        <pc:chgData name="Alessandro Ortis" userId="dcdc90ed-3509-45f7-ac48-ad038638580b" providerId="ADAL" clId="{B85AFB0D-ED9F-49AF-925C-EAB4CABA3A79}" dt="2021-03-09T09:38:40.651" v="1045" actId="27636"/>
        <pc:sldMkLst>
          <pc:docMk/>
          <pc:sldMk cId="2466995645" sldId="351"/>
        </pc:sldMkLst>
        <pc:spChg chg="mod">
          <ac:chgData name="Alessandro Ortis" userId="dcdc90ed-3509-45f7-ac48-ad038638580b" providerId="ADAL" clId="{B85AFB0D-ED9F-49AF-925C-EAB4CABA3A79}" dt="2021-03-09T09:38:40.651" v="1045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38:47.101" v="1046" actId="47"/>
        <pc:sldMkLst>
          <pc:docMk/>
          <pc:sldMk cId="2940377582" sldId="352"/>
        </pc:sldMkLst>
      </pc:sldChg>
      <pc:sldChg chg="del">
        <pc:chgData name="Alessandro Ortis" userId="dcdc90ed-3509-45f7-ac48-ad038638580b" providerId="ADAL" clId="{B85AFB0D-ED9F-49AF-925C-EAB4CABA3A79}" dt="2021-03-09T09:38:48.713" v="1047" actId="47"/>
        <pc:sldMkLst>
          <pc:docMk/>
          <pc:sldMk cId="1494982719" sldId="353"/>
        </pc:sldMkLst>
      </pc:sldChg>
      <pc:sldChg chg="modSp mod">
        <pc:chgData name="Alessandro Ortis" userId="dcdc90ed-3509-45f7-ac48-ad038638580b" providerId="ADAL" clId="{B85AFB0D-ED9F-49AF-925C-EAB4CABA3A79}" dt="2021-03-09T09:49:06.486" v="2250" actId="27636"/>
        <pc:sldMkLst>
          <pc:docMk/>
          <pc:sldMk cId="4029956952" sldId="355"/>
        </pc:sldMkLst>
        <pc:spChg chg="mod">
          <ac:chgData name="Alessandro Ortis" userId="dcdc90ed-3509-45f7-ac48-ad038638580b" providerId="ADAL" clId="{B85AFB0D-ED9F-49AF-925C-EAB4CABA3A79}" dt="2021-03-09T09:49:06.486" v="2250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09:51:08.459" v="2302" actId="47"/>
        <pc:sldMkLst>
          <pc:docMk/>
          <pc:sldMk cId="1345235896" sldId="360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1212250842" sldId="361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2112227675" sldId="362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222435001" sldId="363"/>
        </pc:sldMkLst>
      </pc:sldChg>
      <pc:sldChg chg="del">
        <pc:chgData name="Alessandro Ortis" userId="dcdc90ed-3509-45f7-ac48-ad038638580b" providerId="ADAL" clId="{B85AFB0D-ED9F-49AF-925C-EAB4CABA3A79}" dt="2021-03-09T09:51:06.996" v="2301" actId="47"/>
        <pc:sldMkLst>
          <pc:docMk/>
          <pc:sldMk cId="1732936669" sldId="364"/>
        </pc:sldMkLst>
      </pc:sldChg>
      <pc:sldChg chg="del">
        <pc:chgData name="Alessandro Ortis" userId="dcdc90ed-3509-45f7-ac48-ad038638580b" providerId="ADAL" clId="{B85AFB0D-ED9F-49AF-925C-EAB4CABA3A79}" dt="2021-03-09T10:13:27.179" v="2805" actId="47"/>
        <pc:sldMkLst>
          <pc:docMk/>
          <pc:sldMk cId="1523953854" sldId="365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076050509" sldId="367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944378820" sldId="368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3895084503" sldId="369"/>
        </pc:sldMkLst>
      </pc:sldChg>
      <pc:sldChg chg="del">
        <pc:chgData name="Alessandro Ortis" userId="dcdc90ed-3509-45f7-ac48-ad038638580b" providerId="ADAL" clId="{B85AFB0D-ED9F-49AF-925C-EAB4CABA3A79}" dt="2021-03-09T10:12:36.763" v="2803" actId="47"/>
        <pc:sldMkLst>
          <pc:docMk/>
          <pc:sldMk cId="99436326" sldId="370"/>
        </pc:sldMkLst>
      </pc:sldChg>
      <pc:sldChg chg="del">
        <pc:chgData name="Alessandro Ortis" userId="dcdc90ed-3509-45f7-ac48-ad038638580b" providerId="ADAL" clId="{B85AFB0D-ED9F-49AF-925C-EAB4CABA3A79}" dt="2021-03-09T10:12:44.689" v="2804" actId="47"/>
        <pc:sldMkLst>
          <pc:docMk/>
          <pc:sldMk cId="3280634204" sldId="374"/>
        </pc:sldMkLst>
      </pc:sldChg>
      <pc:sldChg chg="del">
        <pc:chgData name="Alessandro Ortis" userId="dcdc90ed-3509-45f7-ac48-ad038638580b" providerId="ADAL" clId="{B85AFB0D-ED9F-49AF-925C-EAB4CABA3A79}" dt="2021-03-09T10:11:00.598" v="2802" actId="47"/>
        <pc:sldMkLst>
          <pc:docMk/>
          <pc:sldMk cId="1594626936" sldId="379"/>
        </pc:sldMkLst>
      </pc:sldChg>
      <pc:sldChg chg="modSp del mod">
        <pc:chgData name="Alessandro Ortis" userId="dcdc90ed-3509-45f7-ac48-ad038638580b" providerId="ADAL" clId="{B85AFB0D-ED9F-49AF-925C-EAB4CABA3A79}" dt="2021-03-09T10:13:39.324" v="2806" actId="47"/>
        <pc:sldMkLst>
          <pc:docMk/>
          <pc:sldMk cId="3874515963" sldId="381"/>
        </pc:sldMkLst>
        <pc:spChg chg="mod">
          <ac:chgData name="Alessandro Ortis" userId="dcdc90ed-3509-45f7-ac48-ad038638580b" providerId="ADAL" clId="{B85AFB0D-ED9F-49AF-925C-EAB4CABA3A79}" dt="2021-03-09T10:10:48.104" v="2801" actId="20577"/>
          <ac:spMkLst>
            <pc:docMk/>
            <pc:sldMk cId="3874515963" sldId="381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700254850" sldId="382"/>
        </pc:sldMkLst>
      </pc:sldChg>
      <pc:sldChg chg="del">
        <pc:chgData name="Alessandro Ortis" userId="dcdc90ed-3509-45f7-ac48-ad038638580b" providerId="ADAL" clId="{B85AFB0D-ED9F-49AF-925C-EAB4CABA3A79}" dt="2021-03-09T10:14:12.719" v="2807" actId="47"/>
        <pc:sldMkLst>
          <pc:docMk/>
          <pc:sldMk cId="4039239958" sldId="383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206927576" sldId="384"/>
        </pc:sldMkLst>
      </pc:sldChg>
      <pc:sldChg chg="modSp mod">
        <pc:chgData name="Alessandro Ortis" userId="dcdc90ed-3509-45f7-ac48-ad038638580b" providerId="ADAL" clId="{B85AFB0D-ED9F-49AF-925C-EAB4CABA3A79}" dt="2021-03-09T10:14:46.080" v="2811" actId="27636"/>
        <pc:sldMkLst>
          <pc:docMk/>
          <pc:sldMk cId="3738923514" sldId="386"/>
        </pc:sldMkLst>
        <pc:spChg chg="mod">
          <ac:chgData name="Alessandro Ortis" userId="dcdc90ed-3509-45f7-ac48-ad038638580b" providerId="ADAL" clId="{B85AFB0D-ED9F-49AF-925C-EAB4CABA3A79}" dt="2021-03-09T10:14:46.080" v="2811" actId="27636"/>
          <ac:spMkLst>
            <pc:docMk/>
            <pc:sldMk cId="3738923514" sldId="38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31:12.795" v="2888" actId="27636"/>
        <pc:sldMkLst>
          <pc:docMk/>
          <pc:sldMk cId="2303998749" sldId="388"/>
        </pc:sldMkLst>
        <pc:spChg chg="mod">
          <ac:chgData name="Alessandro Ortis" userId="dcdc90ed-3509-45f7-ac48-ad038638580b" providerId="ADAL" clId="{B85AFB0D-ED9F-49AF-925C-EAB4CABA3A79}" dt="2021-03-09T10:31:12.795" v="2888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5:03.592" v="2812" actId="14100"/>
        <pc:sldMkLst>
          <pc:docMk/>
          <pc:sldMk cId="1728195989" sldId="389"/>
        </pc:sldMkLst>
        <pc:spChg chg="mod">
          <ac:chgData name="Alessandro Ortis" userId="dcdc90ed-3509-45f7-ac48-ad038638580b" providerId="ADAL" clId="{B85AFB0D-ED9F-49AF-925C-EAB4CABA3A79}" dt="2021-03-09T10:15:03.592" v="2812" actId="14100"/>
          <ac:spMkLst>
            <pc:docMk/>
            <pc:sldMk cId="1728195989" sldId="389"/>
            <ac:spMk id="5" creationId="{7D5B1907-E8F7-4716-B3B1-E8862E1D6D5C}"/>
          </ac:spMkLst>
        </pc:sp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012001309" sldId="390"/>
        </pc:sldMkLst>
        <pc:graphicFrameChg chg="mod">
          <ac:chgData name="Alessandro Ortis" userId="dcdc90ed-3509-45f7-ac48-ad038638580b" providerId="ADAL" clId="{B85AFB0D-ED9F-49AF-925C-EAB4CABA3A79}" dt="2021-03-09T10:16:00.630" v="2820" actId="1076"/>
          <ac:graphicFrameMkLst>
            <pc:docMk/>
            <pc:sldMk cId="3012001309" sldId="390"/>
            <ac:graphicFrameMk id="3" creationId="{6E9AAFFF-F222-472C-97B4-DCAB3C124AB4}"/>
          </ac:graphicFrameMkLst>
        </pc:graphicFrameChg>
      </pc:sldChg>
      <pc:sldChg chg="del">
        <pc:chgData name="Alessandro Ortis" userId="dcdc90ed-3509-45f7-ac48-ad038638580b" providerId="ADAL" clId="{B85AFB0D-ED9F-49AF-925C-EAB4CABA3A79}" dt="2021-03-09T10:30:31.913" v="2882" actId="47"/>
        <pc:sldMkLst>
          <pc:docMk/>
          <pc:sldMk cId="1873104296" sldId="391"/>
        </pc:sldMkLst>
      </pc:sldChg>
      <pc:sldChg chg="del">
        <pc:chgData name="Alessandro Ortis" userId="dcdc90ed-3509-45f7-ac48-ad038638580b" providerId="ADAL" clId="{B85AFB0D-ED9F-49AF-925C-EAB4CABA3A79}" dt="2021-03-09T10:30:48.910" v="2883" actId="47"/>
        <pc:sldMkLst>
          <pc:docMk/>
          <pc:sldMk cId="1741903581" sldId="392"/>
        </pc:sldMkLst>
      </pc:sldChg>
      <pc:sldChg chg="del">
        <pc:chgData name="Alessandro Ortis" userId="dcdc90ed-3509-45f7-ac48-ad038638580b" providerId="ADAL" clId="{B85AFB0D-ED9F-49AF-925C-EAB4CABA3A79}" dt="2021-03-09T10:31:02.481" v="2884" actId="47"/>
        <pc:sldMkLst>
          <pc:docMk/>
          <pc:sldMk cId="4104916194" sldId="393"/>
        </pc:sldMkLst>
      </pc:sldChg>
      <pc:sldChg chg="modSp mod">
        <pc:chgData name="Alessandro Ortis" userId="dcdc90ed-3509-45f7-ac48-ad038638580b" providerId="ADAL" clId="{B85AFB0D-ED9F-49AF-925C-EAB4CABA3A79}" dt="2021-03-09T10:16:50.773" v="2825" actId="14100"/>
        <pc:sldMkLst>
          <pc:docMk/>
          <pc:sldMk cId="2738048506" sldId="394"/>
        </pc:sldMkLst>
        <pc:spChg chg="mod">
          <ac:chgData name="Alessandro Ortis" userId="dcdc90ed-3509-45f7-ac48-ad038638580b" providerId="ADAL" clId="{B85AFB0D-ED9F-49AF-925C-EAB4CABA3A79}" dt="2021-03-09T10:16:50.773" v="2825" actId="14100"/>
          <ac:spMkLst>
            <pc:docMk/>
            <pc:sldMk cId="2738048506" sldId="39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15.198" v="2828" actId="1076"/>
        <pc:sldMkLst>
          <pc:docMk/>
          <pc:sldMk cId="2924977588" sldId="395"/>
        </pc:sldMkLst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10.070" v="2827" actId="1076"/>
          <ac:spMkLst>
            <pc:docMk/>
            <pc:sldMk cId="2924977588" sldId="395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15.198" v="2828" actId="1076"/>
          <ac:spMkLst>
            <pc:docMk/>
            <pc:sldMk cId="2924977588" sldId="395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15.198" v="2828" actId="1076"/>
          <ac:cxnSpMkLst>
            <pc:docMk/>
            <pc:sldMk cId="2924977588" sldId="395"/>
            <ac:cxnSpMk id="11" creationId="{22B89788-8089-4BE3-A17A-332F2140DB16}"/>
          </ac:cxnSpMkLst>
        </pc:cxnChg>
      </pc:sldChg>
      <pc:sldChg chg="modSp mod modShow">
        <pc:chgData name="Alessandro Ortis" userId="dcdc90ed-3509-45f7-ac48-ad038638580b" providerId="ADAL" clId="{B85AFB0D-ED9F-49AF-925C-EAB4CABA3A79}" dt="2021-03-09T10:16:31.159" v="2823" actId="729"/>
        <pc:sldMkLst>
          <pc:docMk/>
          <pc:sldMk cId="3519227886" sldId="396"/>
        </pc:sldMkLst>
        <pc:spChg chg="mod">
          <ac:chgData name="Alessandro Ortis" userId="dcdc90ed-3509-45f7-ac48-ad038638580b" providerId="ADAL" clId="{B85AFB0D-ED9F-49AF-925C-EAB4CABA3A79}" dt="2021-03-09T10:16:10.245" v="2821" actId="1076"/>
          <ac:spMkLst>
            <pc:docMk/>
            <pc:sldMk cId="3519227886" sldId="396"/>
            <ac:spMk id="5" creationId="{7D5B1907-E8F7-4716-B3B1-E8862E1D6D5C}"/>
          </ac:spMkLst>
        </pc:spChg>
        <pc:graphicFrameChg chg="mod">
          <ac:chgData name="Alessandro Ortis" userId="dcdc90ed-3509-45f7-ac48-ad038638580b" providerId="ADAL" clId="{B85AFB0D-ED9F-49AF-925C-EAB4CABA3A79}" dt="2021-03-09T10:16:15.110" v="2822" actId="1076"/>
          <ac:graphicFrameMkLst>
            <pc:docMk/>
            <pc:sldMk cId="3519227886" sldId="396"/>
            <ac:graphicFrameMk id="6" creationId="{03484A01-8743-40BA-8E49-E14621487CAD}"/>
          </ac:graphicFrameMkLst>
        </pc:graphicFrameChg>
      </pc:sldChg>
      <pc:sldChg chg="modSp mod">
        <pc:chgData name="Alessandro Ortis" userId="dcdc90ed-3509-45f7-ac48-ad038638580b" providerId="ADAL" clId="{B85AFB0D-ED9F-49AF-925C-EAB4CABA3A79}" dt="2021-03-09T10:19:07.879" v="2841" actId="6549"/>
        <pc:sldMkLst>
          <pc:docMk/>
          <pc:sldMk cId="333178415" sldId="399"/>
        </pc:sldMkLst>
        <pc:spChg chg="mod">
          <ac:chgData name="Alessandro Ortis" userId="dcdc90ed-3509-45f7-ac48-ad038638580b" providerId="ADAL" clId="{B85AFB0D-ED9F-49AF-925C-EAB4CABA3A79}" dt="2021-03-09T10:19:07.879" v="2841" actId="6549"/>
          <ac:spMkLst>
            <pc:docMk/>
            <pc:sldMk cId="333178415" sldId="39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B85AFB0D-ED9F-49AF-925C-EAB4CABA3A79}" dt="2021-03-09T10:17:27.431" v="2831" actId="1076"/>
        <pc:sldMkLst>
          <pc:docMk/>
          <pc:sldMk cId="3447516178" sldId="400"/>
        </pc:sldMkLst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23.172" v="2830" actId="404"/>
          <ac:spMkLst>
            <pc:docMk/>
            <pc:sldMk cId="3447516178" sldId="400"/>
            <ac:spMk id="5" creationId="{7D5B1907-E8F7-4716-B3B1-E8862E1D6D5C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7" creationId="{7512E26E-7789-4600-B93C-5038BEF4D5B9}"/>
          </ac:spMkLst>
        </pc:spChg>
        <pc:spChg chg="mod">
          <ac:chgData name="Alessandro Ortis" userId="dcdc90ed-3509-45f7-ac48-ad038638580b" providerId="ADAL" clId="{B85AFB0D-ED9F-49AF-925C-EAB4CABA3A79}" dt="2021-03-09T10:17:27.431" v="2831" actId="1076"/>
          <ac:spMkLst>
            <pc:docMk/>
            <pc:sldMk cId="3447516178" sldId="400"/>
            <ac:spMk id="8" creationId="{EC1C15DB-8993-4DAF-98A7-DD3B54F4C0D7}"/>
          </ac:spMkLst>
        </pc:sp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27.431" v="2831" actId="1076"/>
          <ac:cxnSpMkLst>
            <pc:docMk/>
            <pc:sldMk cId="3447516178" sldId="400"/>
            <ac:cxnSpMk id="11" creationId="{22B89788-8089-4BE3-A17A-332F2140DB16}"/>
          </ac:cxnSpMkLst>
        </pc:cxnChg>
      </pc:sldChg>
      <pc:sldChg chg="modSp mod">
        <pc:chgData name="Alessandro Ortis" userId="dcdc90ed-3509-45f7-ac48-ad038638580b" providerId="ADAL" clId="{B85AFB0D-ED9F-49AF-925C-EAB4CABA3A79}" dt="2021-03-09T10:17:45.109" v="2833" actId="1076"/>
        <pc:sldMkLst>
          <pc:docMk/>
          <pc:sldMk cId="156078651" sldId="401"/>
        </pc:sldMkLst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3" creationId="{A5EDBB98-7B81-43D6-A914-71A6E8D27E43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6" creationId="{12193E8B-7619-4A4D-97F7-BEE2721418AD}"/>
          </ac:spMkLst>
        </pc:spChg>
        <pc:spChg chg="mod">
          <ac:chgData name="Alessandro Ortis" userId="dcdc90ed-3509-45f7-ac48-ad038638580b" providerId="ADAL" clId="{B85AFB0D-ED9F-49AF-925C-EAB4CABA3A79}" dt="2021-03-09T10:17:45.109" v="2833" actId="1076"/>
          <ac:spMkLst>
            <pc:docMk/>
            <pc:sldMk cId="156078651" sldId="401"/>
            <ac:spMk id="8" creationId="{EC1C15DB-8993-4DAF-98A7-DD3B54F4C0D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2" creationId="{2249EE7F-57A4-4EA6-9E42-578E4690B487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3" creationId="{18ED2B7D-68AF-4C9C-9E28-8F6CB864E94B}"/>
          </ac:spMkLst>
        </pc:spChg>
        <pc:spChg chg="mod">
          <ac:chgData name="Alessandro Ortis" userId="dcdc90ed-3509-45f7-ac48-ad038638580b" providerId="ADAL" clId="{B85AFB0D-ED9F-49AF-925C-EAB4CABA3A79}" dt="2021-03-09T10:17:40.365" v="2832" actId="1076"/>
          <ac:spMkLst>
            <pc:docMk/>
            <pc:sldMk cId="156078651" sldId="401"/>
            <ac:spMk id="14" creationId="{9AD9F8DB-E031-4345-B15C-F76FC08B46E4}"/>
          </ac:spMkLst>
        </pc:sp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9" creationId="{A0F99271-4320-49DD-8760-0493253474C1}"/>
          </ac:cxnSpMkLst>
        </pc:cxnChg>
        <pc:cxnChg chg="mod">
          <ac:chgData name="Alessandro Ortis" userId="dcdc90ed-3509-45f7-ac48-ad038638580b" providerId="ADAL" clId="{B85AFB0D-ED9F-49AF-925C-EAB4CABA3A79}" dt="2021-03-09T10:17:45.109" v="2833" actId="1076"/>
          <ac:cxnSpMkLst>
            <pc:docMk/>
            <pc:sldMk cId="156078651" sldId="401"/>
            <ac:cxnSpMk id="10" creationId="{48A95ECC-F659-4C0A-9467-3E2C383E241E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5" creationId="{804DB268-4334-4976-A75D-F07B29CF18E8}"/>
          </ac:cxnSpMkLst>
        </pc:cxnChg>
        <pc:cxnChg chg="mod">
          <ac:chgData name="Alessandro Ortis" userId="dcdc90ed-3509-45f7-ac48-ad038638580b" providerId="ADAL" clId="{B85AFB0D-ED9F-49AF-925C-EAB4CABA3A79}" dt="2021-03-09T10:17:40.365" v="2832" actId="1076"/>
          <ac:cxnSpMkLst>
            <pc:docMk/>
            <pc:sldMk cId="156078651" sldId="401"/>
            <ac:cxnSpMk id="16" creationId="{D2BED88B-DE62-46E2-8AEE-74AB82F2A778}"/>
          </ac:cxnSpMkLst>
        </pc:cxnChg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3105722580" sldId="402"/>
        </pc:sldMkLst>
      </pc:sldChg>
      <pc:sldChg chg="del">
        <pc:chgData name="Alessandro Ortis" userId="dcdc90ed-3509-45f7-ac48-ad038638580b" providerId="ADAL" clId="{B85AFB0D-ED9F-49AF-925C-EAB4CABA3A79}" dt="2021-03-09T10:19:40.357" v="2842" actId="47"/>
        <pc:sldMkLst>
          <pc:docMk/>
          <pc:sldMk cId="2613773230" sldId="403"/>
        </pc:sldMkLst>
      </pc:sldChg>
      <pc:sldChg chg="del">
        <pc:chgData name="Alessandro Ortis" userId="dcdc90ed-3509-45f7-ac48-ad038638580b" providerId="ADAL" clId="{B85AFB0D-ED9F-49AF-925C-EAB4CABA3A79}" dt="2021-03-09T09:21:12.620" v="34" actId="47"/>
        <pc:sldMkLst>
          <pc:docMk/>
          <pc:sldMk cId="1991232073" sldId="406"/>
        </pc:sldMkLst>
      </pc:sldChg>
      <pc:sldChg chg="mod modShow">
        <pc:chgData name="Alessandro Ortis" userId="dcdc90ed-3509-45f7-ac48-ad038638580b" providerId="ADAL" clId="{B85AFB0D-ED9F-49AF-925C-EAB4CABA3A79}" dt="2021-03-09T10:14:17.233" v="2808" actId="729"/>
        <pc:sldMkLst>
          <pc:docMk/>
          <pc:sldMk cId="3113580698" sldId="40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987792527" sldId="422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298434906" sldId="423"/>
        </pc:sldMkLst>
      </pc:sldChg>
      <pc:sldChg chg="modSp 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710467007" sldId="424"/>
        </pc:sldMkLst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3" creationId="{DDA7EED7-5100-43F8-AAC9-8C2F66D2E708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8" creationId="{C4DE03C5-B2B2-4BF4-B648-739FDAEC5C16}"/>
          </ac:spMkLst>
        </pc:spChg>
        <pc:spChg chg="mod">
          <ac:chgData name="Alessandro Ortis" userId="dcdc90ed-3509-45f7-ac48-ad038638580b" providerId="ADAL" clId="{B85AFB0D-ED9F-49AF-925C-EAB4CABA3A79}" dt="2021-03-09T10:17:56.350" v="2834" actId="1076"/>
          <ac:spMkLst>
            <pc:docMk/>
            <pc:sldMk cId="710467007" sldId="424"/>
            <ac:spMk id="19" creationId="{A80E0F83-7CCB-4215-B55C-5933D074DBC5}"/>
          </ac:spMkLst>
        </pc:spChg>
        <pc:cxnChg chg="mod">
          <ac:chgData name="Alessandro Ortis" userId="dcdc90ed-3509-45f7-ac48-ad038638580b" providerId="ADAL" clId="{B85AFB0D-ED9F-49AF-925C-EAB4CABA3A79}" dt="2021-03-09T10:17:56.350" v="2834" actId="1076"/>
          <ac:cxnSpMkLst>
            <pc:docMk/>
            <pc:sldMk cId="710467007" sldId="424"/>
            <ac:cxnSpMk id="21" creationId="{AC919E01-CC87-413D-8468-42AF11D88BEC}"/>
          </ac:cxnSpMkLst>
        </pc:cxnChg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1180058788" sldId="425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204095390" sldId="426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3284158591" sldId="427"/>
        </pc:sldMkLst>
      </pc:sldChg>
      <pc:sldChg chg="mod modShow">
        <pc:chgData name="Alessandro Ortis" userId="dcdc90ed-3509-45f7-ac48-ad038638580b" providerId="ADAL" clId="{B85AFB0D-ED9F-49AF-925C-EAB4CABA3A79}" dt="2021-03-09T10:18:18.849" v="2835" actId="729"/>
        <pc:sldMkLst>
          <pc:docMk/>
          <pc:sldMk cId="406104214" sldId="428"/>
        </pc:sldMkLst>
      </pc:sldChg>
      <pc:sldChg chg="modSp mod">
        <pc:chgData name="Alessandro Ortis" userId="dcdc90ed-3509-45f7-ac48-ad038638580b" providerId="ADAL" clId="{B85AFB0D-ED9F-49AF-925C-EAB4CABA3A79}" dt="2021-03-09T10:24:26.486" v="2877" actId="20577"/>
        <pc:sldMkLst>
          <pc:docMk/>
          <pc:sldMk cId="3084835914" sldId="480"/>
        </pc:sldMkLst>
        <pc:spChg chg="mod">
          <ac:chgData name="Alessandro Ortis" userId="dcdc90ed-3509-45f7-ac48-ad038638580b" providerId="ADAL" clId="{B85AFB0D-ED9F-49AF-925C-EAB4CABA3A79}" dt="2021-03-09T10:24:26.486" v="2877" actId="20577"/>
          <ac:spMkLst>
            <pc:docMk/>
            <pc:sldMk cId="3084835914" sldId="48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B85AFB0D-ED9F-49AF-925C-EAB4CABA3A79}" dt="2021-03-09T09:20:44.237" v="19"/>
        <pc:sldMkLst>
          <pc:docMk/>
          <pc:sldMk cId="3519603380" sldId="481"/>
        </pc:sldMkLst>
        <pc:spChg chg="mod">
          <ac:chgData name="Alessandro Ortis" userId="dcdc90ed-3509-45f7-ac48-ad038638580b" providerId="ADAL" clId="{B85AFB0D-ED9F-49AF-925C-EAB4CABA3A79}" dt="2021-03-09T09:20:44.237" v="19"/>
          <ac:spMkLst>
            <pc:docMk/>
            <pc:sldMk cId="3519603380" sldId="481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B85AFB0D-ED9F-49AF-925C-EAB4CABA3A79}" dt="2021-03-09T09:20:58.387" v="20" actId="47"/>
        <pc:sldMkLst>
          <pc:docMk/>
          <pc:sldMk cId="2286704363" sldId="482"/>
        </pc:sldMkLst>
      </pc:sldChg>
      <pc:sldChg chg="addSp delSp modSp mod">
        <pc:chgData name="Alessandro Ortis" userId="dcdc90ed-3509-45f7-ac48-ad038638580b" providerId="ADAL" clId="{B85AFB0D-ED9F-49AF-925C-EAB4CABA3A79}" dt="2021-03-09T09:35:43.354" v="1022" actId="1076"/>
        <pc:sldMkLst>
          <pc:docMk/>
          <pc:sldMk cId="2470450956" sldId="519"/>
        </pc:sldMkLst>
        <pc:spChg chg="del">
          <ac:chgData name="Alessandro Ortis" userId="dcdc90ed-3509-45f7-ac48-ad038638580b" providerId="ADAL" clId="{B85AFB0D-ED9F-49AF-925C-EAB4CABA3A79}" dt="2021-03-09T09:24:52.912" v="53" actId="478"/>
          <ac:spMkLst>
            <pc:docMk/>
            <pc:sldMk cId="2470450956" sldId="519"/>
            <ac:spMk id="3" creationId="{0EB86654-7330-4EC4-82B5-394BE258FFF6}"/>
          </ac:spMkLst>
        </pc:spChg>
        <pc:spChg chg="add del">
          <ac:chgData name="Alessandro Ortis" userId="dcdc90ed-3509-45f7-ac48-ad038638580b" providerId="ADAL" clId="{B85AFB0D-ED9F-49AF-925C-EAB4CABA3A79}" dt="2021-03-09T09:28:07.117" v="194" actId="478"/>
          <ac:spMkLst>
            <pc:docMk/>
            <pc:sldMk cId="2470450956" sldId="519"/>
            <ac:spMk id="14" creationId="{BBF7B29C-B9D8-47AB-89D7-4457F30C0DCD}"/>
          </ac:spMkLst>
        </pc:spChg>
        <pc:spChg chg="add mod">
          <ac:chgData name="Alessandro Ortis" userId="dcdc90ed-3509-45f7-ac48-ad038638580b" providerId="ADAL" clId="{B85AFB0D-ED9F-49AF-925C-EAB4CABA3A79}" dt="2021-03-09T09:35:37.383" v="1021" actId="27636"/>
          <ac:spMkLst>
            <pc:docMk/>
            <pc:sldMk cId="2470450956" sldId="519"/>
            <ac:spMk id="15" creationId="{2B8974A2-0BD8-42B7-95FE-C7A9C39B0EDC}"/>
          </ac:spMkLst>
        </pc:spChg>
        <pc:graphicFrameChg chg="add mod modGraphic">
          <ac:chgData name="Alessandro Ortis" userId="dcdc90ed-3509-45f7-ac48-ad038638580b" providerId="ADAL" clId="{B85AFB0D-ED9F-49AF-925C-EAB4CABA3A79}" dt="2021-03-09T09:35:43.354" v="1022" actId="1076"/>
          <ac:graphicFrameMkLst>
            <pc:docMk/>
            <pc:sldMk cId="2470450956" sldId="519"/>
            <ac:graphicFrameMk id="4" creationId="{41833B5C-206A-40B7-AEC9-0D716EB5BB74}"/>
          </ac:graphicFrameMkLst>
        </pc:graphicFrameChg>
        <pc:cxnChg chg="add del mod">
          <ac:chgData name="Alessandro Ortis" userId="dcdc90ed-3509-45f7-ac48-ad038638580b" providerId="ADAL" clId="{B85AFB0D-ED9F-49AF-925C-EAB4CABA3A79}" dt="2021-03-09T09:27:49.350" v="192" actId="478"/>
          <ac:cxnSpMkLst>
            <pc:docMk/>
            <pc:sldMk cId="2470450956" sldId="519"/>
            <ac:cxnSpMk id="6" creationId="{78860FA6-63BE-46CB-A034-B638BE90C5BC}"/>
          </ac:cxnSpMkLst>
        </pc:cxnChg>
      </pc:sldChg>
      <pc:sldChg chg="modSp add mod">
        <pc:chgData name="Alessandro Ortis" userId="dcdc90ed-3509-45f7-ac48-ad038638580b" providerId="ADAL" clId="{B85AFB0D-ED9F-49AF-925C-EAB4CABA3A79}" dt="2021-03-09T10:26:20.648" v="2881" actId="20577"/>
        <pc:sldMkLst>
          <pc:docMk/>
          <pc:sldMk cId="1010739588" sldId="520"/>
        </pc:sldMkLst>
        <pc:spChg chg="mod">
          <ac:chgData name="Alessandro Ortis" userId="dcdc90ed-3509-45f7-ac48-ad038638580b" providerId="ADAL" clId="{B85AFB0D-ED9F-49AF-925C-EAB4CABA3A79}" dt="2021-03-09T10:26:20.648" v="2881" actId="20577"/>
          <ac:spMkLst>
            <pc:docMk/>
            <pc:sldMk cId="1010739588" sldId="520"/>
            <ac:spMk id="5" creationId="{7D5B1907-E8F7-4716-B3B1-E8862E1D6D5C}"/>
          </ac:spMkLst>
        </pc:spChg>
      </pc:sldChg>
      <pc:sldChg chg="modSp add mod">
        <pc:chgData name="Alessandro Ortis" userId="dcdc90ed-3509-45f7-ac48-ad038638580b" providerId="ADAL" clId="{B85AFB0D-ED9F-49AF-925C-EAB4CABA3A79}" dt="2021-03-09T09:54:38.637" v="2771" actId="113"/>
        <pc:sldMkLst>
          <pc:docMk/>
          <pc:sldMk cId="4030154425" sldId="521"/>
        </pc:sldMkLst>
        <pc:spChg chg="mod">
          <ac:chgData name="Alessandro Ortis" userId="dcdc90ed-3509-45f7-ac48-ad038638580b" providerId="ADAL" clId="{B85AFB0D-ED9F-49AF-925C-EAB4CABA3A79}" dt="2021-03-09T09:54:38.637" v="2771" actId="113"/>
          <ac:spMkLst>
            <pc:docMk/>
            <pc:sldMk cId="4030154425" sldId="521"/>
            <ac:spMk id="5" creationId="{7D5B1907-E8F7-4716-B3B1-E8862E1D6D5C}"/>
          </ac:spMkLst>
        </pc:spChg>
      </pc:sldChg>
    </pc:docChg>
  </pc:docChgLst>
  <pc:docChgLst>
    <pc:chgData name="Alessandro Ortis" userId="dcdc90ed-3509-45f7-ac48-ad038638580b" providerId="ADAL" clId="{7B60BFA5-112D-4405-BB92-9F3F04EA9AB8}"/>
    <pc:docChg chg="undo custSel addSld delSld modSld sldOrd">
      <pc:chgData name="Alessandro Ortis" userId="dcdc90ed-3509-45f7-ac48-ad038638580b" providerId="ADAL" clId="{7B60BFA5-112D-4405-BB92-9F3F04EA9AB8}" dt="2021-02-08T07:07:52.024" v="379" actId="20577"/>
      <pc:docMkLst>
        <pc:docMk/>
      </pc:docMkLst>
      <pc:sldChg chg="del">
        <pc:chgData name="Alessandro Ortis" userId="dcdc90ed-3509-45f7-ac48-ad038638580b" providerId="ADAL" clId="{7B60BFA5-112D-4405-BB92-9F3F04EA9AB8}" dt="2021-02-05T14:45:45.510" v="41" actId="47"/>
        <pc:sldMkLst>
          <pc:docMk/>
          <pc:sldMk cId="0" sldId="256"/>
        </pc:sldMkLst>
      </pc:sldChg>
      <pc:sldChg chg="delSp modSp del mod">
        <pc:chgData name="Alessandro Ortis" userId="dcdc90ed-3509-45f7-ac48-ad038638580b" providerId="ADAL" clId="{7B60BFA5-112D-4405-BB92-9F3F04EA9AB8}" dt="2021-02-05T14:47:44.191" v="83" actId="20577"/>
        <pc:sldMkLst>
          <pc:docMk/>
          <pc:sldMk cId="0" sldId="279"/>
        </pc:sldMkLst>
        <pc:spChg chg="mod">
          <ac:chgData name="Alessandro Ortis" userId="dcdc90ed-3509-45f7-ac48-ad038638580b" providerId="ADAL" clId="{7B60BFA5-112D-4405-BB92-9F3F04EA9AB8}" dt="2021-02-05T14:46:49.088" v="71" actId="14100"/>
          <ac:spMkLst>
            <pc:docMk/>
            <pc:sldMk cId="0" sldId="279"/>
            <ac:spMk id="6151" creationId="{D30F9090-EDC1-4A9C-90F0-FBEC5D5A5032}"/>
          </ac:spMkLst>
        </pc:spChg>
        <pc:spChg chg="mod">
          <ac:chgData name="Alessandro Ortis" userId="dcdc90ed-3509-45f7-ac48-ad038638580b" providerId="ADAL" clId="{7B60BFA5-112D-4405-BB92-9F3F04EA9AB8}" dt="2021-02-05T14:47:44.191" v="83" actId="20577"/>
          <ac:spMkLst>
            <pc:docMk/>
            <pc:sldMk cId="0" sldId="279"/>
            <ac:spMk id="50178" creationId="{17E49086-EC40-4A9F-81CE-3890755CC739}"/>
          </ac:spMkLst>
        </pc:spChg>
        <pc:spChg chg="mod">
          <ac:chgData name="Alessandro Ortis" userId="dcdc90ed-3509-45f7-ac48-ad038638580b" providerId="ADAL" clId="{7B60BFA5-112D-4405-BB92-9F3F04EA9AB8}" dt="2021-02-05T14:46:17.352" v="60" actId="6549"/>
          <ac:spMkLst>
            <pc:docMk/>
            <pc:sldMk cId="0" sldId="279"/>
            <ac:spMk id="50182" creationId="{4A7A004C-D320-49CF-8E39-DA2B96808650}"/>
          </ac:spMkLst>
        </pc:spChg>
        <pc:spChg chg="del mod">
          <ac:chgData name="Alessandro Ortis" userId="dcdc90ed-3509-45f7-ac48-ad038638580b" providerId="ADAL" clId="{7B60BFA5-112D-4405-BB92-9F3F04EA9AB8}" dt="2021-02-05T14:46:08.665" v="56" actId="478"/>
          <ac:spMkLst>
            <pc:docMk/>
            <pc:sldMk cId="0" sldId="279"/>
            <ac:spMk id="50184" creationId="{7A4C425F-279A-4E26-85FA-3D9207AB621D}"/>
          </ac:spMkLst>
        </pc:spChg>
        <pc:spChg chg="mod">
          <ac:chgData name="Alessandro Ortis" userId="dcdc90ed-3509-45f7-ac48-ad038638580b" providerId="ADAL" clId="{7B60BFA5-112D-4405-BB92-9F3F04EA9AB8}" dt="2021-02-05T14:46:53.039" v="73" actId="1035"/>
          <ac:spMkLst>
            <pc:docMk/>
            <pc:sldMk cId="0" sldId="279"/>
            <ac:spMk id="50193" creationId="{31A9349B-EAFD-4A5C-AB4A-7ADD29710F9C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4" creationId="{24B50845-B60B-4694-AB1A-92D7E4D2134A}"/>
          </ac:spMkLst>
        </pc:spChg>
        <pc:spChg chg="mod">
          <ac:chgData name="Alessandro Ortis" userId="dcdc90ed-3509-45f7-ac48-ad038638580b" providerId="ADAL" clId="{7B60BFA5-112D-4405-BB92-9F3F04EA9AB8}" dt="2021-02-05T14:46:03.463" v="54" actId="1035"/>
          <ac:spMkLst>
            <pc:docMk/>
            <pc:sldMk cId="0" sldId="279"/>
            <ac:spMk id="50195" creationId="{2B873BB2-AF49-4D5C-B0FA-082BFC891C6E}"/>
          </ac:spMkLst>
        </pc:spChg>
        <pc:picChg chg="mod">
          <ac:chgData name="Alessandro Ortis" userId="dcdc90ed-3509-45f7-ac48-ad038638580b" providerId="ADAL" clId="{7B60BFA5-112D-4405-BB92-9F3F04EA9AB8}" dt="2021-02-05T14:46:03.463" v="54" actId="1035"/>
          <ac:picMkLst>
            <pc:docMk/>
            <pc:sldMk cId="0" sldId="279"/>
            <ac:picMk id="50196" creationId="{CC20A214-E994-4DF9-A9A7-86162CCBFEE1}"/>
          </ac:picMkLst>
        </pc:pic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89"/>
        </pc:sldMkLst>
      </pc:sldChg>
      <pc:sldChg chg="modSp del mod">
        <pc:chgData name="Alessandro Ortis" userId="dcdc90ed-3509-45f7-ac48-ad038638580b" providerId="ADAL" clId="{7B60BFA5-112D-4405-BB92-9F3F04EA9AB8}" dt="2021-02-05T14:47:34.410" v="79" actId="20577"/>
        <pc:sldMkLst>
          <pc:docMk/>
          <pc:sldMk cId="0" sldId="296"/>
        </pc:sldMkLst>
        <pc:spChg chg="mod">
          <ac:chgData name="Alessandro Ortis" userId="dcdc90ed-3509-45f7-ac48-ad038638580b" providerId="ADAL" clId="{7B60BFA5-112D-4405-BB92-9F3F04EA9AB8}" dt="2021-02-05T14:47:34.410" v="79" actId="20577"/>
          <ac:spMkLst>
            <pc:docMk/>
            <pc:sldMk cId="0" sldId="296"/>
            <ac:spMk id="92162" creationId="{2B8E585F-544E-444D-B2EC-8CA7BB3002D4}"/>
          </ac:spMkLst>
        </pc:spChg>
        <pc:spChg chg="mod">
          <ac:chgData name="Alessandro Ortis" userId="dcdc90ed-3509-45f7-ac48-ad038638580b" providerId="ADAL" clId="{7B60BFA5-112D-4405-BB92-9F3F04EA9AB8}" dt="2021-02-05T14:47:07.529" v="75" actId="20577"/>
          <ac:spMkLst>
            <pc:docMk/>
            <pc:sldMk cId="0" sldId="296"/>
            <ac:spMk id="92172" creationId="{E59A9649-F8AC-4AD3-AD45-8985837B2B22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299"/>
        </pc:sldMkLst>
      </pc:sldChg>
      <pc:sldChg chg="modSp del mod">
        <pc:chgData name="Alessandro Ortis" userId="dcdc90ed-3509-45f7-ac48-ad038638580b" providerId="ADAL" clId="{7B60BFA5-112D-4405-BB92-9F3F04EA9AB8}" dt="2021-02-05T14:47:24.081" v="77" actId="20577"/>
        <pc:sldMkLst>
          <pc:docMk/>
          <pc:sldMk cId="0" sldId="300"/>
        </pc:sldMkLst>
        <pc:spChg chg="mod">
          <ac:chgData name="Alessandro Ortis" userId="dcdc90ed-3509-45f7-ac48-ad038638580b" providerId="ADAL" clId="{7B60BFA5-112D-4405-BB92-9F3F04EA9AB8}" dt="2021-02-05T14:47:24.081" v="77" actId="20577"/>
          <ac:spMkLst>
            <pc:docMk/>
            <pc:sldMk cId="0" sldId="300"/>
            <ac:spMk id="161794" creationId="{261F3BC9-86EF-4FF4-A798-3477473339F3}"/>
          </ac:spMkLst>
        </pc:spChg>
      </pc:sldChg>
      <pc:sldChg chg="modSp del mod">
        <pc:chgData name="Alessandro Ortis" userId="dcdc90ed-3509-45f7-ac48-ad038638580b" providerId="ADAL" clId="{7B60BFA5-112D-4405-BB92-9F3F04EA9AB8}" dt="2021-02-05T14:47:28.127" v="78" actId="20577"/>
        <pc:sldMkLst>
          <pc:docMk/>
          <pc:sldMk cId="0" sldId="301"/>
        </pc:sldMkLst>
        <pc:spChg chg="mod">
          <ac:chgData name="Alessandro Ortis" userId="dcdc90ed-3509-45f7-ac48-ad038638580b" providerId="ADAL" clId="{7B60BFA5-112D-4405-BB92-9F3F04EA9AB8}" dt="2021-02-05T14:47:28.127" v="78" actId="20577"/>
          <ac:spMkLst>
            <pc:docMk/>
            <pc:sldMk cId="0" sldId="301"/>
            <ac:spMk id="163842" creationId="{C4AFC396-D4E1-4FFF-9FB5-846F4DD55C74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2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3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0" sldId="304"/>
        </pc:sldMkLst>
      </pc:sldChg>
      <pc:sldChg chg="modSp mod">
        <pc:chgData name="Alessandro Ortis" userId="dcdc90ed-3509-45f7-ac48-ad038638580b" providerId="ADAL" clId="{7B60BFA5-112D-4405-BB92-9F3F04EA9AB8}" dt="2021-02-07T17:28:02.215" v="129" actId="20577"/>
        <pc:sldMkLst>
          <pc:docMk/>
          <pc:sldMk cId="0" sldId="305"/>
        </pc:sldMkLst>
        <pc:spChg chg="mod">
          <ac:chgData name="Alessandro Ortis" userId="dcdc90ed-3509-45f7-ac48-ad038638580b" providerId="ADAL" clId="{7B60BFA5-112D-4405-BB92-9F3F04EA9AB8}" dt="2021-02-05T14:47:19.432" v="76" actId="20577"/>
          <ac:spMkLst>
            <pc:docMk/>
            <pc:sldMk cId="0" sldId="305"/>
            <ac:spMk id="172034" creationId="{9883EAA4-009B-4F20-89D5-AC88785BEC49}"/>
          </ac:spMkLst>
        </pc:spChg>
        <pc:spChg chg="mod">
          <ac:chgData name="Alessandro Ortis" userId="dcdc90ed-3509-45f7-ac48-ad038638580b" providerId="ADAL" clId="{7B60BFA5-112D-4405-BB92-9F3F04EA9AB8}" dt="2021-02-07T17:27:06.827" v="105" actId="123"/>
          <ac:spMkLst>
            <pc:docMk/>
            <pc:sldMk cId="0" sldId="305"/>
            <ac:spMk id="172036" creationId="{B9109A16-66C7-451A-A03B-A1D8F754B35B}"/>
          </ac:spMkLst>
        </pc:spChg>
        <pc:spChg chg="mod">
          <ac:chgData name="Alessandro Ortis" userId="dcdc90ed-3509-45f7-ac48-ad038638580b" providerId="ADAL" clId="{7B60BFA5-112D-4405-BB92-9F3F04EA9AB8}" dt="2021-02-07T17:27:24.528" v="114" actId="123"/>
          <ac:spMkLst>
            <pc:docMk/>
            <pc:sldMk cId="0" sldId="305"/>
            <ac:spMk id="172037" creationId="{3ED01093-D9D1-4D29-B415-E0C3D7BACF77}"/>
          </ac:spMkLst>
        </pc:spChg>
        <pc:spChg chg="mod">
          <ac:chgData name="Alessandro Ortis" userId="dcdc90ed-3509-45f7-ac48-ad038638580b" providerId="ADAL" clId="{7B60BFA5-112D-4405-BB92-9F3F04EA9AB8}" dt="2021-02-07T17:28:02.215" v="129" actId="20577"/>
          <ac:spMkLst>
            <pc:docMk/>
            <pc:sldMk cId="0" sldId="305"/>
            <ac:spMk id="172038" creationId="{9F562005-CE07-444C-9C55-7260678B40E8}"/>
          </ac:spMkLst>
        </pc:spChg>
      </pc:sldChg>
      <pc:sldChg chg="modSp mod">
        <pc:chgData name="Alessandro Ortis" userId="dcdc90ed-3509-45f7-ac48-ad038638580b" providerId="ADAL" clId="{7B60BFA5-112D-4405-BB92-9F3F04EA9AB8}" dt="2021-02-07T17:25:33.126" v="101" actId="6549"/>
        <pc:sldMkLst>
          <pc:docMk/>
          <pc:sldMk cId="0" sldId="306"/>
        </pc:sldMkLst>
        <pc:spChg chg="mod">
          <ac:chgData name="Alessandro Ortis" userId="dcdc90ed-3509-45f7-ac48-ad038638580b" providerId="ADAL" clId="{7B60BFA5-112D-4405-BB92-9F3F04EA9AB8}" dt="2021-02-07T17:25:33.126" v="101" actId="6549"/>
          <ac:spMkLst>
            <pc:docMk/>
            <pc:sldMk cId="0" sldId="306"/>
            <ac:spMk id="3" creationId="{A5BA2B38-5D5C-46E5-8F7A-B2FA2EC9E46D}"/>
          </ac:spMkLst>
        </pc:spChg>
      </pc:sldChg>
      <pc:sldChg chg="add del ord">
        <pc:chgData name="Alessandro Ortis" userId="dcdc90ed-3509-45f7-ac48-ad038638580b" providerId="ADAL" clId="{7B60BFA5-112D-4405-BB92-9F3F04EA9AB8}" dt="2021-02-07T17:29:10.747" v="131" actId="2696"/>
        <pc:sldMkLst>
          <pc:docMk/>
          <pc:sldMk cId="0" sldId="307"/>
        </pc:sldMkLst>
      </pc:sldChg>
      <pc:sldChg chg="modSp mod">
        <pc:chgData name="Alessandro Ortis" userId="dcdc90ed-3509-45f7-ac48-ad038638580b" providerId="ADAL" clId="{7B60BFA5-112D-4405-BB92-9F3F04EA9AB8}" dt="2021-02-05T14:47:38.408" v="80" actId="20577"/>
        <pc:sldMkLst>
          <pc:docMk/>
          <pc:sldMk cId="0" sldId="308"/>
        </pc:sldMkLst>
        <pc:spChg chg="mod">
          <ac:chgData name="Alessandro Ortis" userId="dcdc90ed-3509-45f7-ac48-ad038638580b" providerId="ADAL" clId="{7B60BFA5-112D-4405-BB92-9F3F04EA9AB8}" dt="2021-02-05T14:47:38.408" v="80" actId="20577"/>
          <ac:spMkLst>
            <pc:docMk/>
            <pc:sldMk cId="0" sldId="308"/>
            <ac:spMk id="50178" creationId="{F1E80E7E-E722-4BAF-A420-118426B868A1}"/>
          </ac:spMkLst>
        </pc:spChg>
      </pc:sldChg>
      <pc:sldChg chg="modSp mod">
        <pc:chgData name="Alessandro Ortis" userId="dcdc90ed-3509-45f7-ac48-ad038638580b" providerId="ADAL" clId="{7B60BFA5-112D-4405-BB92-9F3F04EA9AB8}" dt="2021-02-05T14:45:22.686" v="38" actId="20577"/>
        <pc:sldMkLst>
          <pc:docMk/>
          <pc:sldMk cId="0" sldId="314"/>
        </pc:sldMkLst>
        <pc:spChg chg="mod">
          <ac:chgData name="Alessandro Ortis" userId="dcdc90ed-3509-45f7-ac48-ad038638580b" providerId="ADAL" clId="{7B60BFA5-112D-4405-BB92-9F3F04EA9AB8}" dt="2021-02-05T14:45:22.686" v="38" actId="20577"/>
          <ac:spMkLst>
            <pc:docMk/>
            <pc:sldMk cId="0" sldId="314"/>
            <ac:spMk id="2" creationId="{00000000-0000-0000-0000-000000000000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640541190" sldId="315"/>
        </pc:sldMkLst>
      </pc:sldChg>
      <pc:sldChg chg="modSp mod">
        <pc:chgData name="Alessandro Ortis" userId="dcdc90ed-3509-45f7-ac48-ad038638580b" providerId="ADAL" clId="{7B60BFA5-112D-4405-BB92-9F3F04EA9AB8}" dt="2021-02-05T14:47:48.248" v="84" actId="20577"/>
        <pc:sldMkLst>
          <pc:docMk/>
          <pc:sldMk cId="4143215581" sldId="315"/>
        </pc:sldMkLst>
        <pc:spChg chg="mod">
          <ac:chgData name="Alessandro Ortis" userId="dcdc90ed-3509-45f7-ac48-ad038638580b" providerId="ADAL" clId="{7B60BFA5-112D-4405-BB92-9F3F04EA9AB8}" dt="2021-02-05T14:47:48.248" v="84" actId="20577"/>
          <ac:spMkLst>
            <pc:docMk/>
            <pc:sldMk cId="4143215581" sldId="315"/>
            <ac:spMk id="3073" creationId="{2EDD163E-0B11-4A5D-803C-B3040922C589}"/>
          </ac:spMkLst>
        </pc:spChg>
      </pc:sldChg>
      <pc:sldChg chg="modSp add mod">
        <pc:chgData name="Alessandro Ortis" userId="dcdc90ed-3509-45f7-ac48-ad038638580b" providerId="ADAL" clId="{7B60BFA5-112D-4405-BB92-9F3F04EA9AB8}" dt="2021-02-08T07:07:52.024" v="379" actId="20577"/>
        <pc:sldMkLst>
          <pc:docMk/>
          <pc:sldMk cId="1178180968" sldId="316"/>
        </pc:sldMkLst>
        <pc:spChg chg="mod">
          <ac:chgData name="Alessandro Ortis" userId="dcdc90ed-3509-45f7-ac48-ad038638580b" providerId="ADAL" clId="{7B60BFA5-112D-4405-BB92-9F3F04EA9AB8}" dt="2021-02-08T07:07:52.024" v="379" actId="20577"/>
          <ac:spMkLst>
            <pc:docMk/>
            <pc:sldMk cId="1178180968" sldId="316"/>
            <ac:spMk id="3" creationId="{4C8725FE-F7C8-4F0A-9D8D-2258949ABECF}"/>
          </ac:spMkLst>
        </pc:spChg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142013625" sldId="316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3267303769" sldId="317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4167153210" sldId="318"/>
        </pc:sldMkLst>
      </pc:sldChg>
      <pc:sldChg chg="del">
        <pc:chgData name="Alessandro Ortis" userId="dcdc90ed-3509-45f7-ac48-ad038638580b" providerId="ADAL" clId="{7B60BFA5-112D-4405-BB92-9F3F04EA9AB8}" dt="2021-02-05T14:45:29.518" v="39" actId="47"/>
        <pc:sldMkLst>
          <pc:docMk/>
          <pc:sldMk cId="2782773637" sldId="319"/>
        </pc:sldMkLst>
      </pc:sldChg>
      <pc:sldMasterChg chg="delSldLayout">
        <pc:chgData name="Alessandro Ortis" userId="dcdc90ed-3509-45f7-ac48-ad038638580b" providerId="ADAL" clId="{7B60BFA5-112D-4405-BB92-9F3F04EA9AB8}" dt="2021-02-05T14:45:29.518" v="39" actId="47"/>
        <pc:sldMasterMkLst>
          <pc:docMk/>
          <pc:sldMasterMk cId="0" sldId="2147483648"/>
        </pc:sldMasterMkLst>
        <pc:sldLayoutChg chg="del">
          <pc:chgData name="Alessandro Ortis" userId="dcdc90ed-3509-45f7-ac48-ad038638580b" providerId="ADAL" clId="{7B60BFA5-112D-4405-BB92-9F3F04EA9AB8}" dt="2021-02-05T14:45:29.518" v="39" actId="47"/>
          <pc:sldLayoutMkLst>
            <pc:docMk/>
            <pc:sldMasterMk cId="0" sldId="2147483648"/>
            <pc:sldLayoutMk cId="2317535515" sldId="2147483660"/>
          </pc:sldLayoutMkLst>
        </pc:sldLayoutChg>
      </pc:sldMasterChg>
    </pc:docChg>
  </pc:docChgLst>
  <pc:docChgLst>
    <pc:chgData name="Alessandro Ortis" userId="dcdc90ed-3509-45f7-ac48-ad038638580b" providerId="ADAL" clId="{04F30028-F9BB-42E6-BF67-0D849153B2F7}"/>
    <pc:docChg chg="custSel addSld modSld">
      <pc:chgData name="Alessandro Ortis" userId="dcdc90ed-3509-45f7-ac48-ad038638580b" providerId="ADAL" clId="{04F30028-F9BB-42E6-BF67-0D849153B2F7}" dt="2022-06-01T06:40:35.213" v="86" actId="20577"/>
      <pc:docMkLst>
        <pc:docMk/>
      </pc:docMkLst>
      <pc:sldChg chg="modSp">
        <pc:chgData name="Alessandro Ortis" userId="dcdc90ed-3509-45f7-ac48-ad038638580b" providerId="ADAL" clId="{04F30028-F9BB-42E6-BF67-0D849153B2F7}" dt="2022-05-30T06:38:36.771" v="74" actId="20577"/>
        <pc:sldMkLst>
          <pc:docMk/>
          <pc:sldMk cId="0" sldId="342"/>
        </pc:sldMkLst>
        <pc:spChg chg="mod">
          <ac:chgData name="Alessandro Ortis" userId="dcdc90ed-3509-45f7-ac48-ad038638580b" providerId="ADAL" clId="{04F30028-F9BB-42E6-BF67-0D849153B2F7}" dt="2022-05-30T06:38:36.771" v="74" actId="20577"/>
          <ac:spMkLst>
            <pc:docMk/>
            <pc:sldMk cId="0" sldId="342"/>
            <ac:spMk id="5" creationId="{B584C03D-24A0-44B4-866E-3417AAB3F93F}"/>
          </ac:spMkLst>
        </pc:spChg>
      </pc:sldChg>
      <pc:sldChg chg="modSp mod">
        <pc:chgData name="Alessandro Ortis" userId="dcdc90ed-3509-45f7-ac48-ad038638580b" providerId="ADAL" clId="{04F30028-F9BB-42E6-BF67-0D849153B2F7}" dt="2022-05-30T06:38:01.127" v="72" actId="20577"/>
        <pc:sldMkLst>
          <pc:docMk/>
          <pc:sldMk cId="2486141710" sldId="344"/>
        </pc:sldMkLst>
        <pc:spChg chg="mod">
          <ac:chgData name="Alessandro Ortis" userId="dcdc90ed-3509-45f7-ac48-ad038638580b" providerId="ADAL" clId="{04F30028-F9BB-42E6-BF67-0D849153B2F7}" dt="2022-05-30T06:38:01.127" v="72" actId="20577"/>
          <ac:spMkLst>
            <pc:docMk/>
            <pc:sldMk cId="2486141710" sldId="344"/>
            <ac:spMk id="274436" creationId="{9F734C90-3709-4172-A2CF-11CBA5746E7B}"/>
          </ac:spMkLst>
        </pc:spChg>
      </pc:sldChg>
      <pc:sldChg chg="modSp mod">
        <pc:chgData name="Alessandro Ortis" userId="dcdc90ed-3509-45f7-ac48-ad038638580b" providerId="ADAL" clId="{04F30028-F9BB-42E6-BF67-0D849153B2F7}" dt="2022-06-01T06:40:26.223" v="84" actId="20577"/>
        <pc:sldMkLst>
          <pc:docMk/>
          <pc:sldMk cId="3945114619" sldId="345"/>
        </pc:sldMkLst>
        <pc:spChg chg="mod">
          <ac:chgData name="Alessandro Ortis" userId="dcdc90ed-3509-45f7-ac48-ad038638580b" providerId="ADAL" clId="{04F30028-F9BB-42E6-BF67-0D849153B2F7}" dt="2022-06-01T06:40:26.223" v="84" actId="20577"/>
          <ac:spMkLst>
            <pc:docMk/>
            <pc:sldMk cId="3945114619" sldId="345"/>
            <ac:spMk id="274436" creationId="{191A2A8C-F794-47E5-BDDD-5CD98F69BF59}"/>
          </ac:spMkLst>
        </pc:spChg>
      </pc:sldChg>
      <pc:sldChg chg="addSp modSp add mod">
        <pc:chgData name="Alessandro Ortis" userId="dcdc90ed-3509-45f7-ac48-ad038638580b" providerId="ADAL" clId="{04F30028-F9BB-42E6-BF67-0D849153B2F7}" dt="2022-06-01T06:40:35.213" v="86" actId="20577"/>
        <pc:sldMkLst>
          <pc:docMk/>
          <pc:sldMk cId="376777004" sldId="367"/>
        </pc:sldMkLst>
        <pc:spChg chg="mod">
          <ac:chgData name="Alessandro Ortis" userId="dcdc90ed-3509-45f7-ac48-ad038638580b" providerId="ADAL" clId="{04F30028-F9BB-42E6-BF67-0D849153B2F7}" dt="2022-06-01T06:40:35.213" v="86" actId="20577"/>
          <ac:spMkLst>
            <pc:docMk/>
            <pc:sldMk cId="376777004" sldId="367"/>
            <ac:spMk id="274436" creationId="{191A2A8C-F794-47E5-BDDD-5CD98F69BF59}"/>
          </ac:spMkLst>
        </pc:spChg>
        <pc:inkChg chg="add">
          <ac:chgData name="Alessandro Ortis" userId="dcdc90ed-3509-45f7-ac48-ad038638580b" providerId="ADAL" clId="{04F30028-F9BB-42E6-BF67-0D849153B2F7}" dt="2022-06-01T06:40:23.884" v="82"/>
          <ac:inkMkLst>
            <pc:docMk/>
            <pc:sldMk cId="376777004" sldId="367"/>
            <ac:inkMk id="2" creationId="{E984F636-5DA0-1264-5B73-F95666EEFCE5}"/>
          </ac:inkMkLst>
        </pc:inkChg>
      </pc:sldChg>
    </pc:docChg>
  </pc:docChgLst>
  <pc:docChgLst>
    <pc:chgData name="Alessandro Ortis" userId="dcdc90ed-3509-45f7-ac48-ad038638580b" providerId="ADAL" clId="{DEC872F2-39AC-4D17-9BF1-E0DB3A934E7A}"/>
    <pc:docChg chg="undo custSel addSld delSld modSld">
      <pc:chgData name="Alessandro Ortis" userId="dcdc90ed-3509-45f7-ac48-ad038638580b" providerId="ADAL" clId="{DEC872F2-39AC-4D17-9BF1-E0DB3A934E7A}" dt="2021-05-11T16:41:54.586" v="406" actId="1076"/>
      <pc:docMkLst>
        <pc:docMk/>
      </pc:docMkLst>
      <pc:sldChg chg="modSp mod">
        <pc:chgData name="Alessandro Ortis" userId="dcdc90ed-3509-45f7-ac48-ad038638580b" providerId="ADAL" clId="{DEC872F2-39AC-4D17-9BF1-E0DB3A934E7A}" dt="2021-05-11T16:33:03.036" v="25" actId="14100"/>
        <pc:sldMkLst>
          <pc:docMk/>
          <pc:sldMk cId="0" sldId="256"/>
        </pc:sldMkLst>
        <pc:spChg chg="mod">
          <ac:chgData name="Alessandro Ortis" userId="dcdc90ed-3509-45f7-ac48-ad038638580b" providerId="ADAL" clId="{DEC872F2-39AC-4D17-9BF1-E0DB3A934E7A}" dt="2021-05-11T16:32:45.274" v="21" actId="2711"/>
          <ac:spMkLst>
            <pc:docMk/>
            <pc:sldMk cId="0" sldId="256"/>
            <ac:spMk id="3073" creationId="{04F2A7F8-87BE-493E-9A49-AAB3021D3FCB}"/>
          </ac:spMkLst>
        </pc:spChg>
        <pc:spChg chg="mod">
          <ac:chgData name="Alessandro Ortis" userId="dcdc90ed-3509-45f7-ac48-ad038638580b" providerId="ADAL" clId="{DEC872F2-39AC-4D17-9BF1-E0DB3A934E7A}" dt="2021-05-11T16:33:03.036" v="25" actId="14100"/>
          <ac:spMkLst>
            <pc:docMk/>
            <pc:sldMk cId="0" sldId="256"/>
            <ac:spMk id="3075" creationId="{52ACDD1A-9D64-40CB-AD37-8392A5302389}"/>
          </ac:spMkLst>
        </pc:spChg>
        <pc:spChg chg="mod">
          <ac:chgData name="Alessandro Ortis" userId="dcdc90ed-3509-45f7-ac48-ad038638580b" providerId="ADAL" clId="{DEC872F2-39AC-4D17-9BF1-E0DB3A934E7A}" dt="2021-05-11T16:32:56.872" v="23" actId="6549"/>
          <ac:spMkLst>
            <pc:docMk/>
            <pc:sldMk cId="0" sldId="256"/>
            <ac:spMk id="3076" creationId="{430ECFB0-F9CE-4B3C-B677-2F540EB43754}"/>
          </ac:spMkLst>
        </pc:spChg>
        <pc:spChg chg="mod">
          <ac:chgData name="Alessandro Ortis" userId="dcdc90ed-3509-45f7-ac48-ad038638580b" providerId="ADAL" clId="{DEC872F2-39AC-4D17-9BF1-E0DB3A934E7A}" dt="2021-05-11T16:32:54.697" v="22" actId="6549"/>
          <ac:spMkLst>
            <pc:docMk/>
            <pc:sldMk cId="0" sldId="256"/>
            <ac:spMk id="3078" creationId="{B2964453-C7D1-4FC8-A676-0BD5F380B5CA}"/>
          </ac:spMkLst>
        </pc:spChg>
        <pc:picChg chg="mod">
          <ac:chgData name="Alessandro Ortis" userId="dcdc90ed-3509-45f7-ac48-ad038638580b" providerId="ADAL" clId="{DEC872F2-39AC-4D17-9BF1-E0DB3A934E7A}" dt="2021-05-11T16:32:45.274" v="21" actId="2711"/>
          <ac:picMkLst>
            <pc:docMk/>
            <pc:sldMk cId="0" sldId="256"/>
            <ac:picMk id="3077" creationId="{D2B92CC5-5741-4206-B829-1CB9662731D1}"/>
          </ac:picMkLst>
        </pc:picChg>
      </pc:sldChg>
      <pc:sldChg chg="modSp mod">
        <pc:chgData name="Alessandro Ortis" userId="dcdc90ed-3509-45f7-ac48-ad038638580b" providerId="ADAL" clId="{DEC872F2-39AC-4D17-9BF1-E0DB3A934E7A}" dt="2021-05-11T16:38:19.767" v="173" actId="1076"/>
        <pc:sldMkLst>
          <pc:docMk/>
          <pc:sldMk cId="0" sldId="280"/>
        </pc:sldMkLst>
        <pc:spChg chg="mod">
          <ac:chgData name="Alessandro Ortis" userId="dcdc90ed-3509-45f7-ac48-ad038638580b" providerId="ADAL" clId="{DEC872F2-39AC-4D17-9BF1-E0DB3A934E7A}" dt="2021-05-11T16:38:14.345" v="171" actId="1076"/>
          <ac:spMkLst>
            <pc:docMk/>
            <pc:sldMk cId="0" sldId="280"/>
            <ac:spMk id="13315" creationId="{7262B216-A397-4BBB-BB38-0C9499DEE20A}"/>
          </ac:spMkLst>
        </pc:spChg>
        <pc:spChg chg="mod">
          <ac:chgData name="Alessandro Ortis" userId="dcdc90ed-3509-45f7-ac48-ad038638580b" providerId="ADAL" clId="{DEC872F2-39AC-4D17-9BF1-E0DB3A934E7A}" dt="2021-05-11T16:38:16.845" v="172" actId="1076"/>
          <ac:spMkLst>
            <pc:docMk/>
            <pc:sldMk cId="0" sldId="280"/>
            <ac:spMk id="13318" creationId="{82A372C0-5C36-4BF7-9495-F66C2B8EC3FA}"/>
          </ac:spMkLst>
        </pc:spChg>
        <pc:spChg chg="mod">
          <ac:chgData name="Alessandro Ortis" userId="dcdc90ed-3509-45f7-ac48-ad038638580b" providerId="ADAL" clId="{DEC872F2-39AC-4D17-9BF1-E0DB3A934E7A}" dt="2021-05-11T16:37:45.863" v="151" actId="2711"/>
          <ac:spMkLst>
            <pc:docMk/>
            <pc:sldMk cId="0" sldId="280"/>
            <ac:spMk id="174082" creationId="{A8C99112-970C-4550-9451-5F17F0444EA3}"/>
          </ac:spMkLst>
        </pc:spChg>
        <pc:picChg chg="mod">
          <ac:chgData name="Alessandro Ortis" userId="dcdc90ed-3509-45f7-ac48-ad038638580b" providerId="ADAL" clId="{DEC872F2-39AC-4D17-9BF1-E0DB3A934E7A}" dt="2021-05-11T16:38:19.767" v="173" actId="1076"/>
          <ac:picMkLst>
            <pc:docMk/>
            <pc:sldMk cId="0" sldId="280"/>
            <ac:picMk id="13316" creationId="{407E2B9F-5A84-4CC9-8C1A-536E62BA3AB5}"/>
          </ac:picMkLst>
        </pc:picChg>
        <pc:picChg chg="mod">
          <ac:chgData name="Alessandro Ortis" userId="dcdc90ed-3509-45f7-ac48-ad038638580b" providerId="ADAL" clId="{DEC872F2-39AC-4D17-9BF1-E0DB3A934E7A}" dt="2021-05-11T16:37:45.863" v="151" actId="2711"/>
          <ac:picMkLst>
            <pc:docMk/>
            <pc:sldMk cId="0" sldId="280"/>
            <ac:picMk id="13317" creationId="{3F5A5DDE-A5B2-4524-AEAC-18959A49048A}"/>
          </ac:picMkLst>
        </pc:picChg>
      </pc:sldChg>
      <pc:sldChg chg="addSp delSp modSp mod">
        <pc:chgData name="Alessandro Ortis" userId="dcdc90ed-3509-45f7-ac48-ad038638580b" providerId="ADAL" clId="{DEC872F2-39AC-4D17-9BF1-E0DB3A934E7A}" dt="2021-05-11T16:33:54.416" v="31" actId="2711"/>
        <pc:sldMkLst>
          <pc:docMk/>
          <pc:sldMk cId="0" sldId="281"/>
        </pc:sldMkLst>
        <pc:spChg chg="add del mod">
          <ac:chgData name="Alessandro Ortis" userId="dcdc90ed-3509-45f7-ac48-ad038638580b" providerId="ADAL" clId="{DEC872F2-39AC-4D17-9BF1-E0DB3A934E7A}" dt="2021-05-11T16:33:21.732" v="28" actId="478"/>
          <ac:spMkLst>
            <pc:docMk/>
            <pc:sldMk cId="0" sldId="281"/>
            <ac:spMk id="3" creationId="{ACC4255E-92C9-41B0-82E5-1B4189F1C713}"/>
          </ac:spMkLst>
        </pc:spChg>
        <pc:spChg chg="add mod">
          <ac:chgData name="Alessandro Ortis" userId="dcdc90ed-3509-45f7-ac48-ad038638580b" providerId="ADAL" clId="{DEC872F2-39AC-4D17-9BF1-E0DB3A934E7A}" dt="2021-05-11T16:33:22.114" v="29"/>
          <ac:spMkLst>
            <pc:docMk/>
            <pc:sldMk cId="0" sldId="281"/>
            <ac:spMk id="6" creationId="{A30D7ECC-3F12-40E1-AC47-DE98263947E2}"/>
          </ac:spMkLst>
        </pc:spChg>
        <pc:spChg chg="del">
          <ac:chgData name="Alessandro Ortis" userId="dcdc90ed-3509-45f7-ac48-ad038638580b" providerId="ADAL" clId="{DEC872F2-39AC-4D17-9BF1-E0DB3A934E7A}" dt="2021-05-11T16:33:18.204" v="27" actId="478"/>
          <ac:spMkLst>
            <pc:docMk/>
            <pc:sldMk cId="0" sldId="281"/>
            <ac:spMk id="3073" creationId="{485FE972-A72A-480E-AA0E-ECE8FD84BCBE}"/>
          </ac:spMkLst>
        </pc:spChg>
        <pc:spChg chg="mod">
          <ac:chgData name="Alessandro Ortis" userId="dcdc90ed-3509-45f7-ac48-ad038638580b" providerId="ADAL" clId="{DEC872F2-39AC-4D17-9BF1-E0DB3A934E7A}" dt="2021-05-11T16:33:54.416" v="31" actId="2711"/>
          <ac:spMkLst>
            <pc:docMk/>
            <pc:sldMk cId="0" sldId="281"/>
            <ac:spMk id="5123" creationId="{B39937A4-3275-4047-AE3E-32A10AFA154F}"/>
          </ac:spMkLst>
        </pc:spChg>
      </pc:sldChg>
      <pc:sldChg chg="modSp mod">
        <pc:chgData name="Alessandro Ortis" userId="dcdc90ed-3509-45f7-ac48-ad038638580b" providerId="ADAL" clId="{DEC872F2-39AC-4D17-9BF1-E0DB3A934E7A}" dt="2021-05-11T16:36:55.986" v="147" actId="123"/>
        <pc:sldMkLst>
          <pc:docMk/>
          <pc:sldMk cId="0" sldId="282"/>
        </pc:sldMkLst>
        <pc:spChg chg="mod">
          <ac:chgData name="Alessandro Ortis" userId="dcdc90ed-3509-45f7-ac48-ad038638580b" providerId="ADAL" clId="{DEC872F2-39AC-4D17-9BF1-E0DB3A934E7A}" dt="2021-05-11T16:34:38.998" v="37" actId="1076"/>
          <ac:spMkLst>
            <pc:docMk/>
            <pc:sldMk cId="0" sldId="282"/>
            <ac:spMk id="3073" creationId="{9228FDBF-357C-432B-B094-86D61B0223CE}"/>
          </ac:spMkLst>
        </pc:spChg>
        <pc:spChg chg="mod">
          <ac:chgData name="Alessandro Ortis" userId="dcdc90ed-3509-45f7-ac48-ad038638580b" providerId="ADAL" clId="{DEC872F2-39AC-4D17-9BF1-E0DB3A934E7A}" dt="2021-05-11T16:36:55.986" v="147" actId="123"/>
          <ac:spMkLst>
            <pc:docMk/>
            <pc:sldMk cId="0" sldId="282"/>
            <ac:spMk id="7171" creationId="{610DE568-B6E8-48BE-8D87-3F42C26D4144}"/>
          </ac:spMkLst>
        </pc:spChg>
      </pc:sldChg>
      <pc:sldChg chg="addSp delSp modSp mod">
        <pc:chgData name="Alessandro Ortis" userId="dcdc90ed-3509-45f7-ac48-ad038638580b" providerId="ADAL" clId="{DEC872F2-39AC-4D17-9BF1-E0DB3A934E7A}" dt="2021-05-11T16:35:20.592" v="58" actId="1076"/>
        <pc:sldMkLst>
          <pc:docMk/>
          <pc:sldMk cId="0" sldId="284"/>
        </pc:sldMkLst>
        <pc:spChg chg="add del mod">
          <ac:chgData name="Alessandro Ortis" userId="dcdc90ed-3509-45f7-ac48-ad038638580b" providerId="ADAL" clId="{DEC872F2-39AC-4D17-9BF1-E0DB3A934E7A}" dt="2021-05-11T16:34:46.716" v="41" actId="478"/>
          <ac:spMkLst>
            <pc:docMk/>
            <pc:sldMk cId="0" sldId="284"/>
            <ac:spMk id="3" creationId="{D69336DC-D57E-4672-8C27-77F3ECC5300A}"/>
          </ac:spMkLst>
        </pc:spChg>
        <pc:spChg chg="add del mod">
          <ac:chgData name="Alessandro Ortis" userId="dcdc90ed-3509-45f7-ac48-ad038638580b" providerId="ADAL" clId="{DEC872F2-39AC-4D17-9BF1-E0DB3A934E7A}" dt="2021-05-11T16:34:45.409" v="40"/>
          <ac:spMkLst>
            <pc:docMk/>
            <pc:sldMk cId="0" sldId="284"/>
            <ac:spMk id="6" creationId="{424F9DAB-F0D5-45B4-A9DA-F0E118DCD535}"/>
          </ac:spMkLst>
        </pc:spChg>
        <pc:spChg chg="add mod">
          <ac:chgData name="Alessandro Ortis" userId="dcdc90ed-3509-45f7-ac48-ad038638580b" providerId="ADAL" clId="{DEC872F2-39AC-4D17-9BF1-E0DB3A934E7A}" dt="2021-05-11T16:34:46.942" v="42"/>
          <ac:spMkLst>
            <pc:docMk/>
            <pc:sldMk cId="0" sldId="284"/>
            <ac:spMk id="7" creationId="{6E07246D-39A4-4042-8841-CB3759BB4DFC}"/>
          </ac:spMkLst>
        </pc:spChg>
        <pc:spChg chg="del">
          <ac:chgData name="Alessandro Ortis" userId="dcdc90ed-3509-45f7-ac48-ad038638580b" providerId="ADAL" clId="{DEC872F2-39AC-4D17-9BF1-E0DB3A934E7A}" dt="2021-05-11T16:34:43.584" v="38" actId="478"/>
          <ac:spMkLst>
            <pc:docMk/>
            <pc:sldMk cId="0" sldId="284"/>
            <ac:spMk id="3073" creationId="{C84E946E-B287-4B1F-A0BB-4BCF7E103976}"/>
          </ac:spMkLst>
        </pc:spChg>
        <pc:spChg chg="mod">
          <ac:chgData name="Alessandro Ortis" userId="dcdc90ed-3509-45f7-ac48-ad038638580b" providerId="ADAL" clId="{DEC872F2-39AC-4D17-9BF1-E0DB3A934E7A}" dt="2021-05-11T16:35:20.592" v="58" actId="1076"/>
          <ac:spMkLst>
            <pc:docMk/>
            <pc:sldMk cId="0" sldId="284"/>
            <ac:spMk id="9219" creationId="{9110AFED-1F57-40D0-B160-8C7660D5C619}"/>
          </ac:spMkLst>
        </pc:spChg>
      </pc:sldChg>
      <pc:sldChg chg="modSp mod">
        <pc:chgData name="Alessandro Ortis" userId="dcdc90ed-3509-45f7-ac48-ad038638580b" providerId="ADAL" clId="{DEC872F2-39AC-4D17-9BF1-E0DB3A934E7A}" dt="2021-05-11T16:36:28.757" v="145" actId="20577"/>
        <pc:sldMkLst>
          <pc:docMk/>
          <pc:sldMk cId="0" sldId="285"/>
        </pc:sldMkLst>
        <pc:spChg chg="mod">
          <ac:chgData name="Alessandro Ortis" userId="dcdc90ed-3509-45f7-ac48-ad038638580b" providerId="ADAL" clId="{DEC872F2-39AC-4D17-9BF1-E0DB3A934E7A}" dt="2021-05-11T16:35:39.118" v="61" actId="1076"/>
          <ac:spMkLst>
            <pc:docMk/>
            <pc:sldMk cId="0" sldId="285"/>
            <ac:spMk id="3073" creationId="{6D593E0E-6476-4784-A4BF-B7A862BF695F}"/>
          </ac:spMkLst>
        </pc:spChg>
        <pc:spChg chg="mod">
          <ac:chgData name="Alessandro Ortis" userId="dcdc90ed-3509-45f7-ac48-ad038638580b" providerId="ADAL" clId="{DEC872F2-39AC-4D17-9BF1-E0DB3A934E7A}" dt="2021-05-11T16:36:28.757" v="145" actId="20577"/>
          <ac:spMkLst>
            <pc:docMk/>
            <pc:sldMk cId="0" sldId="285"/>
            <ac:spMk id="11267" creationId="{EBFEC43E-05A1-4EEA-BEAC-169C1AB0AEF1}"/>
          </ac:spMkLst>
        </pc:spChg>
      </pc:sldChg>
      <pc:sldChg chg="modSp mod">
        <pc:chgData name="Alessandro Ortis" userId="dcdc90ed-3509-45f7-ac48-ad038638580b" providerId="ADAL" clId="{DEC872F2-39AC-4D17-9BF1-E0DB3A934E7A}" dt="2021-05-11T16:38:48.539" v="175" actId="2711"/>
        <pc:sldMkLst>
          <pc:docMk/>
          <pc:sldMk cId="0" sldId="286"/>
        </pc:sldMkLst>
        <pc:spChg chg="mod">
          <ac:chgData name="Alessandro Ortis" userId="dcdc90ed-3509-45f7-ac48-ad038638580b" providerId="ADAL" clId="{DEC872F2-39AC-4D17-9BF1-E0DB3A934E7A}" dt="2021-05-11T16:38:45.374" v="174" actId="108"/>
          <ac:spMkLst>
            <pc:docMk/>
            <pc:sldMk cId="0" sldId="286"/>
            <ac:spMk id="2" creationId="{AC0622A9-75C6-410C-9B19-4DD3B0DD1FD0}"/>
          </ac:spMkLst>
        </pc:spChg>
        <pc:spChg chg="mod">
          <ac:chgData name="Alessandro Ortis" userId="dcdc90ed-3509-45f7-ac48-ad038638580b" providerId="ADAL" clId="{DEC872F2-39AC-4D17-9BF1-E0DB3A934E7A}" dt="2021-05-11T16:38:48.539" v="175" actId="2711"/>
          <ac:spMkLst>
            <pc:docMk/>
            <pc:sldMk cId="0" sldId="286"/>
            <ac:spMk id="15363" creationId="{7ADA357A-6B42-4A90-A318-76EDE385EF7E}"/>
          </ac:spMkLst>
        </pc:spChg>
      </pc:sldChg>
      <pc:sldChg chg="modSp mod">
        <pc:chgData name="Alessandro Ortis" userId="dcdc90ed-3509-45f7-ac48-ad038638580b" providerId="ADAL" clId="{DEC872F2-39AC-4D17-9BF1-E0DB3A934E7A}" dt="2021-05-11T16:39:39.371" v="189" actId="20577"/>
        <pc:sldMkLst>
          <pc:docMk/>
          <pc:sldMk cId="0" sldId="287"/>
        </pc:sldMkLst>
        <pc:spChg chg="mod">
          <ac:chgData name="Alessandro Ortis" userId="dcdc90ed-3509-45f7-ac48-ad038638580b" providerId="ADAL" clId="{DEC872F2-39AC-4D17-9BF1-E0DB3A934E7A}" dt="2021-05-11T16:39:09.290" v="177" actId="20577"/>
          <ac:spMkLst>
            <pc:docMk/>
            <pc:sldMk cId="0" sldId="287"/>
            <ac:spMk id="2" creationId="{8C2F9160-1462-454C-8B05-0A68489C5072}"/>
          </ac:spMkLst>
        </pc:spChg>
        <pc:spChg chg="mod">
          <ac:chgData name="Alessandro Ortis" userId="dcdc90ed-3509-45f7-ac48-ad038638580b" providerId="ADAL" clId="{DEC872F2-39AC-4D17-9BF1-E0DB3A934E7A}" dt="2021-05-11T16:39:39.371" v="189" actId="20577"/>
          <ac:spMkLst>
            <pc:docMk/>
            <pc:sldMk cId="0" sldId="287"/>
            <ac:spMk id="16387" creationId="{1CA810C2-1A69-4765-BBC9-BD73A4FA7363}"/>
          </ac:spMkLst>
        </pc:spChg>
      </pc:sldChg>
      <pc:sldChg chg="modSp mod">
        <pc:chgData name="Alessandro Ortis" userId="dcdc90ed-3509-45f7-ac48-ad038638580b" providerId="ADAL" clId="{DEC872F2-39AC-4D17-9BF1-E0DB3A934E7A}" dt="2021-05-11T16:41:54.586" v="406" actId="1076"/>
        <pc:sldMkLst>
          <pc:docMk/>
          <pc:sldMk cId="0" sldId="288"/>
        </pc:sldMkLst>
        <pc:spChg chg="mod">
          <ac:chgData name="Alessandro Ortis" userId="dcdc90ed-3509-45f7-ac48-ad038638580b" providerId="ADAL" clId="{DEC872F2-39AC-4D17-9BF1-E0DB3A934E7A}" dt="2021-05-11T16:41:48.674" v="405" actId="6549"/>
          <ac:spMkLst>
            <pc:docMk/>
            <pc:sldMk cId="0" sldId="288"/>
            <ac:spMk id="2" creationId="{BD580F74-149F-4451-A623-D5E4A10F73D0}"/>
          </ac:spMkLst>
        </pc:spChg>
        <pc:spChg chg="mod">
          <ac:chgData name="Alessandro Ortis" userId="dcdc90ed-3509-45f7-ac48-ad038638580b" providerId="ADAL" clId="{DEC872F2-39AC-4D17-9BF1-E0DB3A934E7A}" dt="2021-05-11T16:41:54.586" v="406" actId="1076"/>
          <ac:spMkLst>
            <pc:docMk/>
            <pc:sldMk cId="0" sldId="288"/>
            <ac:spMk id="3" creationId="{12AA2650-51F9-4D0C-B85B-9F4753D91D30}"/>
          </ac:spMkLst>
        </pc:spChg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0" sldId="301"/>
        </pc:sldMkLst>
      </pc:sldChg>
      <pc:sldChg chg="modSp mod">
        <pc:chgData name="Alessandro Ortis" userId="dcdc90ed-3509-45f7-ac48-ad038638580b" providerId="ADAL" clId="{DEC872F2-39AC-4D17-9BF1-E0DB3A934E7A}" dt="2021-05-11T16:32:12.957" v="10" actId="20577"/>
        <pc:sldMkLst>
          <pc:docMk/>
          <pc:sldMk cId="0" sldId="314"/>
        </pc:sldMkLst>
        <pc:spChg chg="mod">
          <ac:chgData name="Alessandro Ortis" userId="dcdc90ed-3509-45f7-ac48-ad038638580b" providerId="ADAL" clId="{DEC872F2-39AC-4D17-9BF1-E0DB3A934E7A}" dt="2021-05-11T16:32:12.957" v="10" actId="20577"/>
          <ac:spMkLst>
            <pc:docMk/>
            <pc:sldMk cId="0" sldId="314"/>
            <ac:spMk id="2" creationId="{00000000-0000-0000-0000-000000000000}"/>
          </ac:spMkLst>
        </pc:spChg>
      </pc:sldChg>
      <pc:sldChg chg="add del">
        <pc:chgData name="Alessandro Ortis" userId="dcdc90ed-3509-45f7-ac48-ad038638580b" providerId="ADAL" clId="{DEC872F2-39AC-4D17-9BF1-E0DB3A934E7A}" dt="2021-05-11T16:41:41.432" v="404" actId="47"/>
        <pc:sldMkLst>
          <pc:docMk/>
          <pc:sldMk cId="2738048506" sldId="394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2524756841" sldId="397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1179879408" sldId="399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3259701594" sldId="400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3615126825" sldId="401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3197970936" sldId="402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4264202486" sldId="403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3585833530" sldId="404"/>
        </pc:sldMkLst>
      </pc:sldChg>
      <pc:sldChg chg="add del">
        <pc:chgData name="Alessandro Ortis" userId="dcdc90ed-3509-45f7-ac48-ad038638580b" providerId="ADAL" clId="{DEC872F2-39AC-4D17-9BF1-E0DB3A934E7A}" dt="2021-05-11T16:32:20.312" v="13" actId="47"/>
        <pc:sldMkLst>
          <pc:docMk/>
          <pc:sldMk cId="1795741948" sldId="405"/>
        </pc:sldMkLst>
      </pc:sldChg>
    </pc:docChg>
  </pc:docChgLst>
  <pc:docChgLst>
    <pc:chgData name="Alessandro Ortis" userId="dcdc90ed-3509-45f7-ac48-ad038638580b" providerId="ADAL" clId="{5D3AED2F-24F8-4299-A4FA-799F3140EC03}"/>
    <pc:docChg chg="undo custSel addSld delSld modSld">
      <pc:chgData name="Alessandro Ortis" userId="dcdc90ed-3509-45f7-ac48-ad038638580b" providerId="ADAL" clId="{5D3AED2F-24F8-4299-A4FA-799F3140EC03}" dt="2021-06-07T10:33:03.266" v="2176" actId="47"/>
      <pc:docMkLst>
        <pc:docMk/>
      </pc:docMkLst>
      <pc:sldChg chg="addSp delSp modSp mod">
        <pc:chgData name="Alessandro Ortis" userId="dcdc90ed-3509-45f7-ac48-ad038638580b" providerId="ADAL" clId="{5D3AED2F-24F8-4299-A4FA-799F3140EC03}" dt="2021-05-25T14:14:16.760" v="793" actId="14100"/>
        <pc:sldMkLst>
          <pc:docMk/>
          <pc:sldMk cId="0" sldId="332"/>
        </pc:sldMkLst>
        <pc:spChg chg="add mod">
          <ac:chgData name="Alessandro Ortis" userId="dcdc90ed-3509-45f7-ac48-ad038638580b" providerId="ADAL" clId="{5D3AED2F-24F8-4299-A4FA-799F3140EC03}" dt="2021-05-25T14:14:16.760" v="793" actId="14100"/>
          <ac:spMkLst>
            <pc:docMk/>
            <pc:sldMk cId="0" sldId="332"/>
            <ac:spMk id="7" creationId="{F1362D24-D4CF-420F-B3A3-FE6F351A9BF1}"/>
          </ac:spMkLst>
        </pc:spChg>
        <pc:spChg chg="del">
          <ac:chgData name="Alessandro Ortis" userId="dcdc90ed-3509-45f7-ac48-ad038638580b" providerId="ADAL" clId="{5D3AED2F-24F8-4299-A4FA-799F3140EC03}" dt="2021-05-25T14:12:42.288" v="687" actId="478"/>
          <ac:spMkLst>
            <pc:docMk/>
            <pc:sldMk cId="0" sldId="332"/>
            <ac:spMk id="262147" creationId="{4F0CC431-72AC-4499-9716-814DB795EEB7}"/>
          </ac:spMkLst>
        </pc:spChg>
        <pc:spChg chg="mod">
          <ac:chgData name="Alessandro Ortis" userId="dcdc90ed-3509-45f7-ac48-ad038638580b" providerId="ADAL" clId="{5D3AED2F-24F8-4299-A4FA-799F3140EC03}" dt="2021-05-25T14:13:48.030" v="747" actId="1036"/>
          <ac:spMkLst>
            <pc:docMk/>
            <pc:sldMk cId="0" sldId="332"/>
            <ac:spMk id="262148" creationId="{D359FBB0-0C54-4B56-A717-B8285951567F}"/>
          </ac:spMkLst>
        </pc:spChg>
        <pc:picChg chg="mod">
          <ac:chgData name="Alessandro Ortis" userId="dcdc90ed-3509-45f7-ac48-ad038638580b" providerId="ADAL" clId="{5D3AED2F-24F8-4299-A4FA-799F3140EC03}" dt="2021-05-25T14:13:51.532" v="768" actId="1036"/>
          <ac:picMkLst>
            <pc:docMk/>
            <pc:sldMk cId="0" sldId="332"/>
            <ac:picMk id="262149" creationId="{49D80DA6-4AB7-470F-B0B5-B2BBDFF13595}"/>
          </ac:picMkLst>
        </pc:picChg>
      </pc:sldChg>
      <pc:sldChg chg="modSp mod">
        <pc:chgData name="Alessandro Ortis" userId="dcdc90ed-3509-45f7-ac48-ad038638580b" providerId="ADAL" clId="{5D3AED2F-24F8-4299-A4FA-799F3140EC03}" dt="2021-05-25T20:09:39.625" v="1782" actId="6549"/>
        <pc:sldMkLst>
          <pc:docMk/>
          <pc:sldMk cId="0" sldId="334"/>
        </pc:sldMkLst>
        <pc:spChg chg="mod">
          <ac:chgData name="Alessandro Ortis" userId="dcdc90ed-3509-45f7-ac48-ad038638580b" providerId="ADAL" clId="{5D3AED2F-24F8-4299-A4FA-799F3140EC03}" dt="2021-05-25T20:09:39.625" v="1782" actId="6549"/>
          <ac:spMkLst>
            <pc:docMk/>
            <pc:sldMk cId="0" sldId="334"/>
            <ac:spMk id="2" creationId="{AC427A5A-A93A-411D-9BF9-855363B38E0C}"/>
          </ac:spMkLst>
        </pc:spChg>
      </pc:sldChg>
      <pc:sldChg chg="modSp mod">
        <pc:chgData name="Alessandro Ortis" userId="dcdc90ed-3509-45f7-ac48-ad038638580b" providerId="ADAL" clId="{5D3AED2F-24F8-4299-A4FA-799F3140EC03}" dt="2021-05-25T14:16:29.109" v="794" actId="14100"/>
        <pc:sldMkLst>
          <pc:docMk/>
          <pc:sldMk cId="0" sldId="336"/>
        </pc:sldMkLst>
        <pc:spChg chg="mod">
          <ac:chgData name="Alessandro Ortis" userId="dcdc90ed-3509-45f7-ac48-ad038638580b" providerId="ADAL" clId="{5D3AED2F-24F8-4299-A4FA-799F3140EC03}" dt="2021-05-25T14:16:29.109" v="794" actId="14100"/>
          <ac:spMkLst>
            <pc:docMk/>
            <pc:sldMk cId="0" sldId="336"/>
            <ac:spMk id="266243" creationId="{FFF92C49-8C06-49CF-8FC8-2FEC1F234DEE}"/>
          </ac:spMkLst>
        </pc:spChg>
      </pc:sldChg>
      <pc:sldChg chg="mod modShow">
        <pc:chgData name="Alessandro Ortis" userId="dcdc90ed-3509-45f7-ac48-ad038638580b" providerId="ADAL" clId="{5D3AED2F-24F8-4299-A4FA-799F3140EC03}" dt="2021-05-20T14:39:26.559" v="651" actId="729"/>
        <pc:sldMkLst>
          <pc:docMk/>
          <pc:sldMk cId="0" sldId="338"/>
        </pc:sldMkLst>
      </pc:sldChg>
      <pc:sldChg chg="modSp mod">
        <pc:chgData name="Alessandro Ortis" userId="dcdc90ed-3509-45f7-ac48-ad038638580b" providerId="ADAL" clId="{5D3AED2F-24F8-4299-A4FA-799F3140EC03}" dt="2021-05-25T14:18:04.544" v="804"/>
        <pc:sldMkLst>
          <pc:docMk/>
          <pc:sldMk cId="0" sldId="341"/>
        </pc:sldMkLst>
        <pc:spChg chg="mod">
          <ac:chgData name="Alessandro Ortis" userId="dcdc90ed-3509-45f7-ac48-ad038638580b" providerId="ADAL" clId="{5D3AED2F-24F8-4299-A4FA-799F3140EC03}" dt="2021-05-25T14:18:04.544" v="804"/>
          <ac:spMkLst>
            <pc:docMk/>
            <pc:sldMk cId="0" sldId="341"/>
            <ac:spMk id="276483" creationId="{0321CC90-DAFC-4AAB-A56D-DF5054B8EB24}"/>
          </ac:spMkLst>
        </pc:spChg>
      </pc:sldChg>
      <pc:sldChg chg="modSp mod">
        <pc:chgData name="Alessandro Ortis" userId="dcdc90ed-3509-45f7-ac48-ad038638580b" providerId="ADAL" clId="{5D3AED2F-24F8-4299-A4FA-799F3140EC03}" dt="2021-05-25T14:34:23.345" v="873" actId="12"/>
        <pc:sldMkLst>
          <pc:docMk/>
          <pc:sldMk cId="0" sldId="343"/>
        </pc:sldMkLst>
        <pc:spChg chg="mod">
          <ac:chgData name="Alessandro Ortis" userId="dcdc90ed-3509-45f7-ac48-ad038638580b" providerId="ADAL" clId="{5D3AED2F-24F8-4299-A4FA-799F3140EC03}" dt="2021-05-25T14:21:12.560" v="822" actId="1076"/>
          <ac:spMkLst>
            <pc:docMk/>
            <pc:sldMk cId="0" sldId="343"/>
            <ac:spMk id="7" creationId="{194D900B-8221-43BC-AAEA-B9E82463E167}"/>
          </ac:spMkLst>
        </pc:spChg>
        <pc:spChg chg="mod">
          <ac:chgData name="Alessandro Ortis" userId="dcdc90ed-3509-45f7-ac48-ad038638580b" providerId="ADAL" clId="{5D3AED2F-24F8-4299-A4FA-799F3140EC03}" dt="2021-05-25T14:34:23.345" v="873" actId="12"/>
          <ac:spMkLst>
            <pc:docMk/>
            <pc:sldMk cId="0" sldId="343"/>
            <ac:spMk id="9" creationId="{667679CB-849D-4B2B-A3BA-2521D282809F}"/>
          </ac:spMkLst>
        </pc:spChg>
      </pc:sldChg>
      <pc:sldChg chg="modSp add">
        <pc:chgData name="Alessandro Ortis" userId="dcdc90ed-3509-45f7-ac48-ad038638580b" providerId="ADAL" clId="{5D3AED2F-24F8-4299-A4FA-799F3140EC03}" dt="2021-05-25T15:08:56.667" v="1247" actId="1037"/>
        <pc:sldMkLst>
          <pc:docMk/>
          <pc:sldMk cId="110799865" sldId="344"/>
        </pc:sldMkLst>
        <pc:picChg chg="mod">
          <ac:chgData name="Alessandro Ortis" userId="dcdc90ed-3509-45f7-ac48-ad038638580b" providerId="ADAL" clId="{5D3AED2F-24F8-4299-A4FA-799F3140EC03}" dt="2021-05-25T15:01:55.343" v="1122" actId="1076"/>
          <ac:picMkLst>
            <pc:docMk/>
            <pc:sldMk cId="110799865" sldId="344"/>
            <ac:picMk id="3" creationId="{12B6E152-7652-44F8-AE0B-3FD7BF52F6E9}"/>
          </ac:picMkLst>
        </pc:picChg>
        <pc:picChg chg="mod">
          <ac:chgData name="Alessandro Ortis" userId="dcdc90ed-3509-45f7-ac48-ad038638580b" providerId="ADAL" clId="{5D3AED2F-24F8-4299-A4FA-799F3140EC03}" dt="2021-05-25T15:08:56.667" v="1247" actId="1037"/>
          <ac:picMkLst>
            <pc:docMk/>
            <pc:sldMk cId="110799865" sldId="344"/>
            <ac:picMk id="4" creationId="{428D60B3-CE5C-423B-83DB-171948F7CEAB}"/>
          </ac:picMkLst>
        </pc:picChg>
      </pc:sldChg>
      <pc:sldChg chg="add">
        <pc:chgData name="Alessandro Ortis" userId="dcdc90ed-3509-45f7-ac48-ad038638580b" providerId="ADAL" clId="{5D3AED2F-24F8-4299-A4FA-799F3140EC03}" dt="2021-05-25T20:47:40.529" v="1789"/>
        <pc:sldMkLst>
          <pc:docMk/>
          <pc:sldMk cId="2486141710" sldId="344"/>
        </pc:sldMkLst>
      </pc:sldChg>
      <pc:sldChg chg="add">
        <pc:chgData name="Alessandro Ortis" userId="dcdc90ed-3509-45f7-ac48-ad038638580b" providerId="ADAL" clId="{5D3AED2F-24F8-4299-A4FA-799F3140EC03}" dt="2021-05-25T14:55:22.565" v="1121"/>
        <pc:sldMkLst>
          <pc:docMk/>
          <pc:sldMk cId="2331159340" sldId="345"/>
        </pc:sldMkLst>
        <pc:spChg chg="mod">
          <ac:chgData name="Alessandro Ortis" userId="dcdc90ed-3509-45f7-ac48-ad038638580b" providerId="ADAL" clId="{5D3AED2F-24F8-4299-A4FA-799F3140EC03}" dt="2021-05-25T14:44:27.643" v="1110" actId="20577"/>
          <ac:spMkLst>
            <pc:docMk/>
            <pc:sldMk cId="2331159340" sldId="345"/>
            <ac:spMk id="274436" creationId="{191A2A8C-F794-47E5-BDDD-5CD98F69BF59}"/>
          </ac:spMkLst>
        </pc:spChg>
      </pc:sldChg>
      <pc:sldChg chg="add">
        <pc:chgData name="Alessandro Ortis" userId="dcdc90ed-3509-45f7-ac48-ad038638580b" providerId="ADAL" clId="{5D3AED2F-24F8-4299-A4FA-799F3140EC03}" dt="2021-05-25T20:47:40.529" v="1789"/>
        <pc:sldMkLst>
          <pc:docMk/>
          <pc:sldMk cId="3945114619" sldId="345"/>
        </pc:sldMkLst>
      </pc:sldChg>
      <pc:sldChg chg="modSp mod">
        <pc:chgData name="Alessandro Ortis" userId="dcdc90ed-3509-45f7-ac48-ad038638580b" providerId="ADAL" clId="{5D3AED2F-24F8-4299-A4FA-799F3140EC03}" dt="2021-05-25T15:11:06.302" v="1257" actId="20577"/>
        <pc:sldMkLst>
          <pc:docMk/>
          <pc:sldMk cId="0" sldId="349"/>
        </pc:sldMkLst>
        <pc:spChg chg="mod">
          <ac:chgData name="Alessandro Ortis" userId="dcdc90ed-3509-45f7-ac48-ad038638580b" providerId="ADAL" clId="{5D3AED2F-24F8-4299-A4FA-799F3140EC03}" dt="2021-05-25T15:11:06.302" v="1257" actId="20577"/>
          <ac:spMkLst>
            <pc:docMk/>
            <pc:sldMk cId="0" sldId="349"/>
            <ac:spMk id="274436" creationId="{E2ECD9D4-1E38-459D-8790-565C0C32147D}"/>
          </ac:spMkLst>
        </pc:spChg>
      </pc:sldChg>
      <pc:sldChg chg="modSp mod">
        <pc:chgData name="Alessandro Ortis" userId="dcdc90ed-3509-45f7-ac48-ad038638580b" providerId="ADAL" clId="{5D3AED2F-24F8-4299-A4FA-799F3140EC03}" dt="2021-06-07T08:13:02.140" v="2172" actId="20577"/>
        <pc:sldMkLst>
          <pc:docMk/>
          <pc:sldMk cId="0" sldId="351"/>
        </pc:sldMkLst>
        <pc:spChg chg="mod">
          <ac:chgData name="Alessandro Ortis" userId="dcdc90ed-3509-45f7-ac48-ad038638580b" providerId="ADAL" clId="{5D3AED2F-24F8-4299-A4FA-799F3140EC03}" dt="2021-06-07T08:13:02.140" v="2172" actId="20577"/>
          <ac:spMkLst>
            <pc:docMk/>
            <pc:sldMk cId="0" sldId="351"/>
            <ac:spMk id="274436" creationId="{68B01C5B-FA28-4D80-850C-41F972B01D07}"/>
          </ac:spMkLst>
        </pc:spChg>
      </pc:sldChg>
      <pc:sldChg chg="addSp delSp modSp mod">
        <pc:chgData name="Alessandro Ortis" userId="dcdc90ed-3509-45f7-ac48-ad038638580b" providerId="ADAL" clId="{5D3AED2F-24F8-4299-A4FA-799F3140EC03}" dt="2021-05-25T15:19:21.051" v="1354" actId="21"/>
        <pc:sldMkLst>
          <pc:docMk/>
          <pc:sldMk cId="0" sldId="352"/>
        </pc:sldMkLst>
        <pc:spChg chg="add del mod">
          <ac:chgData name="Alessandro Ortis" userId="dcdc90ed-3509-45f7-ac48-ad038638580b" providerId="ADAL" clId="{5D3AED2F-24F8-4299-A4FA-799F3140EC03}" dt="2021-05-25T15:19:21.051" v="1354" actId="21"/>
          <ac:spMkLst>
            <pc:docMk/>
            <pc:sldMk cId="0" sldId="352"/>
            <ac:spMk id="5" creationId="{EDA2493C-B11D-43C2-8C32-558DA4D5B31F}"/>
          </ac:spMkLst>
        </pc:spChg>
      </pc:sldChg>
      <pc:sldChg chg="addSp modSp mod">
        <pc:chgData name="Alessandro Ortis" userId="dcdc90ed-3509-45f7-ac48-ad038638580b" providerId="ADAL" clId="{5D3AED2F-24F8-4299-A4FA-799F3140EC03}" dt="2021-05-25T20:48:15.837" v="1790" actId="1076"/>
        <pc:sldMkLst>
          <pc:docMk/>
          <pc:sldMk cId="0" sldId="353"/>
        </pc:sldMkLst>
        <pc:spChg chg="add mod">
          <ac:chgData name="Alessandro Ortis" userId="dcdc90ed-3509-45f7-ac48-ad038638580b" providerId="ADAL" clId="{5D3AED2F-24F8-4299-A4FA-799F3140EC03}" dt="2021-05-25T20:48:15.837" v="1790" actId="1076"/>
          <ac:spMkLst>
            <pc:docMk/>
            <pc:sldMk cId="0" sldId="353"/>
            <ac:spMk id="5" creationId="{E397EA25-216E-455F-A341-997B89E930AF}"/>
          </ac:spMkLst>
        </pc:spChg>
      </pc:sldChg>
      <pc:sldChg chg="modSp mod">
        <pc:chgData name="Alessandro Ortis" userId="dcdc90ed-3509-45f7-ac48-ad038638580b" providerId="ADAL" clId="{5D3AED2F-24F8-4299-A4FA-799F3140EC03}" dt="2021-05-26T21:28:20.849" v="2168" actId="20577"/>
        <pc:sldMkLst>
          <pc:docMk/>
          <pc:sldMk cId="0" sldId="355"/>
        </pc:sldMkLst>
        <pc:spChg chg="mod">
          <ac:chgData name="Alessandro Ortis" userId="dcdc90ed-3509-45f7-ac48-ad038638580b" providerId="ADAL" clId="{5D3AED2F-24F8-4299-A4FA-799F3140EC03}" dt="2021-05-26T21:28:20.849" v="2168" actId="20577"/>
          <ac:spMkLst>
            <pc:docMk/>
            <pc:sldMk cId="0" sldId="355"/>
            <ac:spMk id="274436" creationId="{07A3EC89-859B-42C7-8F2B-C6FD76469FF8}"/>
          </ac:spMkLst>
        </pc:spChg>
      </pc:sldChg>
      <pc:sldChg chg="modSp mod">
        <pc:chgData name="Alessandro Ortis" userId="dcdc90ed-3509-45f7-ac48-ad038638580b" providerId="ADAL" clId="{5D3AED2F-24F8-4299-A4FA-799F3140EC03}" dt="2021-05-26T21:25:17.251" v="2154" actId="20577"/>
        <pc:sldMkLst>
          <pc:docMk/>
          <pc:sldMk cId="0" sldId="356"/>
        </pc:sldMkLst>
        <pc:spChg chg="mod">
          <ac:chgData name="Alessandro Ortis" userId="dcdc90ed-3509-45f7-ac48-ad038638580b" providerId="ADAL" clId="{5D3AED2F-24F8-4299-A4FA-799F3140EC03}" dt="2021-05-26T21:25:17.251" v="2154" actId="20577"/>
          <ac:spMkLst>
            <pc:docMk/>
            <pc:sldMk cId="0" sldId="356"/>
            <ac:spMk id="274436" creationId="{6BBC795E-A482-4621-98BD-1F6E4D3E6DF8}"/>
          </ac:spMkLst>
        </pc:spChg>
      </pc:sldChg>
      <pc:sldChg chg="modSp mod">
        <pc:chgData name="Alessandro Ortis" userId="dcdc90ed-3509-45f7-ac48-ad038638580b" providerId="ADAL" clId="{5D3AED2F-24F8-4299-A4FA-799F3140EC03}" dt="2021-05-25T14:11:34.363" v="686" actId="20577"/>
        <pc:sldMkLst>
          <pc:docMk/>
          <pc:sldMk cId="0" sldId="358"/>
        </pc:sldMkLst>
        <pc:spChg chg="mod">
          <ac:chgData name="Alessandro Ortis" userId="dcdc90ed-3509-45f7-ac48-ad038638580b" providerId="ADAL" clId="{5D3AED2F-24F8-4299-A4FA-799F3140EC03}" dt="2021-05-25T14:11:05.090" v="683" actId="20577"/>
          <ac:spMkLst>
            <pc:docMk/>
            <pc:sldMk cId="0" sldId="358"/>
            <ac:spMk id="258051" creationId="{F81632E5-0AE8-4EF9-86CC-37630F77EB2E}"/>
          </ac:spMkLst>
        </pc:spChg>
        <pc:spChg chg="mod">
          <ac:chgData name="Alessandro Ortis" userId="dcdc90ed-3509-45f7-ac48-ad038638580b" providerId="ADAL" clId="{5D3AED2F-24F8-4299-A4FA-799F3140EC03}" dt="2021-05-25T14:11:34.363" v="686" actId="20577"/>
          <ac:spMkLst>
            <pc:docMk/>
            <pc:sldMk cId="0" sldId="358"/>
            <ac:spMk id="258053" creationId="{EDB796BB-1AB5-4CFA-BF28-8BF43273B46B}"/>
          </ac:spMkLst>
        </pc:spChg>
        <pc:picChg chg="mod">
          <ac:chgData name="Alessandro Ortis" userId="dcdc90ed-3509-45f7-ac48-ad038638580b" providerId="ADAL" clId="{5D3AED2F-24F8-4299-A4FA-799F3140EC03}" dt="2021-05-20T14:27:44.873" v="650" actId="1037"/>
          <ac:picMkLst>
            <pc:docMk/>
            <pc:sldMk cId="0" sldId="358"/>
            <ac:picMk id="258052" creationId="{1E8C9E4E-B036-4B26-ADAF-A579E0FD17E8}"/>
          </ac:picMkLst>
        </pc:picChg>
      </pc:sldChg>
      <pc:sldChg chg="add">
        <pc:chgData name="Alessandro Ortis" userId="dcdc90ed-3509-45f7-ac48-ad038638580b" providerId="ADAL" clId="{5D3AED2F-24F8-4299-A4FA-799F3140EC03}" dt="2021-05-25T14:55:06.214" v="1119"/>
        <pc:sldMkLst>
          <pc:docMk/>
          <pc:sldMk cId="4060426026" sldId="359"/>
        </pc:sldMkLst>
      </pc:sldChg>
      <pc:sldChg chg="addSp modSp add mod modAnim">
        <pc:chgData name="Alessandro Ortis" userId="dcdc90ed-3509-45f7-ac48-ad038638580b" providerId="ADAL" clId="{5D3AED2F-24F8-4299-A4FA-799F3140EC03}" dt="2021-05-25T15:57:11.280" v="1545" actId="20577"/>
        <pc:sldMkLst>
          <pc:docMk/>
          <pc:sldMk cId="703647007" sldId="360"/>
        </pc:sldMkLst>
        <pc:spChg chg="mod">
          <ac:chgData name="Alessandro Ortis" userId="dcdc90ed-3509-45f7-ac48-ad038638580b" providerId="ADAL" clId="{5D3AED2F-24F8-4299-A4FA-799F3140EC03}" dt="2021-05-25T20:46:43.165" v="1787" actId="20577"/>
          <ac:spMkLst>
            <pc:docMk/>
            <pc:sldMk cId="703647007" sldId="360"/>
            <ac:spMk id="274434" creationId="{7C1D75CE-8A62-4D62-8715-91D97B3EAB76}"/>
          </ac:spMkLst>
        </pc:spChg>
        <pc:spChg chg="mod">
          <ac:chgData name="Alessandro Ortis" userId="dcdc90ed-3509-45f7-ac48-ad038638580b" providerId="ADAL" clId="{5D3AED2F-24F8-4299-A4FA-799F3140EC03}" dt="2021-05-25T15:57:11.280" v="1545" actId="20577"/>
          <ac:spMkLst>
            <pc:docMk/>
            <pc:sldMk cId="703647007" sldId="360"/>
            <ac:spMk id="274436" creationId="{EA70C8E1-C922-41D6-A98D-4A38B864FBB2}"/>
          </ac:spMkLst>
        </pc:spChg>
        <pc:picChg chg="add mod">
          <ac:chgData name="Alessandro Ortis" userId="dcdc90ed-3509-45f7-ac48-ad038638580b" providerId="ADAL" clId="{5D3AED2F-24F8-4299-A4FA-799F3140EC03}" dt="2021-05-25T15:02:07.028" v="1126" actId="1076"/>
          <ac:picMkLst>
            <pc:docMk/>
            <pc:sldMk cId="703647007" sldId="360"/>
            <ac:picMk id="4" creationId="{306382A8-C411-498C-BBD6-8EFF1077FFB1}"/>
          </ac:picMkLst>
        </pc:picChg>
      </pc:sldChg>
      <pc:sldChg chg="mod modShow">
        <pc:chgData name="Alessandro Ortis" userId="dcdc90ed-3509-45f7-ac48-ad038638580b" providerId="ADAL" clId="{5D3AED2F-24F8-4299-A4FA-799F3140EC03}" dt="2021-05-25T14:52:45.480" v="1111" actId="729"/>
        <pc:sldMkLst>
          <pc:docMk/>
          <pc:sldMk cId="0" sldId="364"/>
        </pc:sldMkLst>
      </pc:sldChg>
      <pc:sldChg chg="modSp mod">
        <pc:chgData name="Alessandro Ortis" userId="dcdc90ed-3509-45f7-ac48-ad038638580b" providerId="ADAL" clId="{5D3AED2F-24F8-4299-A4FA-799F3140EC03}" dt="2021-05-25T14:16:49.026" v="795" actId="1076"/>
        <pc:sldMkLst>
          <pc:docMk/>
          <pc:sldMk cId="0" sldId="365"/>
        </pc:sldMkLst>
        <pc:spChg chg="mod">
          <ac:chgData name="Alessandro Ortis" userId="dcdc90ed-3509-45f7-ac48-ad038638580b" providerId="ADAL" clId="{5D3AED2F-24F8-4299-A4FA-799F3140EC03}" dt="2021-05-25T14:16:49.026" v="795" actId="1076"/>
          <ac:spMkLst>
            <pc:docMk/>
            <pc:sldMk cId="0" sldId="365"/>
            <ac:spMk id="274434" creationId="{30F843E3-B986-40FC-A945-4AD8E1A99A7B}"/>
          </ac:spMkLst>
        </pc:spChg>
      </pc:sldChg>
      <pc:sldChg chg="modSp add mod modShow">
        <pc:chgData name="Alessandro Ortis" userId="dcdc90ed-3509-45f7-ac48-ad038638580b" providerId="ADAL" clId="{5D3AED2F-24F8-4299-A4FA-799F3140EC03}" dt="2021-05-25T15:13:59.361" v="1266" actId="729"/>
        <pc:sldMkLst>
          <pc:docMk/>
          <pc:sldMk cId="4127836826" sldId="366"/>
        </pc:sldMkLst>
        <pc:spChg chg="mod">
          <ac:chgData name="Alessandro Ortis" userId="dcdc90ed-3509-45f7-ac48-ad038638580b" providerId="ADAL" clId="{5D3AED2F-24F8-4299-A4FA-799F3140EC03}" dt="2021-05-20T14:02:12.553" v="17" actId="6549"/>
          <ac:spMkLst>
            <pc:docMk/>
            <pc:sldMk cId="4127836826" sldId="366"/>
            <ac:spMk id="17409" creationId="{4C967070-5793-4FC7-ABA4-ED51B17A81DB}"/>
          </ac:spMkLst>
        </pc:spChg>
        <pc:spChg chg="mod">
          <ac:chgData name="Alessandro Ortis" userId="dcdc90ed-3509-45f7-ac48-ad038638580b" providerId="ADAL" clId="{5D3AED2F-24F8-4299-A4FA-799F3140EC03}" dt="2021-05-25T14:54:44.007" v="1117" actId="20577"/>
          <ac:spMkLst>
            <pc:docMk/>
            <pc:sldMk cId="4127836826" sldId="366"/>
            <ac:spMk id="17410" creationId="{4B555B46-35FA-4BFC-B51C-9A941F09E747}"/>
          </ac:spMkLst>
        </pc:spChg>
      </pc:sldChg>
      <pc:sldChg chg="new del">
        <pc:chgData name="Alessandro Ortis" userId="dcdc90ed-3509-45f7-ac48-ad038638580b" providerId="ADAL" clId="{5D3AED2F-24F8-4299-A4FA-799F3140EC03}" dt="2021-06-07T10:33:03.266" v="2176" actId="47"/>
        <pc:sldMkLst>
          <pc:docMk/>
          <pc:sldMk cId="284076418" sldId="367"/>
        </pc:sldMkLst>
      </pc:sldChg>
      <pc:sldChg chg="new del">
        <pc:chgData name="Alessandro Ortis" userId="dcdc90ed-3509-45f7-ac48-ad038638580b" providerId="ADAL" clId="{5D3AED2F-24F8-4299-A4FA-799F3140EC03}" dt="2021-06-07T09:03:46.415" v="2174" actId="47"/>
        <pc:sldMkLst>
          <pc:docMk/>
          <pc:sldMk cId="1886518920" sldId="367"/>
        </pc:sldMkLst>
      </pc:sldChg>
    </pc:docChg>
  </pc:docChgLst>
  <pc:docChgLst>
    <pc:chgData name="Alessandro Ortis" userId="dcdc90ed-3509-45f7-ac48-ad038638580b" providerId="ADAL" clId="{5AE84567-EAB5-447A-AC84-623C970803D8}"/>
    <pc:docChg chg="undo custSel addSld delSld modSld">
      <pc:chgData name="Alessandro Ortis" userId="dcdc90ed-3509-45f7-ac48-ad038638580b" providerId="ADAL" clId="{5AE84567-EAB5-447A-AC84-623C970803D8}" dt="2021-05-20T08:28:26.409" v="441" actId="20577"/>
      <pc:docMkLst>
        <pc:docMk/>
      </pc:docMkLst>
      <pc:sldChg chg="add del">
        <pc:chgData name="Alessandro Ortis" userId="dcdc90ed-3509-45f7-ac48-ad038638580b" providerId="ADAL" clId="{5AE84567-EAB5-447A-AC84-623C970803D8}" dt="2021-05-20T08:07:39.619" v="2" actId="47"/>
        <pc:sldMkLst>
          <pc:docMk/>
          <pc:sldMk cId="0" sldId="256"/>
        </pc:sldMkLst>
      </pc:sldChg>
      <pc:sldChg chg="add del">
        <pc:chgData name="Alessandro Ortis" userId="dcdc90ed-3509-45f7-ac48-ad038638580b" providerId="ADAL" clId="{5AE84567-EAB5-447A-AC84-623C970803D8}" dt="2021-05-20T08:07:39.619" v="2" actId="47"/>
        <pc:sldMkLst>
          <pc:docMk/>
          <pc:sldMk cId="0" sldId="280"/>
        </pc:sldMkLst>
      </pc:sldChg>
      <pc:sldChg chg="add del">
        <pc:chgData name="Alessandro Ortis" userId="dcdc90ed-3509-45f7-ac48-ad038638580b" providerId="ADAL" clId="{5AE84567-EAB5-447A-AC84-623C970803D8}" dt="2021-05-20T08:07:39.619" v="2" actId="47"/>
        <pc:sldMkLst>
          <pc:docMk/>
          <pc:sldMk cId="0" sldId="281"/>
        </pc:sldMkLst>
      </pc:sldChg>
      <pc:sldChg chg="add del">
        <pc:chgData name="Alessandro Ortis" userId="dcdc90ed-3509-45f7-ac48-ad038638580b" providerId="ADAL" clId="{5AE84567-EAB5-447A-AC84-623C970803D8}" dt="2021-05-20T08:07:39.619" v="2" actId="47"/>
        <pc:sldMkLst>
          <pc:docMk/>
          <pc:sldMk cId="0" sldId="282"/>
        </pc:sldMkLst>
      </pc:sldChg>
      <pc:sldChg chg="add del">
        <pc:chgData name="Alessandro Ortis" userId="dcdc90ed-3509-45f7-ac48-ad038638580b" providerId="ADAL" clId="{5AE84567-EAB5-447A-AC84-623C970803D8}" dt="2021-05-20T08:07:39.619" v="2" actId="47"/>
        <pc:sldMkLst>
          <pc:docMk/>
          <pc:sldMk cId="0" sldId="284"/>
        </pc:sldMkLst>
      </pc:sldChg>
      <pc:sldChg chg="add del">
        <pc:chgData name="Alessandro Ortis" userId="dcdc90ed-3509-45f7-ac48-ad038638580b" providerId="ADAL" clId="{5AE84567-EAB5-447A-AC84-623C970803D8}" dt="2021-05-20T08:07:39.619" v="2" actId="47"/>
        <pc:sldMkLst>
          <pc:docMk/>
          <pc:sldMk cId="0" sldId="285"/>
        </pc:sldMkLst>
      </pc:sldChg>
      <pc:sldChg chg="add del">
        <pc:chgData name="Alessandro Ortis" userId="dcdc90ed-3509-45f7-ac48-ad038638580b" providerId="ADAL" clId="{5AE84567-EAB5-447A-AC84-623C970803D8}" dt="2021-05-20T08:07:39.619" v="2" actId="47"/>
        <pc:sldMkLst>
          <pc:docMk/>
          <pc:sldMk cId="0" sldId="286"/>
        </pc:sldMkLst>
      </pc:sldChg>
      <pc:sldChg chg="add del">
        <pc:chgData name="Alessandro Ortis" userId="dcdc90ed-3509-45f7-ac48-ad038638580b" providerId="ADAL" clId="{5AE84567-EAB5-447A-AC84-623C970803D8}" dt="2021-05-20T08:07:39.619" v="2" actId="47"/>
        <pc:sldMkLst>
          <pc:docMk/>
          <pc:sldMk cId="0" sldId="287"/>
        </pc:sldMkLst>
      </pc:sldChg>
      <pc:sldChg chg="add del">
        <pc:chgData name="Alessandro Ortis" userId="dcdc90ed-3509-45f7-ac48-ad038638580b" providerId="ADAL" clId="{5AE84567-EAB5-447A-AC84-623C970803D8}" dt="2021-05-20T08:07:39.619" v="2" actId="47"/>
        <pc:sldMkLst>
          <pc:docMk/>
          <pc:sldMk cId="0" sldId="288"/>
        </pc:sldMkLst>
      </pc:sldChg>
      <pc:sldChg chg="modSp add del">
        <pc:chgData name="Alessandro Ortis" userId="dcdc90ed-3509-45f7-ac48-ad038638580b" providerId="ADAL" clId="{5AE84567-EAB5-447A-AC84-623C970803D8}" dt="2021-05-20T08:08:05.403" v="12"/>
        <pc:sldMkLst>
          <pc:docMk/>
          <pc:sldMk cId="0" sldId="308"/>
        </pc:sldMkLst>
        <pc:spChg chg="mod">
          <ac:chgData name="Alessandro Ortis" userId="dcdc90ed-3509-45f7-ac48-ad038638580b" providerId="ADAL" clId="{5AE84567-EAB5-447A-AC84-623C970803D8}" dt="2021-05-20T08:08:05.403" v="12"/>
          <ac:spMkLst>
            <pc:docMk/>
            <pc:sldMk cId="0" sldId="308"/>
            <ac:spMk id="17409" creationId="{4C967070-5793-4FC7-ABA4-ED51B17A81DB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28:26.409" v="441" actId="20577"/>
        <pc:sldMkLst>
          <pc:docMk/>
          <pc:sldMk cId="0" sldId="314"/>
        </pc:sldMkLst>
        <pc:spChg chg="mod">
          <ac:chgData name="Alessandro Ortis" userId="dcdc90ed-3509-45f7-ac48-ad038638580b" providerId="ADAL" clId="{5AE84567-EAB5-447A-AC84-623C970803D8}" dt="2021-05-20T08:28:26.409" v="441" actId="20577"/>
          <ac:spMkLst>
            <pc:docMk/>
            <pc:sldMk cId="0" sldId="314"/>
            <ac:spMk id="2" creationId="{00000000-0000-0000-0000-000000000000}"/>
          </ac:spMkLst>
        </pc:spChg>
      </pc:sldChg>
      <pc:sldChg chg="modSp add del">
        <pc:chgData name="Alessandro Ortis" userId="dcdc90ed-3509-45f7-ac48-ad038638580b" providerId="ADAL" clId="{5AE84567-EAB5-447A-AC84-623C970803D8}" dt="2021-05-20T08:09:00.768" v="53" actId="2711"/>
        <pc:sldMkLst>
          <pc:docMk/>
          <pc:sldMk cId="0" sldId="330"/>
        </pc:sldMkLst>
        <pc:spChg chg="mod">
          <ac:chgData name="Alessandro Ortis" userId="dcdc90ed-3509-45f7-ac48-ad038638580b" providerId="ADAL" clId="{5AE84567-EAB5-447A-AC84-623C970803D8}" dt="2021-05-20T08:09:00.768" v="53" actId="2711"/>
          <ac:spMkLst>
            <pc:docMk/>
            <pc:sldMk cId="0" sldId="330"/>
            <ac:spMk id="2" creationId="{A6CA01B5-A16E-4688-A614-1B8E47E6EB32}"/>
          </ac:spMkLst>
        </pc:spChg>
        <pc:spChg chg="mod">
          <ac:chgData name="Alessandro Ortis" userId="dcdc90ed-3509-45f7-ac48-ad038638580b" providerId="ADAL" clId="{5AE84567-EAB5-447A-AC84-623C970803D8}" dt="2021-05-20T08:09:00.768" v="53" actId="2711"/>
          <ac:spMkLst>
            <pc:docMk/>
            <pc:sldMk cId="0" sldId="330"/>
            <ac:spMk id="16387" creationId="{E4F8CAC6-6EDC-436C-B61B-697EFD0F0234}"/>
          </ac:spMkLst>
        </pc:spChg>
        <pc:spChg chg="mod">
          <ac:chgData name="Alessandro Ortis" userId="dcdc90ed-3509-45f7-ac48-ad038638580b" providerId="ADAL" clId="{5AE84567-EAB5-447A-AC84-623C970803D8}" dt="2021-05-20T08:09:00.768" v="53" actId="2711"/>
          <ac:spMkLst>
            <pc:docMk/>
            <pc:sldMk cId="0" sldId="330"/>
            <ac:spMk id="16389" creationId="{24396379-7B26-4345-95B3-44EECB6DD919}"/>
          </ac:spMkLst>
        </pc:spChg>
        <pc:picChg chg="mod">
          <ac:chgData name="Alessandro Ortis" userId="dcdc90ed-3509-45f7-ac48-ad038638580b" providerId="ADAL" clId="{5AE84567-EAB5-447A-AC84-623C970803D8}" dt="2021-05-20T08:09:00.768" v="53" actId="2711"/>
          <ac:picMkLst>
            <pc:docMk/>
            <pc:sldMk cId="0" sldId="330"/>
            <ac:picMk id="16386" creationId="{4D6233FA-0094-4A52-BCE4-1A3D9D9FACB0}"/>
          </ac:picMkLst>
        </pc:picChg>
        <pc:picChg chg="mod">
          <ac:chgData name="Alessandro Ortis" userId="dcdc90ed-3509-45f7-ac48-ad038638580b" providerId="ADAL" clId="{5AE84567-EAB5-447A-AC84-623C970803D8}" dt="2021-05-20T08:09:00.768" v="53" actId="2711"/>
          <ac:picMkLst>
            <pc:docMk/>
            <pc:sldMk cId="0" sldId="330"/>
            <ac:picMk id="16388" creationId="{AA62A740-FE84-4002-A344-6EF35058503C}"/>
          </ac:picMkLst>
        </pc:picChg>
      </pc:sldChg>
      <pc:sldChg chg="modSp add del mod">
        <pc:chgData name="Alessandro Ortis" userId="dcdc90ed-3509-45f7-ac48-ad038638580b" providerId="ADAL" clId="{5AE84567-EAB5-447A-AC84-623C970803D8}" dt="2021-05-20T08:10:06.186" v="72" actId="1076"/>
        <pc:sldMkLst>
          <pc:docMk/>
          <pc:sldMk cId="0" sldId="332"/>
        </pc:sldMkLst>
        <pc:spChg chg="mod">
          <ac:chgData name="Alessandro Ortis" userId="dcdc90ed-3509-45f7-ac48-ad038638580b" providerId="ADAL" clId="{5AE84567-EAB5-447A-AC84-623C970803D8}" dt="2021-05-20T08:09:40.836" v="62" actId="2711"/>
          <ac:spMkLst>
            <pc:docMk/>
            <pc:sldMk cId="0" sldId="332"/>
            <ac:spMk id="262146" creationId="{7DBC5AA7-BB52-4AA7-AC03-E2A145652A7B}"/>
          </ac:spMkLst>
        </pc:spChg>
        <pc:spChg chg="mod">
          <ac:chgData name="Alessandro Ortis" userId="dcdc90ed-3509-45f7-ac48-ad038638580b" providerId="ADAL" clId="{5AE84567-EAB5-447A-AC84-623C970803D8}" dt="2021-05-20T08:09:47.350" v="64" actId="1076"/>
          <ac:spMkLst>
            <pc:docMk/>
            <pc:sldMk cId="0" sldId="332"/>
            <ac:spMk id="262147" creationId="{4F0CC431-72AC-4499-9716-814DB795EEB7}"/>
          </ac:spMkLst>
        </pc:spChg>
        <pc:spChg chg="mod">
          <ac:chgData name="Alessandro Ortis" userId="dcdc90ed-3509-45f7-ac48-ad038638580b" providerId="ADAL" clId="{5AE84567-EAB5-447A-AC84-623C970803D8}" dt="2021-05-20T08:10:04.227" v="71" actId="1076"/>
          <ac:spMkLst>
            <pc:docMk/>
            <pc:sldMk cId="0" sldId="332"/>
            <ac:spMk id="262148" creationId="{D359FBB0-0C54-4B56-A717-B8285951567F}"/>
          </ac:spMkLst>
        </pc:spChg>
        <pc:picChg chg="mod">
          <ac:chgData name="Alessandro Ortis" userId="dcdc90ed-3509-45f7-ac48-ad038638580b" providerId="ADAL" clId="{5AE84567-EAB5-447A-AC84-623C970803D8}" dt="2021-05-20T08:10:06.186" v="72" actId="1076"/>
          <ac:picMkLst>
            <pc:docMk/>
            <pc:sldMk cId="0" sldId="332"/>
            <ac:picMk id="262149" creationId="{49D80DA6-4AB7-470F-B0B5-B2BBDFF13595}"/>
          </ac:picMkLst>
        </pc:picChg>
      </pc:sldChg>
      <pc:sldChg chg="modSp add del mod">
        <pc:chgData name="Alessandro Ortis" userId="dcdc90ed-3509-45f7-ac48-ad038638580b" providerId="ADAL" clId="{5AE84567-EAB5-447A-AC84-623C970803D8}" dt="2021-05-20T08:10:27.679" v="79" actId="6549"/>
        <pc:sldMkLst>
          <pc:docMk/>
          <pc:sldMk cId="0" sldId="333"/>
        </pc:sldMkLst>
        <pc:spChg chg="mod">
          <ac:chgData name="Alessandro Ortis" userId="dcdc90ed-3509-45f7-ac48-ad038638580b" providerId="ADAL" clId="{5AE84567-EAB5-447A-AC84-623C970803D8}" dt="2021-05-20T08:10:21.281" v="76" actId="2711"/>
          <ac:spMkLst>
            <pc:docMk/>
            <pc:sldMk cId="0" sldId="333"/>
            <ac:spMk id="264194" creationId="{7B7BCF68-2ACC-47BB-A613-738F260B87B3}"/>
          </ac:spMkLst>
        </pc:spChg>
        <pc:spChg chg="mod">
          <ac:chgData name="Alessandro Ortis" userId="dcdc90ed-3509-45f7-ac48-ad038638580b" providerId="ADAL" clId="{5AE84567-EAB5-447A-AC84-623C970803D8}" dt="2021-05-20T08:10:27.679" v="79" actId="6549"/>
          <ac:spMkLst>
            <pc:docMk/>
            <pc:sldMk cId="0" sldId="333"/>
            <ac:spMk id="264195" creationId="{82637E43-41CB-424B-8DC1-7A3E611BF323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28:08.901" v="416" actId="404"/>
        <pc:sldMkLst>
          <pc:docMk/>
          <pc:sldMk cId="0" sldId="334"/>
        </pc:sldMkLst>
        <pc:spChg chg="mod">
          <ac:chgData name="Alessandro Ortis" userId="dcdc90ed-3509-45f7-ac48-ad038638580b" providerId="ADAL" clId="{5AE84567-EAB5-447A-AC84-623C970803D8}" dt="2021-05-20T08:28:05.168" v="415" actId="1076"/>
          <ac:spMkLst>
            <pc:docMk/>
            <pc:sldMk cId="0" sldId="334"/>
            <ac:spMk id="2" creationId="{AC427A5A-A93A-411D-9BF9-855363B38E0C}"/>
          </ac:spMkLst>
        </pc:spChg>
        <pc:spChg chg="mod">
          <ac:chgData name="Alessandro Ortis" userId="dcdc90ed-3509-45f7-ac48-ad038638580b" providerId="ADAL" clId="{5AE84567-EAB5-447A-AC84-623C970803D8}" dt="2021-05-20T08:28:08.901" v="416" actId="404"/>
          <ac:spMkLst>
            <pc:docMk/>
            <pc:sldMk cId="0" sldId="334"/>
            <ac:spMk id="3" creationId="{592DC8CE-B9FA-4145-A1C7-D347DFCBA716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12:09.253" v="125" actId="6549"/>
        <pc:sldMkLst>
          <pc:docMk/>
          <pc:sldMk cId="0" sldId="336"/>
        </pc:sldMkLst>
        <pc:spChg chg="mod">
          <ac:chgData name="Alessandro Ortis" userId="dcdc90ed-3509-45f7-ac48-ad038638580b" providerId="ADAL" clId="{5AE84567-EAB5-447A-AC84-623C970803D8}" dt="2021-05-20T08:12:04.520" v="124" actId="2711"/>
          <ac:spMkLst>
            <pc:docMk/>
            <pc:sldMk cId="0" sldId="336"/>
            <ac:spMk id="11" creationId="{FBE6A4B1-7F75-411F-9DB2-FF7C811BD491}"/>
          </ac:spMkLst>
        </pc:spChg>
        <pc:spChg chg="mod">
          <ac:chgData name="Alessandro Ortis" userId="dcdc90ed-3509-45f7-ac48-ad038638580b" providerId="ADAL" clId="{5AE84567-EAB5-447A-AC84-623C970803D8}" dt="2021-05-20T08:12:04.520" v="124" actId="2711"/>
          <ac:spMkLst>
            <pc:docMk/>
            <pc:sldMk cId="0" sldId="336"/>
            <ac:spMk id="12" creationId="{5C8CC8D0-2162-4D4C-B685-DDA4E25D86D5}"/>
          </ac:spMkLst>
        </pc:spChg>
        <pc:spChg chg="mod">
          <ac:chgData name="Alessandro Ortis" userId="dcdc90ed-3509-45f7-ac48-ad038638580b" providerId="ADAL" clId="{5AE84567-EAB5-447A-AC84-623C970803D8}" dt="2021-05-20T08:12:04.520" v="124" actId="2711"/>
          <ac:spMkLst>
            <pc:docMk/>
            <pc:sldMk cId="0" sldId="336"/>
            <ac:spMk id="266242" creationId="{F9E69ADB-F217-4B6F-915E-B9A6B9BBB0D3}"/>
          </ac:spMkLst>
        </pc:spChg>
        <pc:spChg chg="mod">
          <ac:chgData name="Alessandro Ortis" userId="dcdc90ed-3509-45f7-ac48-ad038638580b" providerId="ADAL" clId="{5AE84567-EAB5-447A-AC84-623C970803D8}" dt="2021-05-20T08:12:09.253" v="125" actId="6549"/>
          <ac:spMkLst>
            <pc:docMk/>
            <pc:sldMk cId="0" sldId="336"/>
            <ac:spMk id="266243" creationId="{FFF92C49-8C06-49CF-8FC8-2FEC1F234DEE}"/>
          </ac:spMkLst>
        </pc:spChg>
        <pc:picChg chg="mod">
          <ac:chgData name="Alessandro Ortis" userId="dcdc90ed-3509-45f7-ac48-ad038638580b" providerId="ADAL" clId="{5AE84567-EAB5-447A-AC84-623C970803D8}" dt="2021-05-20T08:12:04.520" v="124" actId="2711"/>
          <ac:picMkLst>
            <pc:docMk/>
            <pc:sldMk cId="0" sldId="336"/>
            <ac:picMk id="266244" creationId="{26AB9681-D9D0-4F5E-BC3A-C2ACF4C719BF}"/>
          </ac:picMkLst>
        </pc:picChg>
        <pc:picChg chg="mod">
          <ac:chgData name="Alessandro Ortis" userId="dcdc90ed-3509-45f7-ac48-ad038638580b" providerId="ADAL" clId="{5AE84567-EAB5-447A-AC84-623C970803D8}" dt="2021-05-20T08:12:04.520" v="124" actId="2711"/>
          <ac:picMkLst>
            <pc:docMk/>
            <pc:sldMk cId="0" sldId="336"/>
            <ac:picMk id="266245" creationId="{587177E5-1B84-429E-9733-BCFB1AE3B6DB}"/>
          </ac:picMkLst>
        </pc:picChg>
        <pc:picChg chg="mod">
          <ac:chgData name="Alessandro Ortis" userId="dcdc90ed-3509-45f7-ac48-ad038638580b" providerId="ADAL" clId="{5AE84567-EAB5-447A-AC84-623C970803D8}" dt="2021-05-20T08:12:04.520" v="124" actId="2711"/>
          <ac:picMkLst>
            <pc:docMk/>
            <pc:sldMk cId="0" sldId="336"/>
            <ac:picMk id="266246" creationId="{34264EC8-F56A-4736-A075-3EA9432E645E}"/>
          </ac:picMkLst>
        </pc:picChg>
        <pc:picChg chg="mod">
          <ac:chgData name="Alessandro Ortis" userId="dcdc90ed-3509-45f7-ac48-ad038638580b" providerId="ADAL" clId="{5AE84567-EAB5-447A-AC84-623C970803D8}" dt="2021-05-20T08:12:04.520" v="124" actId="2711"/>
          <ac:picMkLst>
            <pc:docMk/>
            <pc:sldMk cId="0" sldId="336"/>
            <ac:picMk id="266247" creationId="{3744CA3D-5096-46EC-9405-BBDCEA4CCCC5}"/>
          </ac:picMkLst>
        </pc:picChg>
        <pc:picChg chg="mod">
          <ac:chgData name="Alessandro Ortis" userId="dcdc90ed-3509-45f7-ac48-ad038638580b" providerId="ADAL" clId="{5AE84567-EAB5-447A-AC84-623C970803D8}" dt="2021-05-20T08:12:04.520" v="124" actId="2711"/>
          <ac:picMkLst>
            <pc:docMk/>
            <pc:sldMk cId="0" sldId="336"/>
            <ac:picMk id="266248" creationId="{EC13C043-C065-4FAE-B0E1-5FB0286D1F42}"/>
          </ac:picMkLst>
        </pc:picChg>
        <pc:picChg chg="mod">
          <ac:chgData name="Alessandro Ortis" userId="dcdc90ed-3509-45f7-ac48-ad038638580b" providerId="ADAL" clId="{5AE84567-EAB5-447A-AC84-623C970803D8}" dt="2021-05-20T08:12:04.520" v="124" actId="2711"/>
          <ac:picMkLst>
            <pc:docMk/>
            <pc:sldMk cId="0" sldId="336"/>
            <ac:picMk id="266249" creationId="{B3F9A947-BD63-4477-A893-48F35369B3CA}"/>
          </ac:picMkLst>
        </pc:picChg>
        <pc:picChg chg="mod">
          <ac:chgData name="Alessandro Ortis" userId="dcdc90ed-3509-45f7-ac48-ad038638580b" providerId="ADAL" clId="{5AE84567-EAB5-447A-AC84-623C970803D8}" dt="2021-05-20T08:12:04.520" v="124" actId="2711"/>
          <ac:picMkLst>
            <pc:docMk/>
            <pc:sldMk cId="0" sldId="336"/>
            <ac:picMk id="266250" creationId="{2BAADA74-A261-4021-A565-960A7817BEDC}"/>
          </ac:picMkLst>
        </pc:picChg>
        <pc:cxnChg chg="mod">
          <ac:chgData name="Alessandro Ortis" userId="dcdc90ed-3509-45f7-ac48-ad038638580b" providerId="ADAL" clId="{5AE84567-EAB5-447A-AC84-623C970803D8}" dt="2021-05-20T08:12:04.520" v="124" actId="2711"/>
          <ac:cxnSpMkLst>
            <pc:docMk/>
            <pc:sldMk cId="0" sldId="336"/>
            <ac:cxnSpMk id="3" creationId="{0EA4E1E7-E68E-41AD-92ED-113409EB835E}"/>
          </ac:cxnSpMkLst>
        </pc:cxnChg>
      </pc:sldChg>
      <pc:sldChg chg="modSp add del mod">
        <pc:chgData name="Alessandro Ortis" userId="dcdc90ed-3509-45f7-ac48-ad038638580b" providerId="ADAL" clId="{5AE84567-EAB5-447A-AC84-623C970803D8}" dt="2021-05-20T08:13:23.916" v="128" actId="2711"/>
        <pc:sldMkLst>
          <pc:docMk/>
          <pc:sldMk cId="0" sldId="337"/>
        </pc:sldMkLst>
        <pc:spChg chg="mod">
          <ac:chgData name="Alessandro Ortis" userId="dcdc90ed-3509-45f7-ac48-ad038638580b" providerId="ADAL" clId="{5AE84567-EAB5-447A-AC84-623C970803D8}" dt="2021-05-20T08:13:23.916" v="128" actId="2711"/>
          <ac:spMkLst>
            <pc:docMk/>
            <pc:sldMk cId="0" sldId="337"/>
            <ac:spMk id="268290" creationId="{69A361F4-9A11-4447-806F-E8D829B72822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14:15.151" v="144" actId="2711"/>
        <pc:sldMkLst>
          <pc:docMk/>
          <pc:sldMk cId="0" sldId="338"/>
        </pc:sldMkLst>
        <pc:spChg chg="mod">
          <ac:chgData name="Alessandro Ortis" userId="dcdc90ed-3509-45f7-ac48-ad038638580b" providerId="ADAL" clId="{5AE84567-EAB5-447A-AC84-623C970803D8}" dt="2021-05-20T08:14:15.151" v="144" actId="2711"/>
          <ac:spMkLst>
            <pc:docMk/>
            <pc:sldMk cId="0" sldId="338"/>
            <ac:spMk id="272386" creationId="{E18E930E-FA79-431E-8E76-A805AA3FE097}"/>
          </ac:spMkLst>
        </pc:spChg>
        <pc:spChg chg="mod">
          <ac:chgData name="Alessandro Ortis" userId="dcdc90ed-3509-45f7-ac48-ad038638580b" providerId="ADAL" clId="{5AE84567-EAB5-447A-AC84-623C970803D8}" dt="2021-05-20T08:14:15.151" v="144" actId="2711"/>
          <ac:spMkLst>
            <pc:docMk/>
            <pc:sldMk cId="0" sldId="338"/>
            <ac:spMk id="272387" creationId="{181BD97B-8FB2-428F-AEB7-E329C1250D46}"/>
          </ac:spMkLst>
        </pc:spChg>
        <pc:spChg chg="mod">
          <ac:chgData name="Alessandro Ortis" userId="dcdc90ed-3509-45f7-ac48-ad038638580b" providerId="ADAL" clId="{5AE84567-EAB5-447A-AC84-623C970803D8}" dt="2021-05-20T08:14:15.151" v="144" actId="2711"/>
          <ac:spMkLst>
            <pc:docMk/>
            <pc:sldMk cId="0" sldId="338"/>
            <ac:spMk id="272388" creationId="{CE010AF6-BE08-4A6B-A8F8-4ABBEBB2E0FF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15:10.060" v="151" actId="6549"/>
        <pc:sldMkLst>
          <pc:docMk/>
          <pc:sldMk cId="0" sldId="339"/>
        </pc:sldMkLst>
        <pc:spChg chg="mod">
          <ac:chgData name="Alessandro Ortis" userId="dcdc90ed-3509-45f7-ac48-ad038638580b" providerId="ADAL" clId="{5AE84567-EAB5-447A-AC84-623C970803D8}" dt="2021-05-20T08:14:38.953" v="148" actId="2711"/>
          <ac:spMkLst>
            <pc:docMk/>
            <pc:sldMk cId="0" sldId="339"/>
            <ac:spMk id="274434" creationId="{6C365A49-3745-4F27-9201-8E338A6449EE}"/>
          </ac:spMkLst>
        </pc:spChg>
        <pc:spChg chg="mod">
          <ac:chgData name="Alessandro Ortis" userId="dcdc90ed-3509-45f7-ac48-ad038638580b" providerId="ADAL" clId="{5AE84567-EAB5-447A-AC84-623C970803D8}" dt="2021-05-20T08:14:38.953" v="148" actId="2711"/>
          <ac:spMkLst>
            <pc:docMk/>
            <pc:sldMk cId="0" sldId="339"/>
            <ac:spMk id="274435" creationId="{C5433DBD-23B9-4278-8E10-472E17F392B1}"/>
          </ac:spMkLst>
        </pc:spChg>
        <pc:spChg chg="mod">
          <ac:chgData name="Alessandro Ortis" userId="dcdc90ed-3509-45f7-ac48-ad038638580b" providerId="ADAL" clId="{5AE84567-EAB5-447A-AC84-623C970803D8}" dt="2021-05-20T08:15:10.060" v="151" actId="6549"/>
          <ac:spMkLst>
            <pc:docMk/>
            <pc:sldMk cId="0" sldId="339"/>
            <ac:spMk id="274436" creationId="{93425C6C-863E-4C49-BFB4-31C05B57E3AF}"/>
          </ac:spMkLst>
        </pc:spChg>
      </pc:sldChg>
      <pc:sldChg chg="addSp delSp modSp add del mod">
        <pc:chgData name="Alessandro Ortis" userId="dcdc90ed-3509-45f7-ac48-ad038638580b" providerId="ADAL" clId="{5AE84567-EAB5-447A-AC84-623C970803D8}" dt="2021-05-20T08:18:04.305" v="270" actId="1035"/>
        <pc:sldMkLst>
          <pc:docMk/>
          <pc:sldMk cId="0" sldId="341"/>
        </pc:sldMkLst>
        <pc:spChg chg="add del mod">
          <ac:chgData name="Alessandro Ortis" userId="dcdc90ed-3509-45f7-ac48-ad038638580b" providerId="ADAL" clId="{5AE84567-EAB5-447A-AC84-623C970803D8}" dt="2021-05-20T08:17:50.649" v="250" actId="478"/>
          <ac:spMkLst>
            <pc:docMk/>
            <pc:sldMk cId="0" sldId="341"/>
            <ac:spMk id="3" creationId="{319416FB-DC92-45AF-92CF-386AF7C822E4}"/>
          </ac:spMkLst>
        </pc:spChg>
        <pc:spChg chg="add mod">
          <ac:chgData name="Alessandro Ortis" userId="dcdc90ed-3509-45f7-ac48-ad038638580b" providerId="ADAL" clId="{5AE84567-EAB5-447A-AC84-623C970803D8}" dt="2021-05-20T08:17:54.489" v="257" actId="20577"/>
          <ac:spMkLst>
            <pc:docMk/>
            <pc:sldMk cId="0" sldId="341"/>
            <ac:spMk id="6" creationId="{1FD986C3-5ED2-437F-B2C7-E336A4163473}"/>
          </ac:spMkLst>
        </pc:spChg>
        <pc:spChg chg="del mod">
          <ac:chgData name="Alessandro Ortis" userId="dcdc90ed-3509-45f7-ac48-ad038638580b" providerId="ADAL" clId="{5AE84567-EAB5-447A-AC84-623C970803D8}" dt="2021-05-20T08:17:47.477" v="249" actId="478"/>
          <ac:spMkLst>
            <pc:docMk/>
            <pc:sldMk cId="0" sldId="341"/>
            <ac:spMk id="276482" creationId="{67A383E1-715E-47F0-94A1-72CD08DF2B32}"/>
          </ac:spMkLst>
        </pc:spChg>
        <pc:spChg chg="mod">
          <ac:chgData name="Alessandro Ortis" userId="dcdc90ed-3509-45f7-ac48-ad038638580b" providerId="ADAL" clId="{5AE84567-EAB5-447A-AC84-623C970803D8}" dt="2021-05-20T08:18:04.305" v="270" actId="1035"/>
          <ac:spMkLst>
            <pc:docMk/>
            <pc:sldMk cId="0" sldId="341"/>
            <ac:spMk id="276483" creationId="{0321CC90-DAFC-4AAB-A56D-DF5054B8EB24}"/>
          </ac:spMkLst>
        </pc:spChg>
        <pc:spChg chg="mod">
          <ac:chgData name="Alessandro Ortis" userId="dcdc90ed-3509-45f7-ac48-ad038638580b" providerId="ADAL" clId="{5AE84567-EAB5-447A-AC84-623C970803D8}" dt="2021-05-20T08:18:04.305" v="270" actId="1035"/>
          <ac:spMkLst>
            <pc:docMk/>
            <pc:sldMk cId="0" sldId="341"/>
            <ac:spMk id="276484" creationId="{8CD180AA-5F66-4ACF-9031-C0C5DEF2D51C}"/>
          </ac:spMkLst>
        </pc:spChg>
        <pc:spChg chg="mod">
          <ac:chgData name="Alessandro Ortis" userId="dcdc90ed-3509-45f7-ac48-ad038638580b" providerId="ADAL" clId="{5AE84567-EAB5-447A-AC84-623C970803D8}" dt="2021-05-20T08:18:04.305" v="270" actId="1035"/>
          <ac:spMkLst>
            <pc:docMk/>
            <pc:sldMk cId="0" sldId="341"/>
            <ac:spMk id="276485" creationId="{14442180-C4E9-41EB-ABE4-65B2409B6C2C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18:20.941" v="273" actId="2711"/>
        <pc:sldMkLst>
          <pc:docMk/>
          <pc:sldMk cId="0" sldId="342"/>
        </pc:sldMkLst>
        <pc:spChg chg="mod">
          <ac:chgData name="Alessandro Ortis" userId="dcdc90ed-3509-45f7-ac48-ad038638580b" providerId="ADAL" clId="{5AE84567-EAB5-447A-AC84-623C970803D8}" dt="2021-05-20T08:18:20.941" v="273" actId="2711"/>
          <ac:spMkLst>
            <pc:docMk/>
            <pc:sldMk cId="0" sldId="342"/>
            <ac:spMk id="5" creationId="{B584C03D-24A0-44B4-866E-3417AAB3F93F}"/>
          </ac:spMkLst>
        </pc:spChg>
        <pc:spChg chg="mod">
          <ac:chgData name="Alessandro Ortis" userId="dcdc90ed-3509-45f7-ac48-ad038638580b" providerId="ADAL" clId="{5AE84567-EAB5-447A-AC84-623C970803D8}" dt="2021-05-20T08:18:20.941" v="273" actId="2711"/>
          <ac:spMkLst>
            <pc:docMk/>
            <pc:sldMk cId="0" sldId="342"/>
            <ac:spMk id="6" creationId="{05E0834A-6EDB-4815-A7D6-A478797AB8A7}"/>
          </ac:spMkLst>
        </pc:spChg>
        <pc:spChg chg="mod">
          <ac:chgData name="Alessandro Ortis" userId="dcdc90ed-3509-45f7-ac48-ad038638580b" providerId="ADAL" clId="{5AE84567-EAB5-447A-AC84-623C970803D8}" dt="2021-05-20T08:18:20.941" v="273" actId="2711"/>
          <ac:spMkLst>
            <pc:docMk/>
            <pc:sldMk cId="0" sldId="342"/>
            <ac:spMk id="274434" creationId="{FCEC36F5-A398-46F5-90BC-A52B28E9805E}"/>
          </ac:spMkLst>
        </pc:spChg>
        <pc:picChg chg="mod">
          <ac:chgData name="Alessandro Ortis" userId="dcdc90ed-3509-45f7-ac48-ad038638580b" providerId="ADAL" clId="{5AE84567-EAB5-447A-AC84-623C970803D8}" dt="2021-05-20T08:18:20.941" v="273" actId="2711"/>
          <ac:picMkLst>
            <pc:docMk/>
            <pc:sldMk cId="0" sldId="342"/>
            <ac:picMk id="38914" creationId="{3A1BDAE9-4A24-44FA-8CE5-4B64CC875AB2}"/>
          </ac:picMkLst>
        </pc:picChg>
      </pc:sldChg>
      <pc:sldChg chg="modSp add del mod">
        <pc:chgData name="Alessandro Ortis" userId="dcdc90ed-3509-45f7-ac48-ad038638580b" providerId="ADAL" clId="{5AE84567-EAB5-447A-AC84-623C970803D8}" dt="2021-05-20T08:19:26.943" v="310" actId="313"/>
        <pc:sldMkLst>
          <pc:docMk/>
          <pc:sldMk cId="0" sldId="343"/>
        </pc:sldMkLst>
        <pc:spChg chg="mod">
          <ac:chgData name="Alessandro Ortis" userId="dcdc90ed-3509-45f7-ac48-ad038638580b" providerId="ADAL" clId="{5AE84567-EAB5-447A-AC84-623C970803D8}" dt="2021-05-20T08:18:26.942" v="274" actId="2711"/>
          <ac:spMkLst>
            <pc:docMk/>
            <pc:sldMk cId="0" sldId="343"/>
            <ac:spMk id="5" creationId="{16FFC478-9A13-4E9E-91F5-E6B9ECBE9D34}"/>
          </ac:spMkLst>
        </pc:spChg>
        <pc:spChg chg="mod">
          <ac:chgData name="Alessandro Ortis" userId="dcdc90ed-3509-45f7-ac48-ad038638580b" providerId="ADAL" clId="{5AE84567-EAB5-447A-AC84-623C970803D8}" dt="2021-05-20T08:18:26.942" v="274" actId="2711"/>
          <ac:spMkLst>
            <pc:docMk/>
            <pc:sldMk cId="0" sldId="343"/>
            <ac:spMk id="6" creationId="{F042E6D5-246C-4A83-AF59-3340CA881432}"/>
          </ac:spMkLst>
        </pc:spChg>
        <pc:spChg chg="mod">
          <ac:chgData name="Alessandro Ortis" userId="dcdc90ed-3509-45f7-ac48-ad038638580b" providerId="ADAL" clId="{5AE84567-EAB5-447A-AC84-623C970803D8}" dt="2021-05-20T08:19:26.943" v="310" actId="313"/>
          <ac:spMkLst>
            <pc:docMk/>
            <pc:sldMk cId="0" sldId="343"/>
            <ac:spMk id="7" creationId="{194D900B-8221-43BC-AAEA-B9E82463E167}"/>
          </ac:spMkLst>
        </pc:spChg>
        <pc:spChg chg="mod">
          <ac:chgData name="Alessandro Ortis" userId="dcdc90ed-3509-45f7-ac48-ad038638580b" providerId="ADAL" clId="{5AE84567-EAB5-447A-AC84-623C970803D8}" dt="2021-05-20T08:18:26.942" v="274" actId="2711"/>
          <ac:spMkLst>
            <pc:docMk/>
            <pc:sldMk cId="0" sldId="343"/>
            <ac:spMk id="9" creationId="{667679CB-849D-4B2B-A3BA-2521D282809F}"/>
          </ac:spMkLst>
        </pc:spChg>
        <pc:spChg chg="mod">
          <ac:chgData name="Alessandro Ortis" userId="dcdc90ed-3509-45f7-ac48-ad038638580b" providerId="ADAL" clId="{5AE84567-EAB5-447A-AC84-623C970803D8}" dt="2021-05-20T08:18:26.942" v="274" actId="2711"/>
          <ac:spMkLst>
            <pc:docMk/>
            <pc:sldMk cId="0" sldId="343"/>
            <ac:spMk id="274434" creationId="{67C23C23-4F63-4ECA-BDB0-9F9BA5D102C8}"/>
          </ac:spMkLst>
        </pc:spChg>
        <pc:picChg chg="mod">
          <ac:chgData name="Alessandro Ortis" userId="dcdc90ed-3509-45f7-ac48-ad038638580b" providerId="ADAL" clId="{5AE84567-EAB5-447A-AC84-623C970803D8}" dt="2021-05-20T08:18:26.942" v="274" actId="2711"/>
          <ac:picMkLst>
            <pc:docMk/>
            <pc:sldMk cId="0" sldId="343"/>
            <ac:picMk id="40962" creationId="{182B3D9F-4D22-4C13-BBBB-DCDE86EB6049}"/>
          </ac:picMkLst>
        </pc:picChg>
      </pc:sldChg>
      <pc:sldChg chg="modSp add del mod">
        <pc:chgData name="Alessandro Ortis" userId="dcdc90ed-3509-45f7-ac48-ad038638580b" providerId="ADAL" clId="{5AE84567-EAB5-447A-AC84-623C970803D8}" dt="2021-05-20T08:19:47.457" v="313" actId="5793"/>
        <pc:sldMkLst>
          <pc:docMk/>
          <pc:sldMk cId="110799865" sldId="344"/>
        </pc:sldMkLst>
        <pc:spChg chg="mod">
          <ac:chgData name="Alessandro Ortis" userId="dcdc90ed-3509-45f7-ac48-ad038638580b" providerId="ADAL" clId="{5AE84567-EAB5-447A-AC84-623C970803D8}" dt="2021-05-20T08:19:45.790" v="312" actId="1076"/>
          <ac:spMkLst>
            <pc:docMk/>
            <pc:sldMk cId="110799865" sldId="344"/>
            <ac:spMk id="274434" creationId="{F18EBAEC-DA20-49C3-9A7C-FB5CC359D73D}"/>
          </ac:spMkLst>
        </pc:spChg>
        <pc:spChg chg="mod">
          <ac:chgData name="Alessandro Ortis" userId="dcdc90ed-3509-45f7-ac48-ad038638580b" providerId="ADAL" clId="{5AE84567-EAB5-447A-AC84-623C970803D8}" dt="2021-05-20T08:19:47.457" v="313" actId="5793"/>
          <ac:spMkLst>
            <pc:docMk/>
            <pc:sldMk cId="110799865" sldId="344"/>
            <ac:spMk id="274436" creationId="{9F734C90-3709-4172-A2CF-11CBA5746E7B}"/>
          </ac:spMkLst>
        </pc:spChg>
        <pc:picChg chg="mod">
          <ac:chgData name="Alessandro Ortis" userId="dcdc90ed-3509-45f7-ac48-ad038638580b" providerId="ADAL" clId="{5AE84567-EAB5-447A-AC84-623C970803D8}" dt="2021-05-20T08:19:41.611" v="311" actId="2711"/>
          <ac:picMkLst>
            <pc:docMk/>
            <pc:sldMk cId="110799865" sldId="344"/>
            <ac:picMk id="3" creationId="{12B6E152-7652-44F8-AE0B-3FD7BF52F6E9}"/>
          </ac:picMkLst>
        </pc:picChg>
        <pc:picChg chg="mod">
          <ac:chgData name="Alessandro Ortis" userId="dcdc90ed-3509-45f7-ac48-ad038638580b" providerId="ADAL" clId="{5AE84567-EAB5-447A-AC84-623C970803D8}" dt="2021-05-20T08:19:41.611" v="311" actId="2711"/>
          <ac:picMkLst>
            <pc:docMk/>
            <pc:sldMk cId="110799865" sldId="344"/>
            <ac:picMk id="4" creationId="{428D60B3-CE5C-423B-83DB-171948F7CEAB}"/>
          </ac:picMkLst>
        </pc:picChg>
      </pc:sldChg>
      <pc:sldChg chg="modSp add del mod">
        <pc:chgData name="Alessandro Ortis" userId="dcdc90ed-3509-45f7-ac48-ad038638580b" providerId="ADAL" clId="{5AE84567-EAB5-447A-AC84-623C970803D8}" dt="2021-05-20T08:27:46.079" v="413" actId="2711"/>
        <pc:sldMkLst>
          <pc:docMk/>
          <pc:sldMk cId="2331159340" sldId="345"/>
        </pc:sldMkLst>
        <pc:spChg chg="mod">
          <ac:chgData name="Alessandro Ortis" userId="dcdc90ed-3509-45f7-ac48-ad038638580b" providerId="ADAL" clId="{5AE84567-EAB5-447A-AC84-623C970803D8}" dt="2021-05-20T08:27:46.079" v="413" actId="2711"/>
          <ac:spMkLst>
            <pc:docMk/>
            <pc:sldMk cId="2331159340" sldId="345"/>
            <ac:spMk id="274434" creationId="{DBB18144-FC0E-40F5-BA13-AF3235661B81}"/>
          </ac:spMkLst>
        </pc:spChg>
        <pc:spChg chg="mod">
          <ac:chgData name="Alessandro Ortis" userId="dcdc90ed-3509-45f7-ac48-ad038638580b" providerId="ADAL" clId="{5AE84567-EAB5-447A-AC84-623C970803D8}" dt="2021-05-20T08:20:52.228" v="324" actId="20577"/>
          <ac:spMkLst>
            <pc:docMk/>
            <pc:sldMk cId="2331159340" sldId="345"/>
            <ac:spMk id="274436" creationId="{191A2A8C-F794-47E5-BDDD-5CD98F69BF59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21:10.490" v="326" actId="1076"/>
        <pc:sldMkLst>
          <pc:docMk/>
          <pc:sldMk cId="0" sldId="346"/>
        </pc:sldMkLst>
        <pc:spChg chg="mod">
          <ac:chgData name="Alessandro Ortis" userId="dcdc90ed-3509-45f7-ac48-ad038638580b" providerId="ADAL" clId="{5AE84567-EAB5-447A-AC84-623C970803D8}" dt="2021-05-20T08:21:10.490" v="326" actId="1076"/>
          <ac:spMkLst>
            <pc:docMk/>
            <pc:sldMk cId="0" sldId="346"/>
            <ac:spMk id="274434" creationId="{618A44D4-DE45-4006-928A-2C18289F5C2C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21:20.836" v="328" actId="1076"/>
        <pc:sldMkLst>
          <pc:docMk/>
          <pc:sldMk cId="0" sldId="347"/>
        </pc:sldMkLst>
        <pc:spChg chg="mod">
          <ac:chgData name="Alessandro Ortis" userId="dcdc90ed-3509-45f7-ac48-ad038638580b" providerId="ADAL" clId="{5AE84567-EAB5-447A-AC84-623C970803D8}" dt="2021-05-20T08:21:20.836" v="328" actId="1076"/>
          <ac:spMkLst>
            <pc:docMk/>
            <pc:sldMk cId="0" sldId="347"/>
            <ac:spMk id="274434" creationId="{DD315EFA-C0FA-43B1-A970-BC4CA8406468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21:31.680" v="330" actId="1076"/>
        <pc:sldMkLst>
          <pc:docMk/>
          <pc:sldMk cId="0" sldId="348"/>
        </pc:sldMkLst>
        <pc:spChg chg="mod">
          <ac:chgData name="Alessandro Ortis" userId="dcdc90ed-3509-45f7-ac48-ad038638580b" providerId="ADAL" clId="{5AE84567-EAB5-447A-AC84-623C970803D8}" dt="2021-05-20T08:21:31.680" v="330" actId="1076"/>
          <ac:spMkLst>
            <pc:docMk/>
            <pc:sldMk cId="0" sldId="348"/>
            <ac:spMk id="274434" creationId="{4913BD3F-4FBD-45D6-8511-0B23A7BDE71F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21:44.950" v="332" actId="2711"/>
        <pc:sldMkLst>
          <pc:docMk/>
          <pc:sldMk cId="0" sldId="349"/>
        </pc:sldMkLst>
        <pc:spChg chg="mod">
          <ac:chgData name="Alessandro Ortis" userId="dcdc90ed-3509-45f7-ac48-ad038638580b" providerId="ADAL" clId="{5AE84567-EAB5-447A-AC84-623C970803D8}" dt="2021-05-20T08:21:44.950" v="332" actId="2711"/>
          <ac:spMkLst>
            <pc:docMk/>
            <pc:sldMk cId="0" sldId="349"/>
            <ac:spMk id="274434" creationId="{CBC29875-B72E-4CF7-A136-975D3CC0531C}"/>
          </ac:spMkLst>
        </pc:spChg>
        <pc:spChg chg="mod">
          <ac:chgData name="Alessandro Ortis" userId="dcdc90ed-3509-45f7-ac48-ad038638580b" providerId="ADAL" clId="{5AE84567-EAB5-447A-AC84-623C970803D8}" dt="2021-05-20T08:21:44.950" v="332" actId="2711"/>
          <ac:spMkLst>
            <pc:docMk/>
            <pc:sldMk cId="0" sldId="349"/>
            <ac:spMk id="274436" creationId="{E2ECD9D4-1E38-459D-8790-565C0C32147D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21:57.289" v="334" actId="2711"/>
        <pc:sldMkLst>
          <pc:docMk/>
          <pc:sldMk cId="0" sldId="350"/>
        </pc:sldMkLst>
        <pc:spChg chg="mod">
          <ac:chgData name="Alessandro Ortis" userId="dcdc90ed-3509-45f7-ac48-ad038638580b" providerId="ADAL" clId="{5AE84567-EAB5-447A-AC84-623C970803D8}" dt="2021-05-20T08:21:57.289" v="334" actId="2711"/>
          <ac:spMkLst>
            <pc:docMk/>
            <pc:sldMk cId="0" sldId="350"/>
            <ac:spMk id="274434" creationId="{7A5CE1E6-431A-470C-A5E2-49D36AEF63AD}"/>
          </ac:spMkLst>
        </pc:spChg>
      </pc:sldChg>
      <pc:sldChg chg="addSp delSp modSp add del mod">
        <pc:chgData name="Alessandro Ortis" userId="dcdc90ed-3509-45f7-ac48-ad038638580b" providerId="ADAL" clId="{5AE84567-EAB5-447A-AC84-623C970803D8}" dt="2021-05-20T08:22:56.361" v="356" actId="2711"/>
        <pc:sldMkLst>
          <pc:docMk/>
          <pc:sldMk cId="0" sldId="351"/>
        </pc:sldMkLst>
        <pc:spChg chg="add del mod">
          <ac:chgData name="Alessandro Ortis" userId="dcdc90ed-3509-45f7-ac48-ad038638580b" providerId="ADAL" clId="{5AE84567-EAB5-447A-AC84-623C970803D8}" dt="2021-05-20T08:22:19.216" v="347" actId="478"/>
          <ac:spMkLst>
            <pc:docMk/>
            <pc:sldMk cId="0" sldId="351"/>
            <ac:spMk id="3" creationId="{43706DC0-81F5-4A71-A1C0-83FE853CA135}"/>
          </ac:spMkLst>
        </pc:spChg>
        <pc:spChg chg="add mod">
          <ac:chgData name="Alessandro Ortis" userId="dcdc90ed-3509-45f7-ac48-ad038638580b" providerId="ADAL" clId="{5AE84567-EAB5-447A-AC84-623C970803D8}" dt="2021-05-20T08:22:56.361" v="356" actId="2711"/>
          <ac:spMkLst>
            <pc:docMk/>
            <pc:sldMk cId="0" sldId="351"/>
            <ac:spMk id="4" creationId="{7ADFD1E7-901C-444F-8959-F489CB661571}"/>
          </ac:spMkLst>
        </pc:spChg>
        <pc:spChg chg="del">
          <ac:chgData name="Alessandro Ortis" userId="dcdc90ed-3509-45f7-ac48-ad038638580b" providerId="ADAL" clId="{5AE84567-EAB5-447A-AC84-623C970803D8}" dt="2021-05-20T08:22:14.906" v="346" actId="478"/>
          <ac:spMkLst>
            <pc:docMk/>
            <pc:sldMk cId="0" sldId="351"/>
            <ac:spMk id="274434" creationId="{F9E8D215-CD8A-4C15-8B84-DC96DBE2F8F5}"/>
          </ac:spMkLst>
        </pc:spChg>
        <pc:spChg chg="mod">
          <ac:chgData name="Alessandro Ortis" userId="dcdc90ed-3509-45f7-ac48-ad038638580b" providerId="ADAL" clId="{5AE84567-EAB5-447A-AC84-623C970803D8}" dt="2021-05-20T08:22:23.932" v="348" actId="2711"/>
          <ac:spMkLst>
            <pc:docMk/>
            <pc:sldMk cId="0" sldId="351"/>
            <ac:spMk id="274436" creationId="{68B01C5B-FA28-4D80-850C-41F972B01D07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22:38.893" v="350" actId="1076"/>
        <pc:sldMkLst>
          <pc:docMk/>
          <pc:sldMk cId="0" sldId="352"/>
        </pc:sldMkLst>
        <pc:spChg chg="mod">
          <ac:chgData name="Alessandro Ortis" userId="dcdc90ed-3509-45f7-ac48-ad038638580b" providerId="ADAL" clId="{5AE84567-EAB5-447A-AC84-623C970803D8}" dt="2021-05-20T08:22:38.893" v="350" actId="1076"/>
          <ac:spMkLst>
            <pc:docMk/>
            <pc:sldMk cId="0" sldId="352"/>
            <ac:spMk id="274434" creationId="{CAE69FF1-7CC2-4A1D-A787-88EAD6E629CA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23:08.112" v="358" actId="2711"/>
        <pc:sldMkLst>
          <pc:docMk/>
          <pc:sldMk cId="0" sldId="353"/>
        </pc:sldMkLst>
        <pc:spChg chg="mod">
          <ac:chgData name="Alessandro Ortis" userId="dcdc90ed-3509-45f7-ac48-ad038638580b" providerId="ADAL" clId="{5AE84567-EAB5-447A-AC84-623C970803D8}" dt="2021-05-20T08:23:08.112" v="358" actId="2711"/>
          <ac:spMkLst>
            <pc:docMk/>
            <pc:sldMk cId="0" sldId="353"/>
            <ac:spMk id="274434" creationId="{6B9E7502-A1B8-4A10-BBC2-21C4C1398D7D}"/>
          </ac:spMkLst>
        </pc:spChg>
      </pc:sldChg>
      <pc:sldChg chg="addSp delSp modSp add del mod">
        <pc:chgData name="Alessandro Ortis" userId="dcdc90ed-3509-45f7-ac48-ad038638580b" providerId="ADAL" clId="{5AE84567-EAB5-447A-AC84-623C970803D8}" dt="2021-05-20T08:23:19.176" v="361"/>
        <pc:sldMkLst>
          <pc:docMk/>
          <pc:sldMk cId="0" sldId="354"/>
        </pc:sldMkLst>
        <pc:spChg chg="add del mod">
          <ac:chgData name="Alessandro Ortis" userId="dcdc90ed-3509-45f7-ac48-ad038638580b" providerId="ADAL" clId="{5AE84567-EAB5-447A-AC84-623C970803D8}" dt="2021-05-20T08:23:14.999" v="360" actId="478"/>
          <ac:spMkLst>
            <pc:docMk/>
            <pc:sldMk cId="0" sldId="354"/>
            <ac:spMk id="3" creationId="{A6A4D3B7-9935-4057-8841-37FDDE400FF5}"/>
          </ac:spMkLst>
        </pc:spChg>
        <pc:spChg chg="add mod">
          <ac:chgData name="Alessandro Ortis" userId="dcdc90ed-3509-45f7-ac48-ad038638580b" providerId="ADAL" clId="{5AE84567-EAB5-447A-AC84-623C970803D8}" dt="2021-05-20T08:23:19.176" v="361"/>
          <ac:spMkLst>
            <pc:docMk/>
            <pc:sldMk cId="0" sldId="354"/>
            <ac:spMk id="6" creationId="{D088A631-2C34-4796-90DE-0E3E6311C043}"/>
          </ac:spMkLst>
        </pc:spChg>
        <pc:spChg chg="del">
          <ac:chgData name="Alessandro Ortis" userId="dcdc90ed-3509-45f7-ac48-ad038638580b" providerId="ADAL" clId="{5AE84567-EAB5-447A-AC84-623C970803D8}" dt="2021-05-20T08:23:12.354" v="359" actId="478"/>
          <ac:spMkLst>
            <pc:docMk/>
            <pc:sldMk cId="0" sldId="354"/>
            <ac:spMk id="274434" creationId="{64BAC9E7-2C48-43C0-98B9-9EFDC5718C8D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23:39.384" v="368" actId="20577"/>
        <pc:sldMkLst>
          <pc:docMk/>
          <pc:sldMk cId="0" sldId="355"/>
        </pc:sldMkLst>
        <pc:spChg chg="mod">
          <ac:chgData name="Alessandro Ortis" userId="dcdc90ed-3509-45f7-ac48-ad038638580b" providerId="ADAL" clId="{5AE84567-EAB5-447A-AC84-623C970803D8}" dt="2021-05-20T08:23:28.913" v="364" actId="2711"/>
          <ac:spMkLst>
            <pc:docMk/>
            <pc:sldMk cId="0" sldId="355"/>
            <ac:spMk id="274434" creationId="{95A45D02-F92F-4791-802D-FB34E76B68B9}"/>
          </ac:spMkLst>
        </pc:spChg>
        <pc:spChg chg="mod">
          <ac:chgData name="Alessandro Ortis" userId="dcdc90ed-3509-45f7-ac48-ad038638580b" providerId="ADAL" clId="{5AE84567-EAB5-447A-AC84-623C970803D8}" dt="2021-05-20T08:23:39.384" v="368" actId="20577"/>
          <ac:spMkLst>
            <pc:docMk/>
            <pc:sldMk cId="0" sldId="355"/>
            <ac:spMk id="274436" creationId="{07A3EC89-859B-42C7-8F2B-C6FD76469FF8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23:54.867" v="370" actId="1076"/>
        <pc:sldMkLst>
          <pc:docMk/>
          <pc:sldMk cId="0" sldId="356"/>
        </pc:sldMkLst>
        <pc:spChg chg="mod">
          <ac:chgData name="Alessandro Ortis" userId="dcdc90ed-3509-45f7-ac48-ad038638580b" providerId="ADAL" clId="{5AE84567-EAB5-447A-AC84-623C970803D8}" dt="2021-05-20T08:23:54.867" v="370" actId="1076"/>
          <ac:spMkLst>
            <pc:docMk/>
            <pc:sldMk cId="0" sldId="356"/>
            <ac:spMk id="274434" creationId="{CA46DD15-C120-459C-A769-6953F1783197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09:29.177" v="59" actId="6549"/>
        <pc:sldMkLst>
          <pc:docMk/>
          <pc:sldMk cId="0" sldId="357"/>
        </pc:sldMkLst>
        <pc:spChg chg="mod">
          <ac:chgData name="Alessandro Ortis" userId="dcdc90ed-3509-45f7-ac48-ad038638580b" providerId="ADAL" clId="{5AE84567-EAB5-447A-AC84-623C970803D8}" dt="2021-05-20T08:09:23.969" v="56" actId="2711"/>
          <ac:spMkLst>
            <pc:docMk/>
            <pc:sldMk cId="0" sldId="357"/>
            <ac:spMk id="260098" creationId="{869FC6B7-D8D3-47C1-B09E-B25EBAACC83D}"/>
          </ac:spMkLst>
        </pc:spChg>
        <pc:spChg chg="mod">
          <ac:chgData name="Alessandro Ortis" userId="dcdc90ed-3509-45f7-ac48-ad038638580b" providerId="ADAL" clId="{5AE84567-EAB5-447A-AC84-623C970803D8}" dt="2021-05-20T08:09:29.177" v="59" actId="6549"/>
          <ac:spMkLst>
            <pc:docMk/>
            <pc:sldMk cId="0" sldId="357"/>
            <ac:spMk id="260099" creationId="{04E87F14-8594-42A9-A718-FF9715FF8B93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08:51.535" v="52" actId="2711"/>
        <pc:sldMkLst>
          <pc:docMk/>
          <pc:sldMk cId="0" sldId="358"/>
        </pc:sldMkLst>
        <pc:spChg chg="mod">
          <ac:chgData name="Alessandro Ortis" userId="dcdc90ed-3509-45f7-ac48-ad038638580b" providerId="ADAL" clId="{5AE84567-EAB5-447A-AC84-623C970803D8}" dt="2021-05-20T08:08:51.535" v="52" actId="2711"/>
          <ac:spMkLst>
            <pc:docMk/>
            <pc:sldMk cId="0" sldId="358"/>
            <ac:spMk id="258050" creationId="{8EF8AFAC-9737-4B6E-B500-6DC8FA9CE634}"/>
          </ac:spMkLst>
        </pc:spChg>
        <pc:spChg chg="mod">
          <ac:chgData name="Alessandro Ortis" userId="dcdc90ed-3509-45f7-ac48-ad038638580b" providerId="ADAL" clId="{5AE84567-EAB5-447A-AC84-623C970803D8}" dt="2021-05-20T08:08:51.535" v="52" actId="2711"/>
          <ac:spMkLst>
            <pc:docMk/>
            <pc:sldMk cId="0" sldId="358"/>
            <ac:spMk id="258051" creationId="{F81632E5-0AE8-4EF9-86CC-37630F77EB2E}"/>
          </ac:spMkLst>
        </pc:spChg>
        <pc:spChg chg="mod">
          <ac:chgData name="Alessandro Ortis" userId="dcdc90ed-3509-45f7-ac48-ad038638580b" providerId="ADAL" clId="{5AE84567-EAB5-447A-AC84-623C970803D8}" dt="2021-05-20T08:08:51.535" v="52" actId="2711"/>
          <ac:spMkLst>
            <pc:docMk/>
            <pc:sldMk cId="0" sldId="358"/>
            <ac:spMk id="258053" creationId="{EDB796BB-1AB5-4CFA-BF28-8BF43273B46B}"/>
          </ac:spMkLst>
        </pc:spChg>
      </pc:sldChg>
      <pc:sldChg chg="modSp add del mod modAnim">
        <pc:chgData name="Alessandro Ortis" userId="dcdc90ed-3509-45f7-ac48-ad038638580b" providerId="ADAL" clId="{5AE84567-EAB5-447A-AC84-623C970803D8}" dt="2021-05-20T08:25:29.010" v="408" actId="1076"/>
        <pc:sldMkLst>
          <pc:docMk/>
          <pc:sldMk cId="4060426026" sldId="359"/>
        </pc:sldMkLst>
        <pc:spChg chg="mod">
          <ac:chgData name="Alessandro Ortis" userId="dcdc90ed-3509-45f7-ac48-ad038638580b" providerId="ADAL" clId="{5AE84567-EAB5-447A-AC84-623C970803D8}" dt="2021-05-20T08:24:09.544" v="375" actId="2711"/>
          <ac:spMkLst>
            <pc:docMk/>
            <pc:sldMk cId="4060426026" sldId="359"/>
            <ac:spMk id="274434" creationId="{E8C10E84-743C-43C0-BF74-5A1A7B422543}"/>
          </ac:spMkLst>
        </pc:spChg>
        <pc:spChg chg="mod">
          <ac:chgData name="Alessandro Ortis" userId="dcdc90ed-3509-45f7-ac48-ad038638580b" providerId="ADAL" clId="{5AE84567-EAB5-447A-AC84-623C970803D8}" dt="2021-05-20T08:25:29.010" v="408" actId="1076"/>
          <ac:spMkLst>
            <pc:docMk/>
            <pc:sldMk cId="4060426026" sldId="359"/>
            <ac:spMk id="274436" creationId="{72ABC952-8BFD-46EE-BD7C-CD0B232B74C6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27:14.365" v="410" actId="1076"/>
        <pc:sldMkLst>
          <pc:docMk/>
          <pc:sldMk cId="703647007" sldId="360"/>
        </pc:sldMkLst>
        <pc:spChg chg="mod">
          <ac:chgData name="Alessandro Ortis" userId="dcdc90ed-3509-45f7-ac48-ad038638580b" providerId="ADAL" clId="{5AE84567-EAB5-447A-AC84-623C970803D8}" dt="2021-05-20T08:27:14.365" v="410" actId="1076"/>
          <ac:spMkLst>
            <pc:docMk/>
            <pc:sldMk cId="703647007" sldId="360"/>
            <ac:spMk id="274434" creationId="{7C1D75CE-8A62-4D62-8715-91D97B3EAB76}"/>
          </ac:spMkLst>
        </pc:spChg>
      </pc:sldChg>
      <pc:sldChg chg="modSp add del mod">
        <pc:chgData name="Alessandro Ortis" userId="dcdc90ed-3509-45f7-ac48-ad038638580b" providerId="ADAL" clId="{5AE84567-EAB5-447A-AC84-623C970803D8}" dt="2021-05-20T08:11:28.592" v="99" actId="1076"/>
        <pc:sldMkLst>
          <pc:docMk/>
          <pc:sldMk cId="0" sldId="362"/>
        </pc:sldMkLst>
        <pc:spChg chg="mod">
          <ac:chgData name="Alessandro Ortis" userId="dcdc90ed-3509-45f7-ac48-ad038638580b" providerId="ADAL" clId="{5AE84567-EAB5-447A-AC84-623C970803D8}" dt="2021-05-20T08:11:18.158" v="97" actId="2711"/>
          <ac:spMkLst>
            <pc:docMk/>
            <pc:sldMk cId="0" sldId="362"/>
            <ac:spMk id="3" creationId="{73381F06-DF0E-4855-B14E-193B5F601A75}"/>
          </ac:spMkLst>
        </pc:spChg>
        <pc:spChg chg="mod">
          <ac:chgData name="Alessandro Ortis" userId="dcdc90ed-3509-45f7-ac48-ad038638580b" providerId="ADAL" clId="{5AE84567-EAB5-447A-AC84-623C970803D8}" dt="2021-05-20T08:11:18.158" v="97" actId="2711"/>
          <ac:spMkLst>
            <pc:docMk/>
            <pc:sldMk cId="0" sldId="362"/>
            <ac:spMk id="25601" creationId="{E5DAA9CF-BD47-467D-A7A0-1A2DA1FA44DB}"/>
          </ac:spMkLst>
        </pc:spChg>
        <pc:picChg chg="mod">
          <ac:chgData name="Alessandro Ortis" userId="dcdc90ed-3509-45f7-ac48-ad038638580b" providerId="ADAL" clId="{5AE84567-EAB5-447A-AC84-623C970803D8}" dt="2021-05-20T08:11:28.592" v="99" actId="1076"/>
          <ac:picMkLst>
            <pc:docMk/>
            <pc:sldMk cId="0" sldId="362"/>
            <ac:picMk id="25603" creationId="{294B29CE-BDF5-4144-A728-C94831AEFFFD}"/>
          </ac:picMkLst>
        </pc:picChg>
      </pc:sldChg>
      <pc:sldChg chg="modSp add del mod">
        <pc:chgData name="Alessandro Ortis" userId="dcdc90ed-3509-45f7-ac48-ad038638580b" providerId="ADAL" clId="{5AE84567-EAB5-447A-AC84-623C970803D8}" dt="2021-05-20T08:27:20.261" v="412" actId="1076"/>
        <pc:sldMkLst>
          <pc:docMk/>
          <pc:sldMk cId="0" sldId="364"/>
        </pc:sldMkLst>
        <pc:spChg chg="mod">
          <ac:chgData name="Alessandro Ortis" userId="dcdc90ed-3509-45f7-ac48-ad038638580b" providerId="ADAL" clId="{5AE84567-EAB5-447A-AC84-623C970803D8}" dt="2021-05-20T08:27:20.261" v="412" actId="1076"/>
          <ac:spMkLst>
            <pc:docMk/>
            <pc:sldMk cId="0" sldId="364"/>
            <ac:spMk id="274434" creationId="{22B89253-24D5-4661-8350-5C8246BED6FA}"/>
          </ac:spMkLst>
        </pc:spChg>
      </pc:sldChg>
      <pc:sldChg chg="modSp add del">
        <pc:chgData name="Alessandro Ortis" userId="dcdc90ed-3509-45f7-ac48-ad038638580b" providerId="ADAL" clId="{5AE84567-EAB5-447A-AC84-623C970803D8}" dt="2021-05-20T08:14:26.845" v="145" actId="2711"/>
        <pc:sldMkLst>
          <pc:docMk/>
          <pc:sldMk cId="0" sldId="365"/>
        </pc:sldMkLst>
        <pc:spChg chg="mod">
          <ac:chgData name="Alessandro Ortis" userId="dcdc90ed-3509-45f7-ac48-ad038638580b" providerId="ADAL" clId="{5AE84567-EAB5-447A-AC84-623C970803D8}" dt="2021-05-20T08:14:26.845" v="145" actId="2711"/>
          <ac:spMkLst>
            <pc:docMk/>
            <pc:sldMk cId="0" sldId="365"/>
            <ac:spMk id="274434" creationId="{30F843E3-B986-40FC-A945-4AD8E1A99A7B}"/>
          </ac:spMkLst>
        </pc:spChg>
        <pc:spChg chg="mod">
          <ac:chgData name="Alessandro Ortis" userId="dcdc90ed-3509-45f7-ac48-ad038638580b" providerId="ADAL" clId="{5AE84567-EAB5-447A-AC84-623C970803D8}" dt="2021-05-20T08:14:26.845" v="145" actId="2711"/>
          <ac:spMkLst>
            <pc:docMk/>
            <pc:sldMk cId="0" sldId="365"/>
            <ac:spMk id="274436" creationId="{A79E1523-E660-42FC-83F5-94F978F989E6}"/>
          </ac:spMkLst>
        </pc:spChg>
        <pc:picChg chg="mod">
          <ac:chgData name="Alessandro Ortis" userId="dcdc90ed-3509-45f7-ac48-ad038638580b" providerId="ADAL" clId="{5AE84567-EAB5-447A-AC84-623C970803D8}" dt="2021-05-20T08:14:26.845" v="145" actId="2711"/>
          <ac:picMkLst>
            <pc:docMk/>
            <pc:sldMk cId="0" sldId="365"/>
            <ac:picMk id="32771" creationId="{1F479BFB-4380-4D8A-9ACC-69714C359A00}"/>
          </ac:picMkLst>
        </pc:picChg>
      </pc:sldChg>
    </pc:docChg>
  </pc:docChgLst>
  <pc:docChgLst>
    <pc:chgData name="Alessandro Ortis" userId="dcdc90ed-3509-45f7-ac48-ad038638580b" providerId="ADAL" clId="{DC2E16EE-1E16-4B84-80E3-2850D7BBCD84}"/>
    <pc:docChg chg="undo redo custSel addSld delSld modSld sldOrd">
      <pc:chgData name="Alessandro Ortis" userId="dcdc90ed-3509-45f7-ac48-ad038638580b" providerId="ADAL" clId="{DC2E16EE-1E16-4B84-80E3-2850D7BBCD84}" dt="2021-02-04T14:40:29.257" v="2369" actId="122"/>
      <pc:docMkLst>
        <pc:docMk/>
      </pc:docMkLst>
      <pc:sldChg chg="delSp modSp mod">
        <pc:chgData name="Alessandro Ortis" userId="dcdc90ed-3509-45f7-ac48-ad038638580b" providerId="ADAL" clId="{DC2E16EE-1E16-4B84-80E3-2850D7BBCD84}" dt="2021-02-04T14:40:21.031" v="2368" actId="1076"/>
        <pc:sldMkLst>
          <pc:docMk/>
          <pc:sldMk cId="0" sldId="256"/>
        </pc:sldMkLst>
        <pc:spChg chg="mod">
          <ac:chgData name="Alessandro Ortis" userId="dcdc90ed-3509-45f7-ac48-ad038638580b" providerId="ADAL" clId="{DC2E16EE-1E16-4B84-80E3-2850D7BBCD84}" dt="2021-02-01T15:46:02.306" v="81" actId="20577"/>
          <ac:spMkLst>
            <pc:docMk/>
            <pc:sldMk cId="0" sldId="256"/>
            <ac:spMk id="3073" creationId="{D8E02409-99EA-4A61-B135-7A6427B120FC}"/>
          </ac:spMkLst>
        </pc:spChg>
        <pc:spChg chg="mod">
          <ac:chgData name="Alessandro Ortis" userId="dcdc90ed-3509-45f7-ac48-ad038638580b" providerId="ADAL" clId="{DC2E16EE-1E16-4B84-80E3-2850D7BBCD84}" dt="2021-02-04T14:40:04.807" v="2367" actId="14100"/>
          <ac:spMkLst>
            <pc:docMk/>
            <pc:sldMk cId="0" sldId="256"/>
            <ac:spMk id="3080" creationId="{6FF1373D-FB8C-4158-987C-B864C0F430A3}"/>
          </ac:spMkLst>
        </pc:spChg>
        <pc:spChg chg="del mod">
          <ac:chgData name="Alessandro Ortis" userId="dcdc90ed-3509-45f7-ac48-ad038638580b" providerId="ADAL" clId="{DC2E16EE-1E16-4B84-80E3-2850D7BBCD84}" dt="2021-02-01T15:46:03.583" v="83"/>
          <ac:spMkLst>
            <pc:docMk/>
            <pc:sldMk cId="0" sldId="256"/>
            <ac:spMk id="3083" creationId="{07F96F25-4097-407F-94B6-CF20FB66181C}"/>
          </ac:spMkLst>
        </pc:spChg>
        <pc:picChg chg="mod">
          <ac:chgData name="Alessandro Ortis" userId="dcdc90ed-3509-45f7-ac48-ad038638580b" providerId="ADAL" clId="{DC2E16EE-1E16-4B84-80E3-2850D7BBCD84}" dt="2021-02-04T14:40:21.031" v="2368" actId="1076"/>
          <ac:picMkLst>
            <pc:docMk/>
            <pc:sldMk cId="0" sldId="256"/>
            <ac:picMk id="3084" creationId="{5686F35E-B082-481C-9199-EDC6C0E385F1}"/>
          </ac:picMkLst>
        </pc:picChg>
      </pc:sldChg>
      <pc:sldChg chg="modSp mod">
        <pc:chgData name="Alessandro Ortis" userId="dcdc90ed-3509-45f7-ac48-ad038638580b" providerId="ADAL" clId="{DC2E16EE-1E16-4B84-80E3-2850D7BBCD84}" dt="2021-02-04T14:40:29.257" v="2369" actId="122"/>
        <pc:sldMkLst>
          <pc:docMk/>
          <pc:sldMk cId="0" sldId="279"/>
        </pc:sldMkLst>
        <pc:spChg chg="mod">
          <ac:chgData name="Alessandro Ortis" userId="dcdc90ed-3509-45f7-ac48-ad038638580b" providerId="ADAL" clId="{DC2E16EE-1E16-4B84-80E3-2850D7BBCD84}" dt="2021-02-01T15:47:36.913" v="95" actId="20577"/>
          <ac:spMkLst>
            <pc:docMk/>
            <pc:sldMk cId="0" sldId="279"/>
            <ac:spMk id="50178" creationId="{3A1D38E7-760B-4353-889B-1CB871DC7E2B}"/>
          </ac:spMkLst>
        </pc:spChg>
        <pc:spChg chg="mod">
          <ac:chgData name="Alessandro Ortis" userId="dcdc90ed-3509-45f7-ac48-ad038638580b" providerId="ADAL" clId="{DC2E16EE-1E16-4B84-80E3-2850D7BBCD84}" dt="2021-02-02T08:56:42.197" v="114" actId="123"/>
          <ac:spMkLst>
            <pc:docMk/>
            <pc:sldMk cId="0" sldId="279"/>
            <ac:spMk id="50181" creationId="{866CFACF-C40A-49AB-83E0-27437528772A}"/>
          </ac:spMkLst>
        </pc:spChg>
        <pc:spChg chg="mod">
          <ac:chgData name="Alessandro Ortis" userId="dcdc90ed-3509-45f7-ac48-ad038638580b" providerId="ADAL" clId="{DC2E16EE-1E16-4B84-80E3-2850D7BBCD84}" dt="2021-02-04T14:40:29.257" v="2369" actId="122"/>
          <ac:spMkLst>
            <pc:docMk/>
            <pc:sldMk cId="0" sldId="279"/>
            <ac:spMk id="50182" creationId="{A576F264-8527-4742-BBA7-C96A26986A79}"/>
          </ac:spMkLst>
        </pc:spChg>
        <pc:spChg chg="mod">
          <ac:chgData name="Alessandro Ortis" userId="dcdc90ed-3509-45f7-ac48-ad038638580b" providerId="ADAL" clId="{DC2E16EE-1E16-4B84-80E3-2850D7BBCD84}" dt="2021-02-01T16:07:21.853" v="103" actId="20577"/>
          <ac:spMkLst>
            <pc:docMk/>
            <pc:sldMk cId="0" sldId="279"/>
            <ac:spMk id="50185" creationId="{24EB449D-83CB-4772-A221-925963DC140D}"/>
          </ac:spMkLst>
        </pc:spChg>
        <pc:picChg chg="mod">
          <ac:chgData name="Alessandro Ortis" userId="dcdc90ed-3509-45f7-ac48-ad038638580b" providerId="ADAL" clId="{DC2E16EE-1E16-4B84-80E3-2850D7BBCD84}" dt="2021-02-01T16:07:25.228" v="104" actId="1076"/>
          <ac:picMkLst>
            <pc:docMk/>
            <pc:sldMk cId="0" sldId="279"/>
            <ac:picMk id="50186" creationId="{12D72CB2-BF97-4F18-96C6-2711BF4DDE11}"/>
          </ac:picMkLst>
        </pc:picChg>
      </pc:sldChg>
      <pc:sldChg chg="modSp mod">
        <pc:chgData name="Alessandro Ortis" userId="dcdc90ed-3509-45f7-ac48-ad038638580b" providerId="ADAL" clId="{DC2E16EE-1E16-4B84-80E3-2850D7BBCD84}" dt="2021-02-02T15:33:00.739" v="1337" actId="313"/>
        <pc:sldMkLst>
          <pc:docMk/>
          <pc:sldMk cId="0" sldId="289"/>
        </pc:sldMkLst>
        <pc:spChg chg="mod">
          <ac:chgData name="Alessandro Ortis" userId="dcdc90ed-3509-45f7-ac48-ad038638580b" providerId="ADAL" clId="{DC2E16EE-1E16-4B84-80E3-2850D7BBCD84}" dt="2021-02-02T15:31:32.546" v="1305" actId="20577"/>
          <ac:spMkLst>
            <pc:docMk/>
            <pc:sldMk cId="0" sldId="289"/>
            <ac:spMk id="77826" creationId="{7FA9E1CC-92A0-4D42-8128-30306F7CDCB6}"/>
          </ac:spMkLst>
        </pc:spChg>
        <pc:spChg chg="mod">
          <ac:chgData name="Alessandro Ortis" userId="dcdc90ed-3509-45f7-ac48-ad038638580b" providerId="ADAL" clId="{DC2E16EE-1E16-4B84-80E3-2850D7BBCD84}" dt="2021-02-02T15:33:00.739" v="1337" actId="313"/>
          <ac:spMkLst>
            <pc:docMk/>
            <pc:sldMk cId="0" sldId="289"/>
            <ac:spMk id="77830" creationId="{3EEB8755-42E2-4E31-9944-A001B853074C}"/>
          </ac:spMkLst>
        </pc:spChg>
      </pc:sldChg>
      <pc:sldChg chg="modSp mod">
        <pc:chgData name="Alessandro Ortis" userId="dcdc90ed-3509-45f7-ac48-ad038638580b" providerId="ADAL" clId="{DC2E16EE-1E16-4B84-80E3-2850D7BBCD84}" dt="2021-02-02T08:59:43.257" v="124" actId="6549"/>
        <pc:sldMkLst>
          <pc:docMk/>
          <pc:sldMk cId="0" sldId="296"/>
        </pc:sldMkLst>
        <pc:spChg chg="mod">
          <ac:chgData name="Alessandro Ortis" userId="dcdc90ed-3509-45f7-ac48-ad038638580b" providerId="ADAL" clId="{DC2E16EE-1E16-4B84-80E3-2850D7BBCD84}" dt="2021-02-02T08:56:59.073" v="115" actId="20577"/>
          <ac:spMkLst>
            <pc:docMk/>
            <pc:sldMk cId="0" sldId="296"/>
            <ac:spMk id="92162" creationId="{1F66628D-9E5B-4DCD-B742-EE0A82320368}"/>
          </ac:spMkLst>
        </pc:spChg>
        <pc:spChg chg="mod">
          <ac:chgData name="Alessandro Ortis" userId="dcdc90ed-3509-45f7-ac48-ad038638580b" providerId="ADAL" clId="{DC2E16EE-1E16-4B84-80E3-2850D7BBCD84}" dt="2021-02-02T08:57:14.559" v="120" actId="120"/>
          <ac:spMkLst>
            <pc:docMk/>
            <pc:sldMk cId="0" sldId="296"/>
            <ac:spMk id="92163" creationId="{3B5AD3D1-7065-425C-A2B5-7F114C08D9CD}"/>
          </ac:spMkLst>
        </pc:spChg>
        <pc:spChg chg="mod">
          <ac:chgData name="Alessandro Ortis" userId="dcdc90ed-3509-45f7-ac48-ad038638580b" providerId="ADAL" clId="{DC2E16EE-1E16-4B84-80E3-2850D7BBCD84}" dt="2021-02-02T08:59:43.257" v="124" actId="6549"/>
          <ac:spMkLst>
            <pc:docMk/>
            <pc:sldMk cId="0" sldId="296"/>
            <ac:spMk id="92170" creationId="{C267FF83-A3B2-40F2-8E7B-D188A624122D}"/>
          </ac:spMkLst>
        </pc:spChg>
      </pc:sldChg>
      <pc:sldChg chg="modSp mod">
        <pc:chgData name="Alessandro Ortis" userId="dcdc90ed-3509-45f7-ac48-ad038638580b" providerId="ADAL" clId="{DC2E16EE-1E16-4B84-80E3-2850D7BBCD84}" dt="2021-02-02T14:51:25.241" v="181" actId="20577"/>
        <pc:sldMkLst>
          <pc:docMk/>
          <pc:sldMk cId="0" sldId="297"/>
        </pc:sldMkLst>
        <pc:spChg chg="mod">
          <ac:chgData name="Alessandro Ortis" userId="dcdc90ed-3509-45f7-ac48-ad038638580b" providerId="ADAL" clId="{DC2E16EE-1E16-4B84-80E3-2850D7BBCD84}" dt="2021-02-02T09:00:00.879" v="125" actId="20577"/>
          <ac:spMkLst>
            <pc:docMk/>
            <pc:sldMk cId="0" sldId="297"/>
            <ac:spMk id="94210" creationId="{4D3A4E65-E036-44C4-9FA4-C751B5756026}"/>
          </ac:spMkLst>
        </pc:spChg>
        <pc:spChg chg="mod">
          <ac:chgData name="Alessandro Ortis" userId="dcdc90ed-3509-45f7-ac48-ad038638580b" providerId="ADAL" clId="{DC2E16EE-1E16-4B84-80E3-2850D7BBCD84}" dt="2021-02-02T09:00:08.800" v="127" actId="20577"/>
          <ac:spMkLst>
            <pc:docMk/>
            <pc:sldMk cId="0" sldId="297"/>
            <ac:spMk id="94223" creationId="{A78BAF2F-ECEC-46DD-96A7-23C6469B856C}"/>
          </ac:spMkLst>
        </pc:spChg>
        <pc:spChg chg="mod">
          <ac:chgData name="Alessandro Ortis" userId="dcdc90ed-3509-45f7-ac48-ad038638580b" providerId="ADAL" clId="{DC2E16EE-1E16-4B84-80E3-2850D7BBCD84}" dt="2021-02-02T14:51:25.241" v="181" actId="20577"/>
          <ac:spMkLst>
            <pc:docMk/>
            <pc:sldMk cId="0" sldId="297"/>
            <ac:spMk id="94225" creationId="{33C7807A-477F-4A0F-A179-3616B2970709}"/>
          </ac:spMkLst>
        </pc:spChg>
      </pc:sldChg>
      <pc:sldChg chg="modSp mod">
        <pc:chgData name="Alessandro Ortis" userId="dcdc90ed-3509-45f7-ac48-ad038638580b" providerId="ADAL" clId="{DC2E16EE-1E16-4B84-80E3-2850D7BBCD84}" dt="2021-02-02T15:23:29.902" v="424" actId="20577"/>
        <pc:sldMkLst>
          <pc:docMk/>
          <pc:sldMk cId="0" sldId="298"/>
        </pc:sldMkLst>
        <pc:spChg chg="mod">
          <ac:chgData name="Alessandro Ortis" userId="dcdc90ed-3509-45f7-ac48-ad038638580b" providerId="ADAL" clId="{DC2E16EE-1E16-4B84-80E3-2850D7BBCD84}" dt="2021-02-02T14:51:58.114" v="182" actId="20577"/>
          <ac:spMkLst>
            <pc:docMk/>
            <pc:sldMk cId="0" sldId="298"/>
            <ac:spMk id="96258" creationId="{8F85C8CD-CCCC-4423-AB10-B369DD8C0A50}"/>
          </ac:spMkLst>
        </pc:spChg>
        <pc:spChg chg="mod">
          <ac:chgData name="Alessandro Ortis" userId="dcdc90ed-3509-45f7-ac48-ad038638580b" providerId="ADAL" clId="{DC2E16EE-1E16-4B84-80E3-2850D7BBCD84}" dt="2021-02-02T15:23:29.902" v="424" actId="20577"/>
          <ac:spMkLst>
            <pc:docMk/>
            <pc:sldMk cId="0" sldId="298"/>
            <ac:spMk id="96267" creationId="{1A61FEFF-E153-4B29-9C3C-A1B811B7E1E5}"/>
          </ac:spMkLst>
        </pc:spChg>
        <pc:picChg chg="mod">
          <ac:chgData name="Alessandro Ortis" userId="dcdc90ed-3509-45f7-ac48-ad038638580b" providerId="ADAL" clId="{DC2E16EE-1E16-4B84-80E3-2850D7BBCD84}" dt="2021-02-02T14:54:41.746" v="268" actId="1076"/>
          <ac:picMkLst>
            <pc:docMk/>
            <pc:sldMk cId="0" sldId="298"/>
            <ac:picMk id="96268" creationId="{51DC1AD6-4B77-497B-ACE2-1F5C4DCC2A3F}"/>
          </ac:picMkLst>
        </pc:picChg>
      </pc:sldChg>
      <pc:sldChg chg="modSp mod">
        <pc:chgData name="Alessandro Ortis" userId="dcdc90ed-3509-45f7-ac48-ad038638580b" providerId="ADAL" clId="{DC2E16EE-1E16-4B84-80E3-2850D7BBCD84}" dt="2021-02-02T15:35:55.328" v="1399" actId="1076"/>
        <pc:sldMkLst>
          <pc:docMk/>
          <pc:sldMk cId="0" sldId="299"/>
        </pc:sldMkLst>
        <pc:spChg chg="mod">
          <ac:chgData name="Alessandro Ortis" userId="dcdc90ed-3509-45f7-ac48-ad038638580b" providerId="ADAL" clId="{DC2E16EE-1E16-4B84-80E3-2850D7BBCD84}" dt="2021-02-02T15:35:03.018" v="1385" actId="20577"/>
          <ac:spMkLst>
            <pc:docMk/>
            <pc:sldMk cId="0" sldId="299"/>
            <ac:spMk id="98306" creationId="{153F5A14-3C82-4F1C-82B5-9DE1BA8DC247}"/>
          </ac:spMkLst>
        </pc:spChg>
        <pc:spChg chg="mod">
          <ac:chgData name="Alessandro Ortis" userId="dcdc90ed-3509-45f7-ac48-ad038638580b" providerId="ADAL" clId="{DC2E16EE-1E16-4B84-80E3-2850D7BBCD84}" dt="2021-02-02T15:35:20.519" v="1392" actId="20577"/>
          <ac:spMkLst>
            <pc:docMk/>
            <pc:sldMk cId="0" sldId="299"/>
            <ac:spMk id="98307" creationId="{F1FB2988-07ED-4130-A1DC-6EE6B3B3CACA}"/>
          </ac:spMkLst>
        </pc:spChg>
        <pc:spChg chg="mod">
          <ac:chgData name="Alessandro Ortis" userId="dcdc90ed-3509-45f7-ac48-ad038638580b" providerId="ADAL" clId="{DC2E16EE-1E16-4B84-80E3-2850D7BBCD84}" dt="2021-02-02T15:35:41.537" v="1395" actId="6549"/>
          <ac:spMkLst>
            <pc:docMk/>
            <pc:sldMk cId="0" sldId="299"/>
            <ac:spMk id="98316" creationId="{29EC7670-19EA-49DD-A0CD-62C5B8451254}"/>
          </ac:spMkLst>
        </pc:spChg>
        <pc:picChg chg="mod">
          <ac:chgData name="Alessandro Ortis" userId="dcdc90ed-3509-45f7-ac48-ad038638580b" providerId="ADAL" clId="{DC2E16EE-1E16-4B84-80E3-2850D7BBCD84}" dt="2021-02-02T15:35:55.328" v="1399" actId="1076"/>
          <ac:picMkLst>
            <pc:docMk/>
            <pc:sldMk cId="0" sldId="299"/>
            <ac:picMk id="98318" creationId="{FC139D13-864B-4961-A481-A63A45AB2D7B}"/>
          </ac:picMkLst>
        </pc:picChg>
      </pc:sldChg>
      <pc:sldChg chg="modSp mod">
        <pc:chgData name="Alessandro Ortis" userId="dcdc90ed-3509-45f7-ac48-ad038638580b" providerId="ADAL" clId="{DC2E16EE-1E16-4B84-80E3-2850D7BBCD84}" dt="2021-02-02T15:34:09.298" v="1384" actId="20577"/>
        <pc:sldMkLst>
          <pc:docMk/>
          <pc:sldMk cId="0" sldId="301"/>
        </pc:sldMkLst>
        <pc:spChg chg="mod">
          <ac:chgData name="Alessandro Ortis" userId="dcdc90ed-3509-45f7-ac48-ad038638580b" providerId="ADAL" clId="{DC2E16EE-1E16-4B84-80E3-2850D7BBCD84}" dt="2021-02-02T15:33:16.306" v="1338" actId="20577"/>
          <ac:spMkLst>
            <pc:docMk/>
            <pc:sldMk cId="0" sldId="301"/>
            <ac:spMk id="77826" creationId="{FF5B5DAF-5BB0-47C3-B5D9-37DF933F16E3}"/>
          </ac:spMkLst>
        </pc:spChg>
        <pc:spChg chg="mod">
          <ac:chgData name="Alessandro Ortis" userId="dcdc90ed-3509-45f7-ac48-ad038638580b" providerId="ADAL" clId="{DC2E16EE-1E16-4B84-80E3-2850D7BBCD84}" dt="2021-02-02T15:34:09.298" v="1384" actId="20577"/>
          <ac:spMkLst>
            <pc:docMk/>
            <pc:sldMk cId="0" sldId="301"/>
            <ac:spMk id="77830" creationId="{CD11C347-2777-4ED3-A5DB-4D91010658AC}"/>
          </ac:spMkLst>
        </pc:spChg>
      </pc:sldChg>
      <pc:sldChg chg="modSp mod">
        <pc:chgData name="Alessandro Ortis" userId="dcdc90ed-3509-45f7-ac48-ad038638580b" providerId="ADAL" clId="{DC2E16EE-1E16-4B84-80E3-2850D7BBCD84}" dt="2021-02-02T15:43:17.887" v="1575" actId="20577"/>
        <pc:sldMkLst>
          <pc:docMk/>
          <pc:sldMk cId="0" sldId="302"/>
        </pc:sldMkLst>
        <pc:spChg chg="mod">
          <ac:chgData name="Alessandro Ortis" userId="dcdc90ed-3509-45f7-ac48-ad038638580b" providerId="ADAL" clId="{DC2E16EE-1E16-4B84-80E3-2850D7BBCD84}" dt="2021-02-02T15:36:34.929" v="1400" actId="20577"/>
          <ac:spMkLst>
            <pc:docMk/>
            <pc:sldMk cId="0" sldId="302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2T15:36:54.601" v="1410" actId="20577"/>
          <ac:spMkLst>
            <pc:docMk/>
            <pc:sldMk cId="0" sldId="302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2T15:43:17.887" v="1575" actId="20577"/>
          <ac:spMkLst>
            <pc:docMk/>
            <pc:sldMk cId="0" sldId="302"/>
            <ac:spMk id="98316" creationId="{449F5A1C-CB7E-4A1A-B59B-DE2F072B85B5}"/>
          </ac:spMkLst>
        </pc:spChg>
      </pc:sldChg>
      <pc:sldChg chg="modSp mod modShow">
        <pc:chgData name="Alessandro Ortis" userId="dcdc90ed-3509-45f7-ac48-ad038638580b" providerId="ADAL" clId="{DC2E16EE-1E16-4B84-80E3-2850D7BBCD84}" dt="2021-02-03T15:15:56.339" v="1577" actId="729"/>
        <pc:sldMkLst>
          <pc:docMk/>
          <pc:sldMk cId="0" sldId="303"/>
        </pc:sldMkLst>
        <pc:spChg chg="mod">
          <ac:chgData name="Alessandro Ortis" userId="dcdc90ed-3509-45f7-ac48-ad038638580b" providerId="ADAL" clId="{DC2E16EE-1E16-4B84-80E3-2850D7BBCD84}" dt="2021-02-02T15:55:52.560" v="1576" actId="20577"/>
          <ac:spMkLst>
            <pc:docMk/>
            <pc:sldMk cId="0" sldId="303"/>
            <ac:spMk id="100362" creationId="{3F13317A-F752-4452-83E3-0CC708384DDC}"/>
          </ac:spMkLst>
        </pc:spChg>
      </pc:sldChg>
      <pc:sldChg chg="modSp mod modShow">
        <pc:chgData name="Alessandro Ortis" userId="dcdc90ed-3509-45f7-ac48-ad038638580b" providerId="ADAL" clId="{DC2E16EE-1E16-4B84-80E3-2850D7BBCD84}" dt="2021-02-04T14:38:35.405" v="2356" actId="729"/>
        <pc:sldMkLst>
          <pc:docMk/>
          <pc:sldMk cId="0" sldId="304"/>
        </pc:sldMkLst>
        <pc:spChg chg="mod">
          <ac:chgData name="Alessandro Ortis" userId="dcdc90ed-3509-45f7-ac48-ad038638580b" providerId="ADAL" clId="{DC2E16EE-1E16-4B84-80E3-2850D7BBCD84}" dt="2021-02-01T15:43:49.194" v="52" actId="27636"/>
          <ac:spMkLst>
            <pc:docMk/>
            <pc:sldMk cId="0" sldId="304"/>
            <ac:spMk id="2" creationId="{102B2754-7B60-4C53-97C0-AF53C88E7F7A}"/>
          </ac:spMkLst>
        </pc:spChg>
        <pc:spChg chg="mod">
          <ac:chgData name="Alessandro Ortis" userId="dcdc90ed-3509-45f7-ac48-ad038638580b" providerId="ADAL" clId="{DC2E16EE-1E16-4B84-80E3-2850D7BBCD84}" dt="2021-02-01T15:43:49.201" v="53" actId="27636"/>
          <ac:spMkLst>
            <pc:docMk/>
            <pc:sldMk cId="0" sldId="304"/>
            <ac:spMk id="3" creationId="{6BC43853-E879-461B-B114-421B783250B1}"/>
          </ac:spMkLst>
        </pc:spChg>
      </pc:sldChg>
      <pc:sldChg chg="modSp mod">
        <pc:chgData name="Alessandro Ortis" userId="dcdc90ed-3509-45f7-ac48-ad038638580b" providerId="ADAL" clId="{DC2E16EE-1E16-4B84-80E3-2850D7BBCD84}" dt="2021-02-02T14:53:12.936" v="195" actId="20577"/>
        <pc:sldMkLst>
          <pc:docMk/>
          <pc:sldMk cId="0" sldId="314"/>
        </pc:sldMkLst>
        <pc:spChg chg="mod">
          <ac:chgData name="Alessandro Ortis" userId="dcdc90ed-3509-45f7-ac48-ad038638580b" providerId="ADAL" clId="{DC2E16EE-1E16-4B84-80E3-2850D7BBCD84}" dt="2021-02-02T14:53:12.936" v="195" actId="20577"/>
          <ac:spMkLst>
            <pc:docMk/>
            <pc:sldMk cId="0" sldId="314"/>
            <ac:spMk id="2" creationId="{00000000-0000-0000-0000-000000000000}"/>
          </ac:spMkLst>
        </pc:spChg>
      </pc:sldChg>
      <pc:sldChg chg="delSp modSp add mod">
        <pc:chgData name="Alessandro Ortis" userId="dcdc90ed-3509-45f7-ac48-ad038638580b" providerId="ADAL" clId="{DC2E16EE-1E16-4B84-80E3-2850D7BBCD84}" dt="2021-02-02T15:24:01.013" v="506" actId="478"/>
        <pc:sldMkLst>
          <pc:docMk/>
          <pc:sldMk cId="640541190" sldId="315"/>
        </pc:sldMkLst>
        <pc:spChg chg="mod">
          <ac:chgData name="Alessandro Ortis" userId="dcdc90ed-3509-45f7-ac48-ad038638580b" providerId="ADAL" clId="{DC2E16EE-1E16-4B84-80E3-2850D7BBCD84}" dt="2021-02-02T15:23:59.984" v="505" actId="1076"/>
          <ac:spMkLst>
            <pc:docMk/>
            <pc:sldMk cId="640541190" sldId="315"/>
            <ac:spMk id="96267" creationId="{1A61FEFF-E153-4B29-9C3C-A1B811B7E1E5}"/>
          </ac:spMkLst>
        </pc:spChg>
        <pc:picChg chg="del">
          <ac:chgData name="Alessandro Ortis" userId="dcdc90ed-3509-45f7-ac48-ad038638580b" providerId="ADAL" clId="{DC2E16EE-1E16-4B84-80E3-2850D7BBCD84}" dt="2021-02-02T15:24:01.013" v="506" actId="478"/>
          <ac:picMkLst>
            <pc:docMk/>
            <pc:sldMk cId="640541190" sldId="315"/>
            <ac:picMk id="96268" creationId="{51DC1AD6-4B77-497B-ACE2-1F5C4DCC2A3F}"/>
          </ac:picMkLst>
        </pc:picChg>
      </pc:sldChg>
      <pc:sldChg chg="addSp modSp add mod">
        <pc:chgData name="Alessandro Ortis" userId="dcdc90ed-3509-45f7-ac48-ad038638580b" providerId="ADAL" clId="{DC2E16EE-1E16-4B84-80E3-2850D7BBCD84}" dt="2021-02-02T15:26:31.205" v="790" actId="20577"/>
        <pc:sldMkLst>
          <pc:docMk/>
          <pc:sldMk cId="3142013625" sldId="316"/>
        </pc:sldMkLst>
        <pc:spChg chg="add mod">
          <ac:chgData name="Alessandro Ortis" userId="dcdc90ed-3509-45f7-ac48-ad038638580b" providerId="ADAL" clId="{DC2E16EE-1E16-4B84-80E3-2850D7BBCD84}" dt="2021-02-02T15:24:33.489" v="522"/>
          <ac:spMkLst>
            <pc:docMk/>
            <pc:sldMk cId="3142013625" sldId="316"/>
            <ac:spMk id="5" creationId="{A8898B1E-3A34-4480-90BC-5F3CE2ADDC05}"/>
          </ac:spMkLst>
        </pc:spChg>
        <pc:spChg chg="add mod">
          <ac:chgData name="Alessandro Ortis" userId="dcdc90ed-3509-45f7-ac48-ad038638580b" providerId="ADAL" clId="{DC2E16EE-1E16-4B84-80E3-2850D7BBCD84}" dt="2021-02-02T15:25:55.676" v="734" actId="14100"/>
          <ac:spMkLst>
            <pc:docMk/>
            <pc:sldMk cId="3142013625" sldId="316"/>
            <ac:spMk id="7" creationId="{9DC1386F-18BD-4C68-8B80-4A74EEF4E6B5}"/>
          </ac:spMkLst>
        </pc:spChg>
        <pc:spChg chg="add mod">
          <ac:chgData name="Alessandro Ortis" userId="dcdc90ed-3509-45f7-ac48-ad038638580b" providerId="ADAL" clId="{DC2E16EE-1E16-4B84-80E3-2850D7BBCD84}" dt="2021-02-02T15:26:31.205" v="790" actId="20577"/>
          <ac:spMkLst>
            <pc:docMk/>
            <pc:sldMk cId="3142013625" sldId="316"/>
            <ac:spMk id="9" creationId="{BD7CE99D-5FCB-4408-B3A1-380B9C2DF9CC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28:57.294" v="959" actId="1076"/>
        <pc:sldMkLst>
          <pc:docMk/>
          <pc:sldMk cId="3267303769" sldId="317"/>
        </pc:sldMkLst>
        <pc:spChg chg="add mod">
          <ac:chgData name="Alessandro Ortis" userId="dcdc90ed-3509-45f7-ac48-ad038638580b" providerId="ADAL" clId="{DC2E16EE-1E16-4B84-80E3-2850D7BBCD84}" dt="2021-02-02T15:28:57.294" v="959" actId="1076"/>
          <ac:spMkLst>
            <pc:docMk/>
            <pc:sldMk cId="3267303769" sldId="317"/>
            <ac:spMk id="5" creationId="{6A3338A7-01C3-4D41-989C-C3EFC03616EB}"/>
          </ac:spMkLst>
        </pc:spChg>
        <pc:spChg chg="mod">
          <ac:chgData name="Alessandro Ortis" userId="dcdc90ed-3509-45f7-ac48-ad038638580b" providerId="ADAL" clId="{DC2E16EE-1E16-4B84-80E3-2850D7BBCD84}" dt="2021-02-02T15:28:52.804" v="958" actId="20577"/>
          <ac:spMkLst>
            <pc:docMk/>
            <pc:sldMk cId="3267303769" sldId="317"/>
            <ac:spMk id="96267" creationId="{1A61FEFF-E153-4B29-9C3C-A1B811B7E1E5}"/>
          </ac:spMkLst>
        </pc:spChg>
      </pc:sldChg>
      <pc:sldChg chg="addSp modSp add mod">
        <pc:chgData name="Alessandro Ortis" userId="dcdc90ed-3509-45f7-ac48-ad038638580b" providerId="ADAL" clId="{DC2E16EE-1E16-4B84-80E3-2850D7BBCD84}" dt="2021-02-02T15:31:24.041" v="1304" actId="123"/>
        <pc:sldMkLst>
          <pc:docMk/>
          <pc:sldMk cId="4167153210" sldId="318"/>
        </pc:sldMkLst>
        <pc:spChg chg="mod">
          <ac:chgData name="Alessandro Ortis" userId="dcdc90ed-3509-45f7-ac48-ad038638580b" providerId="ADAL" clId="{DC2E16EE-1E16-4B84-80E3-2850D7BBCD84}" dt="2021-02-02T15:30:02.614" v="979" actId="20577"/>
          <ac:spMkLst>
            <pc:docMk/>
            <pc:sldMk cId="4167153210" sldId="318"/>
            <ac:spMk id="5" creationId="{6A3338A7-01C3-4D41-989C-C3EFC03616EB}"/>
          </ac:spMkLst>
        </pc:spChg>
        <pc:spChg chg="add mod">
          <ac:chgData name="Alessandro Ortis" userId="dcdc90ed-3509-45f7-ac48-ad038638580b" providerId="ADAL" clId="{DC2E16EE-1E16-4B84-80E3-2850D7BBCD84}" dt="2021-02-02T15:31:24.041" v="1304" actId="123"/>
          <ac:spMkLst>
            <pc:docMk/>
            <pc:sldMk cId="4167153210" sldId="318"/>
            <ac:spMk id="6" creationId="{1F9A599E-74BF-469B-A551-3D5D4C109ECC}"/>
          </ac:spMkLst>
        </pc:spChg>
      </pc:sldChg>
      <pc:sldChg chg="modSp add mod ord">
        <pc:chgData name="Alessandro Ortis" userId="dcdc90ed-3509-45f7-ac48-ad038638580b" providerId="ADAL" clId="{DC2E16EE-1E16-4B84-80E3-2850D7BBCD84}" dt="2021-02-03T15:25:01.714" v="2355" actId="114"/>
        <pc:sldMkLst>
          <pc:docMk/>
          <pc:sldMk cId="2782773637" sldId="319"/>
        </pc:sldMkLst>
        <pc:spChg chg="mod">
          <ac:chgData name="Alessandro Ortis" userId="dcdc90ed-3509-45f7-ac48-ad038638580b" providerId="ADAL" clId="{DC2E16EE-1E16-4B84-80E3-2850D7BBCD84}" dt="2021-02-03T15:16:58.139" v="1642" actId="20577"/>
          <ac:spMkLst>
            <pc:docMk/>
            <pc:sldMk cId="2782773637" sldId="319"/>
            <ac:spMk id="98306" creationId="{686F158F-830F-4F07-8B7A-C0592E1C9D12}"/>
          </ac:spMkLst>
        </pc:spChg>
        <pc:spChg chg="mod">
          <ac:chgData name="Alessandro Ortis" userId="dcdc90ed-3509-45f7-ac48-ad038638580b" providerId="ADAL" clId="{DC2E16EE-1E16-4B84-80E3-2850D7BBCD84}" dt="2021-02-03T15:18:11.852" v="1793" actId="20577"/>
          <ac:spMkLst>
            <pc:docMk/>
            <pc:sldMk cId="2782773637" sldId="319"/>
            <ac:spMk id="98307" creationId="{DBCF2E26-DFFE-409B-8EF8-71EB14CAC0FD}"/>
          </ac:spMkLst>
        </pc:spChg>
        <pc:spChg chg="mod">
          <ac:chgData name="Alessandro Ortis" userId="dcdc90ed-3509-45f7-ac48-ad038638580b" providerId="ADAL" clId="{DC2E16EE-1E16-4B84-80E3-2850D7BBCD84}" dt="2021-02-03T15:25:01.714" v="2355" actId="114"/>
          <ac:spMkLst>
            <pc:docMk/>
            <pc:sldMk cId="2782773637" sldId="319"/>
            <ac:spMk id="98316" creationId="{449F5A1C-CB7E-4A1A-B59B-DE2F072B85B5}"/>
          </ac:spMkLst>
        </pc:spChg>
      </pc:sldChg>
      <pc:sldChg chg="add del">
        <pc:chgData name="Alessandro Ortis" userId="dcdc90ed-3509-45f7-ac48-ad038638580b" providerId="ADAL" clId="{DC2E16EE-1E16-4B84-80E3-2850D7BBCD84}" dt="2021-02-01T15:46:12.549" v="94" actId="47"/>
        <pc:sldMkLst>
          <pc:docMk/>
          <pc:sldMk cId="110824317" sldId="4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77861499" sldId="4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97925216" sldId="43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561898981" sldId="44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9148324" sldId="44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775332440" sldId="44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6080377" sldId="44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70484623" sldId="44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3954196" sldId="44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34174441" sldId="44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63552303" sldId="44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17080467" sldId="45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215440402" sldId="45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32838355" sldId="45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913407585" sldId="45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884095941" sldId="45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47026166" sldId="45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674079126" sldId="45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77568868" sldId="45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723419457" sldId="45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23470903" sldId="46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111003113" sldId="46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61591116" sldId="46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0799036" sldId="46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99797885" sldId="46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00327013" sldId="46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90478240" sldId="46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5781812" sldId="46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71573423" sldId="46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5063071" sldId="47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26813376" sldId="47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70066265" sldId="47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585077416" sldId="47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00774404" sldId="47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82793998" sldId="47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2707301" sldId="47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894558" sldId="47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818332" sldId="47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27993859" sldId="47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888940087" sldId="48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84938038" sldId="48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637671567" sldId="48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22044085" sldId="48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89054688" sldId="48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3539820" sldId="48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5036613" sldId="48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80575804" sldId="48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381825045" sldId="48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032821186" sldId="49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991005081" sldId="49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94595861" sldId="49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38397767" sldId="49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31860732" sldId="49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239631944" sldId="49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015553009" sldId="49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86473319" sldId="49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366500922" sldId="50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464881188" sldId="50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147820859" sldId="502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453728460" sldId="50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212992522" sldId="50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07072028" sldId="505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592146847" sldId="506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761837333" sldId="507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476401771" sldId="508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826061629" sldId="509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168944828" sldId="510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266203508" sldId="511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3056296756" sldId="513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2609987557" sldId="514"/>
        </pc:sldMkLst>
      </pc:sldChg>
      <pc:sldChg chg="add del">
        <pc:chgData name="Alessandro Ortis" userId="dcdc90ed-3509-45f7-ac48-ad038638580b" providerId="ADAL" clId="{DC2E16EE-1E16-4B84-80E3-2850D7BBCD84}" dt="2021-02-01T15:43:44.605" v="51" actId="47"/>
        <pc:sldMkLst>
          <pc:docMk/>
          <pc:sldMk cId="660749410" sldId="515"/>
        </pc:sldMkLst>
      </pc:sldChg>
    </pc:docChg>
  </pc:docChgLst>
  <pc:docChgLst>
    <pc:chgData name="Alessandro Ortis" userId="dcdc90ed-3509-45f7-ac48-ad038638580b" providerId="ADAL" clId="{B1E8C721-E319-4DFC-9C94-E6D6872E5F14}"/>
    <pc:docChg chg="undo custSel addSld delSld modSld">
      <pc:chgData name="Alessandro Ortis" userId="dcdc90ed-3509-45f7-ac48-ad038638580b" providerId="ADAL" clId="{B1E8C721-E319-4DFC-9C94-E6D6872E5F14}" dt="2021-04-27T14:13:37.229" v="3771" actId="20577"/>
      <pc:docMkLst>
        <pc:docMk/>
      </pc:docMkLst>
      <pc:sldChg chg="del">
        <pc:chgData name="Alessandro Ortis" userId="dcdc90ed-3509-45f7-ac48-ad038638580b" providerId="ADAL" clId="{B1E8C721-E319-4DFC-9C94-E6D6872E5F14}" dt="2021-03-30T14:25:56.557" v="1603" actId="47"/>
        <pc:sldMkLst>
          <pc:docMk/>
          <pc:sldMk cId="0" sldId="281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295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296"/>
        </pc:sldMkLst>
      </pc:sldChg>
      <pc:sldChg chg="del">
        <pc:chgData name="Alessandro Ortis" userId="dcdc90ed-3509-45f7-ac48-ad038638580b" providerId="ADAL" clId="{B1E8C721-E319-4DFC-9C94-E6D6872E5F14}" dt="2021-03-30T14:25:56.557" v="1603" actId="47"/>
        <pc:sldMkLst>
          <pc:docMk/>
          <pc:sldMk cId="0" sldId="300"/>
        </pc:sldMkLst>
      </pc:sldChg>
      <pc:sldChg chg="modSp mod">
        <pc:chgData name="Alessandro Ortis" userId="dcdc90ed-3509-45f7-ac48-ad038638580b" providerId="ADAL" clId="{B1E8C721-E319-4DFC-9C94-E6D6872E5F14}" dt="2021-03-30T16:58:07.289" v="2940" actId="6549"/>
        <pc:sldMkLst>
          <pc:docMk/>
          <pc:sldMk cId="0" sldId="301"/>
        </pc:sldMkLst>
        <pc:spChg chg="mod">
          <ac:chgData name="Alessandro Ortis" userId="dcdc90ed-3509-45f7-ac48-ad038638580b" providerId="ADAL" clId="{B1E8C721-E319-4DFC-9C94-E6D6872E5F14}" dt="2021-03-30T16:58:07.289" v="2940" actId="6549"/>
          <ac:spMkLst>
            <pc:docMk/>
            <pc:sldMk cId="0" sldId="301"/>
            <ac:spMk id="9" creationId="{8DD0886F-AEF5-452A-BDA4-85EA688753F7}"/>
          </ac:spMkLst>
        </pc:spChg>
        <pc:spChg chg="mod">
          <ac:chgData name="Alessandro Ortis" userId="dcdc90ed-3509-45f7-ac48-ad038638580b" providerId="ADAL" clId="{B1E8C721-E319-4DFC-9C94-E6D6872E5F14}" dt="2021-03-30T16:52:28.646" v="2905" actId="20577"/>
          <ac:spMkLst>
            <pc:docMk/>
            <pc:sldMk cId="0" sldId="301"/>
            <ac:spMk id="178178" creationId="{AC83D335-5210-45F0-B9C6-F3DFFB37A060}"/>
          </ac:spMkLst>
        </pc:spChg>
        <pc:spChg chg="mod">
          <ac:chgData name="Alessandro Ortis" userId="dcdc90ed-3509-45f7-ac48-ad038638580b" providerId="ADAL" clId="{B1E8C721-E319-4DFC-9C94-E6D6872E5F14}" dt="2021-03-30T16:52:53.860" v="2933" actId="20577"/>
          <ac:spMkLst>
            <pc:docMk/>
            <pc:sldMk cId="0" sldId="301"/>
            <ac:spMk id="178186" creationId="{128816F3-E604-46A8-8AFA-6EFB80E75A9E}"/>
          </ac:spMkLst>
        </pc:spChg>
      </pc:sldChg>
      <pc:sldChg chg="addSp delSp modSp del mod">
        <pc:chgData name="Alessandro Ortis" userId="dcdc90ed-3509-45f7-ac48-ad038638580b" providerId="ADAL" clId="{B1E8C721-E319-4DFC-9C94-E6D6872E5F14}" dt="2021-03-30T15:08:03.495" v="2525" actId="47"/>
        <pc:sldMkLst>
          <pc:docMk/>
          <pc:sldMk cId="0" sldId="302"/>
        </pc:sldMkLst>
        <pc:spChg chg="add del mod">
          <ac:chgData name="Alessandro Ortis" userId="dcdc90ed-3509-45f7-ac48-ad038638580b" providerId="ADAL" clId="{B1E8C721-E319-4DFC-9C94-E6D6872E5F14}" dt="2021-03-30T15:07:50.212" v="2523" actId="478"/>
          <ac:spMkLst>
            <pc:docMk/>
            <pc:sldMk cId="0" sldId="302"/>
            <ac:spMk id="4" creationId="{5EE28D1C-7383-4EAE-82B9-4BE4118FAF6E}"/>
          </ac:spMkLst>
        </pc:spChg>
        <pc:spChg chg="add mod">
          <ac:chgData name="Alessandro Ortis" userId="dcdc90ed-3509-45f7-ac48-ad038638580b" providerId="ADAL" clId="{B1E8C721-E319-4DFC-9C94-E6D6872E5F14}" dt="2021-03-30T15:07:50.596" v="2524"/>
          <ac:spMkLst>
            <pc:docMk/>
            <pc:sldMk cId="0" sldId="302"/>
            <ac:spMk id="10" creationId="{2B916341-6141-4C16-9561-37A1D371F8A6}"/>
          </ac:spMkLst>
        </pc:spChg>
        <pc:spChg chg="del mod">
          <ac:chgData name="Alessandro Ortis" userId="dcdc90ed-3509-45f7-ac48-ad038638580b" providerId="ADAL" clId="{B1E8C721-E319-4DFC-9C94-E6D6872E5F14}" dt="2021-03-30T15:07:48.524" v="2522" actId="478"/>
          <ac:spMkLst>
            <pc:docMk/>
            <pc:sldMk cId="0" sldId="302"/>
            <ac:spMk id="178178" creationId="{D4A1E68A-1248-439B-B724-E7FD7F230053}"/>
          </ac:spMkLst>
        </pc:spChg>
      </pc:sldChg>
      <pc:sldChg chg="modSp del mod">
        <pc:chgData name="Alessandro Ortis" userId="dcdc90ed-3509-45f7-ac48-ad038638580b" providerId="ADAL" clId="{B1E8C721-E319-4DFC-9C94-E6D6872E5F14}" dt="2021-03-30T15:09:36.686" v="2551" actId="47"/>
        <pc:sldMkLst>
          <pc:docMk/>
          <pc:sldMk cId="0" sldId="303"/>
        </pc:sldMkLst>
        <pc:spChg chg="mod">
          <ac:chgData name="Alessandro Ortis" userId="dcdc90ed-3509-45f7-ac48-ad038638580b" providerId="ADAL" clId="{B1E8C721-E319-4DFC-9C94-E6D6872E5F14}" dt="2021-03-30T15:08:16.999" v="2526" actId="1076"/>
          <ac:spMkLst>
            <pc:docMk/>
            <pc:sldMk cId="0" sldId="303"/>
            <ac:spMk id="2" creationId="{C5CA3627-75F8-4B13-9F9D-C8370F82124F}"/>
          </ac:spMkLst>
        </pc:spChg>
        <pc:spChg chg="mod">
          <ac:chgData name="Alessandro Ortis" userId="dcdc90ed-3509-45f7-ac48-ad038638580b" providerId="ADAL" clId="{B1E8C721-E319-4DFC-9C94-E6D6872E5F14}" dt="2021-03-30T15:08:52.428" v="2550" actId="20577"/>
          <ac:spMkLst>
            <pc:docMk/>
            <pc:sldMk cId="0" sldId="303"/>
            <ac:spMk id="4" creationId="{27E5C7B3-FB8E-4FE5-805E-369410F442B0}"/>
          </ac:spMkLst>
        </pc:spChg>
      </pc:sldChg>
      <pc:sldChg chg="del">
        <pc:chgData name="Alessandro Ortis" userId="dcdc90ed-3509-45f7-ac48-ad038638580b" providerId="ADAL" clId="{B1E8C721-E319-4DFC-9C94-E6D6872E5F14}" dt="2021-03-30T15:04:34.458" v="2211" actId="2696"/>
        <pc:sldMkLst>
          <pc:docMk/>
          <pc:sldMk cId="0" sldId="305"/>
        </pc:sldMkLst>
      </pc:sldChg>
      <pc:sldChg chg="addSp delSp modSp add del mod">
        <pc:chgData name="Alessandro Ortis" userId="dcdc90ed-3509-45f7-ac48-ad038638580b" providerId="ADAL" clId="{B1E8C721-E319-4DFC-9C94-E6D6872E5F14}" dt="2021-03-30T15:09:39.705" v="2552" actId="47"/>
        <pc:sldMkLst>
          <pc:docMk/>
          <pc:sldMk cId="2286528445" sldId="305"/>
        </pc:sldMkLst>
        <pc:spChg chg="mod">
          <ac:chgData name="Alessandro Ortis" userId="dcdc90ed-3509-45f7-ac48-ad038638580b" providerId="ADAL" clId="{B1E8C721-E319-4DFC-9C94-E6D6872E5F14}" dt="2021-03-30T15:04:57.960" v="2240" actId="20577"/>
          <ac:spMkLst>
            <pc:docMk/>
            <pc:sldMk cId="2286528445" sldId="305"/>
            <ac:spMk id="2" creationId="{981B82F9-FEAA-4C4C-96FC-DAF78F9DB1E0}"/>
          </ac:spMkLst>
        </pc:spChg>
        <pc:spChg chg="mod">
          <ac:chgData name="Alessandro Ortis" userId="dcdc90ed-3509-45f7-ac48-ad038638580b" providerId="ADAL" clId="{B1E8C721-E319-4DFC-9C94-E6D6872E5F14}" dt="2021-03-30T15:05:54.380" v="2461" actId="20577"/>
          <ac:spMkLst>
            <pc:docMk/>
            <pc:sldMk cId="2286528445" sldId="305"/>
            <ac:spMk id="3" creationId="{486329F1-5A78-438E-BDC9-BE5F9E64A03A}"/>
          </ac:spMkLst>
        </pc:spChg>
        <pc:spChg chg="add del mod">
          <ac:chgData name="Alessandro Ortis" userId="dcdc90ed-3509-45f7-ac48-ad038638580b" providerId="ADAL" clId="{B1E8C721-E319-4DFC-9C94-E6D6872E5F14}" dt="2021-03-30T15:04:53.332" v="2223"/>
          <ac:spMkLst>
            <pc:docMk/>
            <pc:sldMk cId="2286528445" sldId="305"/>
            <ac:spMk id="4" creationId="{54E72848-CF14-4913-8C80-528772991D46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30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0" sldId="307"/>
        </pc:sldMkLst>
      </pc:sldChg>
      <pc:sldChg chg="modSp mod">
        <pc:chgData name="Alessandro Ortis" userId="dcdc90ed-3509-45f7-ac48-ad038638580b" providerId="ADAL" clId="{B1E8C721-E319-4DFC-9C94-E6D6872E5F14}" dt="2021-03-30T16:58:18.178" v="2941" actId="6549"/>
        <pc:sldMkLst>
          <pc:docMk/>
          <pc:sldMk cId="0" sldId="314"/>
        </pc:sldMkLst>
        <pc:spChg chg="mod">
          <ac:chgData name="Alessandro Ortis" userId="dcdc90ed-3509-45f7-ac48-ad038638580b" providerId="ADAL" clId="{B1E8C721-E319-4DFC-9C94-E6D6872E5F14}" dt="2021-03-30T16:58:18.178" v="2941" actId="6549"/>
          <ac:spMkLst>
            <pc:docMk/>
            <pc:sldMk cId="0" sldId="314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B1E8C721-E319-4DFC-9C94-E6D6872E5F14}" dt="2021-03-30T14:16:19.588" v="832" actId="27636"/>
        <pc:sldMkLst>
          <pc:docMk/>
          <pc:sldMk cId="2738048506" sldId="394"/>
        </pc:sldMkLst>
        <pc:spChg chg="mod">
          <ac:chgData name="Alessandro Ortis" userId="dcdc90ed-3509-45f7-ac48-ad038638580b" providerId="ADAL" clId="{B1E8C721-E319-4DFC-9C94-E6D6872E5F14}" dt="2021-03-30T13:59:58.015" v="310" actId="20577"/>
          <ac:spMkLst>
            <pc:docMk/>
            <pc:sldMk cId="2738048506" sldId="394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3-30T14:16:19.588" v="832" actId="27636"/>
          <ac:spMkLst>
            <pc:docMk/>
            <pc:sldMk cId="2738048506" sldId="394"/>
            <ac:spMk id="5" creationId="{7D5B1907-E8F7-4716-B3B1-E8862E1D6D5C}"/>
          </ac:spMkLst>
        </pc:spChg>
      </pc:sldChg>
      <pc:sldChg chg="addSp delSp modSp add del mod">
        <pc:chgData name="Alessandro Ortis" userId="dcdc90ed-3509-45f7-ac48-ad038638580b" providerId="ADAL" clId="{B1E8C721-E319-4DFC-9C94-E6D6872E5F14}" dt="2021-03-30T14:33:36.552" v="2177" actId="47"/>
        <pc:sldMkLst>
          <pc:docMk/>
          <pc:sldMk cId="122463026" sldId="395"/>
        </pc:sldMkLst>
        <pc:spChg chg="add del mod">
          <ac:chgData name="Alessandro Ortis" userId="dcdc90ed-3509-45f7-ac48-ad038638580b" providerId="ADAL" clId="{B1E8C721-E319-4DFC-9C94-E6D6872E5F14}" dt="2021-03-30T13:33:03.348" v="26" actId="478"/>
          <ac:spMkLst>
            <pc:docMk/>
            <pc:sldMk cId="122463026" sldId="395"/>
            <ac:spMk id="4" creationId="{4A50DCD3-BDFA-448D-BE21-DBFF08879498}"/>
          </ac:spMkLst>
        </pc:spChg>
        <pc:spChg chg="mod">
          <ac:chgData name="Alessandro Ortis" userId="dcdc90ed-3509-45f7-ac48-ad038638580b" providerId="ADAL" clId="{B1E8C721-E319-4DFC-9C94-E6D6872E5F14}" dt="2021-03-30T13:41:08.746" v="224" actId="27636"/>
          <ac:spMkLst>
            <pc:docMk/>
            <pc:sldMk cId="122463026" sldId="395"/>
            <ac:spMk id="5" creationId="{7D5B1907-E8F7-4716-B3B1-E8862E1D6D5C}"/>
          </ac:spMkLst>
        </pc:spChg>
        <pc:spChg chg="add del">
          <ac:chgData name="Alessandro Ortis" userId="dcdc90ed-3509-45f7-ac48-ad038638580b" providerId="ADAL" clId="{B1E8C721-E319-4DFC-9C94-E6D6872E5F14}" dt="2021-03-30T13:34:39.117" v="28" actId="22"/>
          <ac:spMkLst>
            <pc:docMk/>
            <pc:sldMk cId="122463026" sldId="395"/>
            <ac:spMk id="6" creationId="{3C889080-E5BC-4765-84CE-7975C14DC095}"/>
          </ac:spMkLst>
        </pc:sp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8" creationId="{8AAEE363-E6B1-4BAD-955B-B7189CC9503D}"/>
          </ac:picMkLst>
        </pc:pic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10" creationId="{285FCF73-99DA-4115-BB19-70BC36C5BC07}"/>
          </ac:picMkLst>
        </pc:pic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12" creationId="{0F5B716B-2F6B-41EF-8070-D83980709AB5}"/>
          </ac:picMkLst>
        </pc:picChg>
        <pc:picChg chg="add mod">
          <ac:chgData name="Alessandro Ortis" userId="dcdc90ed-3509-45f7-ac48-ad038638580b" providerId="ADAL" clId="{B1E8C721-E319-4DFC-9C94-E6D6872E5F14}" dt="2021-03-30T14:16:33.095" v="835" actId="1038"/>
          <ac:picMkLst>
            <pc:docMk/>
            <pc:sldMk cId="122463026" sldId="395"/>
            <ac:picMk id="14" creationId="{3CF75B65-9A6E-4512-B11F-A01C653956DC}"/>
          </ac:picMkLst>
        </pc:picChg>
        <pc:cxnChg chg="add mod">
          <ac:chgData name="Alessandro Ortis" userId="dcdc90ed-3509-45f7-ac48-ad038638580b" providerId="ADAL" clId="{B1E8C721-E319-4DFC-9C94-E6D6872E5F14}" dt="2021-03-30T14:16:33.095" v="835" actId="1038"/>
          <ac:cxnSpMkLst>
            <pc:docMk/>
            <pc:sldMk cId="122463026" sldId="395"/>
            <ac:cxnSpMk id="16" creationId="{E703C3D2-31A7-41E5-8244-F8610204191D}"/>
          </ac:cxnSpMkLst>
        </pc:cxnChg>
        <pc:cxnChg chg="add mod">
          <ac:chgData name="Alessandro Ortis" userId="dcdc90ed-3509-45f7-ac48-ad038638580b" providerId="ADAL" clId="{B1E8C721-E319-4DFC-9C94-E6D6872E5F14}" dt="2021-03-30T14:16:33.095" v="835" actId="1038"/>
          <ac:cxnSpMkLst>
            <pc:docMk/>
            <pc:sldMk cId="122463026" sldId="395"/>
            <ac:cxnSpMk id="17" creationId="{3B4E55F0-E671-4994-B3B3-7C7525FED844}"/>
          </ac:cxnSpMkLst>
        </pc:cxn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924977588" sldId="395"/>
        </pc:sldMkLst>
      </pc:sldChg>
      <pc:sldChg chg="add del">
        <pc:chgData name="Alessandro Ortis" userId="dcdc90ed-3509-45f7-ac48-ad038638580b" providerId="ADAL" clId="{B1E8C721-E319-4DFC-9C94-E6D6872E5F14}" dt="2021-03-30T14:25:56.557" v="1603" actId="47"/>
        <pc:sldMkLst>
          <pc:docMk/>
          <pc:sldMk cId="3456966812" sldId="39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683425995" sldId="397"/>
        </pc:sldMkLst>
      </pc:sldChg>
      <pc:sldChg chg="addSp modSp add mod">
        <pc:chgData name="Alessandro Ortis" userId="dcdc90ed-3509-45f7-ac48-ad038638580b" providerId="ADAL" clId="{B1E8C721-E319-4DFC-9C94-E6D6872E5F14}" dt="2021-03-30T14:21:57.367" v="1489" actId="1076"/>
        <pc:sldMkLst>
          <pc:docMk/>
          <pc:sldMk cId="2524756841" sldId="397"/>
        </pc:sldMkLst>
        <pc:spChg chg="mod">
          <ac:chgData name="Alessandro Ortis" userId="dcdc90ed-3509-45f7-ac48-ad038638580b" providerId="ADAL" clId="{B1E8C721-E319-4DFC-9C94-E6D6872E5F14}" dt="2021-03-30T14:16:49.666" v="836" actId="6549"/>
          <ac:spMkLst>
            <pc:docMk/>
            <pc:sldMk cId="2524756841" sldId="397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3-30T14:21:46.166" v="1488" actId="12"/>
          <ac:spMkLst>
            <pc:docMk/>
            <pc:sldMk cId="2524756841" sldId="397"/>
            <ac:spMk id="5" creationId="{7D5B1907-E8F7-4716-B3B1-E8862E1D6D5C}"/>
          </ac:spMkLst>
        </pc:spChg>
        <pc:spChg chg="add mod">
          <ac:chgData name="Alessandro Ortis" userId="dcdc90ed-3509-45f7-ac48-ad038638580b" providerId="ADAL" clId="{B1E8C721-E319-4DFC-9C94-E6D6872E5F14}" dt="2021-03-30T14:21:57.367" v="1489" actId="1076"/>
          <ac:spMkLst>
            <pc:docMk/>
            <pc:sldMk cId="2524756841" sldId="397"/>
            <ac:spMk id="6" creationId="{F817ACD2-4248-44DF-A68E-6179479B33FF}"/>
          </ac:spMkLst>
        </pc:spChg>
      </pc:sldChg>
      <pc:sldChg chg="addSp delSp modSp add del mod">
        <pc:chgData name="Alessandro Ortis" userId="dcdc90ed-3509-45f7-ac48-ad038638580b" providerId="ADAL" clId="{B1E8C721-E319-4DFC-9C94-E6D6872E5F14}" dt="2021-03-30T14:32:50.086" v="2176" actId="47"/>
        <pc:sldMkLst>
          <pc:docMk/>
          <pc:sldMk cId="833850236" sldId="398"/>
        </pc:sldMkLst>
        <pc:spChg chg="mod">
          <ac:chgData name="Alessandro Ortis" userId="dcdc90ed-3509-45f7-ac48-ad038638580b" providerId="ADAL" clId="{B1E8C721-E319-4DFC-9C94-E6D6872E5F14}" dt="2021-03-30T14:22:33.510" v="1507" actId="20577"/>
          <ac:spMkLst>
            <pc:docMk/>
            <pc:sldMk cId="833850236" sldId="398"/>
            <ac:spMk id="2" creationId="{00000000-0000-0000-0000-000000000000}"/>
          </ac:spMkLst>
        </pc:spChg>
        <pc:spChg chg="add del mod">
          <ac:chgData name="Alessandro Ortis" userId="dcdc90ed-3509-45f7-ac48-ad038638580b" providerId="ADAL" clId="{B1E8C721-E319-4DFC-9C94-E6D6872E5F14}" dt="2021-03-30T14:23:20.738" v="1515" actId="478"/>
          <ac:spMkLst>
            <pc:docMk/>
            <pc:sldMk cId="833850236" sldId="398"/>
            <ac:spMk id="4" creationId="{9E4B35D4-49FD-4EBE-9E50-A475FB3821E6}"/>
          </ac:spMkLst>
        </pc:spChg>
        <pc:spChg chg="del mod">
          <ac:chgData name="Alessandro Ortis" userId="dcdc90ed-3509-45f7-ac48-ad038638580b" providerId="ADAL" clId="{B1E8C721-E319-4DFC-9C94-E6D6872E5F14}" dt="2021-03-30T14:23:11.922" v="1513" actId="478"/>
          <ac:spMkLst>
            <pc:docMk/>
            <pc:sldMk cId="833850236" sldId="398"/>
            <ac:spMk id="5" creationId="{7D5B1907-E8F7-4716-B3B1-E8862E1D6D5C}"/>
          </ac:spMkLst>
        </pc:spChg>
        <pc:spChg chg="del mod">
          <ac:chgData name="Alessandro Ortis" userId="dcdc90ed-3509-45f7-ac48-ad038638580b" providerId="ADAL" clId="{B1E8C721-E319-4DFC-9C94-E6D6872E5F14}" dt="2021-03-30T14:26:09.897" v="1604" actId="478"/>
          <ac:spMkLst>
            <pc:docMk/>
            <pc:sldMk cId="833850236" sldId="398"/>
            <ac:spMk id="6" creationId="{F817ACD2-4248-44DF-A68E-6179479B33FF}"/>
          </ac:spMkLst>
        </pc:spChg>
        <pc:spChg chg="add del mod">
          <ac:chgData name="Alessandro Ortis" userId="dcdc90ed-3509-45f7-ac48-ad038638580b" providerId="ADAL" clId="{B1E8C721-E319-4DFC-9C94-E6D6872E5F14}" dt="2021-03-30T14:25:01.600" v="1602"/>
          <ac:spMkLst>
            <pc:docMk/>
            <pc:sldMk cId="833850236" sldId="398"/>
            <ac:spMk id="8" creationId="{642915EA-141A-48E2-97B9-FAB43D0C0815}"/>
          </ac:spMkLst>
        </pc:spChg>
        <pc:spChg chg="add mod">
          <ac:chgData name="Alessandro Ortis" userId="dcdc90ed-3509-45f7-ac48-ad038638580b" providerId="ADAL" clId="{B1E8C721-E319-4DFC-9C94-E6D6872E5F14}" dt="2021-03-30T14:27:44.326" v="1813" actId="20577"/>
          <ac:spMkLst>
            <pc:docMk/>
            <pc:sldMk cId="833850236" sldId="398"/>
            <ac:spMk id="10" creationId="{03B51AF3-CBAA-4F49-8F16-10E48DC4697A}"/>
          </ac:spMkLst>
        </pc:spChg>
        <pc:picChg chg="add del mod">
          <ac:chgData name="Alessandro Ortis" userId="dcdc90ed-3509-45f7-ac48-ad038638580b" providerId="ADAL" clId="{B1E8C721-E319-4DFC-9C94-E6D6872E5F14}" dt="2021-03-30T14:26:36.485" v="1607" actId="478"/>
          <ac:picMkLst>
            <pc:docMk/>
            <pc:sldMk cId="833850236" sldId="398"/>
            <ac:picMk id="7" creationId="{A1E8D048-DA83-4F4A-8A01-71222EC45B79}"/>
          </ac:picMkLst>
        </pc:picChg>
        <pc:picChg chg="add mod">
          <ac:chgData name="Alessandro Ortis" userId="dcdc90ed-3509-45f7-ac48-ad038638580b" providerId="ADAL" clId="{B1E8C721-E319-4DFC-9C94-E6D6872E5F14}" dt="2021-03-30T14:26:15.016" v="1606" actId="1076"/>
          <ac:picMkLst>
            <pc:docMk/>
            <pc:sldMk cId="833850236" sldId="398"/>
            <ac:picMk id="9" creationId="{919AE169-430C-4265-B362-DAA9AA39A893}"/>
          </ac:picMkLst>
        </pc:pic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198339724" sldId="398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33178415" sldId="399"/>
        </pc:sldMkLst>
      </pc:sldChg>
      <pc:sldChg chg="add">
        <pc:chgData name="Alessandro Ortis" userId="dcdc90ed-3509-45f7-ac48-ad038638580b" providerId="ADAL" clId="{B1E8C721-E319-4DFC-9C94-E6D6872E5F14}" dt="2021-03-30T14:27:48.651" v="1814"/>
        <pc:sldMkLst>
          <pc:docMk/>
          <pc:sldMk cId="1179879408" sldId="399"/>
        </pc:sldMkLst>
      </pc:sldChg>
      <pc:sldChg chg="addSp delSp modSp add mod">
        <pc:chgData name="Alessandro Ortis" userId="dcdc90ed-3509-45f7-ac48-ad038638580b" providerId="ADAL" clId="{B1E8C721-E319-4DFC-9C94-E6D6872E5F14}" dt="2021-03-30T14:29:47.524" v="2035" actId="403"/>
        <pc:sldMkLst>
          <pc:docMk/>
          <pc:sldMk cId="3259701594" sldId="400"/>
        </pc:sldMkLst>
        <pc:spChg chg="add del mod">
          <ac:chgData name="Alessandro Ortis" userId="dcdc90ed-3509-45f7-ac48-ad038638580b" providerId="ADAL" clId="{B1E8C721-E319-4DFC-9C94-E6D6872E5F14}" dt="2021-03-30T14:28:24.340" v="1817" actId="478"/>
          <ac:spMkLst>
            <pc:docMk/>
            <pc:sldMk cId="3259701594" sldId="400"/>
            <ac:spMk id="4" creationId="{BFE30801-3019-4378-82B3-3F668525EE95}"/>
          </ac:spMkLst>
        </pc:spChg>
        <pc:spChg chg="add mod">
          <ac:chgData name="Alessandro Ortis" userId="dcdc90ed-3509-45f7-ac48-ad038638580b" providerId="ADAL" clId="{B1E8C721-E319-4DFC-9C94-E6D6872E5F14}" dt="2021-03-30T14:29:47.524" v="2035" actId="403"/>
          <ac:spMkLst>
            <pc:docMk/>
            <pc:sldMk cId="3259701594" sldId="400"/>
            <ac:spMk id="8" creationId="{E7F823DA-9E2E-446C-9BA4-640D4B74C83B}"/>
          </ac:spMkLst>
        </pc:spChg>
        <pc:spChg chg="del">
          <ac:chgData name="Alessandro Ortis" userId="dcdc90ed-3509-45f7-ac48-ad038638580b" providerId="ADAL" clId="{B1E8C721-E319-4DFC-9C94-E6D6872E5F14}" dt="2021-03-30T14:28:21.430" v="1816" actId="478"/>
          <ac:spMkLst>
            <pc:docMk/>
            <pc:sldMk cId="3259701594" sldId="400"/>
            <ac:spMk id="10" creationId="{03B51AF3-CBAA-4F49-8F16-10E48DC4697A}"/>
          </ac:spMkLst>
        </pc:spChg>
        <pc:picChg chg="add mod">
          <ac:chgData name="Alessandro Ortis" userId="dcdc90ed-3509-45f7-ac48-ad038638580b" providerId="ADAL" clId="{B1E8C721-E319-4DFC-9C94-E6D6872E5F14}" dt="2021-03-30T14:28:29.508" v="1819" actId="1076"/>
          <ac:picMkLst>
            <pc:docMk/>
            <pc:sldMk cId="3259701594" sldId="400"/>
            <ac:picMk id="7" creationId="{BBDA97D2-7ED3-41E9-B78F-CAD8F40CA2D0}"/>
          </ac:picMkLst>
        </pc:pic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447516178" sldId="400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56078651" sldId="401"/>
        </pc:sldMkLst>
      </pc:sldChg>
      <pc:sldChg chg="addSp modSp add mod">
        <pc:chgData name="Alessandro Ortis" userId="dcdc90ed-3509-45f7-ac48-ad038638580b" providerId="ADAL" clId="{B1E8C721-E319-4DFC-9C94-E6D6872E5F14}" dt="2021-03-30T14:32:31.140" v="2175" actId="1076"/>
        <pc:sldMkLst>
          <pc:docMk/>
          <pc:sldMk cId="3615126825" sldId="401"/>
        </pc:sldMkLst>
        <pc:spChg chg="mod">
          <ac:chgData name="Alessandro Ortis" userId="dcdc90ed-3509-45f7-ac48-ad038638580b" providerId="ADAL" clId="{B1E8C721-E319-4DFC-9C94-E6D6872E5F14}" dt="2021-03-30T14:32:31.140" v="2175" actId="1076"/>
          <ac:spMkLst>
            <pc:docMk/>
            <pc:sldMk cId="3615126825" sldId="401"/>
            <ac:spMk id="8" creationId="{E7F823DA-9E2E-446C-9BA4-640D4B74C83B}"/>
          </ac:spMkLst>
        </pc:spChg>
        <pc:picChg chg="add mod">
          <ac:chgData name="Alessandro Ortis" userId="dcdc90ed-3509-45f7-ac48-ad038638580b" providerId="ADAL" clId="{B1E8C721-E319-4DFC-9C94-E6D6872E5F14}" dt="2021-03-30T14:30:56.869" v="2118" actId="1076"/>
          <ac:picMkLst>
            <pc:docMk/>
            <pc:sldMk cId="3615126825" sldId="401"/>
            <ac:picMk id="6" creationId="{6CEC3312-52D8-4BF8-9374-A5EC119C7E0A}"/>
          </ac:picMkLst>
        </pc:picChg>
        <pc:picChg chg="add mod">
          <ac:chgData name="Alessandro Ortis" userId="dcdc90ed-3509-45f7-ac48-ad038638580b" providerId="ADAL" clId="{B1E8C721-E319-4DFC-9C94-E6D6872E5F14}" dt="2021-03-30T14:30:56.869" v="2118" actId="1076"/>
          <ac:picMkLst>
            <pc:docMk/>
            <pc:sldMk cId="3615126825" sldId="401"/>
            <ac:picMk id="10" creationId="{DFC8D8C1-4BEC-4A3C-8176-F513B693DC01}"/>
          </ac:picMkLst>
        </pc:picChg>
        <pc:cxnChg chg="add mod">
          <ac:chgData name="Alessandro Ortis" userId="dcdc90ed-3509-45f7-ac48-ad038638580b" providerId="ADAL" clId="{B1E8C721-E319-4DFC-9C94-E6D6872E5F14}" dt="2021-03-30T14:31:02.248" v="2120" actId="14100"/>
          <ac:cxnSpMkLst>
            <pc:docMk/>
            <pc:sldMk cId="3615126825" sldId="401"/>
            <ac:cxnSpMk id="11" creationId="{06CCE423-AEE8-4DE8-AF14-0DAC8A220F24}"/>
          </ac:cxnSpMkLst>
        </pc:cxnChg>
        <pc:cxnChg chg="add mod">
          <ac:chgData name="Alessandro Ortis" userId="dcdc90ed-3509-45f7-ac48-ad038638580b" providerId="ADAL" clId="{B1E8C721-E319-4DFC-9C94-E6D6872E5F14}" dt="2021-03-30T14:30:59.476" v="2119" actId="14100"/>
          <ac:cxnSpMkLst>
            <pc:docMk/>
            <pc:sldMk cId="3615126825" sldId="401"/>
            <ac:cxnSpMk id="12" creationId="{1F26E276-6CC6-4505-8159-629641CDDDAA}"/>
          </ac:cxnSpMkLst>
        </pc:cxn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196518715" sldId="402"/>
        </pc:sldMkLst>
      </pc:sldChg>
      <pc:sldChg chg="addSp delSp modSp add mod">
        <pc:chgData name="Alessandro Ortis" userId="dcdc90ed-3509-45f7-ac48-ad038638580b" providerId="ADAL" clId="{B1E8C721-E319-4DFC-9C94-E6D6872E5F14}" dt="2021-03-30T15:03:44.285" v="2208" actId="1076"/>
        <pc:sldMkLst>
          <pc:docMk/>
          <pc:sldMk cId="3197970936" sldId="402"/>
        </pc:sldMkLst>
        <pc:spChg chg="mod">
          <ac:chgData name="Alessandro Ortis" userId="dcdc90ed-3509-45f7-ac48-ad038638580b" providerId="ADAL" clId="{B1E8C721-E319-4DFC-9C94-E6D6872E5F14}" dt="2021-03-30T14:34:00.282" v="2184" actId="20577"/>
          <ac:spMkLst>
            <pc:docMk/>
            <pc:sldMk cId="3197970936" sldId="402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3-30T15:03:41.306" v="2207" actId="14100"/>
          <ac:spMkLst>
            <pc:docMk/>
            <pc:sldMk cId="3197970936" sldId="402"/>
            <ac:spMk id="10" creationId="{03B51AF3-CBAA-4F49-8F16-10E48DC4697A}"/>
          </ac:spMkLst>
        </pc:spChg>
        <pc:picChg chg="add mod">
          <ac:chgData name="Alessandro Ortis" userId="dcdc90ed-3509-45f7-ac48-ad038638580b" providerId="ADAL" clId="{B1E8C721-E319-4DFC-9C94-E6D6872E5F14}" dt="2021-03-30T15:03:44.285" v="2208" actId="1076"/>
          <ac:picMkLst>
            <pc:docMk/>
            <pc:sldMk cId="3197970936" sldId="402"/>
            <ac:picMk id="4" creationId="{59E086C2-D251-4CEB-8FC2-00CEE1AE9CB7}"/>
          </ac:picMkLst>
        </pc:picChg>
        <pc:picChg chg="del">
          <ac:chgData name="Alessandro Ortis" userId="dcdc90ed-3509-45f7-ac48-ad038638580b" providerId="ADAL" clId="{B1E8C721-E319-4DFC-9C94-E6D6872E5F14}" dt="2021-03-30T15:02:40.730" v="2185" actId="478"/>
          <ac:picMkLst>
            <pc:docMk/>
            <pc:sldMk cId="3197970936" sldId="402"/>
            <ac:picMk id="9" creationId="{919AE169-430C-4265-B362-DAA9AA39A893}"/>
          </ac:picMkLst>
        </pc:pic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332336335" sldId="403"/>
        </pc:sldMkLst>
      </pc:sldChg>
      <pc:sldChg chg="addSp modSp add mod">
        <pc:chgData name="Alessandro Ortis" userId="dcdc90ed-3509-45f7-ac48-ad038638580b" providerId="ADAL" clId="{B1E8C721-E319-4DFC-9C94-E6D6872E5F14}" dt="2021-04-18T17:14:50.723" v="3095" actId="114"/>
        <pc:sldMkLst>
          <pc:docMk/>
          <pc:sldMk cId="4264202486" sldId="403"/>
        </pc:sldMkLst>
        <pc:spChg chg="mod">
          <ac:chgData name="Alessandro Ortis" userId="dcdc90ed-3509-45f7-ac48-ad038638580b" providerId="ADAL" clId="{B1E8C721-E319-4DFC-9C94-E6D6872E5F14}" dt="2021-04-18T17:14:36.653" v="3074" actId="1076"/>
          <ac:spMkLst>
            <pc:docMk/>
            <pc:sldMk cId="4264202486" sldId="403"/>
            <ac:spMk id="5" creationId="{7D5B1907-E8F7-4716-B3B1-E8862E1D6D5C}"/>
          </ac:spMkLst>
        </pc:spChg>
        <pc:spChg chg="mod">
          <ac:chgData name="Alessandro Ortis" userId="dcdc90ed-3509-45f7-ac48-ad038638580b" providerId="ADAL" clId="{B1E8C721-E319-4DFC-9C94-E6D6872E5F14}" dt="2021-04-18T17:11:03.036" v="2968" actId="14100"/>
          <ac:spMkLst>
            <pc:docMk/>
            <pc:sldMk cId="4264202486" sldId="403"/>
            <ac:spMk id="6" creationId="{F817ACD2-4248-44DF-A68E-6179479B33FF}"/>
          </ac:spMkLst>
        </pc:spChg>
        <pc:spChg chg="add mod">
          <ac:chgData name="Alessandro Ortis" userId="dcdc90ed-3509-45f7-ac48-ad038638580b" providerId="ADAL" clId="{B1E8C721-E319-4DFC-9C94-E6D6872E5F14}" dt="2021-04-18T17:14:50.723" v="3095" actId="114"/>
          <ac:spMkLst>
            <pc:docMk/>
            <pc:sldMk cId="4264202486" sldId="403"/>
            <ac:spMk id="7" creationId="{D8AF20E7-D495-4EC5-B5A8-DA08599600E4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263704071" sldId="404"/>
        </pc:sldMkLst>
      </pc:sldChg>
      <pc:sldChg chg="delSp modSp add mod">
        <pc:chgData name="Alessandro Ortis" userId="dcdc90ed-3509-45f7-ac48-ad038638580b" providerId="ADAL" clId="{B1E8C721-E319-4DFC-9C94-E6D6872E5F14}" dt="2021-04-23T09:59:44.198" v="3769" actId="122"/>
        <pc:sldMkLst>
          <pc:docMk/>
          <pc:sldMk cId="3585833530" sldId="404"/>
        </pc:sldMkLst>
        <pc:spChg chg="mod">
          <ac:chgData name="Alessandro Ortis" userId="dcdc90ed-3509-45f7-ac48-ad038638580b" providerId="ADAL" clId="{B1E8C721-E319-4DFC-9C94-E6D6872E5F14}" dt="2021-04-23T09:52:02.785" v="3109" actId="20577"/>
          <ac:spMkLst>
            <pc:docMk/>
            <pc:sldMk cId="3585833530" sldId="404"/>
            <ac:spMk id="2" creationId="{00000000-0000-0000-0000-000000000000}"/>
          </ac:spMkLst>
        </pc:spChg>
        <pc:spChg chg="mod">
          <ac:chgData name="Alessandro Ortis" userId="dcdc90ed-3509-45f7-ac48-ad038638580b" providerId="ADAL" clId="{B1E8C721-E319-4DFC-9C94-E6D6872E5F14}" dt="2021-04-23T09:59:44.198" v="3769" actId="122"/>
          <ac:spMkLst>
            <pc:docMk/>
            <pc:sldMk cId="3585833530" sldId="404"/>
            <ac:spMk id="5" creationId="{7D5B1907-E8F7-4716-B3B1-E8862E1D6D5C}"/>
          </ac:spMkLst>
        </pc:spChg>
        <pc:spChg chg="del">
          <ac:chgData name="Alessandro Ortis" userId="dcdc90ed-3509-45f7-ac48-ad038638580b" providerId="ADAL" clId="{B1E8C721-E319-4DFC-9C94-E6D6872E5F14}" dt="2021-04-23T09:52:19.847" v="3113" actId="478"/>
          <ac:spMkLst>
            <pc:docMk/>
            <pc:sldMk cId="3585833530" sldId="404"/>
            <ac:spMk id="6" creationId="{F817ACD2-4248-44DF-A68E-6179479B33FF}"/>
          </ac:spMkLst>
        </pc:spChg>
        <pc:spChg chg="del">
          <ac:chgData name="Alessandro Ortis" userId="dcdc90ed-3509-45f7-ac48-ad038638580b" providerId="ADAL" clId="{B1E8C721-E319-4DFC-9C94-E6D6872E5F14}" dt="2021-04-23T09:52:19.178" v="3112" actId="478"/>
          <ac:spMkLst>
            <pc:docMk/>
            <pc:sldMk cId="3585833530" sldId="404"/>
            <ac:spMk id="7" creationId="{D8AF20E7-D495-4EC5-B5A8-DA08599600E4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144034358" sldId="405"/>
        </pc:sldMkLst>
      </pc:sldChg>
      <pc:sldChg chg="modSp add mod">
        <pc:chgData name="Alessandro Ortis" userId="dcdc90ed-3509-45f7-ac48-ad038638580b" providerId="ADAL" clId="{B1E8C721-E319-4DFC-9C94-E6D6872E5F14}" dt="2021-04-27T14:13:37.229" v="3771" actId="20577"/>
        <pc:sldMkLst>
          <pc:docMk/>
          <pc:sldMk cId="1795741948" sldId="405"/>
        </pc:sldMkLst>
        <pc:spChg chg="mod">
          <ac:chgData name="Alessandro Ortis" userId="dcdc90ed-3509-45f7-ac48-ad038638580b" providerId="ADAL" clId="{B1E8C721-E319-4DFC-9C94-E6D6872E5F14}" dt="2021-04-27T14:13:37.229" v="3771" actId="20577"/>
          <ac:spMkLst>
            <pc:docMk/>
            <pc:sldMk cId="1795741948" sldId="405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4212648780" sldId="40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977699529" sldId="407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928784828" sldId="408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546405701" sldId="409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715010115" sldId="410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644021039" sldId="411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670246005" sldId="412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458999474" sldId="413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297251117" sldId="414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686207558" sldId="415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479589270" sldId="416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2402355522" sldId="417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092163208" sldId="418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403641477" sldId="419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798376485" sldId="420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957110679" sldId="421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3625126898" sldId="422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256816092" sldId="423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66479949" sldId="424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82593182" sldId="425"/>
        </pc:sldMkLst>
      </pc:sldChg>
      <pc:sldChg chg="del">
        <pc:chgData name="Alessandro Ortis" userId="dcdc90ed-3509-45f7-ac48-ad038638580b" providerId="ADAL" clId="{B1E8C721-E319-4DFC-9C94-E6D6872E5F14}" dt="2021-03-30T10:53:50.182" v="14" actId="47"/>
        <pc:sldMkLst>
          <pc:docMk/>
          <pc:sldMk cId="1778699822" sldId="426"/>
        </pc:sldMkLst>
      </pc:sldChg>
    </pc:docChg>
  </pc:docChgLst>
  <pc:docChgLst>
    <pc:chgData name="Alessandro Ortis" userId="dcdc90ed-3509-45f7-ac48-ad038638580b" providerId="ADAL" clId="{FC25FC09-5746-4510-9F18-701AAFBE41D2}"/>
    <pc:docChg chg="undo custSel addSld delSld modSld sldOrd">
      <pc:chgData name="Alessandro Ortis" userId="dcdc90ed-3509-45f7-ac48-ad038638580b" providerId="ADAL" clId="{FC25FC09-5746-4510-9F18-701AAFBE41D2}" dt="2021-03-12T15:32:01.031" v="5492" actId="20577"/>
      <pc:docMkLst>
        <pc:docMk/>
      </pc:docMkLst>
      <pc:sldChg chg="add del">
        <pc:chgData name="Alessandro Ortis" userId="dcdc90ed-3509-45f7-ac48-ad038638580b" providerId="ADAL" clId="{FC25FC09-5746-4510-9F18-701AAFBE41D2}" dt="2021-03-10T15:42:48.265" v="201" actId="47"/>
        <pc:sldMkLst>
          <pc:docMk/>
          <pc:sldMk cId="0" sldId="256"/>
        </pc:sldMkLst>
      </pc:sldChg>
      <pc:sldChg chg="modSp add del mod">
        <pc:chgData name="Alessandro Ortis" userId="dcdc90ed-3509-45f7-ac48-ad038638580b" providerId="ADAL" clId="{FC25FC09-5746-4510-9F18-701AAFBE41D2}" dt="2021-03-11T09:26:55.623" v="989" actId="2711"/>
        <pc:sldMkLst>
          <pc:docMk/>
          <pc:sldMk cId="0" sldId="279"/>
        </pc:sldMkLst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78" creationId="{CB840C27-CC37-4C88-B73E-60EECA52D4ED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4" creationId="{468EEF83-14D5-407A-9D03-2CEFFCADA5A8}"/>
          </ac:spMkLst>
        </pc:spChg>
        <pc:spChg chg="mod">
          <ac:chgData name="Alessandro Ortis" userId="dcdc90ed-3509-45f7-ac48-ad038638580b" providerId="ADAL" clId="{FC25FC09-5746-4510-9F18-701AAFBE41D2}" dt="2021-03-11T09:26:45.844" v="988" actId="2711"/>
          <ac:spMkLst>
            <pc:docMk/>
            <pc:sldMk cId="0" sldId="279"/>
            <ac:spMk id="50187" creationId="{253FBBD0-6A93-4267-B60F-6B2646A95A5B}"/>
          </ac:spMkLst>
        </pc:spChg>
        <pc:spChg chg="mod">
          <ac:chgData name="Alessandro Ortis" userId="dcdc90ed-3509-45f7-ac48-ad038638580b" providerId="ADAL" clId="{FC25FC09-5746-4510-9F18-701AAFBE41D2}" dt="2021-03-11T09:26:55.623" v="989" actId="2711"/>
          <ac:spMkLst>
            <pc:docMk/>
            <pc:sldMk cId="0" sldId="279"/>
            <ac:spMk id="50194" creationId="{173741BA-8B33-4554-9D47-065B7295DEEB}"/>
          </ac:spMkLst>
        </pc:spChg>
      </pc:sldChg>
      <pc:sldChg chg="modSp add mod">
        <pc:chgData name="Alessandro Ortis" userId="dcdc90ed-3509-45f7-ac48-ad038638580b" providerId="ADAL" clId="{FC25FC09-5746-4510-9F18-701AAFBE41D2}" dt="2021-03-11T09:27:18.111" v="992" actId="2711"/>
        <pc:sldMkLst>
          <pc:docMk/>
          <pc:sldMk cId="0" sldId="280"/>
        </pc:sldMkLst>
        <pc:spChg chg="mod">
          <ac:chgData name="Alessandro Ortis" userId="dcdc90ed-3509-45f7-ac48-ad038638580b" providerId="ADAL" clId="{FC25FC09-5746-4510-9F18-701AAFBE41D2}" dt="2021-03-11T09:27:11.680" v="991" actId="2711"/>
          <ac:spMkLst>
            <pc:docMk/>
            <pc:sldMk cId="0" sldId="280"/>
            <ac:spMk id="174082" creationId="{317DAD46-A7A5-4E6F-84C2-21FF9D02E83E}"/>
          </ac:spMkLst>
        </pc:spChg>
        <pc:spChg chg="mod">
          <ac:chgData name="Alessandro Ortis" userId="dcdc90ed-3509-45f7-ac48-ad038638580b" providerId="ADAL" clId="{FC25FC09-5746-4510-9F18-701AAFBE41D2}" dt="2021-03-10T15:46:21.439" v="233" actId="1076"/>
          <ac:spMkLst>
            <pc:docMk/>
            <pc:sldMk cId="0" sldId="280"/>
            <ac:spMk id="174083" creationId="{53E8D610-02DB-4855-8262-C62EDD21655F}"/>
          </ac:spMkLst>
        </pc:spChg>
        <pc:spChg chg="mod">
          <ac:chgData name="Alessandro Ortis" userId="dcdc90ed-3509-45f7-ac48-ad038638580b" providerId="ADAL" clId="{FC25FC09-5746-4510-9F18-701AAFBE41D2}" dt="2021-03-11T09:27:04.793" v="990" actId="2711"/>
          <ac:spMkLst>
            <pc:docMk/>
            <pc:sldMk cId="0" sldId="280"/>
            <ac:spMk id="174085" creationId="{5EC6F68F-1472-4D9B-B71C-68BB3175B95B}"/>
          </ac:spMkLst>
        </pc:spChg>
        <pc:spChg chg="mod">
          <ac:chgData name="Alessandro Ortis" userId="dcdc90ed-3509-45f7-ac48-ad038638580b" providerId="ADAL" clId="{FC25FC09-5746-4510-9F18-701AAFBE41D2}" dt="2021-03-11T09:27:18.111" v="992" actId="2711"/>
          <ac:spMkLst>
            <pc:docMk/>
            <pc:sldMk cId="0" sldId="280"/>
            <ac:spMk id="174091" creationId="{65E15D96-9C22-4188-9131-D61F695BCED5}"/>
          </ac:spMkLst>
        </pc:spChg>
      </pc:sldChg>
      <pc:sldChg chg="modSp add mod">
        <pc:chgData name="Alessandro Ortis" userId="dcdc90ed-3509-45f7-ac48-ad038638580b" providerId="ADAL" clId="{FC25FC09-5746-4510-9F18-701AAFBE41D2}" dt="2021-03-11T09:28:23.141" v="1004" actId="14100"/>
        <pc:sldMkLst>
          <pc:docMk/>
          <pc:sldMk cId="0" sldId="281"/>
        </pc:sldMkLst>
        <pc:spChg chg="mod">
          <ac:chgData name="Alessandro Ortis" userId="dcdc90ed-3509-45f7-ac48-ad038638580b" providerId="ADAL" clId="{FC25FC09-5746-4510-9F18-701AAFBE41D2}" dt="2021-03-11T09:27:39.611" v="995" actId="2711"/>
          <ac:spMkLst>
            <pc:docMk/>
            <pc:sldMk cId="0" sldId="281"/>
            <ac:spMk id="176130" creationId="{F79D8FD5-F8B5-47B9-9D75-6F88048585F9}"/>
          </ac:spMkLst>
        </pc:spChg>
        <pc:spChg chg="mod">
          <ac:chgData name="Alessandro Ortis" userId="dcdc90ed-3509-45f7-ac48-ad038638580b" providerId="ADAL" clId="{FC25FC09-5746-4510-9F18-701AAFBE41D2}" dt="2021-03-11T09:27:33.999" v="994" actId="2711"/>
          <ac:spMkLst>
            <pc:docMk/>
            <pc:sldMk cId="0" sldId="281"/>
            <ac:spMk id="176135" creationId="{33235747-2B3E-4E67-A12B-685C5B8C274D}"/>
          </ac:spMkLst>
        </pc:spChg>
        <pc:spChg chg="mod">
          <ac:chgData name="Alessandro Ortis" userId="dcdc90ed-3509-45f7-ac48-ad038638580b" providerId="ADAL" clId="{FC25FC09-5746-4510-9F18-701AAFBE41D2}" dt="2021-03-11T09:28:09.480" v="1001" actId="2711"/>
          <ac:spMkLst>
            <pc:docMk/>
            <pc:sldMk cId="0" sldId="281"/>
            <ac:spMk id="176137" creationId="{586E8B01-1B25-475A-A0FF-97F7C6A477B1}"/>
          </ac:spMkLst>
        </pc:spChg>
        <pc:spChg chg="mod">
          <ac:chgData name="Alessandro Ortis" userId="dcdc90ed-3509-45f7-ac48-ad038638580b" providerId="ADAL" clId="{FC25FC09-5746-4510-9F18-701AAFBE41D2}" dt="2021-03-11T09:28:23.141" v="1004" actId="14100"/>
          <ac:spMkLst>
            <pc:docMk/>
            <pc:sldMk cId="0" sldId="281"/>
            <ac:spMk id="176138" creationId="{5F2FE6F0-607F-402E-96FD-4ECB7FC4F01E}"/>
          </ac:spMkLst>
        </pc:spChg>
      </pc:sldChg>
      <pc:sldChg chg="modSp add mod">
        <pc:chgData name="Alessandro Ortis" userId="dcdc90ed-3509-45f7-ac48-ad038638580b" providerId="ADAL" clId="{FC25FC09-5746-4510-9F18-701AAFBE41D2}" dt="2021-03-11T09:28:32.879" v="1009" actId="2711"/>
        <pc:sldMkLst>
          <pc:docMk/>
          <pc:sldMk cId="0" sldId="282"/>
        </pc:sldMkLst>
        <pc:spChg chg="mod">
          <ac:chgData name="Alessandro Ortis" userId="dcdc90ed-3509-45f7-ac48-ad038638580b" providerId="ADAL" clId="{FC25FC09-5746-4510-9F18-701AAFBE41D2}" dt="2021-03-10T15:47:47.934" v="239" actId="1076"/>
          <ac:spMkLst>
            <pc:docMk/>
            <pc:sldMk cId="0" sldId="282"/>
            <ac:spMk id="4" creationId="{BCBE835A-0C95-453D-84AB-487702A80433}"/>
          </ac:spMkLst>
        </pc:spChg>
        <pc:spChg chg="mod">
          <ac:chgData name="Alessandro Ortis" userId="dcdc90ed-3509-45f7-ac48-ad038638580b" providerId="ADAL" clId="{FC25FC09-5746-4510-9F18-701AAFBE41D2}" dt="2021-03-11T09:28:27.528" v="1006" actId="27636"/>
          <ac:spMkLst>
            <pc:docMk/>
            <pc:sldMk cId="0" sldId="282"/>
            <ac:spMk id="178178" creationId="{F0D39BA7-16C9-4D4E-8E54-01A26DA14FDB}"/>
          </ac:spMkLst>
        </pc:spChg>
        <pc:spChg chg="mod">
          <ac:chgData name="Alessandro Ortis" userId="dcdc90ed-3509-45f7-ac48-ad038638580b" providerId="ADAL" clId="{FC25FC09-5746-4510-9F18-701AAFBE41D2}" dt="2021-03-11T09:28:32.879" v="1009" actId="2711"/>
          <ac:spMkLst>
            <pc:docMk/>
            <pc:sldMk cId="0" sldId="282"/>
            <ac:spMk id="178184" creationId="{635F9312-ED32-441D-B8A5-F8E0B934C109}"/>
          </ac:spMkLst>
        </pc:spChg>
        <pc:spChg chg="mod">
          <ac:chgData name="Alessandro Ortis" userId="dcdc90ed-3509-45f7-ac48-ad038638580b" providerId="ADAL" clId="{FC25FC09-5746-4510-9F18-701AAFBE41D2}" dt="2021-03-10T15:47:53.065" v="240" actId="1076"/>
          <ac:spMkLst>
            <pc:docMk/>
            <pc:sldMk cId="0" sldId="282"/>
            <ac:spMk id="178186" creationId="{B6DB76DF-5E87-43EE-9A2F-1B58CC32B6C0}"/>
          </ac:spMkLst>
        </pc:spChg>
        <pc:picChg chg="mod">
          <ac:chgData name="Alessandro Ortis" userId="dcdc90ed-3509-45f7-ac48-ad038638580b" providerId="ADAL" clId="{FC25FC09-5746-4510-9F18-701AAFBE41D2}" dt="2021-03-10T15:47:46.219" v="238" actId="1076"/>
          <ac:picMkLst>
            <pc:docMk/>
            <pc:sldMk cId="0" sldId="282"/>
            <ac:picMk id="178185" creationId="{6C4D903E-DCD6-4404-A2E1-5B4188B4627A}"/>
          </ac:picMkLst>
        </pc:picChg>
        <pc:cxnChg chg="mod">
          <ac:chgData name="Alessandro Ortis" userId="dcdc90ed-3509-45f7-ac48-ad038638580b" providerId="ADAL" clId="{FC25FC09-5746-4510-9F18-701AAFBE41D2}" dt="2021-03-10T15:47:57.570" v="242" actId="14100"/>
          <ac:cxnSpMkLst>
            <pc:docMk/>
            <pc:sldMk cId="0" sldId="282"/>
            <ac:cxnSpMk id="3" creationId="{7DAF42E0-A188-4A55-BCC3-D75CADC59495}"/>
          </ac:cxnSpMkLst>
        </pc:cxnChg>
      </pc:sldChg>
      <pc:sldChg chg="modSp add mod">
        <pc:chgData name="Alessandro Ortis" userId="dcdc90ed-3509-45f7-ac48-ad038638580b" providerId="ADAL" clId="{FC25FC09-5746-4510-9F18-701AAFBE41D2}" dt="2021-03-11T09:29:03.902" v="1012" actId="2711"/>
        <pc:sldMkLst>
          <pc:docMk/>
          <pc:sldMk cId="0" sldId="283"/>
        </pc:sldMkLst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6" creationId="{1314B38F-3BF3-4FD9-8504-FFBF18C81477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28" creationId="{16AF8081-61EA-4500-9E2A-38A818ECD9F5}"/>
          </ac:spMkLst>
        </pc:spChg>
        <pc:spChg chg="mod">
          <ac:chgData name="Alessandro Ortis" userId="dcdc90ed-3509-45f7-ac48-ad038638580b" providerId="ADAL" clId="{FC25FC09-5746-4510-9F18-701AAFBE41D2}" dt="2021-03-11T09:28:54.382" v="1010" actId="2711"/>
          <ac:spMkLst>
            <pc:docMk/>
            <pc:sldMk cId="0" sldId="283"/>
            <ac:spMk id="180231" creationId="{4F54220E-68FB-4E5C-8636-B76E57266832}"/>
          </ac:spMkLst>
        </pc:spChg>
        <pc:spChg chg="mod">
          <ac:chgData name="Alessandro Ortis" userId="dcdc90ed-3509-45f7-ac48-ad038638580b" providerId="ADAL" clId="{FC25FC09-5746-4510-9F18-701AAFBE41D2}" dt="2021-03-11T09:29:03.902" v="1012" actId="2711"/>
          <ac:spMkLst>
            <pc:docMk/>
            <pc:sldMk cId="0" sldId="283"/>
            <ac:spMk id="180232" creationId="{D2B0B7C3-243B-4F05-AF9D-4A97BD6F3F71}"/>
          </ac:spMkLst>
        </pc:spChg>
      </pc:sldChg>
      <pc:sldChg chg="modSp add mod">
        <pc:chgData name="Alessandro Ortis" userId="dcdc90ed-3509-45f7-ac48-ad038638580b" providerId="ADAL" clId="{FC25FC09-5746-4510-9F18-701AAFBE41D2}" dt="2021-03-11T09:29:23.792" v="1015" actId="2711"/>
        <pc:sldMkLst>
          <pc:docMk/>
          <pc:sldMk cId="0" sldId="284"/>
        </pc:sldMkLst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67" creationId="{984CCC67-6D34-4151-8326-94FFB094966D}"/>
          </ac:spMkLst>
        </pc:spChg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68" creationId="{3ACCBE77-9458-493B-8620-2BB9A6556187}"/>
          </ac:spMkLst>
        </pc:spChg>
        <pc:spChg chg="mod">
          <ac:chgData name="Alessandro Ortis" userId="dcdc90ed-3509-45f7-ac48-ad038638580b" providerId="ADAL" clId="{FC25FC09-5746-4510-9F18-701AAFBE41D2}" dt="2021-03-10T15:51:15.526" v="303" actId="20577"/>
          <ac:spMkLst>
            <pc:docMk/>
            <pc:sldMk cId="0" sldId="284"/>
            <ac:spMk id="190471" creationId="{FC866F67-8E8B-4315-A6BF-434B1EABA6CE}"/>
          </ac:spMkLst>
        </pc:spChg>
        <pc:spChg chg="mod">
          <ac:chgData name="Alessandro Ortis" userId="dcdc90ed-3509-45f7-ac48-ad038638580b" providerId="ADAL" clId="{FC25FC09-5746-4510-9F18-701AAFBE41D2}" dt="2021-03-11T09:29:23.792" v="1015" actId="2711"/>
          <ac:spMkLst>
            <pc:docMk/>
            <pc:sldMk cId="0" sldId="284"/>
            <ac:spMk id="190472" creationId="{256238AD-D3C6-45D4-BB62-0F69C7105251}"/>
          </ac:spMkLst>
        </pc:spChg>
        <pc:spChg chg="mod">
          <ac:chgData name="Alessandro Ortis" userId="dcdc90ed-3509-45f7-ac48-ad038638580b" providerId="ADAL" clId="{FC25FC09-5746-4510-9F18-701AAFBE41D2}" dt="2021-03-10T15:51:39.902" v="305" actId="20577"/>
          <ac:spMkLst>
            <pc:docMk/>
            <pc:sldMk cId="0" sldId="284"/>
            <ac:spMk id="190473" creationId="{90AB7419-9CED-4DBC-B897-0D22C5684BF1}"/>
          </ac:spMkLst>
        </pc:spChg>
      </pc:sldChg>
      <pc:sldChg chg="addSp delSp modSp add del mod">
        <pc:chgData name="Alessandro Ortis" userId="dcdc90ed-3509-45f7-ac48-ad038638580b" providerId="ADAL" clId="{FC25FC09-5746-4510-9F18-701AAFBE41D2}" dt="2021-03-11T09:29:44.246" v="1017" actId="2711"/>
        <pc:sldMkLst>
          <pc:docMk/>
          <pc:sldMk cId="0" sldId="285"/>
        </pc:sldMkLst>
        <pc:spChg chg="add mod">
          <ac:chgData name="Alessandro Ortis" userId="dcdc90ed-3509-45f7-ac48-ad038638580b" providerId="ADAL" clId="{FC25FC09-5746-4510-9F18-701AAFBE41D2}" dt="2021-03-10T16:05:03.280" v="761" actId="1076"/>
          <ac:spMkLst>
            <pc:docMk/>
            <pc:sldMk cId="0" sldId="285"/>
            <ac:spMk id="7" creationId="{C01F1240-FB99-43A6-8A94-B218A27B1154}"/>
          </ac:spMkLst>
        </pc:spChg>
        <pc:spChg chg="mod">
          <ac:chgData name="Alessandro Ortis" userId="dcdc90ed-3509-45f7-ac48-ad038638580b" providerId="ADAL" clId="{FC25FC09-5746-4510-9F18-701AAFBE41D2}" dt="2021-03-11T09:29:44.246" v="1017" actId="2711"/>
          <ac:spMkLst>
            <pc:docMk/>
            <pc:sldMk cId="0" sldId="285"/>
            <ac:spMk id="192514" creationId="{450F73CF-D99F-40B1-A823-9B73AF09EB2E}"/>
          </ac:spMkLst>
        </pc:spChg>
        <pc:spChg chg="mod">
          <ac:chgData name="Alessandro Ortis" userId="dcdc90ed-3509-45f7-ac48-ad038638580b" providerId="ADAL" clId="{FC25FC09-5746-4510-9F18-701AAFBE41D2}" dt="2021-03-11T09:29:44.246" v="1017" actId="2711"/>
          <ac:spMkLst>
            <pc:docMk/>
            <pc:sldMk cId="0" sldId="285"/>
            <ac:spMk id="192515" creationId="{833DEEFA-1BE0-4755-B68B-3FA93F7962B5}"/>
          </ac:spMkLst>
        </pc:spChg>
        <pc:spChg chg="del">
          <ac:chgData name="Alessandro Ortis" userId="dcdc90ed-3509-45f7-ac48-ad038638580b" providerId="ADAL" clId="{FC25FC09-5746-4510-9F18-701AAFBE41D2}" dt="2021-03-10T15:55:24.660" v="314" actId="478"/>
          <ac:spMkLst>
            <pc:docMk/>
            <pc:sldMk cId="0" sldId="285"/>
            <ac:spMk id="192517" creationId="{52C6369D-EDE6-41DE-AFB4-1DED8D24106A}"/>
          </ac:spMkLst>
        </pc:spChg>
        <pc:spChg chg="del">
          <ac:chgData name="Alessandro Ortis" userId="dcdc90ed-3509-45f7-ac48-ad038638580b" providerId="ADAL" clId="{FC25FC09-5746-4510-9F18-701AAFBE41D2}" dt="2021-03-10T16:01:07.437" v="491" actId="478"/>
          <ac:spMkLst>
            <pc:docMk/>
            <pc:sldMk cId="0" sldId="285"/>
            <ac:spMk id="192518" creationId="{787BCD56-2F41-4260-A77D-8C72B6AD6BB7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09:29:56.792" v="1019" actId="2711"/>
        <pc:sldMkLst>
          <pc:docMk/>
          <pc:sldMk cId="0" sldId="286"/>
        </pc:sldMkLst>
        <pc:spChg chg="add mod">
          <ac:chgData name="Alessandro Ortis" userId="dcdc90ed-3509-45f7-ac48-ad038638580b" providerId="ADAL" clId="{FC25FC09-5746-4510-9F18-701AAFBE41D2}" dt="2021-03-10T16:01:59.418" v="507" actId="1076"/>
          <ac:spMkLst>
            <pc:docMk/>
            <pc:sldMk cId="0" sldId="286"/>
            <ac:spMk id="3" creationId="{DB45567D-1C6C-419A-9A3E-A6933BB1C458}"/>
          </ac:spMkLst>
        </pc:spChg>
        <pc:spChg chg="add del">
          <ac:chgData name="Alessandro Ortis" userId="dcdc90ed-3509-45f7-ac48-ad038638580b" providerId="ADAL" clId="{FC25FC09-5746-4510-9F18-701AAFBE41D2}" dt="2021-03-10T16:01:22.527" v="495" actId="22"/>
          <ac:spMkLst>
            <pc:docMk/>
            <pc:sldMk cId="0" sldId="286"/>
            <ac:spMk id="6" creationId="{3ED0FFC1-2648-4365-BFC0-FD8D6CB2613A}"/>
          </ac:spMkLst>
        </pc:spChg>
        <pc:spChg chg="mod">
          <ac:chgData name="Alessandro Ortis" userId="dcdc90ed-3509-45f7-ac48-ad038638580b" providerId="ADAL" clId="{FC25FC09-5746-4510-9F18-701AAFBE41D2}" dt="2021-03-11T09:29:56.792" v="1019" actId="2711"/>
          <ac:spMkLst>
            <pc:docMk/>
            <pc:sldMk cId="0" sldId="286"/>
            <ac:spMk id="194562" creationId="{54D1B232-4BA9-447C-84D2-BCA224ADD4AB}"/>
          </ac:spMkLst>
        </pc:spChg>
        <pc:spChg chg="mod">
          <ac:chgData name="Alessandro Ortis" userId="dcdc90ed-3509-45f7-ac48-ad038638580b" providerId="ADAL" clId="{FC25FC09-5746-4510-9F18-701AAFBE41D2}" dt="2021-03-11T09:29:56.792" v="1019" actId="2711"/>
          <ac:spMkLst>
            <pc:docMk/>
            <pc:sldMk cId="0" sldId="286"/>
            <ac:spMk id="194563" creationId="{E41676E1-BABA-4C49-818C-4591A450FE77}"/>
          </ac:spMkLst>
        </pc:spChg>
        <pc:spChg chg="mod">
          <ac:chgData name="Alessandro Ortis" userId="dcdc90ed-3509-45f7-ac48-ad038638580b" providerId="ADAL" clId="{FC25FC09-5746-4510-9F18-701AAFBE41D2}" dt="2021-03-10T16:01:57.242" v="506" actId="14100"/>
          <ac:spMkLst>
            <pc:docMk/>
            <pc:sldMk cId="0" sldId="286"/>
            <ac:spMk id="194567" creationId="{D04E1246-DCC8-4309-B229-EE38C76A7BCE}"/>
          </ac:spMkLst>
        </pc:spChg>
      </pc:sldChg>
      <pc:sldChg chg="modSp add mod">
        <pc:chgData name="Alessandro Ortis" userId="dcdc90ed-3509-45f7-ac48-ad038638580b" providerId="ADAL" clId="{FC25FC09-5746-4510-9F18-701AAFBE41D2}" dt="2021-03-11T09:30:16.728" v="1022" actId="2711"/>
        <pc:sldMkLst>
          <pc:docMk/>
          <pc:sldMk cId="0" sldId="287"/>
        </pc:sldMkLst>
        <pc:spChg chg="mod">
          <ac:chgData name="Alessandro Ortis" userId="dcdc90ed-3509-45f7-ac48-ad038638580b" providerId="ADAL" clId="{FC25FC09-5746-4510-9F18-701AAFBE41D2}" dt="2021-03-11T09:30:16.728" v="1022" actId="2711"/>
          <ac:spMkLst>
            <pc:docMk/>
            <pc:sldMk cId="0" sldId="287"/>
            <ac:spMk id="6" creationId="{E1F2AFD8-4501-40E4-97F5-298A499F73B6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0" creationId="{3A9B62D4-3265-407A-BC2D-3A3BCE44C7C1}"/>
          </ac:spMkLst>
        </pc:spChg>
        <pc:spChg chg="mod">
          <ac:chgData name="Alessandro Ortis" userId="dcdc90ed-3509-45f7-ac48-ad038638580b" providerId="ADAL" clId="{FC25FC09-5746-4510-9F18-701AAFBE41D2}" dt="2021-03-11T09:30:10.696" v="1021" actId="2711"/>
          <ac:spMkLst>
            <pc:docMk/>
            <pc:sldMk cId="0" sldId="287"/>
            <ac:spMk id="196611" creationId="{F49D0D20-892E-42C0-BC89-F350C916C96D}"/>
          </ac:spMkLst>
        </pc:spChg>
        <pc:spChg chg="mod">
          <ac:chgData name="Alessandro Ortis" userId="dcdc90ed-3509-45f7-ac48-ad038638580b" providerId="ADAL" clId="{FC25FC09-5746-4510-9F18-701AAFBE41D2}" dt="2021-03-10T16:06:23.863" v="772" actId="1076"/>
          <ac:spMkLst>
            <pc:docMk/>
            <pc:sldMk cId="0" sldId="287"/>
            <ac:spMk id="196612" creationId="{A453FDF7-1556-4956-80A7-F64F193A8E5B}"/>
          </ac:spMkLst>
        </pc:spChg>
        <pc:spChg chg="mod">
          <ac:chgData name="Alessandro Ortis" userId="dcdc90ed-3509-45f7-ac48-ad038638580b" providerId="ADAL" clId="{FC25FC09-5746-4510-9F18-701AAFBE41D2}" dt="2021-03-10T16:06:26.065" v="773" actId="1076"/>
          <ac:spMkLst>
            <pc:docMk/>
            <pc:sldMk cId="0" sldId="287"/>
            <ac:spMk id="196615" creationId="{12FF0420-022B-46DB-A80B-3F35669B4CEA}"/>
          </ac:spMkLst>
        </pc:spChg>
      </pc:sldChg>
      <pc:sldChg chg="addSp modSp add mod modAnim">
        <pc:chgData name="Alessandro Ortis" userId="dcdc90ed-3509-45f7-ac48-ad038638580b" providerId="ADAL" clId="{FC25FC09-5746-4510-9F18-701AAFBE41D2}" dt="2021-03-11T09:30:33.813" v="1023" actId="2711"/>
        <pc:sldMkLst>
          <pc:docMk/>
          <pc:sldMk cId="0" sldId="288"/>
        </pc:sldMkLst>
        <pc:spChg chg="add 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6" creationId="{CC7890B9-26D6-4559-92E0-5D6961C2473F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8" creationId="{96FF3DA6-1907-4D80-8E61-376428A7A39A}"/>
          </ac:spMkLst>
        </pc:spChg>
        <pc:spChg chg="mod">
          <ac:chgData name="Alessandro Ortis" userId="dcdc90ed-3509-45f7-ac48-ad038638580b" providerId="ADAL" clId="{FC25FC09-5746-4510-9F18-701AAFBE41D2}" dt="2021-03-11T09:30:33.813" v="1023" actId="2711"/>
          <ac:spMkLst>
            <pc:docMk/>
            <pc:sldMk cId="0" sldId="288"/>
            <ac:spMk id="198659" creationId="{06A38889-250C-4797-B3C5-883FB3240FDF}"/>
          </ac:spMkLst>
        </pc:spChg>
        <pc:spChg chg="mod">
          <ac:chgData name="Alessandro Ortis" userId="dcdc90ed-3509-45f7-ac48-ad038638580b" providerId="ADAL" clId="{FC25FC09-5746-4510-9F18-701AAFBE41D2}" dt="2021-03-10T16:07:42.819" v="797" actId="20577"/>
          <ac:spMkLst>
            <pc:docMk/>
            <pc:sldMk cId="0" sldId="288"/>
            <ac:spMk id="198660" creationId="{AED1EA4D-EA47-4D71-8211-F9241F26D193}"/>
          </ac:spMkLst>
        </pc:spChg>
        <pc:spChg chg="mod">
          <ac:chgData name="Alessandro Ortis" userId="dcdc90ed-3509-45f7-ac48-ad038638580b" providerId="ADAL" clId="{FC25FC09-5746-4510-9F18-701AAFBE41D2}" dt="2021-03-10T16:07:16.487" v="784" actId="6549"/>
          <ac:spMkLst>
            <pc:docMk/>
            <pc:sldMk cId="0" sldId="288"/>
            <ac:spMk id="198662" creationId="{6E1E6987-2834-4882-9264-69188BEE6145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09:30:46.795" v="1027" actId="14100"/>
        <pc:sldMkLst>
          <pc:docMk/>
          <pc:sldMk cId="0" sldId="289"/>
        </pc:sldMkLst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6" creationId="{1BE98640-9902-4211-BC33-71BBA7BC21C3}"/>
          </ac:spMkLst>
        </pc:spChg>
        <pc:spChg chg="mod">
          <ac:chgData name="Alessandro Ortis" userId="dcdc90ed-3509-45f7-ac48-ad038638580b" providerId="ADAL" clId="{FC25FC09-5746-4510-9F18-701AAFBE41D2}" dt="2021-03-11T09:30:39.187" v="1024" actId="2711"/>
          <ac:spMkLst>
            <pc:docMk/>
            <pc:sldMk cId="0" sldId="289"/>
            <ac:spMk id="200707" creationId="{F163D9E9-FCC2-4CAE-A633-22FB52DF7B4E}"/>
          </ac:spMkLst>
        </pc:spChg>
        <pc:spChg chg="mod">
          <ac:chgData name="Alessandro Ortis" userId="dcdc90ed-3509-45f7-ac48-ad038638580b" providerId="ADAL" clId="{FC25FC09-5746-4510-9F18-701AAFBE41D2}" dt="2021-03-11T09:30:46.795" v="1027" actId="14100"/>
          <ac:spMkLst>
            <pc:docMk/>
            <pc:sldMk cId="0" sldId="289"/>
            <ac:spMk id="200709" creationId="{63913BF3-754E-4EF1-A052-4A5F2180896A}"/>
          </ac:spMkLst>
        </pc:spChg>
      </pc:sldChg>
      <pc:sldChg chg="modSp add mod">
        <pc:chgData name="Alessandro Ortis" userId="dcdc90ed-3509-45f7-ac48-ad038638580b" providerId="ADAL" clId="{FC25FC09-5746-4510-9F18-701AAFBE41D2}" dt="2021-03-11T09:30:55.356" v="1028" actId="2711"/>
        <pc:sldMkLst>
          <pc:docMk/>
          <pc:sldMk cId="0" sldId="290"/>
        </pc:sldMkLst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4" creationId="{1F1FE14A-5651-4AAC-8CB9-28CFFE2A0A9B}"/>
          </ac:spMkLst>
        </pc:spChg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5" creationId="{49D1118F-B61F-4F7D-8AB7-78D0B6C46150}"/>
          </ac:spMkLst>
        </pc:spChg>
        <pc:spChg chg="mod">
          <ac:chgData name="Alessandro Ortis" userId="dcdc90ed-3509-45f7-ac48-ad038638580b" providerId="ADAL" clId="{FC25FC09-5746-4510-9F18-701AAFBE41D2}" dt="2021-03-11T09:30:55.356" v="1028" actId="2711"/>
          <ac:spMkLst>
            <pc:docMk/>
            <pc:sldMk cId="0" sldId="290"/>
            <ac:spMk id="202757" creationId="{BE7769F0-1E5E-4D0D-B39C-28EAF4CE282B}"/>
          </ac:spMkLst>
        </pc:spChg>
      </pc:sldChg>
      <pc:sldChg chg="modSp add mod">
        <pc:chgData name="Alessandro Ortis" userId="dcdc90ed-3509-45f7-ac48-ad038638580b" providerId="ADAL" clId="{FC25FC09-5746-4510-9F18-701AAFBE41D2}" dt="2021-03-11T09:31:04.494" v="1030" actId="27636"/>
        <pc:sldMkLst>
          <pc:docMk/>
          <pc:sldMk cId="0" sldId="291"/>
        </pc:sldMkLst>
        <pc:spChg chg="mod">
          <ac:chgData name="Alessandro Ortis" userId="dcdc90ed-3509-45f7-ac48-ad038638580b" providerId="ADAL" clId="{FC25FC09-5746-4510-9F18-701AAFBE41D2}" dt="2021-03-11T09:31:04.494" v="1030" actId="27636"/>
          <ac:spMkLst>
            <pc:docMk/>
            <pc:sldMk cId="0" sldId="291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31:04.454" v="1029" actId="2711"/>
          <ac:spMkLst>
            <pc:docMk/>
            <pc:sldMk cId="0" sldId="291"/>
            <ac:spMk id="204803" creationId="{AC415C69-5626-41F6-A09E-4CC882D61CD0}"/>
          </ac:spMkLst>
        </pc:spChg>
        <pc:spChg chg="mod">
          <ac:chgData name="Alessandro Ortis" userId="dcdc90ed-3509-45f7-ac48-ad038638580b" providerId="ADAL" clId="{FC25FC09-5746-4510-9F18-701AAFBE41D2}" dt="2021-03-11T09:31:04.454" v="1029" actId="2711"/>
          <ac:spMkLst>
            <pc:docMk/>
            <pc:sldMk cId="0" sldId="291"/>
            <ac:spMk id="204807" creationId="{04ACA393-AB56-4E5A-B0C1-05DE972F906C}"/>
          </ac:spMkLst>
        </pc:spChg>
      </pc:sldChg>
      <pc:sldChg chg="modSp add mod">
        <pc:chgData name="Alessandro Ortis" userId="dcdc90ed-3509-45f7-ac48-ad038638580b" providerId="ADAL" clId="{FC25FC09-5746-4510-9F18-701AAFBE41D2}" dt="2021-03-11T09:31:22.796" v="1035" actId="14100"/>
        <pc:sldMkLst>
          <pc:docMk/>
          <pc:sldMk cId="0" sldId="292"/>
        </pc:sldMkLst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0" creationId="{1B4EE48C-E894-4B33-A006-20801ED29FF2}"/>
          </ac:spMkLst>
        </pc:spChg>
        <pc:spChg chg="mod">
          <ac:chgData name="Alessandro Ortis" userId="dcdc90ed-3509-45f7-ac48-ad038638580b" providerId="ADAL" clId="{FC25FC09-5746-4510-9F18-701AAFBE41D2}" dt="2021-03-11T09:31:18.729" v="1034" actId="14100"/>
          <ac:spMkLst>
            <pc:docMk/>
            <pc:sldMk cId="0" sldId="292"/>
            <ac:spMk id="206851" creationId="{8DCD3ABB-CCD7-4227-BD02-52F7FAD77814}"/>
          </ac:spMkLst>
        </pc:spChg>
        <pc:spChg chg="mod">
          <ac:chgData name="Alessandro Ortis" userId="dcdc90ed-3509-45f7-ac48-ad038638580b" providerId="ADAL" clId="{FC25FC09-5746-4510-9F18-701AAFBE41D2}" dt="2021-03-11T09:31:22.796" v="1035" actId="14100"/>
          <ac:spMkLst>
            <pc:docMk/>
            <pc:sldMk cId="0" sldId="292"/>
            <ac:spMk id="206854" creationId="{2C4C7D33-80C8-49A3-98F7-CAF0B94EBD96}"/>
          </ac:spMkLst>
        </pc:spChg>
        <pc:spChg chg="mod">
          <ac:chgData name="Alessandro Ortis" userId="dcdc90ed-3509-45f7-ac48-ad038638580b" providerId="ADAL" clId="{FC25FC09-5746-4510-9F18-701AAFBE41D2}" dt="2021-03-11T09:00:43.277" v="875" actId="14100"/>
          <ac:spMkLst>
            <pc:docMk/>
            <pc:sldMk cId="0" sldId="292"/>
            <ac:spMk id="206855" creationId="{819CA7C0-EA87-4095-8A05-C3E8C44FD3AF}"/>
          </ac:spMkLst>
        </pc:spChg>
        <pc:spChg chg="mod">
          <ac:chgData name="Alessandro Ortis" userId="dcdc90ed-3509-45f7-ac48-ad038638580b" providerId="ADAL" clId="{FC25FC09-5746-4510-9F18-701AAFBE41D2}" dt="2021-03-11T09:31:10.331" v="1031" actId="2711"/>
          <ac:spMkLst>
            <pc:docMk/>
            <pc:sldMk cId="0" sldId="292"/>
            <ac:spMk id="206856" creationId="{6ADA7C03-42AE-4257-9611-B3E0E14678E6}"/>
          </ac:spMkLst>
        </pc:spChg>
      </pc:sldChg>
      <pc:sldChg chg="modSp add mod">
        <pc:chgData name="Alessandro Ortis" userId="dcdc90ed-3509-45f7-ac48-ad038638580b" providerId="ADAL" clId="{FC25FC09-5746-4510-9F18-701AAFBE41D2}" dt="2021-03-11T15:32:08.053" v="4756" actId="208"/>
        <pc:sldMkLst>
          <pc:docMk/>
          <pc:sldMk cId="1114028167" sldId="293"/>
        </pc:sldMkLst>
        <pc:spChg chg="mod">
          <ac:chgData name="Alessandro Ortis" userId="dcdc90ed-3509-45f7-ac48-ad038638580b" providerId="ADAL" clId="{FC25FC09-5746-4510-9F18-701AAFBE41D2}" dt="2021-03-11T10:29:59.993" v="1755" actId="27636"/>
          <ac:spMkLst>
            <pc:docMk/>
            <pc:sldMk cId="1114028167" sldId="29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09:32:31.979" v="1051" actId="20577"/>
          <ac:spMkLst>
            <pc:docMk/>
            <pc:sldMk cId="1114028167" sldId="293"/>
            <ac:spMk id="208899" creationId="{54BD4A4D-FD2A-4E29-9B57-2A5E9578E326}"/>
          </ac:spMkLst>
        </pc:spChg>
        <pc:spChg chg="mod">
          <ac:chgData name="Alessandro Ortis" userId="dcdc90ed-3509-45f7-ac48-ad038638580b" providerId="ADAL" clId="{FC25FC09-5746-4510-9F18-701AAFBE41D2}" dt="2021-03-11T09:32:28.848" v="1050" actId="15"/>
          <ac:spMkLst>
            <pc:docMk/>
            <pc:sldMk cId="1114028167" sldId="293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1T15:32:08.053" v="4756" actId="208"/>
          <ac:spMkLst>
            <pc:docMk/>
            <pc:sldMk cId="1114028167" sldId="293"/>
            <ac:spMk id="208901" creationId="{87C80AEF-D07B-4C3C-8F22-D37CAE3DC876}"/>
          </ac:spMkLst>
        </pc:spChg>
      </pc:sldChg>
      <pc:sldChg chg="modSp add del mod">
        <pc:chgData name="Alessandro Ortis" userId="dcdc90ed-3509-45f7-ac48-ad038638580b" providerId="ADAL" clId="{FC25FC09-5746-4510-9F18-701AAFBE41D2}" dt="2021-03-10T15:42:43.936" v="200" actId="47"/>
        <pc:sldMkLst>
          <pc:docMk/>
          <pc:sldMk cId="0" sldId="294"/>
        </pc:sldMkLst>
        <pc:spChg chg="mod">
          <ac:chgData name="Alessandro Ortis" userId="dcdc90ed-3509-45f7-ac48-ad038638580b" providerId="ADAL" clId="{FC25FC09-5746-4510-9F18-701AAFBE41D2}" dt="2021-03-10T15:42:26.273" v="197" actId="27636"/>
          <ac:spMkLst>
            <pc:docMk/>
            <pc:sldMk cId="0" sldId="294"/>
            <ac:spMk id="3" creationId="{1FF14DEF-B8CD-4016-A8B9-B0073BFF1B53}"/>
          </ac:spMkLst>
        </pc:spChg>
      </pc:sldChg>
      <pc:sldChg chg="add del">
        <pc:chgData name="Alessandro Ortis" userId="dcdc90ed-3509-45f7-ac48-ad038638580b" providerId="ADAL" clId="{FC25FC09-5746-4510-9F18-701AAFBE41D2}" dt="2021-03-10T15:43:44.282" v="208" actId="47"/>
        <pc:sldMkLst>
          <pc:docMk/>
          <pc:sldMk cId="0" sldId="295"/>
        </pc:sldMkLst>
      </pc:sldChg>
      <pc:sldChg chg="modSp add del mod">
        <pc:chgData name="Alessandro Ortis" userId="dcdc90ed-3509-45f7-ac48-ad038638580b" providerId="ADAL" clId="{FC25FC09-5746-4510-9F18-701AAFBE41D2}" dt="2021-03-10T15:43:49.190" v="209" actId="47"/>
        <pc:sldMkLst>
          <pc:docMk/>
          <pc:sldMk cId="0" sldId="296"/>
        </pc:sldMkLst>
        <pc:spChg chg="mod">
          <ac:chgData name="Alessandro Ortis" userId="dcdc90ed-3509-45f7-ac48-ad038638580b" providerId="ADAL" clId="{FC25FC09-5746-4510-9F18-701AAFBE41D2}" dt="2021-03-10T15:42:26.336" v="198" actId="27636"/>
          <ac:spMkLst>
            <pc:docMk/>
            <pc:sldMk cId="0" sldId="296"/>
            <ac:spMk id="3" creationId="{F129BB14-342C-4858-A29C-E941FFD3E516}"/>
          </ac:spMkLst>
        </pc:spChg>
      </pc:sldChg>
      <pc:sldChg chg="add mod modShow">
        <pc:chgData name="Alessandro Ortis" userId="dcdc90ed-3509-45f7-ac48-ad038638580b" providerId="ADAL" clId="{FC25FC09-5746-4510-9F18-701AAFBE41D2}" dt="2021-03-10T15:48:25.435" v="246" actId="729"/>
        <pc:sldMkLst>
          <pc:docMk/>
          <pc:sldMk cId="0" sldId="297"/>
        </pc:sldMkLst>
      </pc:sldChg>
      <pc:sldChg chg="modSp add mod modAnim">
        <pc:chgData name="Alessandro Ortis" userId="dcdc90ed-3509-45f7-ac48-ad038638580b" providerId="ADAL" clId="{FC25FC09-5746-4510-9F18-701AAFBE41D2}" dt="2021-03-11T09:29:14.934" v="1014" actId="2711"/>
        <pc:sldMkLst>
          <pc:docMk/>
          <pc:sldMk cId="0" sldId="298"/>
        </pc:sldMkLst>
        <pc:spChg chg="mod">
          <ac:chgData name="Alessandro Ortis" userId="dcdc90ed-3509-45f7-ac48-ad038638580b" providerId="ADAL" clId="{FC25FC09-5746-4510-9F18-701AAFBE41D2}" dt="2021-03-10T15:49:29.711" v="269" actId="20577"/>
          <ac:spMkLst>
            <pc:docMk/>
            <pc:sldMk cId="0" sldId="298"/>
            <ac:spMk id="4" creationId="{82D5E613-4279-4AAD-98D9-55E09B5EB141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6" creationId="{87583354-9ACA-4016-A13A-4911A9E064BB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9" creationId="{6F63BA75-C5B9-4759-882A-C66A6AB47E4C}"/>
          </ac:spMkLst>
        </pc:spChg>
        <pc:spChg chg="mod">
          <ac:chgData name="Alessandro Ortis" userId="dcdc90ed-3509-45f7-ac48-ad038638580b" providerId="ADAL" clId="{FC25FC09-5746-4510-9F18-701AAFBE41D2}" dt="2021-03-11T09:29:14.934" v="1014" actId="2711"/>
          <ac:spMkLst>
            <pc:docMk/>
            <pc:sldMk cId="0" sldId="298"/>
            <ac:spMk id="10" creationId="{BDC0A3C0-786C-4ADD-97D8-D1ABA1786203}"/>
          </ac:spMkLst>
        </pc:spChg>
        <pc:cxnChg chg="mod">
          <ac:chgData name="Alessandro Ortis" userId="dcdc90ed-3509-45f7-ac48-ad038638580b" providerId="ADAL" clId="{FC25FC09-5746-4510-9F18-701AAFBE41D2}" dt="2021-03-10T15:49:14.975" v="258" actId="14100"/>
          <ac:cxnSpMkLst>
            <pc:docMk/>
            <pc:sldMk cId="0" sldId="298"/>
            <ac:cxnSpMk id="5" creationId="{C5868D40-CB33-460B-81C0-FC6EADF135C5}"/>
          </ac:cxnSpMkLst>
        </pc:cxnChg>
      </pc:sldChg>
      <pc:sldChg chg="modSp add mod">
        <pc:chgData name="Alessandro Ortis" userId="dcdc90ed-3509-45f7-ac48-ad038638580b" providerId="ADAL" clId="{FC25FC09-5746-4510-9F18-701AAFBE41D2}" dt="2021-03-11T09:29:31.289" v="1016" actId="2711"/>
        <pc:sldMkLst>
          <pc:docMk/>
          <pc:sldMk cId="0" sldId="299"/>
        </pc:sldMkLst>
        <pc:spChg chg="mod">
          <ac:chgData name="Alessandro Ortis" userId="dcdc90ed-3509-45f7-ac48-ad038638580b" providerId="ADAL" clId="{FC25FC09-5746-4510-9F18-701AAFBE41D2}" dt="2021-03-11T09:29:31.289" v="1016" actId="2711"/>
          <ac:spMkLst>
            <pc:docMk/>
            <pc:sldMk cId="0" sldId="299"/>
            <ac:spMk id="190467" creationId="{E3C6E0FA-95B0-489B-B791-105D423F9340}"/>
          </ac:spMkLst>
        </pc:spChg>
        <pc:spChg chg="mod">
          <ac:chgData name="Alessandro Ortis" userId="dcdc90ed-3509-45f7-ac48-ad038638580b" providerId="ADAL" clId="{FC25FC09-5746-4510-9F18-701AAFBE41D2}" dt="2021-03-11T09:29:31.289" v="1016" actId="2711"/>
          <ac:spMkLst>
            <pc:docMk/>
            <pc:sldMk cId="0" sldId="299"/>
            <ac:spMk id="190468" creationId="{98A7B0B3-285B-4A30-B237-E6A5A00D65CD}"/>
          </ac:spMkLst>
        </pc:spChg>
        <pc:spChg chg="mod">
          <ac:chgData name="Alessandro Ortis" userId="dcdc90ed-3509-45f7-ac48-ad038638580b" providerId="ADAL" clId="{FC25FC09-5746-4510-9F18-701AAFBE41D2}" dt="2021-03-10T15:52:14.819" v="308" actId="20577"/>
          <ac:spMkLst>
            <pc:docMk/>
            <pc:sldMk cId="0" sldId="299"/>
            <ac:spMk id="190471" creationId="{4F6C9C67-53B0-4004-AA9C-089E30824D61}"/>
          </ac:spMkLst>
        </pc:spChg>
      </pc:sldChg>
      <pc:sldChg chg="modSp add del mod">
        <pc:chgData name="Alessandro Ortis" userId="dcdc90ed-3509-45f7-ac48-ad038638580b" providerId="ADAL" clId="{FC25FC09-5746-4510-9F18-701AAFBE41D2}" dt="2021-03-11T09:29:49.209" v="1018" actId="2711"/>
        <pc:sldMkLst>
          <pc:docMk/>
          <pc:sldMk cId="0" sldId="300"/>
        </pc:sldMkLst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2" creationId="{F986544B-3918-491C-BC90-1F6E387292AD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3" creationId="{8D64C2DB-5D2D-4592-B90B-6832659CC420}"/>
          </ac:spMkLst>
        </pc:spChg>
        <pc:spChg chg="mod">
          <ac:chgData name="Alessandro Ortis" userId="dcdc90ed-3509-45f7-ac48-ad038638580b" providerId="ADAL" clId="{FC25FC09-5746-4510-9F18-701AAFBE41D2}" dt="2021-03-10T16:00:56.513" v="490" actId="20577"/>
          <ac:spMkLst>
            <pc:docMk/>
            <pc:sldMk cId="0" sldId="300"/>
            <ac:spMk id="194564" creationId="{B781DB6A-7708-4A79-9190-49D83BE692FF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6" creationId="{BA98D2F3-858B-47E7-99B3-1CF38727CBA8}"/>
          </ac:spMkLst>
        </pc:spChg>
        <pc:spChg chg="mod">
          <ac:chgData name="Alessandro Ortis" userId="dcdc90ed-3509-45f7-ac48-ad038638580b" providerId="ADAL" clId="{FC25FC09-5746-4510-9F18-701AAFBE41D2}" dt="2021-03-11T09:29:49.209" v="1018" actId="2711"/>
          <ac:spMkLst>
            <pc:docMk/>
            <pc:sldMk cId="0" sldId="300"/>
            <ac:spMk id="194567" creationId="{686B14FD-88A4-4772-94A9-56E92D2D8BFC}"/>
          </ac:spMkLst>
        </pc:spChg>
      </pc:sldChg>
      <pc:sldChg chg="modSp add del mod">
        <pc:chgData name="Alessandro Ortis" userId="dcdc90ed-3509-45f7-ac48-ad038638580b" providerId="ADAL" clId="{FC25FC09-5746-4510-9F18-701AAFBE41D2}" dt="2021-03-10T15:42:26.368" v="199" actId="27636"/>
        <pc:sldMkLst>
          <pc:docMk/>
          <pc:sldMk cId="0" sldId="301"/>
        </pc:sldMkLst>
        <pc:spChg chg="mod">
          <ac:chgData name="Alessandro Ortis" userId="dcdc90ed-3509-45f7-ac48-ad038638580b" providerId="ADAL" clId="{FC25FC09-5746-4510-9F18-701AAFBE41D2}" dt="2021-03-10T15:42:26.368" v="199" actId="27636"/>
          <ac:spMkLst>
            <pc:docMk/>
            <pc:sldMk cId="0" sldId="301"/>
            <ac:spMk id="3" creationId="{2D05D368-CF3C-4420-A8DE-BF8FBC668FBB}"/>
          </ac:spMkLst>
        </pc:spChg>
      </pc:sldChg>
      <pc:sldChg chg="modSp add del mod ord modShow">
        <pc:chgData name="Alessandro Ortis" userId="dcdc90ed-3509-45f7-ac48-ad038638580b" providerId="ADAL" clId="{FC25FC09-5746-4510-9F18-701AAFBE41D2}" dt="2021-03-11T14:51:51.642" v="4656" actId="47"/>
        <pc:sldMkLst>
          <pc:docMk/>
          <pc:sldMk cId="0" sldId="302"/>
        </pc:sldMkLst>
        <pc:spChg chg="mod">
          <ac:chgData name="Alessandro Ortis" userId="dcdc90ed-3509-45f7-ac48-ad038638580b" providerId="ADAL" clId="{FC25FC09-5746-4510-9F18-701AAFBE41D2}" dt="2021-03-11T09:30:04.280" v="1020" actId="2711"/>
          <ac:spMkLst>
            <pc:docMk/>
            <pc:sldMk cId="0" sldId="302"/>
            <ac:spMk id="194562" creationId="{FB454C67-BC81-4A53-811A-49B680C2E5CE}"/>
          </ac:spMkLst>
        </pc:spChg>
        <pc:spChg chg="mod">
          <ac:chgData name="Alessandro Ortis" userId="dcdc90ed-3509-45f7-ac48-ad038638580b" providerId="ADAL" clId="{FC25FC09-5746-4510-9F18-701AAFBE41D2}" dt="2021-03-11T14:32:59.148" v="4266" actId="1076"/>
          <ac:spMkLst>
            <pc:docMk/>
            <pc:sldMk cId="0" sldId="302"/>
            <ac:spMk id="194563" creationId="{3FB007BF-D1D5-40F2-859C-0BE4650C1A09}"/>
          </ac:spMkLst>
        </pc:spChg>
        <pc:spChg chg="mod">
          <ac:chgData name="Alessandro Ortis" userId="dcdc90ed-3509-45f7-ac48-ad038638580b" providerId="ADAL" clId="{FC25FC09-5746-4510-9F18-701AAFBE41D2}" dt="2021-03-10T16:06:07.792" v="769" actId="20577"/>
          <ac:spMkLst>
            <pc:docMk/>
            <pc:sldMk cId="0" sldId="302"/>
            <ac:spMk id="194567" creationId="{B99F0F4E-141E-406F-8558-DC43B9F9ECDF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5"/>
        </pc:sldMkLst>
      </pc:sldChg>
      <pc:sldChg chg="del">
        <pc:chgData name="Alessandro Ortis" userId="dcdc90ed-3509-45f7-ac48-ad038638580b" providerId="ADAL" clId="{FC25FC09-5746-4510-9F18-701AAFBE41D2}" dt="2021-03-08T11:37:17.248" v="118" actId="47"/>
        <pc:sldMkLst>
          <pc:docMk/>
          <pc:sldMk cId="0" sldId="306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7"/>
        </pc:sldMkLst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0" sldId="308"/>
        </pc:sldMkLst>
      </pc:sldChg>
      <pc:sldChg chg="delSp modSp mod">
        <pc:chgData name="Alessandro Ortis" userId="dcdc90ed-3509-45f7-ac48-ad038638580b" providerId="ADAL" clId="{FC25FC09-5746-4510-9F18-701AAFBE41D2}" dt="2021-03-08T11:35:45.138" v="47" actId="20577"/>
        <pc:sldMkLst>
          <pc:docMk/>
          <pc:sldMk cId="0" sldId="314"/>
        </pc:sldMkLst>
        <pc:spChg chg="mod">
          <ac:chgData name="Alessandro Ortis" userId="dcdc90ed-3509-45f7-ac48-ad038638580b" providerId="ADAL" clId="{FC25FC09-5746-4510-9F18-701AAFBE41D2}" dt="2021-03-08T11:35:45.138" v="47" actId="20577"/>
          <ac:spMkLst>
            <pc:docMk/>
            <pc:sldMk cId="0" sldId="314"/>
            <ac:spMk id="2" creationId="{00000000-0000-0000-0000-000000000000}"/>
          </ac:spMkLst>
        </pc:spChg>
        <pc:picChg chg="del">
          <ac:chgData name="Alessandro Ortis" userId="dcdc90ed-3509-45f7-ac48-ad038638580b" providerId="ADAL" clId="{FC25FC09-5746-4510-9F18-701AAFBE41D2}" dt="2021-03-05T16:19:26.663" v="16" actId="478"/>
          <ac:picMkLst>
            <pc:docMk/>
            <pc:sldMk cId="0" sldId="314"/>
            <ac:picMk id="1026" creationId="{00000000-0000-0000-0000-000000000000}"/>
          </ac:picMkLst>
        </pc:picChg>
      </pc:sldChg>
      <pc:sldChg chg="modSp mod">
        <pc:chgData name="Alessandro Ortis" userId="dcdc90ed-3509-45f7-ac48-ad038638580b" providerId="ADAL" clId="{FC25FC09-5746-4510-9F18-701AAFBE41D2}" dt="2021-03-08T11:37:09.931" v="50" actId="27636"/>
        <pc:sldMkLst>
          <pc:docMk/>
          <pc:sldMk cId="4143215581" sldId="315"/>
        </pc:sldMkLst>
        <pc:spChg chg="mod">
          <ac:chgData name="Alessandro Ortis" userId="dcdc90ed-3509-45f7-ac48-ad038638580b" providerId="ADAL" clId="{FC25FC09-5746-4510-9F18-701AAFBE41D2}" dt="2021-03-08T11:37:09.931" v="50" actId="27636"/>
          <ac:spMkLst>
            <pc:docMk/>
            <pc:sldMk cId="4143215581" sldId="315"/>
            <ac:spMk id="3" creationId="{00000000-0000-0000-0000-000000000000}"/>
          </ac:spMkLst>
        </pc:spChg>
      </pc:sldChg>
      <pc:sldChg chg="del">
        <pc:chgData name="Alessandro Ortis" userId="dcdc90ed-3509-45f7-ac48-ad038638580b" providerId="ADAL" clId="{FC25FC09-5746-4510-9F18-701AAFBE41D2}" dt="2021-03-05T16:19:47.509" v="21" actId="47"/>
        <pc:sldMkLst>
          <pc:docMk/>
          <pc:sldMk cId="1178180968" sldId="316"/>
        </pc:sldMkLst>
      </pc:sldChg>
      <pc:sldChg chg="modSp mod">
        <pc:chgData name="Alessandro Ortis" userId="dcdc90ed-3509-45f7-ac48-ad038638580b" providerId="ADAL" clId="{FC25FC09-5746-4510-9F18-701AAFBE41D2}" dt="2021-03-11T09:12:07.369" v="882" actId="113"/>
        <pc:sldMkLst>
          <pc:docMk/>
          <pc:sldMk cId="1318921938" sldId="321"/>
        </pc:sldMkLst>
        <pc:spChg chg="mod">
          <ac:chgData name="Alessandro Ortis" userId="dcdc90ed-3509-45f7-ac48-ad038638580b" providerId="ADAL" clId="{FC25FC09-5746-4510-9F18-701AAFBE41D2}" dt="2021-03-11T09:12:07.369" v="882" actId="113"/>
          <ac:spMkLst>
            <pc:docMk/>
            <pc:sldMk cId="1318921938" sldId="321"/>
            <ac:spMk id="4" creationId="{A2A9A91D-AA8F-4392-B13F-7C26EE47657F}"/>
          </ac:spMkLst>
        </pc:spChg>
      </pc:sldChg>
      <pc:sldChg chg="addSp delSp modSp mod">
        <pc:chgData name="Alessandro Ortis" userId="dcdc90ed-3509-45f7-ac48-ad038638580b" providerId="ADAL" clId="{FC25FC09-5746-4510-9F18-701AAFBE41D2}" dt="2021-03-08T11:44:59.041" v="150" actId="1036"/>
        <pc:sldMkLst>
          <pc:docMk/>
          <pc:sldMk cId="3480440903" sldId="323"/>
        </pc:sldMkLst>
        <pc:spChg chg="mod">
          <ac:chgData name="Alessandro Ortis" userId="dcdc90ed-3509-45f7-ac48-ad038638580b" providerId="ADAL" clId="{FC25FC09-5746-4510-9F18-701AAFBE41D2}" dt="2021-03-08T11:44:53.954" v="148" actId="20577"/>
          <ac:spMkLst>
            <pc:docMk/>
            <pc:sldMk cId="3480440903" sldId="323"/>
            <ac:spMk id="3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4" creationId="{CC731D97-3889-497F-A13D-8B4F7E0D5572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5" creationId="{B1BA0926-FF6C-4A70-8BC4-F07A1AA511D3}"/>
          </ac:spMkLst>
        </pc:spChg>
        <pc:spChg chg="add mod">
          <ac:chgData name="Alessandro Ortis" userId="dcdc90ed-3509-45f7-ac48-ad038638580b" providerId="ADAL" clId="{FC25FC09-5746-4510-9F18-701AAFBE41D2}" dt="2021-03-08T11:44:59.041" v="150" actId="1036"/>
          <ac:spMkLst>
            <pc:docMk/>
            <pc:sldMk cId="3480440903" sldId="323"/>
            <ac:spMk id="6" creationId="{77596EC5-0619-448E-8140-0E577CAF7AA4}"/>
          </ac:spMkLst>
        </pc:spChg>
        <pc:picChg chg="add del mod">
          <ac:chgData name="Alessandro Ortis" userId="dcdc90ed-3509-45f7-ac48-ad038638580b" providerId="ADAL" clId="{FC25FC09-5746-4510-9F18-701AAFBE41D2}" dt="2021-03-08T11:40:29.287" v="131" actId="478"/>
          <ac:picMkLst>
            <pc:docMk/>
            <pc:sldMk cId="3480440903" sldId="323"/>
            <ac:picMk id="1026" creationId="{6AC39086-6387-4F11-A403-472E4323F4FA}"/>
          </ac:picMkLst>
        </pc:picChg>
        <pc:picChg chg="add 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1028" creationId="{B38DCBC2-AE63-4428-84BA-4DE0B6A4F143}"/>
          </ac:picMkLst>
        </pc:picChg>
        <pc:picChg chg="mod">
          <ac:chgData name="Alessandro Ortis" userId="dcdc90ed-3509-45f7-ac48-ad038638580b" providerId="ADAL" clId="{FC25FC09-5746-4510-9F18-701AAFBE41D2}" dt="2021-03-08T11:44:59.041" v="150" actId="1036"/>
          <ac:picMkLst>
            <pc:docMk/>
            <pc:sldMk cId="3480440903" sldId="323"/>
            <ac:picMk id="2050" creationId="{1CFCA115-F4CB-469B-A7CF-D80A6C0016F7}"/>
          </ac:picMkLst>
        </pc:picChg>
      </pc:sldChg>
      <pc:sldChg chg="modSp mod">
        <pc:chgData name="Alessandro Ortis" userId="dcdc90ed-3509-45f7-ac48-ad038638580b" providerId="ADAL" clId="{FC25FC09-5746-4510-9F18-701AAFBE41D2}" dt="2021-03-08T11:37:09.861" v="49" actId="27636"/>
        <pc:sldMkLst>
          <pc:docMk/>
          <pc:sldMk cId="1297038212" sldId="324"/>
        </pc:sldMkLst>
        <pc:spChg chg="mod">
          <ac:chgData name="Alessandro Ortis" userId="dcdc90ed-3509-45f7-ac48-ad038638580b" providerId="ADAL" clId="{FC25FC09-5746-4510-9F18-701AAFBE41D2}" dt="2021-03-08T11:37:09.842" v="48" actId="27636"/>
          <ac:spMkLst>
            <pc:docMk/>
            <pc:sldMk cId="1297038212" sldId="32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09.861" v="49" actId="27636"/>
          <ac:spMkLst>
            <pc:docMk/>
            <pc:sldMk cId="1297038212" sldId="324"/>
            <ac:spMk id="3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45" v="56" actId="27636"/>
        <pc:sldMkLst>
          <pc:docMk/>
          <pc:sldMk cId="3549187691" sldId="337"/>
        </pc:sldMkLst>
        <pc:spChg chg="mod">
          <ac:chgData name="Alessandro Ortis" userId="dcdc90ed-3509-45f7-ac48-ad038638580b" providerId="ADAL" clId="{FC25FC09-5746-4510-9F18-701AAFBE41D2}" dt="2021-03-08T11:37:10.245" v="56" actId="27636"/>
          <ac:spMkLst>
            <pc:docMk/>
            <pc:sldMk cId="3549187691" sldId="337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91" v="55" actId="27636"/>
        <pc:sldMkLst>
          <pc:docMk/>
          <pc:sldMk cId="2865816139" sldId="338"/>
        </pc:sldMkLst>
        <pc:spChg chg="mod">
          <ac:chgData name="Alessandro Ortis" userId="dcdc90ed-3509-45f7-ac48-ad038638580b" providerId="ADAL" clId="{FC25FC09-5746-4510-9F18-701AAFBE41D2}" dt="2021-03-08T11:37:10.191" v="55" actId="27636"/>
          <ac:spMkLst>
            <pc:docMk/>
            <pc:sldMk cId="2865816139" sldId="338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286" v="57" actId="27636"/>
        <pc:sldMkLst>
          <pc:docMk/>
          <pc:sldMk cId="100765716" sldId="339"/>
        </pc:sldMkLst>
        <pc:spChg chg="mod">
          <ac:chgData name="Alessandro Ortis" userId="dcdc90ed-3509-45f7-ac48-ad038638580b" providerId="ADAL" clId="{FC25FC09-5746-4510-9F18-701AAFBE41D2}" dt="2021-03-08T11:37:10.286" v="57" actId="27636"/>
          <ac:spMkLst>
            <pc:docMk/>
            <pc:sldMk cId="100765716" sldId="339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337" v="58" actId="27636"/>
        <pc:sldMkLst>
          <pc:docMk/>
          <pc:sldMk cId="2624389146" sldId="340"/>
        </pc:sldMkLst>
        <pc:spChg chg="mod">
          <ac:chgData name="Alessandro Ortis" userId="dcdc90ed-3509-45f7-ac48-ad038638580b" providerId="ADAL" clId="{FC25FC09-5746-4510-9F18-701AAFBE41D2}" dt="2021-03-08T11:37:10.337" v="58" actId="27636"/>
          <ac:spMkLst>
            <pc:docMk/>
            <pc:sldMk cId="2624389146" sldId="34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11T09:13:16.337" v="916" actId="27636"/>
        <pc:sldMkLst>
          <pc:docMk/>
          <pc:sldMk cId="521732395" sldId="342"/>
        </pc:sldMkLst>
        <pc:spChg chg="mod">
          <ac:chgData name="Alessandro Ortis" userId="dcdc90ed-3509-45f7-ac48-ad038638580b" providerId="ADAL" clId="{FC25FC09-5746-4510-9F18-701AAFBE41D2}" dt="2021-03-11T09:13:16.337" v="916" actId="27636"/>
          <ac:spMkLst>
            <pc:docMk/>
            <pc:sldMk cId="521732395" sldId="342"/>
            <ac:spMk id="2" creationId="{00000000-0000-0000-0000-000000000000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455" v="89" actId="27636"/>
        <pc:sldMkLst>
          <pc:docMk/>
          <pc:sldMk cId="3324450322" sldId="343"/>
        </pc:sldMkLst>
        <pc:spChg chg="mod">
          <ac:chgData name="Alessandro Ortis" userId="dcdc90ed-3509-45f7-ac48-ad038638580b" providerId="ADAL" clId="{FC25FC09-5746-4510-9F18-701AAFBE41D2}" dt="2021-03-08T11:37:11.455" v="89" actId="27636"/>
          <ac:spMkLst>
            <pc:docMk/>
            <pc:sldMk cId="3324450322" sldId="34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13:51.207" v="924" actId="27636"/>
        <pc:sldMkLst>
          <pc:docMk/>
          <pc:sldMk cId="1228465337" sldId="344"/>
        </pc:sldMkLst>
        <pc:spChg chg="mod">
          <ac:chgData name="Alessandro Ortis" userId="dcdc90ed-3509-45f7-ac48-ad038638580b" providerId="ADAL" clId="{FC25FC09-5746-4510-9F18-701AAFBE41D2}" dt="2021-03-11T09:13:51.207" v="924" actId="27636"/>
          <ac:spMkLst>
            <pc:docMk/>
            <pc:sldMk cId="1228465337" sldId="344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81" v="90" actId="27636"/>
          <ac:spMkLst>
            <pc:docMk/>
            <pc:sldMk cId="1228465337" sldId="34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1T09:16:25.613" v="925" actId="47"/>
        <pc:sldMkLst>
          <pc:docMk/>
          <pc:sldMk cId="4061136204" sldId="346"/>
        </pc:sldMkLst>
      </pc:sldChg>
      <pc:sldChg chg="modSp mod">
        <pc:chgData name="Alessandro Ortis" userId="dcdc90ed-3509-45f7-ac48-ad038638580b" providerId="ADAL" clId="{FC25FC09-5746-4510-9F18-701AAFBE41D2}" dt="2021-03-08T11:37:11.569" v="92" actId="27636"/>
        <pc:sldMkLst>
          <pc:docMk/>
          <pc:sldMk cId="147571893" sldId="347"/>
        </pc:sldMkLst>
        <pc:spChg chg="mod">
          <ac:chgData name="Alessandro Ortis" userId="dcdc90ed-3509-45f7-ac48-ad038638580b" providerId="ADAL" clId="{FC25FC09-5746-4510-9F18-701AAFBE41D2}" dt="2021-03-08T11:37:11.569" v="92" actId="27636"/>
          <ac:spMkLst>
            <pc:docMk/>
            <pc:sldMk cId="147571893" sldId="34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519" v="91" actId="27636"/>
        <pc:sldMkLst>
          <pc:docMk/>
          <pc:sldMk cId="4035406834" sldId="348"/>
        </pc:sldMkLst>
        <pc:spChg chg="mod">
          <ac:chgData name="Alessandro Ortis" userId="dcdc90ed-3509-45f7-ac48-ad038638580b" providerId="ADAL" clId="{FC25FC09-5746-4510-9F18-701AAFBE41D2}" dt="2021-03-08T11:37:11.519" v="91" actId="27636"/>
          <ac:spMkLst>
            <pc:docMk/>
            <pc:sldMk cId="4035406834" sldId="34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13:21.428" v="920" actId="27636"/>
        <pc:sldMkLst>
          <pc:docMk/>
          <pc:sldMk cId="428712167" sldId="349"/>
        </pc:sldMkLst>
        <pc:spChg chg="mod">
          <ac:chgData name="Alessandro Ortis" userId="dcdc90ed-3509-45f7-ac48-ad038638580b" providerId="ADAL" clId="{FC25FC09-5746-4510-9F18-701AAFBE41D2}" dt="2021-03-11T09:13:21.428" v="920" actId="27636"/>
          <ac:spMkLst>
            <pc:docMk/>
            <pc:sldMk cId="428712167" sldId="349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1.441" v="88" actId="27636"/>
          <ac:spMkLst>
            <pc:docMk/>
            <pc:sldMk cId="428712167" sldId="349"/>
            <ac:spMk id="5" creationId="{69B91C07-8F38-4BED-877D-74981E23F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57" v="94" actId="27636"/>
        <pc:sldMkLst>
          <pc:docMk/>
          <pc:sldMk cId="2466995645" sldId="351"/>
        </pc:sldMkLst>
        <pc:spChg chg="mod">
          <ac:chgData name="Alessandro Ortis" userId="dcdc90ed-3509-45f7-ac48-ad038638580b" providerId="ADAL" clId="{FC25FC09-5746-4510-9F18-701AAFBE41D2}" dt="2021-03-08T11:37:11.657" v="94" actId="27636"/>
          <ac:spMkLst>
            <pc:docMk/>
            <pc:sldMk cId="2466995645" sldId="351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00" v="93" actId="27636"/>
        <pc:sldMkLst>
          <pc:docMk/>
          <pc:sldMk cId="2940377582" sldId="352"/>
        </pc:sldMkLst>
        <pc:spChg chg="mod">
          <ac:chgData name="Alessandro Ortis" userId="dcdc90ed-3509-45f7-ac48-ad038638580b" providerId="ADAL" clId="{FC25FC09-5746-4510-9F18-701AAFBE41D2}" dt="2021-03-08T11:37:11.600" v="93" actId="27636"/>
          <ac:spMkLst>
            <pc:docMk/>
            <pc:sldMk cId="2940377582" sldId="35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724" v="97" actId="27636"/>
        <pc:sldMkLst>
          <pc:docMk/>
          <pc:sldMk cId="4029956952" sldId="355"/>
        </pc:sldMkLst>
        <pc:spChg chg="mod">
          <ac:chgData name="Alessandro Ortis" userId="dcdc90ed-3509-45f7-ac48-ad038638580b" providerId="ADAL" clId="{FC25FC09-5746-4510-9F18-701AAFBE41D2}" dt="2021-03-08T11:37:11.724" v="97" actId="27636"/>
          <ac:spMkLst>
            <pc:docMk/>
            <pc:sldMk cId="4029956952" sldId="35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88" v="96" actId="27636"/>
        <pc:sldMkLst>
          <pc:docMk/>
          <pc:sldMk cId="4210151119" sldId="356"/>
        </pc:sldMkLst>
        <pc:spChg chg="mod">
          <ac:chgData name="Alessandro Ortis" userId="dcdc90ed-3509-45f7-ac48-ad038638580b" providerId="ADAL" clId="{FC25FC09-5746-4510-9F18-701AAFBE41D2}" dt="2021-03-08T11:37:11.688" v="96" actId="27636"/>
          <ac:spMkLst>
            <pc:docMk/>
            <pc:sldMk cId="4210151119" sldId="35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673" v="95" actId="27636"/>
        <pc:sldMkLst>
          <pc:docMk/>
          <pc:sldMk cId="991615029" sldId="357"/>
        </pc:sldMkLst>
        <pc:spChg chg="mod">
          <ac:chgData name="Alessandro Ortis" userId="dcdc90ed-3509-45f7-ac48-ad038638580b" providerId="ADAL" clId="{FC25FC09-5746-4510-9F18-701AAFBE41D2}" dt="2021-03-08T11:37:11.673" v="95" actId="27636"/>
          <ac:spMkLst>
            <pc:docMk/>
            <pc:sldMk cId="991615029" sldId="35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830" v="99" actId="27636"/>
        <pc:sldMkLst>
          <pc:docMk/>
          <pc:sldMk cId="2112227675" sldId="362"/>
        </pc:sldMkLst>
        <pc:spChg chg="mod">
          <ac:chgData name="Alessandro Ortis" userId="dcdc90ed-3509-45f7-ac48-ad038638580b" providerId="ADAL" clId="{FC25FC09-5746-4510-9F18-701AAFBE41D2}" dt="2021-03-08T11:37:11.830" v="99" actId="27636"/>
          <ac:spMkLst>
            <pc:docMk/>
            <pc:sldMk cId="2112227675" sldId="36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758" v="98" actId="27636"/>
        <pc:sldMkLst>
          <pc:docMk/>
          <pc:sldMk cId="222435001" sldId="363"/>
        </pc:sldMkLst>
        <pc:spChg chg="mod">
          <ac:chgData name="Alessandro Ortis" userId="dcdc90ed-3509-45f7-ac48-ad038638580b" providerId="ADAL" clId="{FC25FC09-5746-4510-9F18-701AAFBE41D2}" dt="2021-03-08T11:37:11.758" v="98" actId="27636"/>
          <ac:spMkLst>
            <pc:docMk/>
            <pc:sldMk cId="222435001" sldId="36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975" v="102" actId="27636"/>
        <pc:sldMkLst>
          <pc:docMk/>
          <pc:sldMk cId="1523953854" sldId="365"/>
        </pc:sldMkLst>
        <pc:spChg chg="mod">
          <ac:chgData name="Alessandro Ortis" userId="dcdc90ed-3509-45f7-ac48-ad038638580b" providerId="ADAL" clId="{FC25FC09-5746-4510-9F18-701AAFBE41D2}" dt="2021-03-08T11:37:11.975" v="102" actId="27636"/>
          <ac:spMkLst>
            <pc:docMk/>
            <pc:sldMk cId="1523953854" sldId="36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886" v="100" actId="27636"/>
        <pc:sldMkLst>
          <pc:docMk/>
          <pc:sldMk cId="3944378820" sldId="368"/>
        </pc:sldMkLst>
        <pc:spChg chg="mod">
          <ac:chgData name="Alessandro Ortis" userId="dcdc90ed-3509-45f7-ac48-ad038638580b" providerId="ADAL" clId="{FC25FC09-5746-4510-9F18-701AAFBE41D2}" dt="2021-03-08T11:37:11.886" v="100" actId="27636"/>
          <ac:spMkLst>
            <pc:docMk/>
            <pc:sldMk cId="3944378820" sldId="36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009" v="103" actId="27636"/>
        <pc:sldMkLst>
          <pc:docMk/>
          <pc:sldMk cId="117896539" sldId="372"/>
        </pc:sldMkLst>
        <pc:spChg chg="mod">
          <ac:chgData name="Alessandro Ortis" userId="dcdc90ed-3509-45f7-ac48-ad038638580b" providerId="ADAL" clId="{FC25FC09-5746-4510-9F18-701AAFBE41D2}" dt="2021-03-08T11:37:12.009" v="103" actId="27636"/>
          <ac:spMkLst>
            <pc:docMk/>
            <pc:sldMk cId="117896539" sldId="37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1.930" v="101" actId="27636"/>
        <pc:sldMkLst>
          <pc:docMk/>
          <pc:sldMk cId="2927296452" sldId="380"/>
        </pc:sldMkLst>
        <pc:spChg chg="mod">
          <ac:chgData name="Alessandro Ortis" userId="dcdc90ed-3509-45f7-ac48-ad038638580b" providerId="ADAL" clId="{FC25FC09-5746-4510-9F18-701AAFBE41D2}" dt="2021-03-08T11:37:11.930" v="101" actId="27636"/>
          <ac:spMkLst>
            <pc:docMk/>
            <pc:sldMk cId="2927296452" sldId="380"/>
            <ac:spMk id="5" creationId="{7D5B1907-E8F7-4716-B3B1-E8862E1D6D5C}"/>
          </ac:spMkLst>
        </pc:spChg>
      </pc:sldChg>
      <pc:sldChg chg="modSp mod modShow">
        <pc:chgData name="Alessandro Ortis" userId="dcdc90ed-3509-45f7-ac48-ad038638580b" providerId="ADAL" clId="{FC25FC09-5746-4510-9F18-701AAFBE41D2}" dt="2021-03-10T15:43:19.671" v="207" actId="1076"/>
        <pc:sldMkLst>
          <pc:docMk/>
          <pc:sldMk cId="3206927576" sldId="384"/>
        </pc:sldMkLst>
        <pc:spChg chg="mod">
          <ac:chgData name="Alessandro Ortis" userId="dcdc90ed-3509-45f7-ac48-ad038638580b" providerId="ADAL" clId="{FC25FC09-5746-4510-9F18-701AAFBE41D2}" dt="2021-03-10T15:43:19.671" v="207" actId="1076"/>
          <ac:spMkLst>
            <pc:docMk/>
            <pc:sldMk cId="3206927576" sldId="38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057" v="104" actId="27636"/>
        <pc:sldMkLst>
          <pc:docMk/>
          <pc:sldMk cId="1607940453" sldId="385"/>
        </pc:sldMkLst>
        <pc:spChg chg="mod">
          <ac:chgData name="Alessandro Ortis" userId="dcdc90ed-3509-45f7-ac48-ad038638580b" providerId="ADAL" clId="{FC25FC09-5746-4510-9F18-701AAFBE41D2}" dt="2021-03-08T11:37:12.057" v="104" actId="27636"/>
          <ac:spMkLst>
            <pc:docMk/>
            <pc:sldMk cId="1607940453" sldId="385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3:50.685" v="971" actId="20577"/>
        <pc:sldMkLst>
          <pc:docMk/>
          <pc:sldMk cId="3738923514" sldId="386"/>
        </pc:sldMkLst>
        <pc:spChg chg="mod">
          <ac:chgData name="Alessandro Ortis" userId="dcdc90ed-3509-45f7-ac48-ad038638580b" providerId="ADAL" clId="{FC25FC09-5746-4510-9F18-701AAFBE41D2}" dt="2021-03-11T09:23:50.685" v="971" actId="20577"/>
          <ac:spMkLst>
            <pc:docMk/>
            <pc:sldMk cId="3738923514" sldId="386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157" v="106" actId="27636"/>
        <pc:sldMkLst>
          <pc:docMk/>
          <pc:sldMk cId="3663616890" sldId="387"/>
        </pc:sldMkLst>
        <pc:spChg chg="mod">
          <ac:chgData name="Alessandro Ortis" userId="dcdc90ed-3509-45f7-ac48-ad038638580b" providerId="ADAL" clId="{FC25FC09-5746-4510-9F18-701AAFBE41D2}" dt="2021-03-08T11:37:12.157" v="106" actId="27636"/>
          <ac:spMkLst>
            <pc:docMk/>
            <pc:sldMk cId="3663616890" sldId="387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352" v="110" actId="27636"/>
        <pc:sldMkLst>
          <pc:docMk/>
          <pc:sldMk cId="2303998749" sldId="388"/>
        </pc:sldMkLst>
        <pc:spChg chg="mod">
          <ac:chgData name="Alessandro Ortis" userId="dcdc90ed-3509-45f7-ac48-ad038638580b" providerId="ADAL" clId="{FC25FC09-5746-4510-9F18-701AAFBE41D2}" dt="2021-03-08T11:37:12.352" v="110" actId="27636"/>
          <ac:spMkLst>
            <pc:docMk/>
            <pc:sldMk cId="2303998749" sldId="38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07" v="107" actId="27636"/>
        <pc:sldMkLst>
          <pc:docMk/>
          <pc:sldMk cId="1728195989" sldId="389"/>
        </pc:sldMkLst>
        <pc:spChg chg="mod">
          <ac:chgData name="Alessandro Ortis" userId="dcdc90ed-3509-45f7-ac48-ad038638580b" providerId="ADAL" clId="{FC25FC09-5746-4510-9F18-701AAFBE41D2}" dt="2021-03-08T11:37:12.207" v="107" actId="27636"/>
          <ac:spMkLst>
            <pc:docMk/>
            <pc:sldMk cId="1728195989" sldId="38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89" v="109" actId="27636"/>
        <pc:sldMkLst>
          <pc:docMk/>
          <pc:sldMk cId="1741903581" sldId="392"/>
        </pc:sldMkLst>
        <pc:spChg chg="mod">
          <ac:chgData name="Alessandro Ortis" userId="dcdc90ed-3509-45f7-ac48-ad038638580b" providerId="ADAL" clId="{FC25FC09-5746-4510-9F18-701AAFBE41D2}" dt="2021-03-08T11:37:12.289" v="109" actId="27636"/>
          <ac:spMkLst>
            <pc:docMk/>
            <pc:sldMk cId="1741903581" sldId="392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232" v="108" actId="27636"/>
        <pc:sldMkLst>
          <pc:docMk/>
          <pc:sldMk cId="4104916194" sldId="393"/>
        </pc:sldMkLst>
        <pc:spChg chg="mod">
          <ac:chgData name="Alessandro Ortis" userId="dcdc90ed-3509-45f7-ac48-ad038638580b" providerId="ADAL" clId="{FC25FC09-5746-4510-9F18-701AAFBE41D2}" dt="2021-03-08T11:37:12.232" v="108" actId="27636"/>
          <ac:spMkLst>
            <pc:docMk/>
            <pc:sldMk cId="4104916194" sldId="393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5:12.031" v="980" actId="1076"/>
        <pc:sldMkLst>
          <pc:docMk/>
          <pc:sldMk cId="2738048506" sldId="394"/>
        </pc:sldMkLst>
        <pc:spChg chg="mod">
          <ac:chgData name="Alessandro Ortis" userId="dcdc90ed-3509-45f7-ac48-ad038638580b" providerId="ADAL" clId="{FC25FC09-5746-4510-9F18-701AAFBE41D2}" dt="2021-03-11T09:25:12.031" v="980" actId="1076"/>
          <ac:spMkLst>
            <pc:docMk/>
            <pc:sldMk cId="2738048506" sldId="394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6:14.810" v="985" actId="27636"/>
        <pc:sldMkLst>
          <pc:docMk/>
          <pc:sldMk cId="2198339724" sldId="398"/>
        </pc:sldMkLst>
        <pc:spChg chg="mod">
          <ac:chgData name="Alessandro Ortis" userId="dcdc90ed-3509-45f7-ac48-ad038638580b" providerId="ADAL" clId="{FC25FC09-5746-4510-9F18-701AAFBE41D2}" dt="2021-03-11T09:26:14.810" v="985" actId="27636"/>
          <ac:spMkLst>
            <pc:docMk/>
            <pc:sldMk cId="2198339724" sldId="398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11T09:26:00.098" v="982" actId="14100"/>
        <pc:sldMkLst>
          <pc:docMk/>
          <pc:sldMk cId="333178415" sldId="399"/>
        </pc:sldMkLst>
        <pc:spChg chg="mod">
          <ac:chgData name="Alessandro Ortis" userId="dcdc90ed-3509-45f7-ac48-ad038638580b" providerId="ADAL" clId="{FC25FC09-5746-4510-9F18-701AAFBE41D2}" dt="2021-03-11T09:26:00.098" v="982" actId="14100"/>
          <ac:spMkLst>
            <pc:docMk/>
            <pc:sldMk cId="333178415" sldId="399"/>
            <ac:spMk id="5" creationId="{7D5B1907-E8F7-4716-B3B1-E8862E1D6D5C}"/>
          </ac:spMkLst>
        </pc:spChg>
      </pc:sldChg>
      <pc:sldChg chg="modSp mod">
        <pc:chgData name="Alessandro Ortis" userId="dcdc90ed-3509-45f7-ac48-ad038638580b" providerId="ADAL" clId="{FC25FC09-5746-4510-9F18-701AAFBE41D2}" dt="2021-03-08T11:37:12.750" v="117" actId="27636"/>
        <pc:sldMkLst>
          <pc:docMk/>
          <pc:sldMk cId="3105722580" sldId="402"/>
        </pc:sldMkLst>
        <pc:spChg chg="mod">
          <ac:chgData name="Alessandro Ortis" userId="dcdc90ed-3509-45f7-ac48-ad038638580b" providerId="ADAL" clId="{FC25FC09-5746-4510-9F18-701AAFBE41D2}" dt="2021-03-08T11:37:12.750" v="117" actId="27636"/>
          <ac:spMkLst>
            <pc:docMk/>
            <pc:sldMk cId="3105722580" sldId="402"/>
            <ac:spMk id="4" creationId="{0279965C-BDA6-4FD1-84AB-D56959800225}"/>
          </ac:spMkLst>
        </pc:spChg>
      </pc:sldChg>
      <pc:sldChg chg="modSp mod">
        <pc:chgData name="Alessandro Ortis" userId="dcdc90ed-3509-45f7-ac48-ad038638580b" providerId="ADAL" clId="{FC25FC09-5746-4510-9F18-701AAFBE41D2}" dt="2021-03-11T09:26:27.463" v="987" actId="27636"/>
        <pc:sldMkLst>
          <pc:docMk/>
          <pc:sldMk cId="3276835739" sldId="404"/>
        </pc:sldMkLst>
        <pc:spChg chg="mod">
          <ac:chgData name="Alessandro Ortis" userId="dcdc90ed-3509-45f7-ac48-ad038638580b" providerId="ADAL" clId="{FC25FC09-5746-4510-9F18-701AAFBE41D2}" dt="2021-03-11T09:26:27.463" v="987" actId="27636"/>
          <ac:spMkLst>
            <pc:docMk/>
            <pc:sldMk cId="3276835739" sldId="404"/>
            <ac:spMk id="5" creationId="{7D5B1907-E8F7-4716-B3B1-E8862E1D6D5C}"/>
          </ac:spMkLst>
        </pc:spChg>
      </pc:sldChg>
      <pc:sldChg chg="mod modShow">
        <pc:chgData name="Alessandro Ortis" userId="dcdc90ed-3509-45f7-ac48-ad038638580b" providerId="ADAL" clId="{FC25FC09-5746-4510-9F18-701AAFBE41D2}" dt="2021-03-08T11:45:38.928" v="151" actId="729"/>
        <pc:sldMkLst>
          <pc:docMk/>
          <pc:sldMk cId="1991232073" sldId="406"/>
        </pc:sldMkLst>
      </pc:sldChg>
      <pc:sldChg chg="modSp mod">
        <pc:chgData name="Alessandro Ortis" userId="dcdc90ed-3509-45f7-ac48-ad038638580b" providerId="ADAL" clId="{FC25FC09-5746-4510-9F18-701AAFBE41D2}" dt="2021-03-10T09:21:03.648" v="195" actId="1076"/>
        <pc:sldMkLst>
          <pc:docMk/>
          <pc:sldMk cId="710467007" sldId="424"/>
        </pc:sldMkLst>
        <pc:spChg chg="mod">
          <ac:chgData name="Alessandro Ortis" userId="dcdc90ed-3509-45f7-ac48-ad038638580b" providerId="ADAL" clId="{FC25FC09-5746-4510-9F18-701AAFBE41D2}" dt="2021-03-10T09:21:03.648" v="195" actId="1076"/>
          <ac:spMkLst>
            <pc:docMk/>
            <pc:sldMk cId="710467007" sldId="424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58.465" v="194" actId="47"/>
        <pc:sldMkLst>
          <pc:docMk/>
          <pc:sldMk cId="1180058788" sldId="425"/>
        </pc:sldMkLst>
      </pc:sldChg>
      <pc:sldChg chg="modSp mod">
        <pc:chgData name="Alessandro Ortis" userId="dcdc90ed-3509-45f7-ac48-ad038638580b" providerId="ADAL" clId="{FC25FC09-5746-4510-9F18-701AAFBE41D2}" dt="2021-03-10T09:20:34.725" v="192" actId="27636"/>
        <pc:sldMkLst>
          <pc:docMk/>
          <pc:sldMk cId="204095390" sldId="426"/>
        </pc:sldMkLst>
        <pc:spChg chg="mod">
          <ac:chgData name="Alessandro Ortis" userId="dcdc90ed-3509-45f7-ac48-ad038638580b" providerId="ADAL" clId="{FC25FC09-5746-4510-9F18-701AAFBE41D2}" dt="2021-03-10T09:20:34.725" v="192" actId="27636"/>
          <ac:spMkLst>
            <pc:docMk/>
            <pc:sldMk cId="204095390" sldId="426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10T09:20:27.934" v="190" actId="47"/>
        <pc:sldMkLst>
          <pc:docMk/>
          <pc:sldMk cId="3284158591" sldId="427"/>
        </pc:sldMkLst>
      </pc:sldChg>
      <pc:sldChg chg="modSp mod">
        <pc:chgData name="Alessandro Ortis" userId="dcdc90ed-3509-45f7-ac48-ad038638580b" providerId="ADAL" clId="{FC25FC09-5746-4510-9F18-701AAFBE41D2}" dt="2021-03-10T09:20:43.457" v="193" actId="14100"/>
        <pc:sldMkLst>
          <pc:docMk/>
          <pc:sldMk cId="406104214" sldId="428"/>
        </pc:sldMkLst>
        <pc:spChg chg="mod">
          <ac:chgData name="Alessandro Ortis" userId="dcdc90ed-3509-45f7-ac48-ad038638580b" providerId="ADAL" clId="{FC25FC09-5746-4510-9F18-701AAFBE41D2}" dt="2021-03-10T09:20:43.457" v="193" actId="14100"/>
          <ac:spMkLst>
            <pc:docMk/>
            <pc:sldMk cId="406104214" sldId="428"/>
            <ac:spMk id="5" creationId="{7D5B1907-E8F7-4716-B3B1-E8862E1D6D5C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52244010" sldId="44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71064300" sldId="448"/>
        </pc:sldMkLst>
        <pc:spChg chg="mod">
          <ac:chgData name="Alessandro Ortis" userId="dcdc90ed-3509-45f7-ac48-ad038638580b" providerId="ADAL" clId="{FC25FC09-5746-4510-9F18-701AAFBE41D2}" dt="2021-03-08T11:37:10.780" v="68" actId="27636"/>
          <ac:spMkLst>
            <pc:docMk/>
            <pc:sldMk cId="1271064300" sldId="44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817723142" sldId="449"/>
        </pc:sldMkLst>
        <pc:spChg chg="mod">
          <ac:chgData name="Alessandro Ortis" userId="dcdc90ed-3509-45f7-ac48-ad038638580b" providerId="ADAL" clId="{FC25FC09-5746-4510-9F18-701AAFBE41D2}" dt="2021-03-08T11:37:10.685" v="66" actId="27636"/>
          <ac:spMkLst>
            <pc:docMk/>
            <pc:sldMk cId="3817723142" sldId="44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489245237" sldId="450"/>
        </pc:sldMkLst>
        <pc:spChg chg="mod">
          <ac:chgData name="Alessandro Ortis" userId="dcdc90ed-3509-45f7-ac48-ad038638580b" providerId="ADAL" clId="{FC25FC09-5746-4510-9F18-701AAFBE41D2}" dt="2021-03-08T11:37:10.632" v="65" actId="27636"/>
          <ac:spMkLst>
            <pc:docMk/>
            <pc:sldMk cId="1489245237" sldId="45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12414445" sldId="451"/>
        </pc:sldMkLst>
        <pc:spChg chg="mod">
          <ac:chgData name="Alessandro Ortis" userId="dcdc90ed-3509-45f7-ac48-ad038638580b" providerId="ADAL" clId="{FC25FC09-5746-4510-9F18-701AAFBE41D2}" dt="2021-03-08T11:37:10.582" v="64" actId="27636"/>
          <ac:spMkLst>
            <pc:docMk/>
            <pc:sldMk cId="1612414445" sldId="45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643990287" sldId="452"/>
        </pc:sldMkLst>
        <pc:spChg chg="mod">
          <ac:chgData name="Alessandro Ortis" userId="dcdc90ed-3509-45f7-ac48-ad038638580b" providerId="ADAL" clId="{FC25FC09-5746-4510-9F18-701AAFBE41D2}" dt="2021-03-08T11:37:10.543" v="63" actId="27636"/>
          <ac:spMkLst>
            <pc:docMk/>
            <pc:sldMk cId="1643990287" sldId="45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021782512" sldId="453"/>
        </pc:sldMkLst>
        <pc:spChg chg="mod">
          <ac:chgData name="Alessandro Ortis" userId="dcdc90ed-3509-45f7-ac48-ad038638580b" providerId="ADAL" clId="{FC25FC09-5746-4510-9F18-701AAFBE41D2}" dt="2021-03-08T11:37:10.513" v="62" actId="27636"/>
          <ac:spMkLst>
            <pc:docMk/>
            <pc:sldMk cId="1021782512" sldId="45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42967744" sldId="454"/>
        </pc:sldMkLst>
        <pc:spChg chg="mod">
          <ac:chgData name="Alessandro Ortis" userId="dcdc90ed-3509-45f7-ac48-ad038638580b" providerId="ADAL" clId="{FC25FC09-5746-4510-9F18-701AAFBE41D2}" dt="2021-03-08T11:37:10.477" v="61" actId="27636"/>
          <ac:spMkLst>
            <pc:docMk/>
            <pc:sldMk cId="1942967744" sldId="45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495224304" sldId="455"/>
        </pc:sldMkLst>
        <pc:spChg chg="mod">
          <ac:chgData name="Alessandro Ortis" userId="dcdc90ed-3509-45f7-ac48-ad038638580b" providerId="ADAL" clId="{FC25FC09-5746-4510-9F18-701AAFBE41D2}" dt="2021-03-08T11:37:10.455" v="60" actId="27636"/>
          <ac:spMkLst>
            <pc:docMk/>
            <pc:sldMk cId="495224304" sldId="455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3584708" sldId="45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360869426" sldId="45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40320737" sldId="459"/>
        </pc:sldMkLst>
        <pc:spChg chg="mod">
          <ac:chgData name="Alessandro Ortis" userId="dcdc90ed-3509-45f7-ac48-ad038638580b" providerId="ADAL" clId="{FC25FC09-5746-4510-9F18-701AAFBE41D2}" dt="2021-03-08T11:37:10.803" v="69" actId="27636"/>
          <ac:spMkLst>
            <pc:docMk/>
            <pc:sldMk cId="1840320737" sldId="459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24397653" sldId="460"/>
        </pc:sldMkLst>
        <pc:spChg chg="mod">
          <ac:chgData name="Alessandro Ortis" userId="dcdc90ed-3509-45f7-ac48-ad038638580b" providerId="ADAL" clId="{FC25FC09-5746-4510-9F18-701AAFBE41D2}" dt="2021-03-08T11:37:10.830" v="70" actId="27636"/>
          <ac:spMkLst>
            <pc:docMk/>
            <pc:sldMk cId="2324397653" sldId="460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33129996" sldId="46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04496358" sldId="46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087120424" sldId="46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28383613" sldId="46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233548272" sldId="46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3192152" sldId="46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729112910" sldId="46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92777873" sldId="46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247683592" sldId="47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214621774" sldId="47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603915279" sldId="47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59108413" sldId="47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51867072" sldId="47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79870478" sldId="47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967775592" sldId="477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96135552" sldId="478"/>
        </pc:sldMkLst>
        <pc:spChg chg="mod">
          <ac:chgData name="Alessandro Ortis" userId="dcdc90ed-3509-45f7-ac48-ad038638580b" providerId="ADAL" clId="{FC25FC09-5746-4510-9F18-701AAFBE41D2}" dt="2021-03-08T11:37:11.097" v="74" actId="27636"/>
          <ac:spMkLst>
            <pc:docMk/>
            <pc:sldMk cId="3696135552" sldId="47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39615648" sldId="479"/>
        </pc:sldMkLst>
        <pc:spChg chg="mod">
          <ac:chgData name="Alessandro Ortis" userId="dcdc90ed-3509-45f7-ac48-ad038638580b" providerId="ADAL" clId="{FC25FC09-5746-4510-9F18-701AAFBE41D2}" dt="2021-03-08T11:37:11.109" v="75" actId="27636"/>
          <ac:spMkLst>
            <pc:docMk/>
            <pc:sldMk cId="3439615648" sldId="479"/>
            <ac:spMk id="8" creationId="{44DC043F-2DA4-4BF9-8AFB-31F4F1D100AD}"/>
          </ac:spMkLst>
        </pc:spChg>
      </pc:sldChg>
      <pc:sldChg chg="modSp mod">
        <pc:chgData name="Alessandro Ortis" userId="dcdc90ed-3509-45f7-ac48-ad038638580b" providerId="ADAL" clId="{FC25FC09-5746-4510-9F18-701AAFBE41D2}" dt="2021-03-11T09:13:11.019" v="914" actId="20577"/>
        <pc:sldMkLst>
          <pc:docMk/>
          <pc:sldMk cId="3084835914" sldId="480"/>
        </pc:sldMkLst>
        <pc:spChg chg="mod">
          <ac:chgData name="Alessandro Ortis" userId="dcdc90ed-3509-45f7-ac48-ad038638580b" providerId="ADAL" clId="{FC25FC09-5746-4510-9F18-701AAFBE41D2}" dt="2021-03-11T09:13:11.019" v="914" actId="20577"/>
          <ac:spMkLst>
            <pc:docMk/>
            <pc:sldMk cId="3084835914" sldId="480"/>
            <ac:spMk id="2" creationId="{00000000-0000-0000-0000-000000000000}"/>
          </ac:spMkLst>
        </pc:spChg>
        <pc:spChg chg="mod">
          <ac:chgData name="Alessandro Ortis" userId="dcdc90ed-3509-45f7-ac48-ad038638580b" providerId="ADAL" clId="{FC25FC09-5746-4510-9F18-701AAFBE41D2}" dt="2021-03-08T11:37:10.398" v="59" actId="27636"/>
          <ac:spMkLst>
            <pc:docMk/>
            <pc:sldMk cId="3084835914" sldId="480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060" v="53" actId="27636"/>
        <pc:sldMkLst>
          <pc:docMk/>
          <pc:sldMk cId="3519603380" sldId="481"/>
        </pc:sldMkLst>
        <pc:spChg chg="mod">
          <ac:chgData name="Alessandro Ortis" userId="dcdc90ed-3509-45f7-ac48-ad038638580b" providerId="ADAL" clId="{FC25FC09-5746-4510-9F18-701AAFBE41D2}" dt="2021-03-08T11:37:10.060" v="53" actId="27636"/>
          <ac:spMkLst>
            <pc:docMk/>
            <pc:sldMk cId="3519603380" sldId="481"/>
            <ac:spMk id="4" creationId="{A2A9A91D-AA8F-4392-B13F-7C26EE47657F}"/>
          </ac:spMkLst>
        </pc:spChg>
      </pc:sldChg>
      <pc:sldChg chg="modSp mod">
        <pc:chgData name="Alessandro Ortis" userId="dcdc90ed-3509-45f7-ac48-ad038638580b" providerId="ADAL" clId="{FC25FC09-5746-4510-9F18-701AAFBE41D2}" dt="2021-03-08T11:37:10.124" v="54" actId="27636"/>
        <pc:sldMkLst>
          <pc:docMk/>
          <pc:sldMk cId="2286704363" sldId="482"/>
        </pc:sldMkLst>
        <pc:spChg chg="mod">
          <ac:chgData name="Alessandro Ortis" userId="dcdc90ed-3509-45f7-ac48-ad038638580b" providerId="ADAL" clId="{FC25FC09-5746-4510-9F18-701AAFBE41D2}" dt="2021-03-08T11:37:10.124" v="54" actId="27636"/>
          <ac:spMkLst>
            <pc:docMk/>
            <pc:sldMk cId="2286704363" sldId="482"/>
            <ac:spMk id="4" creationId="{A2A9A91D-AA8F-4392-B13F-7C26EE47657F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993628687" sldId="483"/>
        </pc:sldMkLst>
        <pc:spChg chg="mod">
          <ac:chgData name="Alessandro Ortis" userId="dcdc90ed-3509-45f7-ac48-ad038638580b" providerId="ADAL" clId="{FC25FC09-5746-4510-9F18-701AAFBE41D2}" dt="2021-03-08T11:37:10.757" v="67" actId="27636"/>
          <ac:spMkLst>
            <pc:docMk/>
            <pc:sldMk cId="2993628687" sldId="483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149080364" sldId="48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813286561" sldId="486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977003581" sldId="487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539356242" sldId="48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4095036232" sldId="489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453803837" sldId="490"/>
        </pc:sldMkLst>
        <pc:spChg chg="mod">
          <ac:chgData name="Alessandro Ortis" userId="dcdc90ed-3509-45f7-ac48-ad038638580b" providerId="ADAL" clId="{FC25FC09-5746-4510-9F18-701AAFBE41D2}" dt="2021-03-08T11:37:10.950" v="72" actId="27636"/>
          <ac:spMkLst>
            <pc:docMk/>
            <pc:sldMk cId="3453803837" sldId="490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810587882" sldId="491"/>
        </pc:sldMkLst>
        <pc:spChg chg="mod">
          <ac:chgData name="Alessandro Ortis" userId="dcdc90ed-3509-45f7-ac48-ad038638580b" providerId="ADAL" clId="{FC25FC09-5746-4510-9F18-701AAFBE41D2}" dt="2021-03-08T11:37:11.050" v="73" actId="27636"/>
          <ac:spMkLst>
            <pc:docMk/>
            <pc:sldMk cId="1810587882" sldId="49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969584855" sldId="492"/>
        </pc:sldMkLst>
        <pc:spChg chg="mod">
          <ac:chgData name="Alessandro Ortis" userId="dcdc90ed-3509-45f7-ac48-ad038638580b" providerId="ADAL" clId="{FC25FC09-5746-4510-9F18-701AAFBE41D2}" dt="2021-03-08T11:37:10.883" v="71" actId="27636"/>
          <ac:spMkLst>
            <pc:docMk/>
            <pc:sldMk cId="3969584855" sldId="492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65595492" sldId="49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46239323" sldId="49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114341657" sldId="495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836673936" sldId="498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255027957" sldId="499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416457489" sldId="500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612912336" sldId="501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2004931480" sldId="502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733799070" sldId="503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318385946" sldId="504"/>
        </pc:sldMkLst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1376786930" sldId="505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581295196" sldId="506"/>
        </pc:sldMkLst>
        <pc:spChg chg="mod">
          <ac:chgData name="Alessandro Ortis" userId="dcdc90ed-3509-45f7-ac48-ad038638580b" providerId="ADAL" clId="{FC25FC09-5746-4510-9F18-701AAFBE41D2}" dt="2021-03-08T11:37:11.151" v="76" actId="27636"/>
          <ac:spMkLst>
            <pc:docMk/>
            <pc:sldMk cId="3581295196" sldId="50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83838412" sldId="507"/>
        </pc:sldMkLst>
        <pc:spChg chg="mod">
          <ac:chgData name="Alessandro Ortis" userId="dcdc90ed-3509-45f7-ac48-ad038638580b" providerId="ADAL" clId="{FC25FC09-5746-4510-9F18-701AAFBE41D2}" dt="2021-03-08T11:37:11.177" v="77" actId="27636"/>
          <ac:spMkLst>
            <pc:docMk/>
            <pc:sldMk cId="1983838412" sldId="50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259954375" sldId="508"/>
        </pc:sldMkLst>
        <pc:spChg chg="mod">
          <ac:chgData name="Alessandro Ortis" userId="dcdc90ed-3509-45f7-ac48-ad038638580b" providerId="ADAL" clId="{FC25FC09-5746-4510-9F18-701AAFBE41D2}" dt="2021-03-08T11:37:11.208" v="78" actId="27636"/>
          <ac:spMkLst>
            <pc:docMk/>
            <pc:sldMk cId="1259954375" sldId="508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6948453" sldId="509"/>
        </pc:sldMkLst>
        <pc:spChg chg="mod">
          <ac:chgData name="Alessandro Ortis" userId="dcdc90ed-3509-45f7-ac48-ad038638580b" providerId="ADAL" clId="{FC25FC09-5746-4510-9F18-701AAFBE41D2}" dt="2021-03-08T11:37:11.257" v="79" actId="27636"/>
          <ac:spMkLst>
            <pc:docMk/>
            <pc:sldMk cId="766948453" sldId="509"/>
            <ac:spMk id="8" creationId="{44DC043F-2DA4-4BF9-8AFB-31F4F1D100AD}"/>
          </ac:spMkLst>
        </pc:spChg>
      </pc:sldChg>
      <pc:sldChg chg="del">
        <pc:chgData name="Alessandro Ortis" userId="dcdc90ed-3509-45f7-ac48-ad038638580b" providerId="ADAL" clId="{FC25FC09-5746-4510-9F18-701AAFBE41D2}" dt="2021-03-08T11:46:58.420" v="189" actId="47"/>
        <pc:sldMkLst>
          <pc:docMk/>
          <pc:sldMk cId="3597494575" sldId="510"/>
        </pc:sldMkLst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149569771" sldId="511"/>
        </pc:sldMkLst>
        <pc:spChg chg="mod">
          <ac:chgData name="Alessandro Ortis" userId="dcdc90ed-3509-45f7-ac48-ad038638580b" providerId="ADAL" clId="{FC25FC09-5746-4510-9F18-701AAFBE41D2}" dt="2021-03-08T11:37:11.287" v="80" actId="27636"/>
          <ac:spMkLst>
            <pc:docMk/>
            <pc:sldMk cId="1149569771" sldId="511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788438331" sldId="512"/>
        </pc:sldMkLst>
        <pc:spChg chg="mod">
          <ac:chgData name="Alessandro Ortis" userId="dcdc90ed-3509-45f7-ac48-ad038638580b" providerId="ADAL" clId="{FC25FC09-5746-4510-9F18-701AAFBE41D2}" dt="2021-03-08T11:37:11.313" v="81" actId="27636"/>
          <ac:spMkLst>
            <pc:docMk/>
            <pc:sldMk cId="3788438331" sldId="512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353736452" sldId="513"/>
        </pc:sldMkLst>
        <pc:spChg chg="mod">
          <ac:chgData name="Alessandro Ortis" userId="dcdc90ed-3509-45f7-ac48-ad038638580b" providerId="ADAL" clId="{FC25FC09-5746-4510-9F18-701AAFBE41D2}" dt="2021-03-08T11:37:11.330" v="82" actId="27636"/>
          <ac:spMkLst>
            <pc:docMk/>
            <pc:sldMk cId="2353736452" sldId="513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3686775737" sldId="514"/>
        </pc:sldMkLst>
        <pc:spChg chg="mod">
          <ac:chgData name="Alessandro Ortis" userId="dcdc90ed-3509-45f7-ac48-ad038638580b" providerId="ADAL" clId="{FC25FC09-5746-4510-9F18-701AAFBE41D2}" dt="2021-03-08T11:37:11.348" v="83" actId="27636"/>
          <ac:spMkLst>
            <pc:docMk/>
            <pc:sldMk cId="3686775737" sldId="514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2766400055" sldId="515"/>
        </pc:sldMkLst>
        <pc:spChg chg="mod">
          <ac:chgData name="Alessandro Ortis" userId="dcdc90ed-3509-45f7-ac48-ad038638580b" providerId="ADAL" clId="{FC25FC09-5746-4510-9F18-701AAFBE41D2}" dt="2021-03-08T11:37:11.364" v="84" actId="27636"/>
          <ac:spMkLst>
            <pc:docMk/>
            <pc:sldMk cId="2766400055" sldId="515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532567980" sldId="516"/>
        </pc:sldMkLst>
        <pc:spChg chg="mod">
          <ac:chgData name="Alessandro Ortis" userId="dcdc90ed-3509-45f7-ac48-ad038638580b" providerId="ADAL" clId="{FC25FC09-5746-4510-9F18-701AAFBE41D2}" dt="2021-03-08T11:37:11.385" v="85" actId="27636"/>
          <ac:spMkLst>
            <pc:docMk/>
            <pc:sldMk cId="532567980" sldId="516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760507168" sldId="517"/>
        </pc:sldMkLst>
        <pc:spChg chg="mod">
          <ac:chgData name="Alessandro Ortis" userId="dcdc90ed-3509-45f7-ac48-ad038638580b" providerId="ADAL" clId="{FC25FC09-5746-4510-9F18-701AAFBE41D2}" dt="2021-03-08T11:37:11.415" v="86" actId="27636"/>
          <ac:spMkLst>
            <pc:docMk/>
            <pc:sldMk cId="760507168" sldId="517"/>
            <ac:spMk id="8" creationId="{44DC043F-2DA4-4BF9-8AFB-31F4F1D100AD}"/>
          </ac:spMkLst>
        </pc:spChg>
      </pc:sldChg>
      <pc:sldChg chg="modSp del mod">
        <pc:chgData name="Alessandro Ortis" userId="dcdc90ed-3509-45f7-ac48-ad038638580b" providerId="ADAL" clId="{FC25FC09-5746-4510-9F18-701AAFBE41D2}" dt="2021-03-08T11:46:58.420" v="189" actId="47"/>
        <pc:sldMkLst>
          <pc:docMk/>
          <pc:sldMk cId="1990077569" sldId="518"/>
        </pc:sldMkLst>
        <pc:spChg chg="mod">
          <ac:chgData name="Alessandro Ortis" userId="dcdc90ed-3509-45f7-ac48-ad038638580b" providerId="ADAL" clId="{FC25FC09-5746-4510-9F18-701AAFBE41D2}" dt="2021-03-08T11:37:11.433" v="87" actId="27636"/>
          <ac:spMkLst>
            <pc:docMk/>
            <pc:sldMk cId="1990077569" sldId="518"/>
            <ac:spMk id="8" creationId="{44DC043F-2DA4-4BF9-8AFB-31F4F1D100AD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09:13:18.563" v="918" actId="27636"/>
        <pc:sldMkLst>
          <pc:docMk/>
          <pc:sldMk cId="2470450956" sldId="519"/>
        </pc:sldMkLst>
        <pc:spChg chg="mod">
          <ac:chgData name="Alessandro Ortis" userId="dcdc90ed-3509-45f7-ac48-ad038638580b" providerId="ADAL" clId="{FC25FC09-5746-4510-9F18-701AAFBE41D2}" dt="2021-03-11T09:13:18.563" v="918" actId="27636"/>
          <ac:spMkLst>
            <pc:docMk/>
            <pc:sldMk cId="2470450956" sldId="519"/>
            <ac:spMk id="2" creationId="{00000000-0000-0000-0000-000000000000}"/>
          </ac:spMkLst>
        </pc:spChg>
        <pc:spChg chg="add mod">
          <ac:chgData name="Alessandro Ortis" userId="dcdc90ed-3509-45f7-ac48-ad038638580b" providerId="ADAL" clId="{FC25FC09-5746-4510-9F18-701AAFBE41D2}" dt="2021-03-08T11:46:07.031" v="188" actId="1076"/>
          <ac:spMkLst>
            <pc:docMk/>
            <pc:sldMk cId="2470450956" sldId="519"/>
            <ac:spMk id="3" creationId="{0EB86654-7330-4EC4-82B5-394BE258FFF6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6" creationId="{E1E0D297-38C1-4813-BEF5-16EBD3BF752D}"/>
          </ac:spMkLst>
        </pc:spChg>
        <pc:spChg chg="del">
          <ac:chgData name="Alessandro Ortis" userId="dcdc90ed-3509-45f7-ac48-ad038638580b" providerId="ADAL" clId="{FC25FC09-5746-4510-9F18-701AAFBE41D2}" dt="2021-03-08T11:45:49.635" v="153" actId="478"/>
          <ac:spMkLst>
            <pc:docMk/>
            <pc:sldMk cId="2470450956" sldId="519"/>
            <ac:spMk id="7" creationId="{BAD74EF5-D9A8-4E6A-82CC-2B8FB246A2B1}"/>
          </ac:spMkLst>
        </pc:spChg>
      </pc:sldChg>
      <pc:sldChg chg="modSp mod">
        <pc:chgData name="Alessandro Ortis" userId="dcdc90ed-3509-45f7-ac48-ad038638580b" providerId="ADAL" clId="{FC25FC09-5746-4510-9F18-701AAFBE41D2}" dt="2021-03-11T09:19:57.772" v="929" actId="20577"/>
        <pc:sldMkLst>
          <pc:docMk/>
          <pc:sldMk cId="4030154425" sldId="521"/>
        </pc:sldMkLst>
        <pc:spChg chg="mod">
          <ac:chgData name="Alessandro Ortis" userId="dcdc90ed-3509-45f7-ac48-ad038638580b" providerId="ADAL" clId="{FC25FC09-5746-4510-9F18-701AAFBE41D2}" dt="2021-03-11T09:19:57.772" v="929" actId="20577"/>
          <ac:spMkLst>
            <pc:docMk/>
            <pc:sldMk cId="4030154425" sldId="521"/>
            <ac:spMk id="5" creationId="{7D5B1907-E8F7-4716-B3B1-E8862E1D6D5C}"/>
          </ac:spMkLst>
        </pc:spChg>
      </pc:sldChg>
      <pc:sldChg chg="modSp add mod">
        <pc:chgData name="Alessandro Ortis" userId="dcdc90ed-3509-45f7-ac48-ad038638580b" providerId="ADAL" clId="{FC25FC09-5746-4510-9F18-701AAFBE41D2}" dt="2021-03-10T15:45:28.159" v="226" actId="20577"/>
        <pc:sldMkLst>
          <pc:docMk/>
          <pc:sldMk cId="2162769395" sldId="522"/>
        </pc:sldMkLst>
        <pc:spChg chg="mod">
          <ac:chgData name="Alessandro Ortis" userId="dcdc90ed-3509-45f7-ac48-ad038638580b" providerId="ADAL" clId="{FC25FC09-5746-4510-9F18-701AAFBE41D2}" dt="2021-03-10T15:45:28.159" v="226" actId="20577"/>
          <ac:spMkLst>
            <pc:docMk/>
            <pc:sldMk cId="2162769395" sldId="522"/>
            <ac:spMk id="2" creationId="{00000000-0000-0000-0000-000000000000}"/>
          </ac:spMkLst>
        </pc:spChg>
      </pc:sldChg>
      <pc:sldChg chg="add del">
        <pc:chgData name="Alessandro Ortis" userId="dcdc90ed-3509-45f7-ac48-ad038638580b" providerId="ADAL" clId="{FC25FC09-5746-4510-9F18-701AAFBE41D2}" dt="2021-03-10T15:54:02.655" v="311"/>
        <pc:sldMkLst>
          <pc:docMk/>
          <pc:sldMk cId="988207306" sldId="523"/>
        </pc:sldMkLst>
      </pc:sldChg>
      <pc:sldChg chg="addSp delSp modSp add mod">
        <pc:chgData name="Alessandro Ortis" userId="dcdc90ed-3509-45f7-ac48-ad038638580b" providerId="ADAL" clId="{FC25FC09-5746-4510-9F18-701AAFBE41D2}" dt="2021-03-11T10:49:48.676" v="3140" actId="20577"/>
        <pc:sldMkLst>
          <pc:docMk/>
          <pc:sldMk cId="2107147429" sldId="523"/>
        </pc:sldMkLst>
        <pc:spChg chg="add mod">
          <ac:chgData name="Alessandro Ortis" userId="dcdc90ed-3509-45f7-ac48-ad038638580b" providerId="ADAL" clId="{FC25FC09-5746-4510-9F18-701AAFBE41D2}" dt="2021-03-11T10:49:48.676" v="3140" actId="20577"/>
          <ac:spMkLst>
            <pc:docMk/>
            <pc:sldMk cId="2107147429" sldId="523"/>
            <ac:spMk id="6" creationId="{B8BD4453-B93C-44AF-A983-9705B9AF929B}"/>
          </ac:spMkLst>
        </pc:spChg>
        <pc:spChg chg="mod">
          <ac:chgData name="Alessandro Ortis" userId="dcdc90ed-3509-45f7-ac48-ad038638580b" providerId="ADAL" clId="{FC25FC09-5746-4510-9F18-701AAFBE41D2}" dt="2021-03-11T10:25:54.967" v="1621" actId="20577"/>
          <ac:spMkLst>
            <pc:docMk/>
            <pc:sldMk cId="2107147429" sldId="523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6:23.918" v="2943" actId="20577"/>
          <ac:spMkLst>
            <pc:docMk/>
            <pc:sldMk cId="2107147429" sldId="523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25:24.599" v="1598" actId="478"/>
          <ac:spMkLst>
            <pc:docMk/>
            <pc:sldMk cId="2107147429" sldId="523"/>
            <ac:spMk id="208900" creationId="{A7A11AEE-8023-4E56-841E-3B1E869BB86C}"/>
          </ac:spMkLst>
        </pc:spChg>
        <pc:spChg chg="del">
          <ac:chgData name="Alessandro Ortis" userId="dcdc90ed-3509-45f7-ac48-ad038638580b" providerId="ADAL" clId="{FC25FC09-5746-4510-9F18-701AAFBE41D2}" dt="2021-03-11T10:25:22.335" v="1597" actId="478"/>
          <ac:spMkLst>
            <pc:docMk/>
            <pc:sldMk cId="2107147429" sldId="523"/>
            <ac:spMk id="208901" creationId="{87C80AEF-D07B-4C3C-8F22-D37CAE3DC876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15:18:33.155" v="4699" actId="767"/>
        <pc:sldMkLst>
          <pc:docMk/>
          <pc:sldMk cId="1320884316" sldId="524"/>
        </pc:sldMkLst>
        <pc:spChg chg="add del mod">
          <ac:chgData name="Alessandro Ortis" userId="dcdc90ed-3509-45f7-ac48-ad038638580b" providerId="ADAL" clId="{FC25FC09-5746-4510-9F18-701AAFBE41D2}" dt="2021-03-11T15:18:33.155" v="4699" actId="767"/>
          <ac:spMkLst>
            <pc:docMk/>
            <pc:sldMk cId="1320884316" sldId="524"/>
            <ac:spMk id="2" creationId="{444E7869-DE85-4104-824C-43C4CD9E78AD}"/>
          </ac:spMkLst>
        </pc:spChg>
        <pc:spChg chg="add mod">
          <ac:chgData name="Alessandro Ortis" userId="dcdc90ed-3509-45f7-ac48-ad038638580b" providerId="ADAL" clId="{FC25FC09-5746-4510-9F18-701AAFBE41D2}" dt="2021-03-11T10:11:48.533" v="1569" actId="14100"/>
          <ac:spMkLst>
            <pc:docMk/>
            <pc:sldMk cId="1320884316" sldId="52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09:43:43.600" v="1132" actId="27636"/>
          <ac:spMkLst>
            <pc:docMk/>
            <pc:sldMk cId="1320884316" sldId="52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09:46:06.236" v="1345" actId="20577"/>
          <ac:spMkLst>
            <pc:docMk/>
            <pc:sldMk cId="1320884316" sldId="524"/>
            <ac:spMk id="204803" creationId="{AC415C69-5626-41F6-A09E-4CC882D61CD0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4" creationId="{B12826C1-1797-4F10-8E45-F82F56774A8A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6" creationId="{D0079A3D-20BB-4DA6-9BB3-F6E2493916B4}"/>
          </ac:spMkLst>
        </pc:spChg>
        <pc:spChg chg="del">
          <ac:chgData name="Alessandro Ortis" userId="dcdc90ed-3509-45f7-ac48-ad038638580b" providerId="ADAL" clId="{FC25FC09-5746-4510-9F18-701AAFBE41D2}" dt="2021-03-11T09:42:52.149" v="1057" actId="478"/>
          <ac:spMkLst>
            <pc:docMk/>
            <pc:sldMk cId="1320884316" sldId="524"/>
            <ac:spMk id="204807" creationId="{04ACA393-AB56-4E5A-B0C1-05DE972F906C}"/>
          </ac:spMkLst>
        </pc:spChg>
      </pc:sldChg>
      <pc:sldChg chg="addSp delSp modSp add mod">
        <pc:chgData name="Alessandro Ortis" userId="dcdc90ed-3509-45f7-ac48-ad038638580b" providerId="ADAL" clId="{FC25FC09-5746-4510-9F18-701AAFBE41D2}" dt="2021-03-11T14:51:49.163" v="4655" actId="113"/>
        <pc:sldMkLst>
          <pc:docMk/>
          <pc:sldMk cId="206646203" sldId="525"/>
        </pc:sldMkLst>
        <pc:spChg chg="add mod">
          <ac:chgData name="Alessandro Ortis" userId="dcdc90ed-3509-45f7-ac48-ad038638580b" providerId="ADAL" clId="{FC25FC09-5746-4510-9F18-701AAFBE41D2}" dt="2021-03-11T14:51:27.371" v="4651" actId="113"/>
          <ac:spMkLst>
            <pc:docMk/>
            <pc:sldMk cId="206646203" sldId="525"/>
            <ac:spMk id="5" creationId="{E0A243A7-949B-44F8-B47D-B7191B81FF51}"/>
          </ac:spMkLst>
        </pc:spChg>
        <pc:spChg chg="add del mod">
          <ac:chgData name="Alessandro Ortis" userId="dcdc90ed-3509-45f7-ac48-ad038638580b" providerId="ADAL" clId="{FC25FC09-5746-4510-9F18-701AAFBE41D2}" dt="2021-03-11T14:31:07.667" v="4191"/>
          <ac:spMkLst>
            <pc:docMk/>
            <pc:sldMk cId="206646203" sldId="525"/>
            <ac:spMk id="6" creationId="{A9E46404-1F59-41DD-9C9E-BEAE965C08F1}"/>
          </ac:spMkLst>
        </pc:spChg>
        <pc:spChg chg="add mod">
          <ac:chgData name="Alessandro Ortis" userId="dcdc90ed-3509-45f7-ac48-ad038638580b" providerId="ADAL" clId="{FC25FC09-5746-4510-9F18-701AAFBE41D2}" dt="2021-03-11T14:51:49.163" v="4655" actId="113"/>
          <ac:spMkLst>
            <pc:docMk/>
            <pc:sldMk cId="206646203" sldId="525"/>
            <ac:spMk id="7" creationId="{FFFE422E-C88A-4829-BE65-3C3FE43DC13A}"/>
          </ac:spMkLst>
        </pc:spChg>
        <pc:spChg chg="add mod">
          <ac:chgData name="Alessandro Ortis" userId="dcdc90ed-3509-45f7-ac48-ad038638580b" providerId="ADAL" clId="{FC25FC09-5746-4510-9F18-701AAFBE41D2}" dt="2021-03-11T14:33:15.114" v="4268" actId="404"/>
          <ac:spMkLst>
            <pc:docMk/>
            <pc:sldMk cId="206646203" sldId="525"/>
            <ac:spMk id="9" creationId="{B7A656DF-5F3C-4D11-B704-6206619F5DD0}"/>
          </ac:spMkLst>
        </pc:spChg>
        <pc:spChg chg="add mod">
          <ac:chgData name="Alessandro Ortis" userId="dcdc90ed-3509-45f7-ac48-ad038638580b" providerId="ADAL" clId="{FC25FC09-5746-4510-9F18-701AAFBE41D2}" dt="2021-03-11T14:37:38.629" v="4294" actId="20577"/>
          <ac:spMkLst>
            <pc:docMk/>
            <pc:sldMk cId="206646203" sldId="525"/>
            <ac:spMk id="10" creationId="{1E847AAD-219B-4723-B747-B95A639271ED}"/>
          </ac:spMkLst>
        </pc:spChg>
        <pc:spChg chg="add mod">
          <ac:chgData name="Alessandro Ortis" userId="dcdc90ed-3509-45f7-ac48-ad038638580b" providerId="ADAL" clId="{FC25FC09-5746-4510-9F18-701AAFBE41D2}" dt="2021-03-11T14:51:46.051" v="4653" actId="113"/>
          <ac:spMkLst>
            <pc:docMk/>
            <pc:sldMk cId="206646203" sldId="525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3:20.576" v="4269" actId="123"/>
          <ac:spMkLst>
            <pc:docMk/>
            <pc:sldMk cId="206646203" sldId="525"/>
            <ac:spMk id="208899" creationId="{54BD4A4D-FD2A-4E29-9B57-2A5E9578E326}"/>
          </ac:spMkLst>
        </pc:spChg>
      </pc:sldChg>
      <pc:sldChg chg="addSp modSp add mod">
        <pc:chgData name="Alessandro Ortis" userId="dcdc90ed-3509-45f7-ac48-ad038638580b" providerId="ADAL" clId="{FC25FC09-5746-4510-9F18-701AAFBE41D2}" dt="2021-03-11T15:31:58.017" v="4755" actId="208"/>
        <pc:sldMkLst>
          <pc:docMk/>
          <pc:sldMk cId="386673118" sldId="526"/>
        </pc:sldMkLst>
        <pc:spChg chg="add mod">
          <ac:chgData name="Alessandro Ortis" userId="dcdc90ed-3509-45f7-ac48-ad038638580b" providerId="ADAL" clId="{FC25FC09-5746-4510-9F18-701AAFBE41D2}" dt="2021-03-11T15:31:58.017" v="4755" actId="208"/>
          <ac:spMkLst>
            <pc:docMk/>
            <pc:sldMk cId="386673118" sldId="526"/>
            <ac:spMk id="4" creationId="{D39CBE6D-58A0-49CF-AB3F-1AFE57C2B1E0}"/>
          </ac:spMkLst>
        </pc:spChg>
        <pc:spChg chg="mod">
          <ac:chgData name="Alessandro Ortis" userId="dcdc90ed-3509-45f7-ac48-ad038638580b" providerId="ADAL" clId="{FC25FC09-5746-4510-9F18-701AAFBE41D2}" dt="2021-03-11T10:26:11.094" v="1664" actId="20577"/>
          <ac:spMkLst>
            <pc:docMk/>
            <pc:sldMk cId="386673118" sldId="52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59:23.710" v="3362" actId="20577"/>
          <ac:spMkLst>
            <pc:docMk/>
            <pc:sldMk cId="386673118" sldId="526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44:43.720" v="4762" actId="729"/>
        <pc:sldMkLst>
          <pc:docMk/>
          <pc:sldMk cId="2560002323" sldId="527"/>
        </pc:sldMkLst>
        <pc:spChg chg="mod">
          <ac:chgData name="Alessandro Ortis" userId="dcdc90ed-3509-45f7-ac48-ad038638580b" providerId="ADAL" clId="{FC25FC09-5746-4510-9F18-701AAFBE41D2}" dt="2021-03-11T10:26:33.142" v="1698" actId="20577"/>
          <ac:spMkLst>
            <pc:docMk/>
            <pc:sldMk cId="2560002323" sldId="527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4.763" v="4759" actId="14100"/>
          <ac:spMkLst>
            <pc:docMk/>
            <pc:sldMk cId="2560002323" sldId="527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44:43.720" v="4762" actId="729"/>
        <pc:sldMkLst>
          <pc:docMk/>
          <pc:sldMk cId="3060722061" sldId="528"/>
        </pc:sldMkLst>
        <pc:spChg chg="mod">
          <ac:chgData name="Alessandro Ortis" userId="dcdc90ed-3509-45f7-ac48-ad038638580b" providerId="ADAL" clId="{FC25FC09-5746-4510-9F18-701AAFBE41D2}" dt="2021-03-11T10:26:44.976" v="1736" actId="20577"/>
          <ac:spMkLst>
            <pc:docMk/>
            <pc:sldMk cId="3060722061" sldId="528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5:32:28.954" v="4761" actId="14100"/>
          <ac:spMkLst>
            <pc:docMk/>
            <pc:sldMk cId="3060722061" sldId="528"/>
            <ac:spMk id="208899" creationId="{54BD4A4D-FD2A-4E29-9B57-2A5E9578E326}"/>
          </ac:spMkLst>
        </pc:spChg>
      </pc:sldChg>
      <pc:sldChg chg="delSp modSp add mod">
        <pc:chgData name="Alessandro Ortis" userId="dcdc90ed-3509-45f7-ac48-ad038638580b" providerId="ADAL" clId="{FC25FC09-5746-4510-9F18-701AAFBE41D2}" dt="2021-03-12T07:56:23.017" v="5253" actId="20577"/>
        <pc:sldMkLst>
          <pc:docMk/>
          <pc:sldMk cId="2022109737" sldId="529"/>
        </pc:sldMkLst>
        <pc:spChg chg="del">
          <ac:chgData name="Alessandro Ortis" userId="dcdc90ed-3509-45f7-ac48-ad038638580b" providerId="ADAL" clId="{FC25FC09-5746-4510-9F18-701AAFBE41D2}" dt="2021-03-11T10:30:17.140" v="1758" actId="478"/>
          <ac:spMkLst>
            <pc:docMk/>
            <pc:sldMk cId="2022109737" sldId="529"/>
            <ac:spMk id="208899" creationId="{54BD4A4D-FD2A-4E29-9B57-2A5E9578E326}"/>
          </ac:spMkLst>
        </pc:spChg>
        <pc:spChg chg="del">
          <ac:chgData name="Alessandro Ortis" userId="dcdc90ed-3509-45f7-ac48-ad038638580b" providerId="ADAL" clId="{FC25FC09-5746-4510-9F18-701AAFBE41D2}" dt="2021-03-11T10:30:14.363" v="1757" actId="478"/>
          <ac:spMkLst>
            <pc:docMk/>
            <pc:sldMk cId="2022109737" sldId="529"/>
            <ac:spMk id="208900" creationId="{A7A11AEE-8023-4E56-841E-3B1E869BB86C}"/>
          </ac:spMkLst>
        </pc:spChg>
        <pc:spChg chg="mod">
          <ac:chgData name="Alessandro Ortis" userId="dcdc90ed-3509-45f7-ac48-ad038638580b" providerId="ADAL" clId="{FC25FC09-5746-4510-9F18-701AAFBE41D2}" dt="2021-03-12T07:56:23.017" v="5253" actId="20577"/>
          <ac:spMkLst>
            <pc:docMk/>
            <pc:sldMk cId="2022109737" sldId="529"/>
            <ac:spMk id="208901" creationId="{87C80AEF-D07B-4C3C-8F22-D37CAE3DC87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0:54:46.853" v="3143" actId="729"/>
        <pc:sldMkLst>
          <pc:docMk/>
          <pc:sldMk cId="534486553" sldId="530"/>
        </pc:sldMkLst>
        <pc:spChg chg="mod">
          <ac:chgData name="Alessandro Ortis" userId="dcdc90ed-3509-45f7-ac48-ad038638580b" providerId="ADAL" clId="{FC25FC09-5746-4510-9F18-701AAFBE41D2}" dt="2021-03-11T10:39:52.045" v="2394" actId="20577"/>
          <ac:spMkLst>
            <pc:docMk/>
            <pc:sldMk cId="534486553" sldId="530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0:40:02.119" v="2398" actId="5793"/>
          <ac:spMkLst>
            <pc:docMk/>
            <pc:sldMk cId="534486553" sldId="530"/>
            <ac:spMk id="208901" creationId="{87C80AEF-D07B-4C3C-8F22-D37CAE3DC876}"/>
          </ac:spMkLst>
        </pc:spChg>
      </pc:sldChg>
      <pc:sldChg chg="addSp modSp add mod">
        <pc:chgData name="Alessandro Ortis" userId="dcdc90ed-3509-45f7-ac48-ad038638580b" providerId="ADAL" clId="{FC25FC09-5746-4510-9F18-701AAFBE41D2}" dt="2021-03-11T15:31:54.739" v="4754" actId="208"/>
        <pc:sldMkLst>
          <pc:docMk/>
          <pc:sldMk cId="1998320164" sldId="531"/>
        </pc:sldMkLst>
        <pc:spChg chg="mod">
          <ac:chgData name="Alessandro Ortis" userId="dcdc90ed-3509-45f7-ac48-ad038638580b" providerId="ADAL" clId="{FC25FC09-5746-4510-9F18-701AAFBE41D2}" dt="2021-03-11T15:31:54.739" v="4754" actId="208"/>
          <ac:spMkLst>
            <pc:docMk/>
            <pc:sldMk cId="1998320164" sldId="531"/>
            <ac:spMk id="4" creationId="{D39CBE6D-58A0-49CF-AB3F-1AFE57C2B1E0}"/>
          </ac:spMkLst>
        </pc:spChg>
        <pc:spChg chg="add mod">
          <ac:chgData name="Alessandro Ortis" userId="dcdc90ed-3509-45f7-ac48-ad038638580b" providerId="ADAL" clId="{FC25FC09-5746-4510-9F18-701AAFBE41D2}" dt="2021-03-11T15:31:52.912" v="4753" actId="208"/>
          <ac:spMkLst>
            <pc:docMk/>
            <pc:sldMk cId="1998320164" sldId="531"/>
            <ac:spMk id="5" creationId="{377EBF32-8B01-4F56-968E-5511A28E4C32}"/>
          </ac:spMkLst>
        </pc:spChg>
        <pc:spChg chg="mod">
          <ac:chgData name="Alessandro Ortis" userId="dcdc90ed-3509-45f7-ac48-ad038638580b" providerId="ADAL" clId="{FC25FC09-5746-4510-9F18-701AAFBE41D2}" dt="2021-03-11T11:03:49.540" v="3707" actId="1076"/>
          <ac:spMkLst>
            <pc:docMk/>
            <pc:sldMk cId="1998320164" sldId="531"/>
            <ac:spMk id="208899" creationId="{54BD4A4D-FD2A-4E29-9B57-2A5E9578E326}"/>
          </ac:spMkLst>
        </pc:spChg>
      </pc:sldChg>
      <pc:sldChg chg="addSp delSp modSp add mod ord">
        <pc:chgData name="Alessandro Ortis" userId="dcdc90ed-3509-45f7-ac48-ad038638580b" providerId="ADAL" clId="{FC25FC09-5746-4510-9F18-701AAFBE41D2}" dt="2021-03-11T11:18:58.850" v="3876" actId="1076"/>
        <pc:sldMkLst>
          <pc:docMk/>
          <pc:sldMk cId="3832922947" sldId="532"/>
        </pc:sldMkLst>
        <pc:spChg chg="del">
          <ac:chgData name="Alessandro Ortis" userId="dcdc90ed-3509-45f7-ac48-ad038638580b" providerId="ADAL" clId="{FC25FC09-5746-4510-9F18-701AAFBE41D2}" dt="2021-03-11T11:12:38.410" v="3789" actId="478"/>
          <ac:spMkLst>
            <pc:docMk/>
            <pc:sldMk cId="3832922947" sldId="532"/>
            <ac:spMk id="4" creationId="{D39CBE6D-58A0-49CF-AB3F-1AFE57C2B1E0}"/>
          </ac:spMkLst>
        </pc:spChg>
        <pc:spChg chg="add del mod">
          <ac:chgData name="Alessandro Ortis" userId="dcdc90ed-3509-45f7-ac48-ad038638580b" providerId="ADAL" clId="{FC25FC09-5746-4510-9F18-701AAFBE41D2}" dt="2021-03-11T11:16:17.180" v="3799"/>
          <ac:spMkLst>
            <pc:docMk/>
            <pc:sldMk cId="3832922947" sldId="532"/>
            <ac:spMk id="5" creationId="{694525E9-F4C4-445E-BAEF-ED446955862A}"/>
          </ac:spMkLst>
        </pc:spChg>
        <pc:spChg chg="add mod">
          <ac:chgData name="Alessandro Ortis" userId="dcdc90ed-3509-45f7-ac48-ad038638580b" providerId="ADAL" clId="{FC25FC09-5746-4510-9F18-701AAFBE41D2}" dt="2021-03-11T11:18:55.785" v="3875" actId="1076"/>
          <ac:spMkLst>
            <pc:docMk/>
            <pc:sldMk cId="3832922947" sldId="532"/>
            <ac:spMk id="7" creationId="{6DA66C5B-5B64-4ECD-A966-27EC496725F9}"/>
          </ac:spMkLst>
        </pc:spChg>
        <pc:spChg chg="add mod">
          <ac:chgData name="Alessandro Ortis" userId="dcdc90ed-3509-45f7-ac48-ad038638580b" providerId="ADAL" clId="{FC25FC09-5746-4510-9F18-701AAFBE41D2}" dt="2021-03-11T11:18:58.850" v="3876" actId="1076"/>
          <ac:spMkLst>
            <pc:docMk/>
            <pc:sldMk cId="3832922947" sldId="532"/>
            <ac:spMk id="9" creationId="{A8FB1877-B017-4B0E-9C21-D813B6B06534}"/>
          </ac:spMkLst>
        </pc:spChg>
        <pc:spChg chg="mod">
          <ac:chgData name="Alessandro Ortis" userId="dcdc90ed-3509-45f7-ac48-ad038638580b" providerId="ADAL" clId="{FC25FC09-5746-4510-9F18-701AAFBE41D2}" dt="2021-03-11T11:18:33.655" v="3839" actId="6549"/>
          <ac:spMkLst>
            <pc:docMk/>
            <pc:sldMk cId="3832922947" sldId="532"/>
            <ac:spMk id="208899" creationId="{54BD4A4D-FD2A-4E29-9B57-2A5E9578E326}"/>
          </ac:spMkLst>
        </pc:spChg>
      </pc:sldChg>
      <pc:sldChg chg="delSp modSp add mod">
        <pc:chgData name="Alessandro Ortis" userId="dcdc90ed-3509-45f7-ac48-ad038638580b" providerId="ADAL" clId="{FC25FC09-5746-4510-9F18-701AAFBE41D2}" dt="2021-03-11T14:51:15.923" v="4643" actId="114"/>
        <pc:sldMkLst>
          <pc:docMk/>
          <pc:sldMk cId="3886541555" sldId="533"/>
        </pc:sldMkLst>
        <pc:spChg chg="mod">
          <ac:chgData name="Alessandro Ortis" userId="dcdc90ed-3509-45f7-ac48-ad038638580b" providerId="ADAL" clId="{FC25FC09-5746-4510-9F18-701AAFBE41D2}" dt="2021-03-11T14:51:15.923" v="4643" actId="114"/>
          <ac:spMkLst>
            <pc:docMk/>
            <pc:sldMk cId="3886541555" sldId="533"/>
            <ac:spMk id="5" creationId="{E0A243A7-949B-44F8-B47D-B7191B81FF51}"/>
          </ac:spMkLst>
        </pc:spChg>
        <pc:spChg chg="mod">
          <ac:chgData name="Alessandro Ortis" userId="dcdc90ed-3509-45f7-ac48-ad038638580b" providerId="ADAL" clId="{FC25FC09-5746-4510-9F18-701AAFBE41D2}" dt="2021-03-11T14:51:13.077" v="4641" actId="114"/>
          <ac:spMkLst>
            <pc:docMk/>
            <pc:sldMk cId="3886541555" sldId="533"/>
            <ac:spMk id="7" creationId="{FFFE422E-C88A-4829-BE65-3C3FE43DC13A}"/>
          </ac:spMkLst>
        </pc:spChg>
        <pc:spChg chg="mod">
          <ac:chgData name="Alessandro Ortis" userId="dcdc90ed-3509-45f7-ac48-ad038638580b" providerId="ADAL" clId="{FC25FC09-5746-4510-9F18-701AAFBE41D2}" dt="2021-03-11T14:42:05.683" v="4577" actId="20577"/>
          <ac:spMkLst>
            <pc:docMk/>
            <pc:sldMk cId="3886541555" sldId="533"/>
            <ac:spMk id="9" creationId="{B7A656DF-5F3C-4D11-B704-6206619F5DD0}"/>
          </ac:spMkLst>
        </pc:spChg>
        <pc:spChg chg="del mod">
          <ac:chgData name="Alessandro Ortis" userId="dcdc90ed-3509-45f7-ac48-ad038638580b" providerId="ADAL" clId="{FC25FC09-5746-4510-9F18-701AAFBE41D2}" dt="2021-03-11T14:42:49.930" v="4599" actId="478"/>
          <ac:spMkLst>
            <pc:docMk/>
            <pc:sldMk cId="3886541555" sldId="533"/>
            <ac:spMk id="10" creationId="{1E847AAD-219B-4723-B747-B95A639271ED}"/>
          </ac:spMkLst>
        </pc:spChg>
        <pc:spChg chg="del mod">
          <ac:chgData name="Alessandro Ortis" userId="dcdc90ed-3509-45f7-ac48-ad038638580b" providerId="ADAL" clId="{FC25FC09-5746-4510-9F18-701AAFBE41D2}" dt="2021-03-11T14:41:54.484" v="4549" actId="478"/>
          <ac:spMkLst>
            <pc:docMk/>
            <pc:sldMk cId="3886541555" sldId="533"/>
            <ac:spMk id="11" creationId="{A1A0760B-2247-40A3-B1A5-DC87980FCA36}"/>
          </ac:spMkLst>
        </pc:spChg>
        <pc:spChg chg="mod">
          <ac:chgData name="Alessandro Ortis" userId="dcdc90ed-3509-45f7-ac48-ad038638580b" providerId="ADAL" clId="{FC25FC09-5746-4510-9F18-701AAFBE41D2}" dt="2021-03-11T14:39:38.444" v="4391" actId="20577"/>
          <ac:spMkLst>
            <pc:docMk/>
            <pc:sldMk cId="3886541555" sldId="533"/>
            <ac:spMk id="208899" creationId="{54BD4A4D-FD2A-4E29-9B57-2A5E9578E326}"/>
          </ac:spMkLst>
        </pc:spChg>
      </pc:sldChg>
      <pc:sldChg chg="modSp add mod modShow">
        <pc:chgData name="Alessandro Ortis" userId="dcdc90ed-3509-45f7-ac48-ad038638580b" providerId="ADAL" clId="{FC25FC09-5746-4510-9F18-701AAFBE41D2}" dt="2021-03-11T15:17:51.173" v="4697" actId="729"/>
        <pc:sldMkLst>
          <pc:docMk/>
          <pc:sldMk cId="524484874" sldId="534"/>
        </pc:sldMkLst>
        <pc:spChg chg="mod">
          <ac:chgData name="Alessandro Ortis" userId="dcdc90ed-3509-45f7-ac48-ad038638580b" providerId="ADAL" clId="{FC25FC09-5746-4510-9F18-701AAFBE41D2}" dt="2021-03-11T15:07:29.629" v="4696" actId="5793"/>
          <ac:spMkLst>
            <pc:docMk/>
            <pc:sldMk cId="524484874" sldId="534"/>
            <ac:spMk id="7" creationId="{C885A935-0671-4A7F-8EEE-2E97F6400BDC}"/>
          </ac:spMkLst>
        </pc:spChg>
        <pc:spChg chg="mod">
          <ac:chgData name="Alessandro Ortis" userId="dcdc90ed-3509-45f7-ac48-ad038638580b" providerId="ADAL" clId="{FC25FC09-5746-4510-9F18-701AAFBE41D2}" dt="2021-03-11T15:07:22.406" v="4687" actId="20577"/>
          <ac:spMkLst>
            <pc:docMk/>
            <pc:sldMk cId="524484874" sldId="534"/>
            <ac:spMk id="204802" creationId="{427A0A74-44F3-45B0-B282-384BA78C759D}"/>
          </ac:spMkLst>
        </pc:spChg>
        <pc:spChg chg="mod">
          <ac:chgData name="Alessandro Ortis" userId="dcdc90ed-3509-45f7-ac48-ad038638580b" providerId="ADAL" clId="{FC25FC09-5746-4510-9F18-701AAFBE41D2}" dt="2021-03-11T15:07:25.673" v="4691" actId="5793"/>
          <ac:spMkLst>
            <pc:docMk/>
            <pc:sldMk cId="524484874" sldId="534"/>
            <ac:spMk id="204803" creationId="{AC415C69-5626-41F6-A09E-4CC882D61CD0}"/>
          </ac:spMkLst>
        </pc:spChg>
      </pc:sldChg>
      <pc:sldChg chg="addSp delSp modSp add mod modAnim">
        <pc:chgData name="Alessandro Ortis" userId="dcdc90ed-3509-45f7-ac48-ad038638580b" providerId="ADAL" clId="{FC25FC09-5746-4510-9F18-701AAFBE41D2}" dt="2021-03-11T15:19:45.584" v="4752" actId="14100"/>
        <pc:sldMkLst>
          <pc:docMk/>
          <pc:sldMk cId="3948933584" sldId="535"/>
        </pc:sldMkLst>
        <pc:spChg chg="add mod">
          <ac:chgData name="Alessandro Ortis" userId="dcdc90ed-3509-45f7-ac48-ad038638580b" providerId="ADAL" clId="{FC25FC09-5746-4510-9F18-701AAFBE41D2}" dt="2021-03-11T15:19:41.990" v="4750" actId="1076"/>
          <ac:spMkLst>
            <pc:docMk/>
            <pc:sldMk cId="3948933584" sldId="535"/>
            <ac:spMk id="5" creationId="{6312FC01-A285-4668-A8FC-CE1C44F2D013}"/>
          </ac:spMkLst>
        </pc:spChg>
        <pc:cxnChg chg="add del">
          <ac:chgData name="Alessandro Ortis" userId="dcdc90ed-3509-45f7-ac48-ad038638580b" providerId="ADAL" clId="{FC25FC09-5746-4510-9F18-701AAFBE41D2}" dt="2021-03-11T15:19:24.423" v="4745" actId="11529"/>
          <ac:cxnSpMkLst>
            <pc:docMk/>
            <pc:sldMk cId="3948933584" sldId="535"/>
            <ac:cxnSpMk id="3" creationId="{EA90CA1C-07F8-4AEF-A6BD-5557D6DB06F8}"/>
          </ac:cxnSpMkLst>
        </pc:cxnChg>
        <pc:cxnChg chg="add mod">
          <ac:chgData name="Alessandro Ortis" userId="dcdc90ed-3509-45f7-ac48-ad038638580b" providerId="ADAL" clId="{FC25FC09-5746-4510-9F18-701AAFBE41D2}" dt="2021-03-11T15:19:43.512" v="4751" actId="14100"/>
          <ac:cxnSpMkLst>
            <pc:docMk/>
            <pc:sldMk cId="3948933584" sldId="535"/>
            <ac:cxnSpMk id="6" creationId="{2B4421CB-BEB5-4C29-B30F-06B3E37A2F57}"/>
          </ac:cxnSpMkLst>
        </pc:cxnChg>
        <pc:cxnChg chg="add mod">
          <ac:chgData name="Alessandro Ortis" userId="dcdc90ed-3509-45f7-ac48-ad038638580b" providerId="ADAL" clId="{FC25FC09-5746-4510-9F18-701AAFBE41D2}" dt="2021-03-11T15:19:45.584" v="4752" actId="14100"/>
          <ac:cxnSpMkLst>
            <pc:docMk/>
            <pc:sldMk cId="3948933584" sldId="535"/>
            <ac:cxnSpMk id="10" creationId="{F2BBCD46-0BE9-48F9-998F-09E8AF1D964C}"/>
          </ac:cxnSpMkLst>
        </pc:cxnChg>
      </pc:sldChg>
      <pc:sldChg chg="addSp delSp modSp add mod">
        <pc:chgData name="Alessandro Ortis" userId="dcdc90ed-3509-45f7-ac48-ad038638580b" providerId="ADAL" clId="{FC25FC09-5746-4510-9F18-701AAFBE41D2}" dt="2021-03-12T15:32:01.031" v="5492" actId="20577"/>
        <pc:sldMkLst>
          <pc:docMk/>
          <pc:sldMk cId="199204057" sldId="536"/>
        </pc:sldMkLst>
        <pc:spChg chg="add del">
          <ac:chgData name="Alessandro Ortis" userId="dcdc90ed-3509-45f7-ac48-ad038638580b" providerId="ADAL" clId="{FC25FC09-5746-4510-9F18-701AAFBE41D2}" dt="2021-03-11T17:52:18.396" v="4837"/>
          <ac:spMkLst>
            <pc:docMk/>
            <pc:sldMk cId="199204057" sldId="536"/>
            <ac:spMk id="2" creationId="{8CB8D22C-2816-4321-A40A-C99028DD32E0}"/>
          </ac:spMkLst>
        </pc:spChg>
        <pc:spChg chg="add mod">
          <ac:chgData name="Alessandro Ortis" userId="dcdc90ed-3509-45f7-ac48-ad038638580b" providerId="ADAL" clId="{FC25FC09-5746-4510-9F18-701AAFBE41D2}" dt="2021-03-12T15:32:01.031" v="5492" actId="20577"/>
          <ac:spMkLst>
            <pc:docMk/>
            <pc:sldMk cId="199204057" sldId="536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1T17:50:13.466" v="4787" actId="20577"/>
          <ac:spMkLst>
            <pc:docMk/>
            <pc:sldMk cId="199204057" sldId="536"/>
            <ac:spMk id="208898" creationId="{8367A76C-062C-452A-ACD5-355A1ED8F2FF}"/>
          </ac:spMkLst>
        </pc:spChg>
        <pc:spChg chg="mod">
          <ac:chgData name="Alessandro Ortis" userId="dcdc90ed-3509-45f7-ac48-ad038638580b" providerId="ADAL" clId="{FC25FC09-5746-4510-9F18-701AAFBE41D2}" dt="2021-03-11T17:53:41.299" v="4993" actId="20577"/>
          <ac:spMkLst>
            <pc:docMk/>
            <pc:sldMk cId="199204057" sldId="536"/>
            <ac:spMk id="208901" creationId="{87C80AEF-D07B-4C3C-8F22-D37CAE3DC876}"/>
          </ac:spMkLst>
        </pc:spChg>
      </pc:sldChg>
      <pc:sldChg chg="modSp add mod">
        <pc:chgData name="Alessandro Ortis" userId="dcdc90ed-3509-45f7-ac48-ad038638580b" providerId="ADAL" clId="{FC25FC09-5746-4510-9F18-701AAFBE41D2}" dt="2021-03-12T15:30:11.250" v="5255" actId="20577"/>
        <pc:sldMkLst>
          <pc:docMk/>
          <pc:sldMk cId="3418934170" sldId="537"/>
        </pc:sldMkLst>
        <pc:spChg chg="mod">
          <ac:chgData name="Alessandro Ortis" userId="dcdc90ed-3509-45f7-ac48-ad038638580b" providerId="ADAL" clId="{FC25FC09-5746-4510-9F18-701AAFBE41D2}" dt="2021-03-11T17:58:26.139" v="5102" actId="123"/>
          <ac:spMkLst>
            <pc:docMk/>
            <pc:sldMk cId="3418934170" sldId="537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2T15:30:11.250" v="5255" actId="20577"/>
          <ac:spMkLst>
            <pc:docMk/>
            <pc:sldMk cId="3418934170" sldId="537"/>
            <ac:spMk id="208901" creationId="{87C80AEF-D07B-4C3C-8F22-D37CAE3DC876}"/>
          </ac:spMkLst>
        </pc:spChg>
      </pc:sldChg>
      <pc:sldChg chg="modSp add mod">
        <pc:chgData name="Alessandro Ortis" userId="dcdc90ed-3509-45f7-ac48-ad038638580b" providerId="ADAL" clId="{FC25FC09-5746-4510-9F18-701AAFBE41D2}" dt="2021-03-11T18:01:23.472" v="5251" actId="115"/>
        <pc:sldMkLst>
          <pc:docMk/>
          <pc:sldMk cId="3588884621" sldId="538"/>
        </pc:sldMkLst>
        <pc:spChg chg="mod">
          <ac:chgData name="Alessandro Ortis" userId="dcdc90ed-3509-45f7-ac48-ad038638580b" providerId="ADAL" clId="{FC25FC09-5746-4510-9F18-701AAFBE41D2}" dt="2021-03-11T17:58:40.217" v="5106" actId="6549"/>
          <ac:spMkLst>
            <pc:docMk/>
            <pc:sldMk cId="3588884621" sldId="538"/>
            <ac:spMk id="4" creationId="{8E13A89A-9FEE-496D-8DDA-7DCCD7772944}"/>
          </ac:spMkLst>
        </pc:spChg>
        <pc:spChg chg="mod">
          <ac:chgData name="Alessandro Ortis" userId="dcdc90ed-3509-45f7-ac48-ad038638580b" providerId="ADAL" clId="{FC25FC09-5746-4510-9F18-701AAFBE41D2}" dt="2021-03-11T18:01:23.472" v="5251" actId="115"/>
          <ac:spMkLst>
            <pc:docMk/>
            <pc:sldMk cId="3588884621" sldId="538"/>
            <ac:spMk id="208901" creationId="{87C80AEF-D07B-4C3C-8F22-D37CAE3DC87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DA55-E9BD-494C-A52C-814701C3F6EF}" type="datetimeFigureOut">
              <a:rPr lang="it-IT" smtClean="0"/>
              <a:t>23/05/2023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E24BD-7ED4-4CD9-9422-3B74C47657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522338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1113.3877" units="1/cm"/>
          <inkml:channelProperty channel="Y" name="resolution" value="1979.87915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6-01T06:39:45.5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19514 3751 234 0,'0'0'29'0,"0"0"-32"0,0 0-2 0,0 0 1 16,0 0 3-16,0 0 2 0,0 0 3 0,0 0 0 15,0 0 0-15,0 0-1 0,0 0-1 0,0 0-1 16,39-12-1-16,-35 11-1 0,2 0 1 0,-3 0 0 16,3 0 2-16,-3 0 1 0,3 1 1 15,-3-2 1-15,4 1 0 0,-2 1 4 0,3-1 5 16,-1 0 5-16,2 0 4 0,-2 0 1 0,4-1 0 15,-1 1-2-15,3-2 1 0,-2 0-2 16,1 2 0-16,0-3-3 0,1 1-4 0,1-1-3 16,-1 1-3-16,0-1-1 0,3 1-5 0,-3 0 1 15,1 0-3-15,-1 1-1 0,-1-2 1 0,-1 2-2 16,1 0 2-16,-2-1-1 0,-1 2-2 0,0 0 1 16,0 0-3-16,-4 1 0 0,0-1 0 15,-2 1-1-15,3 0-1 0,-4 0 0 0,5 0 1 16,-5 0-2-16,0 0-4 0,0 0-10 0,3 0-17 15,-3 0-14-15,-1 0-3 0,0 0-254 0</inkml:trace>
  <inkml:trace contextRef="#ctx0" brushRef="#br0" timeOffset="929.29">19482 3830 252 0,'0'0'174'0,"0"0"-166"16,0 0-9-16,0 0-4 0,0 0-1 16,0 0 4-16,0 0 4 0,0 0 5 0,0 0 5 15,0 0 1-15,0 0-2 0,0 0-2 0,0 0-6 16,0 0-3-16,17 2-1 0,-13-2 0 0,-3 2 0 16,3 0-1-16,-3-1 2 0,0 0 2 15,-1 0 8-15,1 2 10 0,-1-1 9 0,0 3 5 16,0-1 2-16,0 2-3 0,-1 1-4 0,-1 1-5 15,-2 2-1-15,3-1-3 0,0 3-2 16,-2 2-3-16,1 0-3 0,-1 1-5 0,2 1-2 16,0 1-2-16,1 0-3 0,0-1 1 0,0 1-2 15,0-1 0-15,0 0 2 0,0-1-1 0,0 0 0 16,0 0 1-16,0-2 0 0,0 0 0 0,0-1 0 16,0-1 0-16,-1-1 1 0,1-1-2 15,0 0 1-15,-1-2 0 0,1 0 0 0,0-3 0 16,-1 1 3-16,1-2-1 0,-1 1 3 0,1-3 5 15,0-1 6-15,0 0 7 0,0 0 4 0,0 0 0 16,-1 0-4-16,1 0-9 0,-3-2-9 0,2-1-4 16,1 0-3-16,-1-2 0 0,1 1 2 15,0-2 1-15,0 0 2 0,0 1 1 0,0 0 1 16,5 1-1-16,-2-2 3 0,1 1-3 0,4-1 2 16,1 2 1-16,0-1 0 0,3 1 0 15,-1 1 0-15,5 2 2 0,-1-1 0 0,2 0-3 16,1 1 1-16,0 1-4 0,3 0-4 0,2 0 3 15,-1 0-2-15,-1 3 1 0,1-1-1 0,-1 2 0 16,4 1-1-16,-4 0 0 0,1 2 0 0,0 0-2 16,-2 1 0-16,1 1-3 0,0 2-3 15,-2 1 2-15,-4 1-2 0,1 0 2 0,-5 2 1 16,-1 3 3-16,-2 0 2 0,-5 1 2 0,3 2 3 16,-6 1-1-16,0 0 6 0,-1 1 2 0,-7-1 1 15,-2-1 7-15,-1 1 2 0,-2-3 1 16,-3 1 6-16,-2-2 1 0,2 0 2 0,-6-1 3 15,0-2 3-15,5-3-2 0,-5-1-4 0,0 0-3 16,5-3-8-16,-5-1-7 0,4 0-2 0,0-2-8 16,-1-2-4-16,6 0-17 0,-3-3-31 15,5 0-49-15,-2 0-63 0,3-4-75 0,2 1-23 16,4 0-397-16</inkml:trace>
  <inkml:trace contextRef="#ctx0" brushRef="#br0" timeOffset="1981.4">19612 4977 791 0,'0'0'14'0,"0"0"-14"16,0 0-4-16,0 0-8 0,0 0 3 16,0 0 12-16,0 0 7 0,-128 33 3 0,114-32-1 15,-5-1-3-15,-1 0-3 0,2 0-1 0,-3 0 2 16,0-3 3-16,0-2 1 0,0-2 6 15,-1 0-2-15,0-2 0 0,-4-1-3 0,1-4-6 16,-2-2 0-16,-3-1-3 0,2-3-2 0,1-2-1 16,-1-2 2-16,0-2 1 0,-2-3 7 0,6-1 2 15,-4-3 7-15,4-1 9 0,-3 0 11 16,6-1 13-16,-1 1 9 0,1-1 2 0,3-1 0 16,1 1-11-16,4 0-9 0,1 2-13 0,3 1-11 15,-1-1-9-15,6 2-6 0,0-1-8 16,3 0-1-16,1-2 0 0,5 0-1 0,3 0-2 15,7-2 0-15,0 0-3 0,5-1-1 0,6-1-3 16,-1 0-4-16,5 3 1 0,4-1-2 0,-1 3 0 16,0-1 1-16,5 3 2 0,1 0 1 0,1 1 2 15,1 1 5-15,1 3-1 0,1 1 3 16,-1 3 3-16,5 0 0 0,-3 1 1 0,5 2 2 16,0-1-2-16,2 1 3 0,0 2 0 0,1 1 0 15,0 1 2-15,1 2 1 0,0 1-2 0,0 3-1 16,0 0-1-16,-1 4-2 0,-2 1 1 0,2 3 0 15,-2 1 0-15,0 0 0 0,-1 2 0 16,-2 4 0-16,1 2-2 0,1 3 1 0,-5 2 0 16,1 2 2-16,-2 6 0 0,-3 3 1 0,-1 5 0 15,-3 3-1-15,0 5-3 0,-4 6-1 16,-3 4-1-16,-4 5-5 0,-3 6-10 0,-4 6-13 16,-5 6-19-16,-3 5-13 0,-4 3-10 0,-5 3-8 15,-1 1-4-15,-4 1 2 0,-9 0 9 0,-2-2 18 16,-5-5 23-16,-4-5 18 0,-4-5 12 15,-5-7 11-15,-3-6 6 0,-3-4 5 0,-3-5 12 16,-4-4 14-16,-7-2 11 0,-2-5 6 0,-5-2 1 16,-4-3-4-16,-4-4-3 0,-3-3-1 0,0-4-2 15,-3-3 6-15,-3-5 3 0,1-4-1 16,-1-4 5-16,2-1-5 0,-1-5-5 0,3-3-9 16,2-1-17-16,5-1-16 0,0-1-15 0,5 2-16 15,5 0-24-15,1-1-36 0,5 2-51 0,8-2-70 16,11 3-24-16,11 3-424 0</inkml:trace>
  <inkml:trace contextRef="#ctx0" brushRef="#br0" timeOffset="3602.21">19113 4889 176 0,'0'0'67'0,"0"0"-50"0,0 0-5 0,0 0 1 15,0 0 0-15,0 0 0 0,0 0 0 0,0 0-1 16,0 0-5-16,0 0-3 0,0 0-4 0,0 0-3 16,4-35 5-16,-3 31 0 0,-1 2 4 0,3 0 6 15,-3-1 5-15,0 2 6 0,0 0 5 16,0 0 5-16,0 0 2 0,0-2 6 0,-3 2 5 15,1 1 3-15,1-1 2 0,-3 1-8 0,-1 0-11 16,1 0-10-16,-3 0-8 0,-1 0-3 0,3 2 4 16,-3 4-1-16,-2 1 5 0,1 3 2 15,-2-1-2-15,0 5 1 0,-1 3-4 0,-4 1 0 16,3 5 2-16,-5 3 2 0,3 2 0 0,-5 5 1 16,0 1-3-16,-4 4-5 0,1 2-1 0,-1 3-2 15,-3 3-1-15,0 1 0 0,1 2-3 16,-4 2 2-16,-1 1-2 0,0 3-1 0,-4-1 3 15,2 3-1-15,-2 0 1 0,-3 1 3 0,-2 2-1 16,-3-1 1-16,-2-1 0 0,2-1 2 16,-1-2 4-16,-1-3 2 0,2-5 4 0,1-2 8 15,2-4 6-15,1-3 8 0,4-5 1 0,2-2-6 16,5-6-11-16,1-3-7 0,4-3-11 0,0-4-6 16,4-2-10-16,1-3-17 0,1-2-24 0,6-3-36 15,0-2-48-15,1 0-60 0,6-3-62 16,-2 2 1-16,5-2-301 0</inkml:trace>
  <inkml:trace contextRef="#ctx0" brushRef="#br0" timeOffset="5571.87">17642 6777 0 0,'0'0'227'15,"0"0"-210"-15,0 0-10 0,0 0 1 0,0 0 3 16,0 0 0-16,0 0 2 0,0 0-2 0,0 0 0 16,0 0-1-16,0 0 1 0,0 0 4 15,-9 5 7-15,8-5 11 0,-1 0 9 0,1 0 14 16,-4-1 15-16,4-1 12 0,-2 1 10 0,0-1 3 15,2 1-4-15,-2-3-1 0,2 2-10 0,1 0-13 16,0-2-20-16,0 1-19 0,0-2-19 16,1 0-11-16,5 0-3 0,0-2 0 0,2-1 3 15,2 0 1-15,3 1 1 0,1-1-1 0,0 2-2 16,0 0-3-16,1 1 0 0,3 1 0 16,-2 1 0-16,2 1-1 0,1 0 1 0,-4 2-1 15,2 0-3-15,-3 0 0 0,2 3 1 0,-2 1-1 16,2 2 5-16,-3-1 0 0,3 4 2 0,-4 0 0 15,-2 1 0-15,1 2-1 0,-2 1 4 0,-2 0 1 16,-2 1 2-16,2 1 0 0,-5 1-1 16,0-1-2-16,-2 0-1 0,0-1-1 0,0-1-3 15,-2 0-5-15,-5 0-3 0,0-1-3 0,-5 2 2 16,-2-3 2-16,1 0 3 0,-4-1 3 0,3-1 1 16,-3-2 4-16,4-1 8 0,1-2 10 15,-3 0 6-15,4-1 4 0,2-2-1 0,1 1-10 16,2-1-11-16,0 1-9 0,4-2-16 0,1 1-17 15,1 0-19-15,0 1 3 0,1 2 8 0,5-1 19 16,0 3 16-16,2 0 4 0,3 1-2 16,0 1 0-16,5 1 0 0,-3 1 2 0,5 3 4 15,-1 0-2-15,3 1 2 0,-1 0-1 0,0 2 1 16,1 1-1-16,-1 1 0 0,-1 2 0 0,-4-1 0 16,3 2-1-16,-6 1 1 0,0 0 3 15,-3-2-2-15,-4 2 5 0,0-2 6 0,-4 0 4 16,0 0 10-16,-6 0 8 0,-2 0 15 0,-3-2 11 15,0-1 11-15,-2-1 11 0,-4-1 4 16,4-1 5-16,-5-1-7 0,1-3-8 0,2-1-17 16,-3-1-18-16,4-1-15 0,-3 0-12 0,5-2-14 15,-2-1-18-15,0 1-20 0,3-2-28 0,0 0-34 16,2-1-40-16,-1 0-45 0,-1-1-55 0,3-1-14 16,4 0-417-16</inkml:trace>
  <inkml:trace contextRef="#ctx0" brushRef="#br0" timeOffset="6209.38">17409 7973 939 0,'0'0'9'0,"0"0"-5"15,-120-38 3-15,77 21-11 0,2-2 0 16,1-1 7-16,-1-6 17 0,3 0 13 0,3-4 17 15,-3-3 12-15,5-6 0 0,-4-1 4 0,6-5-4 16,4-2-7-16,1-3-6 0,1-3-6 0,3-4-9 16,5-2-8-16,1-2-9 0,2-2-8 0,3 1-5 15,4 2 0-15,0 2-3 0,5 1 5 16,2 4 4-16,0 3 3 0,5 0 7 0,5 6 0 16,6 3-3-16,2 3-3 0,5 2-8 0,6 4-2 15,2 1-4-15,7 2-2 0,4 4-4 16,1 1 0-16,7 3 1 0,2 3-2 0,3 4 3 15,5 3 0-15,4 4-5 0,1 6 0 0,6 1-7 16,-1 6-5-16,1 6-7 0,1 3-9 16,-1 4-4-16,0 3-7 0,-1 1-2 0,1 3-2 15,-2 1-2-15,1-1-6 0,-3 2-5 0,3-2 3 16,-2 1 11-16,-5 0 11 0,-2 3 16 0,-4-1 8 16,-6 4 7-16,-6 3 4 0,-4 6 4 15,-5 1 1-15,-7 5 4 0,-6 1 3 0,-8 3-1 16,-7 2 3-16,-7 1-2 0,-2-1-1 0,-14 1 0 15,-8-3 1-15,-3-2 9 0,-10-2 12 0,-4-3 18 16,-3-1 24-16,-8-4 21 0,0-1 19 0,-8-2 1 16,-2-1-9-16,-3-4-20 0,-7 0-18 0,0-3-18 15,-1 0-9-15,-1-5-5 0,2-3-7 16,1-5-8-16,1-4-8 0,5-7-14 0,1-3-23 16,5-2-45-16,1-9-71 0,4-3-98 0,14 0-118 15,11 3-655-15</inkml:trace>
  <inkml:trace contextRef="#ctx0" brushRef="#br0" timeOffset="7157.63">16946 7906 1237 0,'0'0'10'15,"0"0"-19"-15,0 0-16 0,0 0-14 16,0 0 3-16,0 0 6 0,0 0 13 0,0 0 12 16,0 0 6-16,0 0 2 0,0 0 0 0,0 0 0 15,-87 128 1-15,73-104 5 0,0 4 5 0,-2 2 6 16,-1 3 7-16,-3 3 2 0,-4 3 3 16,0 4 1-16,-2 1 2 0,-2 5-1 0,-2 1 0 15,-1 4-2-15,0 0-6 0,-2 1-7 0,0 0-6 16,0-1-2-16,1-3 1 0,1-4 3 15,2-3 2-15,4-8 4 0,4-8 4 0,5-6-2 16,1-6-7-16,5-4-14 0,2-4-27 0,1-3-35 16,3-1-65-16,2-3-93 0,0-1-87 0,2 0-561 0</inkml:trace>
  <inkml:trace contextRef="#ctx0" brushRef="#br0" timeOffset="7704.28">15646 9648 2012 0,'0'0'-55'0,"0"0"-36"16,0 0-23-16,0 0-9 0,0 0 15 0,0 0 31 16,0 0 32-16,0 0 20 0,56-127 12 0,-31 114 7 15,1 2-13-15,0 2-31 0,0 2-31 0,1 2-21 16,-2 4-12-16,3 1 17 0,-2 3 24 0,-1 4 23 15,-2 3 20-15,-3 1 13 0,-1 3 10 16,-2 1 4-16,-5 3 3 0,-1-2 0 0,-3 4 3 16,2 2-2-16,-7 0-4 0,-2 1-1 0,-1 1-2 15,0 0-2-15,-6 1 3 0,-3 1 2 0,-3 1 4 16,-3-2 12-16,-1 0 11 0,-3 0 20 0,1 1 23 16,-5 0 26-16,1 1 13 0,0-1 15 15,3-2 9-15,1 0-4 0,2-3-7 0,4-1-24 16,1-3-32-16,3 0-28 0,0-2-23 0,4 0-7 15,1 0-8-15,2-2-1 0,1 0 0 0,1-1 1 16,5 0 1-16,3-1 5 0,1-1 2 16,5 0 0-16,1-1 2 0,4 0-5 0,1-1-2 15,4 0-3-15,0 0-8 0,1-2-15 0,-1 0-18 16,1 0-29-16,-3-3-32 0,0 1-45 16,1-1-37-16,-3-2-48 0,-6 2-13 0,-4-3-417 0</inkml:trace>
  <inkml:trace contextRef="#ctx0" brushRef="#br0" timeOffset="8201.41">14975 10665 1350 0,'0'0'5'0,"0"0"-7"0,-144-123-4 0,98 64-10 15,9-5-3-15,7-7 6 0,5-8-3 0,8-5 6 16,3-3 6-16,5-1 0 0,9 0 5 0,2 3 5 16,11 3 8-16,6 6 1 0,10 8 2 15,2 6-2-15,7 5-3 0,6 4-2 0,5 3-1 16,3 4 4-16,6 4-3 0,5 4 0 0,3 4 2 15,6 5 0-15,1 6-2 0,2 6-1 16,2 7-4-16,-1 9-6 0,4 3-3 0,-4 14-4 16,2 7-8-16,0 6-5 0,-3 9-10 0,-1 5-4 15,-3 7-10-15,-4 5-19 0,-4 6-22 0,-3 4-17 16,-3 1-6-16,-6 4-1 0,-4-2 7 0,-6 0 13 16,-6-2 12-16,-5-4 25 0,-8-2 23 0,-9-2 27 15,-5-3 29-15,-8-1 31 0,-8-1 30 16,-7-2 17-16,-9 1 15 0,-4-2 9 0,-8-1 1 15,-2 0 5-15,-8-3 2 0,-4-5-8 0,-3-3 1 16,-7-4-13-16,-5-6-23 0,-2-6-13 0,-7-6-10 16,1-6-10-16,-3-7-4 0,4-3-13 15,1-9-14-15,2-8-14 0,7-7-12 0,3-4-13 16,7-6-14-16,8-7-23 0,5-6-38 0,6-7-66 16,7-6-111-16,12 11-150 0,7 17-794 0</inkml:trace>
  <inkml:trace contextRef="#ctx0" brushRef="#br0" timeOffset="9597.16">20528 5068 888 0,'0'0'22'0,"0"0"-25"16,0 0-16-16,0 0-24 0,0 0-23 0,0 0 10 15,0 0 15-15,0 0 28 0,0 0 26 0,0 0 1 16,0 0 0-16,0 0 0 0,44 24 2 0,-30-13 10 16,-1 2 7-16,4 2 7 0,-3 2 11 0,7 2 7 15,-1 2 2-15,1 0-1 0,5 5-4 16,-2 0-9-16,4 4-7 0,0 2-7 0,1 4-6 16,3 2 0-16,1 1-3 0,0 3-5 0,4 1-3 15,-1-1-3-15,3-1-3 0,1 1-2 16,-1-2 3-16,2-1-1 0,0-1-2 0,0-2 3 15,-2-1-4-15,1-2 0 0,-3-1 3 0,0-2-1 16,-1 0 0-16,-3-4 0 0,-2-2-3 0,-2-2 1 16,-2-1 2-16,0-3 1 0,-3-2 1 15,-1-2-1-15,-6-3-1 0,-2-2-1 0,-3-2-1 16,-3-2-3-16,-4-2-3 0,0-1-11 0,-4-2-19 16,2 0-22-16,-3 0-29 0,0 0-43 0,0-1-36 15,0-4-41-15,-3-3-33 0,2 1 36 16,0 1-238-16</inkml:trace>
  <inkml:trace contextRef="#ctx0" brushRef="#br0" timeOffset="11454.23">22780 6464 773 0,'0'0'56'15,"0"0"-32"-15,0 0-4 0,0 0-1 0,0 0-7 16,0 0-3-16,0 0-2 0,0 0 4 16,0 0 4-16,0 0 4 0,0 0-3 0,0 0 0 15,0 0-1-15,0 0 1 0,86-98 2 0,-65 82 0 16,0-2 0-16,4-1-3 0,-1-1-1 0,-3 0-3 15,0-1-3-15,-1 0 3 0,-3-3 0 0,-2 1 4 16,-2-1 1-16,-2 0 2 0,-5-1 5 16,-3-1 2-16,-3 2 4 0,-2 0-3 0,-9 2-9 15,-1 2-12-15,-8 1-15 0,-1 3-7 0,-8 3-2 16,-2 5 5-16,-4 5 12 0,-2 3 16 0,-2 0 25 16,2 7 23-16,2 3 15 0,0 4 4 15,2 0-5-15,4 3-19 0,1 1-20 0,3 2-20 16,4 4-21-16,4 4-10 0,2 4-7 0,4 4-7 15,0 1-11-15,2 3-18 0,4-2-18 0,1-2-12 16,3-1 4-16,1-4 19 0,0-1 24 16,3-5 18-16,5 1 12 0,2-3 6 0,-1-1 1 15,1 0 3-15,1-2 1 0,-1 2 1 0,1 0 0 16,1 0 1-16,0 0 0 0,-1 1-1 0,-1-1 3 16,-2 0-3-16,0 2 2 0,1-1-2 15,-3-1-2-15,-1 2 3 0,-3-3-1 0,1 3 1 16,-2-1 0-16,-1-1-4 0,0 1-1 0,0-1-3 15,-1-1 0-15,-3-2-1 0,2-4-3 16,-2-1 0-16,0-1-4 0,2-4 3 0,-2 0 0 16,0-4 4-16,2 1 4 0,-3-3-2 0,0-1 0 15,-4 0-3-15,0-2-7 0,-1 0-5 0,-2-3-4 16,-1-3 6-16,1-3 8 0,-3-3 11 0,3-2 13 16,-2-1 8-16,1-1 10 0,2-1 5 0,0-1 3 15,4 1 0-15,-1-1-5 0,2 0-9 16,1 3-8-16,1 0-9 0,3 0-5 0,0 2-5 15,1 0-1-15,0 2-2 0,1-1-1 0,4 2-2 16,1-1 1-16,3 0 2 0,1-2-1 16,2 1 3-16,2-2-2 0,1 0-2 0,1-1 1 15,0 0-6-15,2 0-4 0,0 0-3 0,0 0-8 16,-1 0-6-16,-2 1-11 0,0 0-23 0,0 1-36 16,-1 0-68-16,-6 4-45 0,-2 2-384 0</inkml:trace>
  <inkml:trace contextRef="#ctx0" brushRef="#br0" timeOffset="12493.76">22431 7415 1347 0,'0'0'25'0,"0"0"-17"0,-117 12-6 16,77-11-18-16,2-1-8 0,4-1 10 0,0-10 15 16,1-3 14-16,0-7 15 0,1-3 9 0,1-5 3 15,1-3 0-15,1-2-1 0,3-4-1 16,2-4-7-16,2-1 0 0,2-3-6 0,1-3-6 16,7-2-7-16,3-4-7 0,3-5-8 0,4-2-7 15,2-2-3-15,3-3-2 0,6-1-2 0,4 0 2 16,2 0 2-16,6 1 1 0,0 4 4 15,5 4 2-15,0 3 1 0,4 4 5 0,4 5 2 16,2 2 3-16,1 6 2 0,5 2-1 0,1 4-1 16,-1 2 2-16,5 3 3 0,2 3-3 15,1 2-1-15,4 3-1 0,5 3-5 0,1 2 0 16,3 4-3-16,1 1-3 0,2 4-1 0,0 3-4 16,1 3-6-16,0 0-11 0,-1 8-7 0,-2 4-3 15,-1 5-2-15,-3 5 4 0,0 3 3 16,-3 6-1-16,-3 4 6 0,-3 4 0 0,-4 5-2 15,-2 4 4-15,-6 5-2 0,-2 4 0 0,-6 3-5 16,-6 4-5-16,-3 2-8 0,-6 4 0 0,-8-1 5 16,-4-2 14-16,-4-1 13 0,-8-3 10 0,-7-4 11 15,-4-3 9-15,-7-3 13 0,-5-3 18 16,-6-5 22-16,-4-5 21 0,-5-4 16 0,-6-3 14 16,-5-4-1-16,-2-2-2 0,-2-5-15 0,0-3-19 15,1-5-21-15,2-6-24 0,0-3-19 0,5-5-30 16,-1-2-48-16,2-7-85 0,1-5-142 15,11 3-167-15,16 1-711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 new fast matching method for adaptive compression of stereoscopic images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91086-3082-4583-89C2-583287FB15A2}" type="datetimeFigureOut">
              <a:rPr lang="it-IT" smtClean="0"/>
              <a:pPr/>
              <a:t>23/05/2023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838FA-C531-4022-96EB-EDFCC694F73C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46391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96935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4747115B-C7FB-4A21-AFAC-821CAB63B78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6E10EAC-D7BE-4B07-ACAC-60D387B62859}" type="slidenum">
              <a:rPr lang="en-GB" altLang="en-US" sz="1200">
                <a:solidFill>
                  <a:srgbClr val="000000"/>
                </a:solidFill>
              </a:rPr>
              <a:pPr/>
              <a:t>2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59074" name="Text Box 2">
            <a:extLst>
              <a:ext uri="{FF2B5EF4-FFF2-40B4-BE49-F238E27FC236}">
                <a16:creationId xmlns:a16="http://schemas.microsoft.com/office/drawing/2014/main" id="{EF224460-D50A-4DEE-A65A-8E8A715E4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59075" name="Text Box 3">
            <a:extLst>
              <a:ext uri="{FF2B5EF4-FFF2-40B4-BE49-F238E27FC236}">
                <a16:creationId xmlns:a16="http://schemas.microsoft.com/office/drawing/2014/main" id="{0408FAE8-D88E-47E3-977A-9333AB9552D9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3287F966-CC1D-4473-801F-24136C9488F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D6E6797-35EF-43CA-BA6C-809A990F28DF}" type="slidenum">
              <a:rPr lang="en-GB" altLang="en-US" sz="1200">
                <a:solidFill>
                  <a:srgbClr val="000000"/>
                </a:solidFill>
              </a:rPr>
              <a:pPr/>
              <a:t>5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61122" name="Text Box 2">
            <a:extLst>
              <a:ext uri="{FF2B5EF4-FFF2-40B4-BE49-F238E27FC236}">
                <a16:creationId xmlns:a16="http://schemas.microsoft.com/office/drawing/2014/main" id="{6AE43D57-21BB-4528-9B3F-D8969E607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61123" name="Text Box 3">
            <a:extLst>
              <a:ext uri="{FF2B5EF4-FFF2-40B4-BE49-F238E27FC236}">
                <a16:creationId xmlns:a16="http://schemas.microsoft.com/office/drawing/2014/main" id="{CAC7B258-25BC-4A5A-BCFF-4806A79FA55C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2B465888-09FF-454F-AD1A-8EB7AA890C4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F3F9839-D474-44D8-B097-8C792FEC73E6}" type="slidenum">
              <a:rPr lang="en-GB" altLang="en-US" sz="1200">
                <a:solidFill>
                  <a:srgbClr val="000000"/>
                </a:solidFill>
              </a:rPr>
              <a:pPr/>
              <a:t>6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63170" name="Text Box 2">
            <a:extLst>
              <a:ext uri="{FF2B5EF4-FFF2-40B4-BE49-F238E27FC236}">
                <a16:creationId xmlns:a16="http://schemas.microsoft.com/office/drawing/2014/main" id="{A2D04683-870D-4DBC-803B-B85D61994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63171" name="Text Box 3">
            <a:extLst>
              <a:ext uri="{FF2B5EF4-FFF2-40B4-BE49-F238E27FC236}">
                <a16:creationId xmlns:a16="http://schemas.microsoft.com/office/drawing/2014/main" id="{CD1BC40A-FC52-4C0C-9DA5-5AF818EBF12C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3E3D719E-05D5-40EC-A464-D7CA1E61382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F35D53F-5BF2-41D9-8AA3-516EE52CD446}" type="slidenum">
              <a:rPr lang="en-GB" altLang="en-US" sz="1200">
                <a:solidFill>
                  <a:srgbClr val="000000"/>
                </a:solidFill>
              </a:rPr>
              <a:pPr/>
              <a:t>7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65218" name="Text Box 2">
            <a:extLst>
              <a:ext uri="{FF2B5EF4-FFF2-40B4-BE49-F238E27FC236}">
                <a16:creationId xmlns:a16="http://schemas.microsoft.com/office/drawing/2014/main" id="{261E40CB-83F4-4DCC-A4A8-EB93F8565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65219" name="Text Box 3">
            <a:extLst>
              <a:ext uri="{FF2B5EF4-FFF2-40B4-BE49-F238E27FC236}">
                <a16:creationId xmlns:a16="http://schemas.microsoft.com/office/drawing/2014/main" id="{31791860-7F87-4A54-B7E2-8E9460A454EC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3ED0003-339D-47BD-AE7C-BBA289E52CE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E100F22-64C4-4E5F-A53C-631222172DEC}" type="slidenum">
              <a:rPr lang="en-GB" altLang="en-US" sz="1200">
                <a:solidFill>
                  <a:srgbClr val="000000"/>
                </a:solidFill>
              </a:rPr>
              <a:pPr/>
              <a:t>10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67266" name="Text Box 2">
            <a:extLst>
              <a:ext uri="{FF2B5EF4-FFF2-40B4-BE49-F238E27FC236}">
                <a16:creationId xmlns:a16="http://schemas.microsoft.com/office/drawing/2014/main" id="{E4A9C8E1-EF09-471B-9637-60CE1250D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67267" name="Text Box 3">
            <a:extLst>
              <a:ext uri="{FF2B5EF4-FFF2-40B4-BE49-F238E27FC236}">
                <a16:creationId xmlns:a16="http://schemas.microsoft.com/office/drawing/2014/main" id="{2F19A912-A703-472A-8052-D318C3895551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037D9E60-DA11-4669-AAEC-6848A9185AA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C552ABD0-2894-4B4C-A2F4-F222A8A309EA}" type="slidenum">
              <a:rPr lang="en-GB" altLang="en-US" sz="1200">
                <a:solidFill>
                  <a:srgbClr val="000000"/>
                </a:solidFill>
              </a:rPr>
              <a:pPr/>
              <a:t>11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69314" name="Text Box 2">
            <a:extLst>
              <a:ext uri="{FF2B5EF4-FFF2-40B4-BE49-F238E27FC236}">
                <a16:creationId xmlns:a16="http://schemas.microsoft.com/office/drawing/2014/main" id="{A0780FE6-4165-4C1E-89DC-B8EA73722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69315" name="Text Box 3">
            <a:extLst>
              <a:ext uri="{FF2B5EF4-FFF2-40B4-BE49-F238E27FC236}">
                <a16:creationId xmlns:a16="http://schemas.microsoft.com/office/drawing/2014/main" id="{9065C3CA-6F53-401A-A1AA-64863C3DEEBB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80159E72-FDE3-4364-A990-85B41E9FB67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6F6A66F-279C-43ED-BDF1-7A43F82A9497}" type="slidenum">
              <a:rPr lang="en-GB" altLang="en-US" sz="1200">
                <a:solidFill>
                  <a:srgbClr val="000000"/>
                </a:solidFill>
              </a:rPr>
              <a:pPr/>
              <a:t>12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3410" name="Text Box 2">
            <a:extLst>
              <a:ext uri="{FF2B5EF4-FFF2-40B4-BE49-F238E27FC236}">
                <a16:creationId xmlns:a16="http://schemas.microsoft.com/office/drawing/2014/main" id="{CD715C3E-4F9B-4449-859B-3166814D5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3411" name="Text Box 3">
            <a:extLst>
              <a:ext uri="{FF2B5EF4-FFF2-40B4-BE49-F238E27FC236}">
                <a16:creationId xmlns:a16="http://schemas.microsoft.com/office/drawing/2014/main" id="{8232786D-1B76-4EF2-A127-0ADA3FC9F2CB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B3ED1497-ED25-46BD-B415-778D78FCDCE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AD6B485-FA30-4785-BF99-AC3DB7912632}" type="slidenum">
              <a:rPr lang="en-GB" altLang="en-US" sz="1200">
                <a:solidFill>
                  <a:srgbClr val="000000"/>
                </a:solidFill>
              </a:rPr>
              <a:pPr/>
              <a:t>13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54E469D6-9AC4-4A71-9820-176EC6DC9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76E03F4F-8E63-4B86-ACAF-4372E43D5B40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2340E21D-7882-41E3-8B26-9971F5DA0ED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F9F3865-3DB8-4BB1-9074-7E45B2923F00}" type="slidenum">
              <a:rPr lang="en-GB" altLang="en-US" sz="1200">
                <a:solidFill>
                  <a:srgbClr val="000000"/>
                </a:solidFill>
              </a:rPr>
              <a:pPr/>
              <a:t>14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397292C1-2488-4036-B5FB-CF37A3424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ED42D2A8-2590-448F-A5DB-74739CBB1920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9750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ED033922-0CD0-4AA2-BECA-C518DB4BF35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230AD16-098B-4FB3-93F4-CB2F202FEE22}" type="slidenum">
              <a:rPr lang="en-GB" altLang="en-US" sz="1200">
                <a:solidFill>
                  <a:srgbClr val="000000"/>
                </a:solidFill>
              </a:rPr>
              <a:pPr/>
              <a:t>15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202DECF3-1B7E-4D9F-8A90-DB60FA46C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68960D8F-086B-4532-BB5F-60A22388D808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405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ED033922-0CD0-4AA2-BECA-C518DB4BF35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230AD16-098B-4FB3-93F4-CB2F202FEE22}" type="slidenum">
              <a:rPr lang="en-GB" altLang="en-US" sz="1200">
                <a:solidFill>
                  <a:srgbClr val="000000"/>
                </a:solidFill>
              </a:rPr>
              <a:pPr/>
              <a:t>16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202DECF3-1B7E-4D9F-8A90-DB60FA46C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68960D8F-086B-4532-BB5F-60A22388D808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888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57C29803-E84C-41C9-9F9D-977B5284398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8B3DB61-67F1-47D0-B7F5-E926D1BB9CA2}" type="slidenum">
              <a:rPr lang="en-GB" altLang="en-US" sz="1200">
                <a:solidFill>
                  <a:srgbClr val="000000"/>
                </a:solidFill>
              </a:rPr>
              <a:pPr/>
              <a:t>17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FE1B4E80-8F9F-4C64-9C05-60C3EFD39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9E6B33FC-D1D6-47D7-98EC-71C49FCD41ED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19940149-D766-44B9-9993-8049E3D8817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23DCEB91-FE30-496A-819C-E05432A06DC5}" type="slidenum">
              <a:rPr lang="en-GB" altLang="en-US" sz="1200">
                <a:solidFill>
                  <a:srgbClr val="000000"/>
                </a:solidFill>
              </a:rPr>
              <a:pPr/>
              <a:t>18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7506" name="Text Box 2">
            <a:extLst>
              <a:ext uri="{FF2B5EF4-FFF2-40B4-BE49-F238E27FC236}">
                <a16:creationId xmlns:a16="http://schemas.microsoft.com/office/drawing/2014/main" id="{3F847FE8-0A12-46FE-9710-2DC1995E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7507" name="Text Box 3">
            <a:extLst>
              <a:ext uri="{FF2B5EF4-FFF2-40B4-BE49-F238E27FC236}">
                <a16:creationId xmlns:a16="http://schemas.microsoft.com/office/drawing/2014/main" id="{32B77252-6CB6-45B1-BA07-A9C07B12F11B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A4929441-9747-48F2-A4AB-4A4A4ABFDCE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CE58BAD4-2F49-468D-9B9E-157A3DBF07AA}" type="slidenum">
              <a:rPr lang="en-GB" altLang="en-US" sz="1200">
                <a:solidFill>
                  <a:srgbClr val="000000"/>
                </a:solidFill>
              </a:rPr>
              <a:pPr/>
              <a:t>19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261376AA-816D-4651-9D69-DF03D3DA2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CD6C27B9-F797-4E3A-93AB-3386681ACECF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1F0C82B8-772F-49DE-8F97-A22D3061D8A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A8564609-9572-41BC-97F0-5999DD1ED03F}" type="slidenum">
              <a:rPr lang="en-GB" altLang="en-US" sz="1200">
                <a:solidFill>
                  <a:srgbClr val="000000"/>
                </a:solidFill>
              </a:rPr>
              <a:pPr/>
              <a:t>20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7869DF42-61BD-4FC2-A990-B93F83019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25665FF5-1FDC-4FC5-A136-CA8951985E54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6BEC50CE-C9CB-46FA-B961-76D9C86979D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98116CC-0604-4FE8-A67E-9E53E2773F04}" type="slidenum">
              <a:rPr lang="en-GB" altLang="en-US" sz="1200">
                <a:solidFill>
                  <a:srgbClr val="000000"/>
                </a:solidFill>
              </a:rPr>
              <a:pPr/>
              <a:t>21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D5605B22-84BC-4069-88E8-9709EEDB9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7CFAC08D-7AA5-4725-9328-D8D5250664CD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CBED152C-455C-4CE6-AD51-5B93311C363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8EC239C-F1AF-4F03-A721-1065D375DE2C}" type="slidenum">
              <a:rPr lang="en-GB" altLang="en-US" sz="1200">
                <a:solidFill>
                  <a:srgbClr val="000000"/>
                </a:solidFill>
              </a:rPr>
              <a:pPr/>
              <a:t>22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D0F89EE6-C93D-4E20-B6C3-21CCD3AED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91DD7209-E22E-4CC9-9D13-32CF6B60CFE0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4A4B3DE0-920D-4427-9933-0865544CFB9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534ADDD4-B589-4F7C-8ABD-32ABDEA2C29A}" type="slidenum">
              <a:rPr lang="en-GB" altLang="en-US" sz="1200">
                <a:solidFill>
                  <a:srgbClr val="000000"/>
                </a:solidFill>
              </a:rPr>
              <a:pPr/>
              <a:t>23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C51A7020-3C8F-458D-9463-4E9E76D2E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AA033708-1570-464F-A171-736D707A685D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0B5CE4DF-B05C-4C5A-A237-60B300D427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7FFEF80-2A30-4035-85D3-E0C983926A26}" type="slidenum">
              <a:rPr lang="en-GB" altLang="en-US" sz="1200">
                <a:solidFill>
                  <a:srgbClr val="000000"/>
                </a:solidFill>
              </a:rPr>
              <a:pPr/>
              <a:t>24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FE29A738-A83D-4116-B1E8-21C9E9FDC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53D21EF1-4E7E-468E-B65B-875FA9804FD1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13190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2C405E0C-6B03-4A9B-B584-8F1D0E036A4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5CDA271-05DA-4E5B-A8CE-8AF984CE4480}" type="slidenum">
              <a:rPr lang="en-GB" altLang="en-US" sz="1200">
                <a:solidFill>
                  <a:srgbClr val="000000"/>
                </a:solidFill>
              </a:rPr>
              <a:pPr/>
              <a:t>25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B86A9077-BC9C-4304-B145-5EED85F70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CD6E72D5-98BE-4DEE-A3D5-6C340AD870CB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33046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EDE0CBA9-FD4A-45E2-8A72-AA86EB044A6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7B56A6E-5C90-4654-A381-09918488E789}" type="slidenum">
              <a:rPr lang="en-GB" altLang="en-US" sz="1200">
                <a:solidFill>
                  <a:srgbClr val="000000"/>
                </a:solidFill>
              </a:rPr>
              <a:pPr/>
              <a:t>26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F04A26C4-FB33-4063-932E-AB900FDD4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FF303A06-425D-43CD-93C9-85FBB9448EC1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F79C878E-8BFA-4A5E-BA31-2F77D01D6D1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3E97E0C-9E86-43DB-8DBA-DC504618DF99}" type="slidenum">
              <a:rPr lang="en-GB" altLang="en-US" sz="1200">
                <a:solidFill>
                  <a:srgbClr val="000000"/>
                </a:solidFill>
              </a:rPr>
              <a:pPr/>
              <a:t>27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0F5443B1-BDC1-48B2-B33D-48B1C7F7A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D66A2E91-BF03-4F94-BD3F-01731D638D91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A8095F70-2232-4A00-9DCC-F292D626D58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A8344F92-3109-42FE-8EA8-E23A485C0002}" type="slidenum">
              <a:rPr lang="en-GB" altLang="en-US" sz="1200">
                <a:solidFill>
                  <a:srgbClr val="000000"/>
                </a:solidFill>
              </a:rPr>
              <a:pPr/>
              <a:t>28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E075FB83-587F-40B3-A01D-7FFD6ECE8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80A4DDEE-255A-4E60-B68B-7CB8D1E294BD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28B62689-CFA8-452F-B9D1-71D79F54A5A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8358708-9D06-4809-A35D-8663ED9DFE5D}" type="slidenum">
              <a:rPr lang="en-GB" altLang="en-US" sz="1200">
                <a:solidFill>
                  <a:srgbClr val="000000"/>
                </a:solidFill>
              </a:rPr>
              <a:pPr/>
              <a:t>29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6F0A1711-6EF6-44FC-BB12-638E693FD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28F98F48-DC3B-47B1-A347-A4753DEAD6D2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5575679D-3EB9-4D33-B5F5-DDD570FB8F2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CD51226-871F-44F6-BDA2-BD0928D5BDA3}" type="slidenum">
              <a:rPr lang="en-GB" altLang="en-US" sz="1200">
                <a:solidFill>
                  <a:srgbClr val="000000"/>
                </a:solidFill>
              </a:rPr>
              <a:pPr/>
              <a:t>30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8B039373-72F0-4936-A819-F221A091E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4E8D61E2-C29B-44E6-A359-49672662F457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>
            <a:extLst>
              <a:ext uri="{FF2B5EF4-FFF2-40B4-BE49-F238E27FC236}">
                <a16:creationId xmlns:a16="http://schemas.microsoft.com/office/drawing/2014/main" id="{7EB2FC32-2C7C-4773-871C-A6CAB0201A7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224B34C-C66E-41D2-A091-BAB0EFDD9E24}" type="slidenum">
              <a:rPr lang="en-GB" altLang="en-US" sz="1200">
                <a:solidFill>
                  <a:srgbClr val="000000"/>
                </a:solidFill>
              </a:rPr>
              <a:pPr/>
              <a:t>31</a:t>
            </a:fld>
            <a:endParaRPr lang="en-GB" altLang="en-US" sz="1200">
              <a:solidFill>
                <a:srgbClr val="000000"/>
              </a:solidFill>
            </a:endParaRPr>
          </a:p>
        </p:txBody>
      </p:sp>
      <p:sp>
        <p:nvSpPr>
          <p:cNvPr id="275458" name="Text Box 2">
            <a:extLst>
              <a:ext uri="{FF2B5EF4-FFF2-40B4-BE49-F238E27FC236}">
                <a16:creationId xmlns:a16="http://schemas.microsoft.com/office/drawing/2014/main" id="{6BB8148F-59C8-4516-B3C6-74F705184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888" y="688975"/>
            <a:ext cx="4592637" cy="3444875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latin typeface="Times New Roman" charset="0"/>
              <a:ea typeface="ＭＳ Ｐゴシック" charset="0"/>
            </a:endParaRPr>
          </a:p>
        </p:txBody>
      </p:sp>
      <p:sp>
        <p:nvSpPr>
          <p:cNvPr id="275459" name="Text Box 3">
            <a:extLst>
              <a:ext uri="{FF2B5EF4-FFF2-40B4-BE49-F238E27FC236}">
                <a16:creationId xmlns:a16="http://schemas.microsoft.com/office/drawing/2014/main" id="{A15E5FB2-E591-4B16-B1B1-755EFF3F1FC0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>
          <a:xfrm>
            <a:off x="914400" y="4365625"/>
            <a:ext cx="5019675" cy="4125913"/>
          </a:xfrm>
          <a:ln/>
        </p:spPr>
        <p:txBody>
          <a:bodyPr wrap="none" anchor="ctr"/>
          <a:lstStyle/>
          <a:p>
            <a:pPr>
              <a:buFont typeface="Times New Roman" charset="0"/>
              <a:buNone/>
              <a:defRPr/>
            </a:pPr>
            <a:endParaRPr lang="it-IT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0CCF-E218-4B2C-8464-A37907D82283}" type="datetime1">
              <a:rPr lang="it-IT" smtClean="0"/>
              <a:t>23/05/2023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25C3F-BEE6-4767-BECD-43DC673A16E1}" type="datetime1">
              <a:rPr lang="it-IT" smtClean="0"/>
              <a:t>23/05/2023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9C3DF-F5EE-4CE1-897E-6EF34022FF95}" type="datetime1">
              <a:rPr lang="it-IT" smtClean="0"/>
              <a:t>23/05/2023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0FEE-6631-46C8-A68B-26580C2F8D23}" type="datetime1">
              <a:rPr lang="it-IT" smtClean="0"/>
              <a:t>23/05/2023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57EE8-E1E6-477B-B6A0-7C4E9954D1DB}" type="datetime1">
              <a:rPr lang="it-IT" smtClean="0"/>
              <a:t>23/05/2023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9193-E75F-45FD-BCD5-B50D9F1F20EA}" type="datetime1">
              <a:rPr lang="it-IT" smtClean="0"/>
              <a:t>23/05/2023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A50-D1D4-4040-9856-CEDD09579BF0}" type="datetime1">
              <a:rPr lang="it-IT" smtClean="0"/>
              <a:t>23/05/2023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AABCC-650C-44AF-AAA5-125BD543967A}" type="datetime1">
              <a:rPr lang="it-IT" smtClean="0"/>
              <a:t>23/05/2023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184B4-A310-4379-AA26-CC2359EE9796}" type="datetime1">
              <a:rPr lang="it-IT" smtClean="0"/>
              <a:t>23/05/2023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63288-D516-4BE7-A187-31238DD7AC04}" type="datetime1">
              <a:rPr lang="it-IT" smtClean="0"/>
              <a:t>23/05/2023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3434A-3403-4979-A1A4-5F970B6829C4}" type="datetime1">
              <a:rPr lang="it-IT" smtClean="0"/>
              <a:t>23/05/2023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7A9CE8-12BB-4290-9066-AE3E203EF26F}" type="datetime1">
              <a:rPr lang="it-IT" smtClean="0"/>
              <a:t>23/05/2023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Prof. Sebastiano Battiato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EB9B7-4A62-42A8-A7BB-04916DCE4B22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362870"/>
            <a:ext cx="8229600" cy="2578298"/>
          </a:xfrm>
        </p:spPr>
        <p:txBody>
          <a:bodyPr>
            <a:noAutofit/>
          </a:bodyPr>
          <a:lstStyle/>
          <a:p>
            <a:r>
              <a:rPr lang="en-US" sz="3600" dirty="0" err="1"/>
              <a:t>Introduzione</a:t>
            </a:r>
            <a:r>
              <a:rPr lang="en-US" sz="3600" dirty="0"/>
              <a:t> </a:t>
            </a:r>
            <a:r>
              <a:rPr lang="en-US" sz="3600" dirty="0" err="1"/>
              <a:t>agli</a:t>
            </a:r>
            <a:r>
              <a:rPr lang="en-US" sz="3600" dirty="0"/>
              <a:t> </a:t>
            </a:r>
            <a:r>
              <a:rPr lang="en-US" sz="3600" dirty="0" err="1"/>
              <a:t>Alberi</a:t>
            </a:r>
            <a:r>
              <a:rPr lang="en-US" sz="3600" dirty="0"/>
              <a:t> ed ai BST</a:t>
            </a:r>
            <a:br>
              <a:rPr lang="it-IT" sz="1800" dirty="0"/>
            </a:br>
            <a:r>
              <a:rPr lang="it-IT" sz="1800" dirty="0"/>
              <a:t>Massimo Orazio Spata</a:t>
            </a:r>
            <a:br>
              <a:rPr lang="it-IT" sz="1800" dirty="0"/>
            </a:br>
            <a:r>
              <a:rPr lang="it-IT" sz="1800" dirty="0"/>
              <a:t>Image Processing Lab - iplab.dmi.unict.it </a:t>
            </a:r>
            <a:br>
              <a:rPr lang="it-IT" sz="1800" dirty="0"/>
            </a:br>
            <a:br>
              <a:rPr lang="it-IT" sz="1800" dirty="0"/>
            </a:br>
            <a:r>
              <a:rPr lang="it-IT" sz="1800" dirty="0"/>
              <a:t>massimo.spata@unict.it</a:t>
            </a:r>
            <a:br>
              <a:rPr lang="it-IT" sz="1800" dirty="0"/>
            </a:br>
            <a:r>
              <a:rPr lang="it-IT" sz="1800" dirty="0"/>
              <a:t>www.dmi.unict.it/spata/</a:t>
            </a:r>
            <a:endParaRPr lang="it-IT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5667375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8EF8AFAC-9737-4B6E-B500-6DC8FA9CE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6593" y="116632"/>
            <a:ext cx="7770813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Albero</a:t>
            </a:r>
            <a:endParaRPr lang="it-IT" sz="3600" i="1" dirty="0">
              <a:ea typeface="ＭＳ Ｐゴシック" charset="0"/>
              <a:cs typeface="+mj-cs"/>
            </a:endParaRPr>
          </a:p>
        </p:txBody>
      </p:sp>
      <p:sp>
        <p:nvSpPr>
          <p:cNvPr id="258051" name="Text Box 3">
            <a:extLst>
              <a:ext uri="{FF2B5EF4-FFF2-40B4-BE49-F238E27FC236}">
                <a16:creationId xmlns:a16="http://schemas.microsoft.com/office/drawing/2014/main" id="{F81632E5-0AE8-4EF9-86CC-37630F77E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198277"/>
            <a:ext cx="792130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buSzPct val="50000"/>
              <a:buFont typeface="Arial" panose="020B0604020202020204" pitchFamily="34" charset="0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si dice "grafo diretto" un insieme di nodi collegati mediante archi direzionati.</a:t>
            </a:r>
            <a:endParaRPr lang="en-US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  <p:pic>
        <p:nvPicPr>
          <p:cNvPr id="258052" name="Picture 4">
            <a:extLst>
              <a:ext uri="{FF2B5EF4-FFF2-40B4-BE49-F238E27FC236}">
                <a16:creationId xmlns:a16="http://schemas.microsoft.com/office/drawing/2014/main" id="{1E8C9E4E-B036-4B26-ADAF-A579E0FD1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060848"/>
            <a:ext cx="4248150" cy="308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58053" name="Text Box 5">
            <a:extLst>
              <a:ext uri="{FF2B5EF4-FFF2-40B4-BE49-F238E27FC236}">
                <a16:creationId xmlns:a16="http://schemas.microsoft.com/office/drawing/2014/main" id="{EDB796BB-1AB5-4CFA-BF28-8BF43273B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2204864"/>
            <a:ext cx="4537199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un </a:t>
            </a:r>
            <a:r>
              <a:rPr lang="it-IT" altLang="en-US" sz="2200" i="1" dirty="0">
                <a:solidFill>
                  <a:schemeClr val="tx1"/>
                </a:solidFill>
                <a:latin typeface="+mj-lt"/>
              </a:rPr>
              <a:t>albero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è un grafo diretto in cui ogni nodo può avere un solo arco entrante ed un qualunque numero di archi uscenti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se un nodo non ha archi uscenti si dice "</a:t>
            </a:r>
            <a:r>
              <a:rPr lang="it-IT" altLang="en-US" sz="2200" b="1" dirty="0">
                <a:solidFill>
                  <a:schemeClr val="tx1"/>
                </a:solidFill>
                <a:latin typeface="+mj-lt"/>
              </a:rPr>
              <a:t>foglia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"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se un nodo non ha archi entranti si dice "</a:t>
            </a:r>
            <a:r>
              <a:rPr lang="it-IT" altLang="en-US" sz="2200" b="1" dirty="0">
                <a:solidFill>
                  <a:schemeClr val="tx1"/>
                </a:solidFill>
                <a:latin typeface="+mj-lt"/>
              </a:rPr>
              <a:t>radice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"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poiché in un albero non ci sono nodi con due o più archi entranti, per ogni albero vi deve essere una ed una sola radice 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CA01B5-A16E-4688-A614-1B8E47E6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>
                <a:ea typeface="ＭＳ Ｐゴシック" charset="0"/>
                <a:cs typeface="+mj-cs"/>
              </a:rPr>
              <a:t>Esempi</a:t>
            </a:r>
          </a:p>
        </p:txBody>
      </p:sp>
      <p:pic>
        <p:nvPicPr>
          <p:cNvPr id="16386" name="Segnaposto contenuto 3">
            <a:extLst>
              <a:ext uri="{FF2B5EF4-FFF2-40B4-BE49-F238E27FC236}">
                <a16:creationId xmlns:a16="http://schemas.microsoft.com/office/drawing/2014/main" id="{4D6233FA-0094-4A52-BCE4-1A3D9D9FA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" r="507"/>
          <a:stretch>
            <a:fillRect/>
          </a:stretch>
        </p:blipFill>
        <p:spPr>
          <a:xfrm>
            <a:off x="685800" y="1981200"/>
            <a:ext cx="3963988" cy="2095500"/>
          </a:xfrm>
        </p:spPr>
      </p:pic>
      <p:sp>
        <p:nvSpPr>
          <p:cNvPr id="16387" name="CasellaDiTesto 4">
            <a:extLst>
              <a:ext uri="{FF2B5EF4-FFF2-40B4-BE49-F238E27FC236}">
                <a16:creationId xmlns:a16="http://schemas.microsoft.com/office/drawing/2014/main" id="{E4F8CAC6-6EDC-436C-B61B-697EFD0F0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2636838"/>
            <a:ext cx="287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it-IT" altLang="en-US" dirty="0">
                <a:solidFill>
                  <a:schemeClr val="tx1"/>
                </a:solidFill>
                <a:latin typeface="+mj-lt"/>
              </a:rPr>
              <a:t>Albero di interi</a:t>
            </a:r>
          </a:p>
        </p:txBody>
      </p:sp>
      <p:pic>
        <p:nvPicPr>
          <p:cNvPr id="16388" name="Immagine 5">
            <a:extLst>
              <a:ext uri="{FF2B5EF4-FFF2-40B4-BE49-F238E27FC236}">
                <a16:creationId xmlns:a16="http://schemas.microsoft.com/office/drawing/2014/main" id="{AA62A740-FE84-4002-A344-6EF350585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4365625"/>
            <a:ext cx="35941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CasellaDiTesto 6">
            <a:extLst>
              <a:ext uri="{FF2B5EF4-FFF2-40B4-BE49-F238E27FC236}">
                <a16:creationId xmlns:a16="http://schemas.microsoft.com/office/drawing/2014/main" id="{24396379-7B26-4345-95B3-44EECB6DD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4724400"/>
            <a:ext cx="28813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it-IT" altLang="en-US">
                <a:solidFill>
                  <a:schemeClr val="tx1"/>
                </a:solidFill>
                <a:latin typeface="+mj-lt"/>
              </a:rPr>
              <a:t>Struttura che non è un albero!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olo 1">
            <a:extLst>
              <a:ext uri="{FF2B5EF4-FFF2-40B4-BE49-F238E27FC236}">
                <a16:creationId xmlns:a16="http://schemas.microsoft.com/office/drawing/2014/main" id="{4C967070-5793-4FC7-ABA4-ED51B17A8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/>
              <a:t>Alberi</a:t>
            </a:r>
          </a:p>
        </p:txBody>
      </p:sp>
      <p:sp>
        <p:nvSpPr>
          <p:cNvPr id="17410" name="Segnaposto contenuto 2">
            <a:extLst>
              <a:ext uri="{FF2B5EF4-FFF2-40B4-BE49-F238E27FC236}">
                <a16:creationId xmlns:a16="http://schemas.microsoft.com/office/drawing/2014/main" id="{4B555B46-35FA-4BFC-B51C-9A941F09E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89500"/>
          </a:xfrm>
        </p:spPr>
        <p:txBody>
          <a:bodyPr/>
          <a:lstStyle/>
          <a:p>
            <a:pPr eaLnBrk="1" hangingPunct="1"/>
            <a:r>
              <a:rPr lang="it-IT" altLang="en-US" dirty="0"/>
              <a:t>Generalizzazione delle liste. </a:t>
            </a:r>
          </a:p>
          <a:p>
            <a:pPr lvl="1" eaLnBrk="1" hangingPunct="1"/>
            <a:r>
              <a:rPr lang="it-IT" altLang="en-US" dirty="0"/>
              <a:t>Ogni elemento ha più di un solo successore. </a:t>
            </a:r>
          </a:p>
          <a:p>
            <a:pPr lvl="1" eaLnBrk="1" hangingPunct="1"/>
            <a:r>
              <a:rPr lang="it-IT" altLang="en-US" dirty="0"/>
              <a:t>Utili per rappresentare partizioni ricorsive di insiemi e strutture gerarchiche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869FC6B7-D8D3-47C1-B09E-B25EBAACC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037" y="44624"/>
            <a:ext cx="7273925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altLang="zh-CN" sz="4000" dirty="0">
                <a:ea typeface="SimSun" charset="0"/>
                <a:cs typeface="SimSun" charset="0"/>
              </a:rPr>
              <a:t>Alberi e strutture gerarchiche</a:t>
            </a:r>
            <a:endParaRPr lang="it-IT" sz="4000" dirty="0">
              <a:ea typeface="ＭＳ Ｐゴシック" charset="0"/>
              <a:cs typeface="+mj-cs"/>
            </a:endParaRPr>
          </a:p>
        </p:txBody>
      </p:sp>
      <p:sp>
        <p:nvSpPr>
          <p:cNvPr id="260099" name="Text Box 3">
            <a:extLst>
              <a:ext uri="{FF2B5EF4-FFF2-40B4-BE49-F238E27FC236}">
                <a16:creationId xmlns:a16="http://schemas.microsoft.com/office/drawing/2014/main" id="{04E87F14-8594-42A9-A718-FF9715FF8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365625"/>
            <a:ext cx="8785225" cy="178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il nodo da cui un arco parte si dice </a:t>
            </a:r>
            <a:r>
              <a:rPr lang="it-IT" sz="22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padre</a:t>
            </a: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, un nodo a cui questo arriva si dice </a:t>
            </a:r>
            <a:r>
              <a:rPr lang="it-IT" sz="2200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figlio</a:t>
            </a:r>
            <a:endParaRPr lang="it-IT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due nodi con lo stesso padre sono detti fratelli</a:t>
            </a:r>
          </a:p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da ogni nodo non-foglia di un albero si dirama un sottoalbero, quindi si intuisce la natura ricorsiva di questa struttura dati</a:t>
            </a:r>
            <a:endParaRPr lang="en-US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  <p:pic>
        <p:nvPicPr>
          <p:cNvPr id="260100" name="Picture 4">
            <a:extLst>
              <a:ext uri="{FF2B5EF4-FFF2-40B4-BE49-F238E27FC236}">
                <a16:creationId xmlns:a16="http://schemas.microsoft.com/office/drawing/2014/main" id="{1EF515DF-BEEE-4DD1-9FF7-E12E879A1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908050"/>
            <a:ext cx="5827712" cy="316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>
            <a:extLst>
              <a:ext uri="{FF2B5EF4-FFF2-40B4-BE49-F238E27FC236}">
                <a16:creationId xmlns:a16="http://schemas.microsoft.com/office/drawing/2014/main" id="{7DBC5AA7-BB52-4AA7-AC03-E2A145652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5037" y="116632"/>
            <a:ext cx="7273925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ea typeface="ＭＳ Ｐゴシック" charset="0"/>
                <a:cs typeface="+mj-cs"/>
              </a:rPr>
              <a:t>Alberi come strutture ricorsive</a:t>
            </a:r>
          </a:p>
        </p:txBody>
      </p:sp>
      <p:sp>
        <p:nvSpPr>
          <p:cNvPr id="262148" name="Text Box 4">
            <a:extLst>
              <a:ext uri="{FF2B5EF4-FFF2-40B4-BE49-F238E27FC236}">
                <a16:creationId xmlns:a16="http://schemas.microsoft.com/office/drawing/2014/main" id="{D359FBB0-0C54-4B56-A717-B82859515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956264"/>
            <a:ext cx="878522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dato un nodo, i nodi che appartengono al suo sottoalbero si dicono suoi </a:t>
            </a:r>
            <a:r>
              <a:rPr lang="it-IT" altLang="en-US" sz="2200" i="1" dirty="0">
                <a:solidFill>
                  <a:schemeClr val="tx1"/>
                </a:solidFill>
                <a:latin typeface="+mj-lt"/>
              </a:rPr>
              <a:t>discendenti</a:t>
            </a: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dato un qualunque nodo, i nodi che si trovano nel </a:t>
            </a:r>
            <a:r>
              <a:rPr lang="it-IT" altLang="en-US" sz="2200" i="1" dirty="0">
                <a:solidFill>
                  <a:schemeClr val="tx1"/>
                </a:solidFill>
                <a:latin typeface="+mj-lt"/>
              </a:rPr>
              <a:t>cammino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dalla radice ad esso sono i suoi </a:t>
            </a:r>
            <a:r>
              <a:rPr lang="it-IT" altLang="en-US" sz="2200" i="1" dirty="0">
                <a:solidFill>
                  <a:schemeClr val="tx1"/>
                </a:solidFill>
                <a:latin typeface="+mj-lt"/>
              </a:rPr>
              <a:t>ascendenti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(per esempio, B ed A sono ascendenti di C)</a:t>
            </a:r>
          </a:p>
        </p:txBody>
      </p:sp>
      <p:pic>
        <p:nvPicPr>
          <p:cNvPr id="262149" name="Picture 5">
            <a:extLst>
              <a:ext uri="{FF2B5EF4-FFF2-40B4-BE49-F238E27FC236}">
                <a16:creationId xmlns:a16="http://schemas.microsoft.com/office/drawing/2014/main" id="{49D80DA6-4AB7-470F-B0B5-B2BBDFF13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720132"/>
            <a:ext cx="3533775" cy="2005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1362D24-D4CF-420F-B3A3-FE6F351A9BF1}"/>
              </a:ext>
            </a:extLst>
          </p:cNvPr>
          <p:cNvSpPr txBox="1"/>
          <p:nvPr/>
        </p:nvSpPr>
        <p:spPr>
          <a:xfrm>
            <a:off x="539303" y="1052736"/>
            <a:ext cx="813715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Definizione ricorsiva: un albero è un insieme di nodi che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è vuoto 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oppure ha un nodo denominato </a:t>
            </a:r>
            <a:r>
              <a:rPr lang="it-IT" altLang="en-US" sz="2200" i="1" dirty="0">
                <a:solidFill>
                  <a:schemeClr val="tx1"/>
                </a:solidFill>
                <a:latin typeface="+mj-lt"/>
              </a:rPr>
              <a:t>radice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da cui discendono zero o più sottoalberi che sono essi stessi alberi  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7B7BCF68-2ACC-47BB-A613-738F260B87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7844" y="127012"/>
            <a:ext cx="7416800" cy="865187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4000" dirty="0">
                <a:ea typeface="ＭＳ Ｐゴシック" charset="0"/>
                <a:cs typeface="+mj-cs"/>
              </a:rPr>
              <a:t>Cammini e livelli</a:t>
            </a:r>
          </a:p>
        </p:txBody>
      </p:sp>
      <p:sp>
        <p:nvSpPr>
          <p:cNvPr id="264195" name="Text Box 3">
            <a:extLst>
              <a:ext uri="{FF2B5EF4-FFF2-40B4-BE49-F238E27FC236}">
                <a16:creationId xmlns:a16="http://schemas.microsoft.com/office/drawing/2014/main" id="{82637E43-41CB-424B-8DC1-7A3E611BF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292600"/>
            <a:ext cx="878522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il </a:t>
            </a:r>
            <a:r>
              <a:rPr lang="it-IT" altLang="en-US" sz="2200" b="1" dirty="0">
                <a:solidFill>
                  <a:schemeClr val="tx1"/>
                </a:solidFill>
                <a:latin typeface="+mj-lt"/>
              </a:rPr>
              <a:t>livello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di un nodo è la sua distanza dalla radice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la radice ha livello 0, i suoi figli livello 1, i suoi nipoti livello 2 e così via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 fratelli hanno lo stesso livello ma non tutti i nodi dello stesso livello sono fratelli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La </a:t>
            </a:r>
            <a:r>
              <a:rPr lang="it-IT" altLang="en-US" sz="2200" b="1" dirty="0">
                <a:solidFill>
                  <a:schemeClr val="tx1"/>
                </a:solidFill>
                <a:latin typeface="+mj-lt"/>
              </a:rPr>
              <a:t>profondità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di un albero è la lunghezza del cammino più lungo dalla radice ad una foglia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64196" name="Picture 4">
            <a:extLst>
              <a:ext uri="{FF2B5EF4-FFF2-40B4-BE49-F238E27FC236}">
                <a16:creationId xmlns:a16="http://schemas.microsoft.com/office/drawing/2014/main" id="{2E0A10CB-C03C-48F0-B670-F3D1ABA69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981075"/>
            <a:ext cx="6097588" cy="306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427A5A-A93A-411D-9BF9-855363B38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it-IT" altLang="en-US" sz="4000" dirty="0"/>
              <a:t>Profondità di un nodo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2DC8CE-B9FA-4145-A1C7-D347DFCBA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1600200"/>
            <a:ext cx="8439150" cy="48895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altLang="en-US" sz="2800" dirty="0"/>
              <a:t>Definita ricorsivamente</a:t>
            </a:r>
          </a:p>
          <a:p>
            <a:pPr lvl="1">
              <a:lnSpc>
                <a:spcPct val="90000"/>
              </a:lnSpc>
            </a:pPr>
            <a:r>
              <a:rPr lang="it-IT" altLang="en-US" sz="2400" dirty="0"/>
              <a:t>La radice ha profondità 0 i figli (della radice) profondità 1, etc.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it-IT" altLang="en-US" sz="2800" b="1" dirty="0"/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it-IT" altLang="en-US" sz="2800" b="1" dirty="0"/>
              <a:t>Profondità</a:t>
            </a:r>
            <a:r>
              <a:rPr lang="it-IT" altLang="en-US" sz="2800" dirty="0"/>
              <a:t> (u)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it-IT" altLang="en-US" sz="2800" dirty="0"/>
              <a:t>	p=0; 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it-IT" altLang="en-US" sz="2800" dirty="0"/>
              <a:t>	</a:t>
            </a:r>
            <a:r>
              <a:rPr lang="it-IT" altLang="en-US" sz="2800" dirty="0" err="1"/>
              <a:t>while</a:t>
            </a:r>
            <a:r>
              <a:rPr lang="it-IT" altLang="en-US" sz="2800" dirty="0"/>
              <a:t> (</a:t>
            </a:r>
            <a:r>
              <a:rPr lang="it-IT" altLang="en-US" sz="2800" dirty="0" err="1"/>
              <a:t>u.padre</a:t>
            </a:r>
            <a:r>
              <a:rPr lang="it-IT" altLang="en-US" sz="2800" dirty="0"/>
              <a:t> != </a:t>
            </a:r>
            <a:r>
              <a:rPr lang="it-IT" altLang="en-US" sz="2800" dirty="0" err="1"/>
              <a:t>null</a:t>
            </a:r>
            <a:r>
              <a:rPr lang="it-IT" altLang="en-US" sz="2800" dirty="0"/>
              <a:t>) {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it-IT" altLang="en-US" sz="2800" dirty="0"/>
              <a:t>		p=p +1;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it-IT" altLang="en-US" sz="2800" dirty="0"/>
              <a:t>		u=</a:t>
            </a:r>
            <a:r>
              <a:rPr lang="it-IT" altLang="en-US" sz="2800" dirty="0" err="1"/>
              <a:t>u.padre</a:t>
            </a:r>
            <a:r>
              <a:rPr lang="it-IT" altLang="en-US" sz="2800" dirty="0"/>
              <a:t>;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it-IT" altLang="en-US" sz="2800" dirty="0"/>
              <a:t>	}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it-IT" alt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olo 1">
            <a:extLst>
              <a:ext uri="{FF2B5EF4-FFF2-40B4-BE49-F238E27FC236}">
                <a16:creationId xmlns:a16="http://schemas.microsoft.com/office/drawing/2014/main" id="{E5DAA9CF-BD47-467D-A7A0-1A2DA1FA4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en-US" dirty="0">
                <a:cs typeface="Times New Roman" panose="02020603050405020304" pitchFamily="18" charset="0"/>
              </a:rPr>
              <a:t>Alberi equilibrati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3381F06-DF0E-4855-B14E-193B5F601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56792"/>
            <a:ext cx="8439150" cy="4889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altLang="en-US" sz="2800" dirty="0">
                <a:latin typeface="+mj-lt"/>
                <a:cs typeface="Times New Roman" panose="02020603050405020304" pitchFamily="18" charset="0"/>
              </a:rPr>
              <a:t>Un albero di profondità h è equilibrato (o bilanciato) se, </a:t>
            </a:r>
          </a:p>
          <a:p>
            <a:pPr>
              <a:buFont typeface="Calibri" panose="020F0502020204030204" pitchFamily="34" charset="0"/>
              <a:buAutoNum type="arabicPeriod"/>
            </a:pPr>
            <a:endParaRPr lang="it-IT" altLang="en-US" sz="2800" dirty="0">
              <a:latin typeface="+mj-lt"/>
              <a:cs typeface="Times New Roman" panose="02020603050405020304" pitchFamily="18" charset="0"/>
            </a:endParaRPr>
          </a:p>
          <a:p>
            <a:pPr>
              <a:buFont typeface="Calibri" panose="020F0502020204030204" pitchFamily="34" charset="0"/>
              <a:buAutoNum type="arabicPeriod"/>
            </a:pPr>
            <a:r>
              <a:rPr lang="it-IT" altLang="en-US" sz="2800" dirty="0">
                <a:latin typeface="+mj-lt"/>
                <a:cs typeface="Times New Roman" panose="02020603050405020304" pitchFamily="18" charset="0"/>
              </a:rPr>
              <a:t>Tutte le foglie si trovano allo stesso livello.</a:t>
            </a:r>
          </a:p>
          <a:p>
            <a:pPr>
              <a:buFont typeface="Calibri" panose="020F0502020204030204" pitchFamily="34" charset="0"/>
              <a:buAutoNum type="arabicPeriod"/>
            </a:pPr>
            <a:r>
              <a:rPr lang="it-IT" altLang="en-US" sz="2800" dirty="0">
                <a:latin typeface="+mj-lt"/>
                <a:cs typeface="Times New Roman" panose="02020603050405020304" pitchFamily="18" charset="0"/>
              </a:rPr>
              <a:t>Dato k numero massimo di figli per nodo, ogni nodo interno (inclusa la radice) ha esattamente k figli. </a:t>
            </a:r>
          </a:p>
          <a:p>
            <a:endParaRPr lang="it-IT" altLang="en-US" sz="2800" b="1" dirty="0">
              <a:latin typeface="+mj-lt"/>
            </a:endParaRPr>
          </a:p>
          <a:p>
            <a:pPr>
              <a:buFont typeface="Arial" panose="020B0604020202020204" pitchFamily="34" charset="0"/>
              <a:buNone/>
            </a:pPr>
            <a:endParaRPr lang="it-IT" altLang="en-US" sz="2800" dirty="0">
              <a:latin typeface="+mj-lt"/>
            </a:endParaRPr>
          </a:p>
        </p:txBody>
      </p:sp>
      <p:pic>
        <p:nvPicPr>
          <p:cNvPr id="25603" name="Immagine 4">
            <a:extLst>
              <a:ext uri="{FF2B5EF4-FFF2-40B4-BE49-F238E27FC236}">
                <a16:creationId xmlns:a16="http://schemas.microsoft.com/office/drawing/2014/main" id="{294B29CE-BDF5-4144-A728-C94831AEF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4221088"/>
            <a:ext cx="32258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F9E69ADB-F217-4B6F-915E-B9A6B9BBB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78582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Albero binario</a:t>
            </a:r>
          </a:p>
        </p:txBody>
      </p:sp>
      <p:sp>
        <p:nvSpPr>
          <p:cNvPr id="266243" name="Text Box 3">
            <a:extLst>
              <a:ext uri="{FF2B5EF4-FFF2-40B4-BE49-F238E27FC236}">
                <a16:creationId xmlns:a16="http://schemas.microsoft.com/office/drawing/2014/main" id="{FFF92C49-8C06-49CF-8FC8-2FEC1F234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8641084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un albero è </a:t>
            </a:r>
            <a:r>
              <a:rPr lang="it-IT" altLang="en-US" sz="2200" i="1" dirty="0">
                <a:solidFill>
                  <a:schemeClr val="tx1"/>
                </a:solidFill>
                <a:latin typeface="+mj-lt"/>
              </a:rPr>
              <a:t>binario</a:t>
            </a:r>
            <a:r>
              <a:rPr lang="it-IT" altLang="en-US" sz="22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se ogni nodo non ha più di due figli (sottoalberi), il sinistro ed il destro 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66244" name="Picture 4">
            <a:extLst>
              <a:ext uri="{FF2B5EF4-FFF2-40B4-BE49-F238E27FC236}">
                <a16:creationId xmlns:a16="http://schemas.microsoft.com/office/drawing/2014/main" id="{26AB9681-D9D0-4F5E-BC3A-C2ACF4C71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2781300"/>
            <a:ext cx="1306512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66245" name="Picture 5">
            <a:extLst>
              <a:ext uri="{FF2B5EF4-FFF2-40B4-BE49-F238E27FC236}">
                <a16:creationId xmlns:a16="http://schemas.microsoft.com/office/drawing/2014/main" id="{587177E5-1B84-429E-9733-BCFB1AE3B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2781300"/>
            <a:ext cx="1644650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66246" name="Picture 6">
            <a:extLst>
              <a:ext uri="{FF2B5EF4-FFF2-40B4-BE49-F238E27FC236}">
                <a16:creationId xmlns:a16="http://schemas.microsoft.com/office/drawing/2014/main" id="{34264EC8-F56A-4736-A075-3EA9432E6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000" y="2781300"/>
            <a:ext cx="1576388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66247" name="Picture 7">
            <a:extLst>
              <a:ext uri="{FF2B5EF4-FFF2-40B4-BE49-F238E27FC236}">
                <a16:creationId xmlns:a16="http://schemas.microsoft.com/office/drawing/2014/main" id="{3744CA3D-5096-46EC-9405-BBDCEA4CC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781300"/>
            <a:ext cx="700088" cy="88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66248" name="Picture 8">
            <a:extLst>
              <a:ext uri="{FF2B5EF4-FFF2-40B4-BE49-F238E27FC236}">
                <a16:creationId xmlns:a16="http://schemas.microsoft.com/office/drawing/2014/main" id="{EC13C043-C065-4FAE-B0E1-5FB0286D1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781300"/>
            <a:ext cx="144145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66249" name="Picture 9">
            <a:extLst>
              <a:ext uri="{FF2B5EF4-FFF2-40B4-BE49-F238E27FC236}">
                <a16:creationId xmlns:a16="http://schemas.microsoft.com/office/drawing/2014/main" id="{B3F9A947-BD63-4477-A893-48F35369B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781300"/>
            <a:ext cx="3619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66250" name="Picture 10">
            <a:extLst>
              <a:ext uri="{FF2B5EF4-FFF2-40B4-BE49-F238E27FC236}">
                <a16:creationId xmlns:a16="http://schemas.microsoft.com/office/drawing/2014/main" id="{2BAADA74-A261-4021-A565-960A7817B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781300"/>
            <a:ext cx="700087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1" name="Text Box 3">
            <a:extLst>
              <a:ext uri="{FF2B5EF4-FFF2-40B4-BE49-F238E27FC236}">
                <a16:creationId xmlns:a16="http://schemas.microsoft.com/office/drawing/2014/main" id="{FBE6A4B1-7F75-411F-9DB2-FF7C811BD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201324"/>
            <a:ext cx="8351838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Ad ogni livello n un albero binario può contenere (al più) 2</a:t>
            </a:r>
            <a:r>
              <a:rPr lang="it-IT" altLang="en-US" sz="2200" baseline="30000" dirty="0">
                <a:solidFill>
                  <a:schemeClr val="tx1"/>
                </a:solidFill>
                <a:latin typeface="+mj-lt"/>
              </a:rPr>
              <a:t>n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 nodi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Il numero totale di nodi di un albero (incluse le foglie) di profondità n è al massimo 2</a:t>
            </a:r>
            <a:r>
              <a:rPr lang="it-IT" altLang="en-US" sz="2200" baseline="30000" dirty="0">
                <a:solidFill>
                  <a:schemeClr val="tx1"/>
                </a:solidFill>
                <a:latin typeface="+mj-lt"/>
              </a:rPr>
              <a:t>(n+1)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-1</a:t>
            </a:r>
            <a:endParaRPr lang="en-US" altLang="en-US" sz="2200" baseline="30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C8CC8D0-2162-4D4C-B685-DDA4E25D8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773238"/>
            <a:ext cx="2016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it-IT" altLang="en-US" sz="2000">
                <a:solidFill>
                  <a:schemeClr val="tx1"/>
                </a:solidFill>
                <a:latin typeface="+mj-lt"/>
              </a:rPr>
              <a:t>Albero degenere!</a:t>
            </a:r>
          </a:p>
        </p:txBody>
      </p:sp>
      <p:cxnSp>
        <p:nvCxnSpPr>
          <p:cNvPr id="3" name="Connettore 2 2">
            <a:extLst>
              <a:ext uri="{FF2B5EF4-FFF2-40B4-BE49-F238E27FC236}">
                <a16:creationId xmlns:a16="http://schemas.microsoft.com/office/drawing/2014/main" id="{0EA4E1E7-E68E-41AD-92ED-113409EB835E}"/>
              </a:ext>
            </a:extLst>
          </p:cNvPr>
          <p:cNvCxnSpPr>
            <a:cxnSpLocks noChangeShapeType="1"/>
            <a:stCxn id="12" idx="2"/>
          </p:cNvCxnSpPr>
          <p:nvPr/>
        </p:nvCxnSpPr>
        <p:spPr bwMode="auto">
          <a:xfrm>
            <a:off x="7235825" y="2173288"/>
            <a:ext cx="360363" cy="823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0BAE0B6-717E-4212-BE33-F0E4906948F9}"/>
              </a:ext>
            </a:extLst>
          </p:cNvPr>
          <p:cNvSpPr txBox="1"/>
          <p:nvPr/>
        </p:nvSpPr>
        <p:spPr>
          <a:xfrm>
            <a:off x="539750" y="4582869"/>
            <a:ext cx="8164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Un albero binario non vuoto si definisce </a:t>
            </a:r>
            <a:r>
              <a:rPr lang="it-IT" b="1" dirty="0"/>
              <a:t>degenere</a:t>
            </a:r>
            <a:r>
              <a:rPr lang="it-IT" dirty="0"/>
              <a:t> se ogni nodo diverso da una foglia </a:t>
            </a:r>
          </a:p>
          <a:p>
            <a:r>
              <a:rPr lang="it-IT" dirty="0"/>
              <a:t>ha un solo figlio (per convenzione, si assume che l'albero vuoto sia degenere).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69A361F4-9A11-4447-806F-E8D829B728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44624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Implementazione di un albero</a:t>
            </a:r>
          </a:p>
        </p:txBody>
      </p:sp>
      <p:pic>
        <p:nvPicPr>
          <p:cNvPr id="268291" name="Picture 3">
            <a:extLst>
              <a:ext uri="{FF2B5EF4-FFF2-40B4-BE49-F238E27FC236}">
                <a16:creationId xmlns:a16="http://schemas.microsoft.com/office/drawing/2014/main" id="{0F9A968B-EE87-448B-B75F-86846D0A0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908050"/>
            <a:ext cx="6062662" cy="553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9A03B5C1-3F8D-47BC-AED0-AFCF65A7FBEC}"/>
              </a:ext>
            </a:extLst>
          </p:cNvPr>
          <p:cNvSpPr txBox="1"/>
          <p:nvPr/>
        </p:nvSpPr>
        <p:spPr>
          <a:xfrm>
            <a:off x="1907704" y="5291916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E18E930E-FA79-431E-8E76-A805AA3FE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9931" y="44624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Visita di un albero</a:t>
            </a:r>
          </a:p>
        </p:txBody>
      </p:sp>
      <p:sp>
        <p:nvSpPr>
          <p:cNvPr id="272387" name="Text Box 3">
            <a:extLst>
              <a:ext uri="{FF2B5EF4-FFF2-40B4-BE49-F238E27FC236}">
                <a16:creationId xmlns:a16="http://schemas.microsoft.com/office/drawing/2014/main" id="{181BD97B-8FB2-428F-AEB7-E329C1250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225525"/>
            <a:ext cx="7921004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partendo dalla radice, in linea generale un albero può essere visitato "in profondità" oppure "in ampiezza" 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72388" name="Text Box 4">
            <a:extLst>
              <a:ext uri="{FF2B5EF4-FFF2-40B4-BE49-F238E27FC236}">
                <a16:creationId xmlns:a16="http://schemas.microsoft.com/office/drawing/2014/main" id="{CE010AF6-BE08-4A6B-A8F8-4ABBEBB2E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089125"/>
            <a:ext cx="8713787" cy="314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nella visita in profondità, dopo il nodo corrente viene esaminato un suo figlio, quale dipende dal particolare algoritmo; se non c'è alcun figlio si ritorna dal padre ("</a:t>
            </a:r>
            <a:r>
              <a:rPr lang="it-IT" altLang="en-US" sz="2200" dirty="0" err="1">
                <a:solidFill>
                  <a:schemeClr val="tx1"/>
                </a:solidFill>
                <a:latin typeface="+mj-lt"/>
              </a:rPr>
              <a:t>backtraking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" semplice) verso un eventuale altro figlio e così via; così facendo tutti i discendenti d'ogni nodo vengono visitati prima dei suoi eventuali fratelli o pari livello</a:t>
            </a:r>
            <a:br>
              <a:rPr lang="it-IT" altLang="en-US" sz="2200" dirty="0">
                <a:solidFill>
                  <a:schemeClr val="tx1"/>
                </a:solidFill>
                <a:latin typeface="+mj-lt"/>
              </a:rPr>
            </a:b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nella visita in ampiezza, dopo il nodo corrente viene visitato un altro nodo di pari livello; così facendo tutti i nodi di un livello verranno visitati prima di tutti i nodi del livello successivo </a:t>
            </a:r>
            <a:endParaRPr lang="en-US" altLang="en-US" sz="22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30F843E3-B986-40FC-A945-4AD8E1A99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1369" y="4772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Albero binario di ricerca</a:t>
            </a: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A79E1523-E660-42FC-83F5-94F978F98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57338"/>
            <a:ext cx="8713788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>
                <a:solidFill>
                  <a:schemeClr val="tx1"/>
                </a:solidFill>
                <a:latin typeface="+mj-lt"/>
              </a:rPr>
              <a:t> Proprietà fondamentale: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r>
              <a:rPr lang="it-IT" altLang="en-US" sz="2200">
                <a:solidFill>
                  <a:schemeClr val="tx1"/>
                </a:solidFill>
                <a:latin typeface="+mj-lt"/>
              </a:rPr>
              <a:t>x nodo generico. Se y è un nodo nel sottoalbero sinistro di radice x allora y.valore &lt; x.valore. Altrimenti y.valore ≥ x.valore</a:t>
            </a:r>
            <a:endParaRPr lang="en-US" altLang="en-US" sz="220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32771" name="Immagine 1">
            <a:extLst>
              <a:ext uri="{FF2B5EF4-FFF2-40B4-BE49-F238E27FC236}">
                <a16:creationId xmlns:a16="http://schemas.microsoft.com/office/drawing/2014/main" id="{1F479BFB-4380-4D8A-9ACC-69714C359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924175"/>
            <a:ext cx="7632700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F18EBAEC-DA20-49C3-9A7C-FB5CC359D7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1369" y="242908"/>
            <a:ext cx="7632700" cy="981075"/>
          </a:xfrm>
        </p:spPr>
        <p:txBody>
          <a:bodyPr lIns="0" tIns="0" rIns="0" bIns="0">
            <a:normAutofit fontScale="90000"/>
          </a:bodyPr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Inserimento in un albero binario di ricerca</a:t>
            </a: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9F734C90-3709-4172-A2CF-11CBA5746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57338"/>
            <a:ext cx="8713788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SzPct val="50000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I nuovi elementi vengono sempre inseriti come nuove foglie.</a:t>
            </a:r>
          </a:p>
          <a:p>
            <a:pPr>
              <a:buSzPct val="50000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In che punto inseriremo l’elemento 9?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12B6E152-7652-44F8-AE0B-3FD7BF52F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76872"/>
            <a:ext cx="3779837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428D60B3-CE5C-423B-83DB-171948F7C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789040"/>
            <a:ext cx="4103960" cy="250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61417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DBB18144-FC0E-40F5-BA13-AF3235661B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1369" y="188640"/>
            <a:ext cx="7632700" cy="981075"/>
          </a:xfrm>
        </p:spPr>
        <p:txBody>
          <a:bodyPr lIns="0" tIns="0" rIns="0" bIns="0">
            <a:normAutofit fontScale="90000"/>
          </a:bodyPr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Inserimento in un albero binario di ricerca</a:t>
            </a: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191A2A8C-F794-47E5-BDDD-5CD98F69B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340768"/>
            <a:ext cx="849706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914400" indent="-4572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         </a:t>
            </a:r>
            <a:r>
              <a:rPr lang="it-IT" altLang="en-US" sz="2200" dirty="0" err="1">
                <a:solidFill>
                  <a:schemeClr val="tx1"/>
                </a:solidFill>
              </a:rPr>
              <a:t>Insert</a:t>
            </a:r>
            <a:r>
              <a:rPr lang="it-IT" altLang="en-US" sz="2200" dirty="0">
                <a:solidFill>
                  <a:schemeClr val="tx1"/>
                </a:solidFill>
              </a:rPr>
              <a:t>(T, elemento)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x=</a:t>
            </a:r>
            <a:r>
              <a:rPr lang="it-IT" altLang="en-US" sz="2200" dirty="0" err="1">
                <a:solidFill>
                  <a:schemeClr val="tx1"/>
                </a:solidFill>
              </a:rPr>
              <a:t>T.root</a:t>
            </a:r>
            <a:r>
              <a:rPr lang="it-IT" altLang="en-US" sz="2200" dirty="0">
                <a:solidFill>
                  <a:schemeClr val="tx1"/>
                </a:solidFill>
              </a:rPr>
              <a:t>;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y=NULL;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 dirty="0" err="1">
                <a:solidFill>
                  <a:schemeClr val="tx1"/>
                </a:solidFill>
              </a:rPr>
              <a:t>while</a:t>
            </a:r>
            <a:r>
              <a:rPr lang="it-IT" altLang="en-US" sz="2200" dirty="0">
                <a:solidFill>
                  <a:schemeClr val="tx1"/>
                </a:solidFill>
              </a:rPr>
              <a:t> (x!= NULL)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      y=x;		// y serve a mantenere il padre di x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      </a:t>
            </a:r>
            <a:r>
              <a:rPr lang="it-IT" altLang="en-US" sz="2200" b="1" dirty="0" err="1">
                <a:solidFill>
                  <a:schemeClr val="tx1"/>
                </a:solidFill>
              </a:rPr>
              <a:t>if</a:t>
            </a:r>
            <a:r>
              <a:rPr lang="it-IT" altLang="en-US" sz="2200" dirty="0">
                <a:solidFill>
                  <a:schemeClr val="tx1"/>
                </a:solidFill>
              </a:rPr>
              <a:t> (elemento &lt; </a:t>
            </a:r>
            <a:r>
              <a:rPr lang="it-IT" altLang="en-US" sz="2200" dirty="0" err="1">
                <a:solidFill>
                  <a:schemeClr val="tx1"/>
                </a:solidFill>
              </a:rPr>
              <a:t>x.val</a:t>
            </a:r>
            <a:r>
              <a:rPr lang="it-IT" altLang="en-US" sz="2200" dirty="0">
                <a:solidFill>
                  <a:schemeClr val="tx1"/>
                </a:solidFill>
              </a:rPr>
              <a:t>)    // confronto con la chiave di x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	</a:t>
            </a:r>
            <a:r>
              <a:rPr lang="it-IT" altLang="en-US" sz="2200" b="1" dirty="0">
                <a:solidFill>
                  <a:schemeClr val="tx1"/>
                </a:solidFill>
              </a:rPr>
              <a:t> </a:t>
            </a:r>
            <a:r>
              <a:rPr lang="it-IT" altLang="en-US" sz="2200" b="1" dirty="0" err="1">
                <a:solidFill>
                  <a:schemeClr val="tx1"/>
                </a:solidFill>
              </a:rPr>
              <a:t>then</a:t>
            </a:r>
            <a:r>
              <a:rPr lang="it-IT" altLang="en-US" sz="2200" b="1" dirty="0">
                <a:solidFill>
                  <a:schemeClr val="tx1"/>
                </a:solidFill>
              </a:rPr>
              <a:t> </a:t>
            </a:r>
            <a:r>
              <a:rPr lang="it-IT" altLang="en-US" sz="2200" dirty="0">
                <a:solidFill>
                  <a:schemeClr val="tx1"/>
                </a:solidFill>
              </a:rPr>
              <a:t>x=</a:t>
            </a:r>
            <a:r>
              <a:rPr lang="it-IT" altLang="en-US" sz="2200" dirty="0" err="1">
                <a:solidFill>
                  <a:schemeClr val="tx1"/>
                </a:solidFill>
              </a:rPr>
              <a:t>x.left</a:t>
            </a:r>
            <a:r>
              <a:rPr lang="it-IT" altLang="en-US" sz="2200" dirty="0">
                <a:solidFill>
                  <a:schemeClr val="tx1"/>
                </a:solidFill>
              </a:rPr>
              <a:t>;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             </a:t>
            </a:r>
            <a:r>
              <a:rPr lang="it-IT" altLang="en-US" sz="2200" b="1" dirty="0">
                <a:solidFill>
                  <a:schemeClr val="tx1"/>
                </a:solidFill>
              </a:rPr>
              <a:t>else</a:t>
            </a:r>
            <a:r>
              <a:rPr lang="it-IT" altLang="en-US" sz="2200" dirty="0">
                <a:solidFill>
                  <a:schemeClr val="tx1"/>
                </a:solidFill>
              </a:rPr>
              <a:t>  x=</a:t>
            </a:r>
            <a:r>
              <a:rPr lang="it-IT" altLang="en-US" sz="2200" dirty="0" err="1">
                <a:solidFill>
                  <a:schemeClr val="tx1"/>
                </a:solidFill>
              </a:rPr>
              <a:t>x.right</a:t>
            </a:r>
            <a:r>
              <a:rPr lang="it-IT" altLang="en-US" sz="2200" dirty="0">
                <a:solidFill>
                  <a:schemeClr val="tx1"/>
                </a:solidFill>
              </a:rPr>
              <a:t>;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new nodo;         // x occupa la posizione dove inserire il nodo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 err="1">
                <a:solidFill>
                  <a:schemeClr val="tx1"/>
                </a:solidFill>
              </a:rPr>
              <a:t>nodo.padre</a:t>
            </a:r>
            <a:r>
              <a:rPr lang="it-IT" altLang="en-US" sz="2200" dirty="0">
                <a:solidFill>
                  <a:schemeClr val="tx1"/>
                </a:solidFill>
              </a:rPr>
              <a:t>=y; </a:t>
            </a:r>
            <a:r>
              <a:rPr lang="it-IT" altLang="en-US" sz="2200" dirty="0" err="1">
                <a:solidFill>
                  <a:schemeClr val="tx1"/>
                </a:solidFill>
              </a:rPr>
              <a:t>nodo.val</a:t>
            </a:r>
            <a:r>
              <a:rPr lang="it-IT" altLang="en-US" sz="2200" dirty="0">
                <a:solidFill>
                  <a:schemeClr val="tx1"/>
                </a:solidFill>
              </a:rPr>
              <a:t>=elemento;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 dirty="0" err="1">
                <a:solidFill>
                  <a:schemeClr val="tx1"/>
                </a:solidFill>
              </a:rPr>
              <a:t>if</a:t>
            </a:r>
            <a:r>
              <a:rPr lang="it-IT" altLang="en-US" sz="2200" dirty="0">
                <a:solidFill>
                  <a:schemeClr val="tx1"/>
                </a:solidFill>
              </a:rPr>
              <a:t> (y==NULL) // L</a:t>
            </a:r>
            <a:r>
              <a:rPr lang="it-IT" altLang="it-IT" sz="2200" dirty="0">
                <a:solidFill>
                  <a:schemeClr val="tx1"/>
                </a:solidFill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</a:rPr>
              <a:t>albero è vuoto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	</a:t>
            </a:r>
            <a:r>
              <a:rPr lang="it-IT" altLang="en-US" sz="2200" dirty="0" err="1">
                <a:solidFill>
                  <a:schemeClr val="tx1"/>
                </a:solidFill>
              </a:rPr>
              <a:t>T.root</a:t>
            </a:r>
            <a:r>
              <a:rPr lang="it-IT" altLang="en-US" sz="2200" dirty="0">
                <a:solidFill>
                  <a:schemeClr val="tx1"/>
                </a:solidFill>
              </a:rPr>
              <a:t>=nodo;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 dirty="0">
                <a:solidFill>
                  <a:schemeClr val="tx1"/>
                </a:solidFill>
              </a:rPr>
              <a:t>else </a:t>
            </a:r>
            <a:r>
              <a:rPr lang="it-IT" altLang="en-US" sz="2200" b="1" dirty="0" err="1">
                <a:solidFill>
                  <a:schemeClr val="tx1"/>
                </a:solidFill>
              </a:rPr>
              <a:t>if</a:t>
            </a:r>
            <a:r>
              <a:rPr lang="it-IT" altLang="en-US" sz="2200" b="1" dirty="0">
                <a:solidFill>
                  <a:schemeClr val="tx1"/>
                </a:solidFill>
              </a:rPr>
              <a:t> </a:t>
            </a:r>
            <a:r>
              <a:rPr lang="it-IT" altLang="en-US" sz="2200" dirty="0">
                <a:solidFill>
                  <a:schemeClr val="tx1"/>
                </a:solidFill>
              </a:rPr>
              <a:t>(</a:t>
            </a:r>
            <a:r>
              <a:rPr lang="it-IT" altLang="en-US" sz="2200" dirty="0" err="1">
                <a:solidFill>
                  <a:schemeClr val="tx1"/>
                </a:solidFill>
              </a:rPr>
              <a:t>nodo.val</a:t>
            </a:r>
            <a:r>
              <a:rPr lang="it-IT" altLang="en-US" sz="2200" dirty="0">
                <a:solidFill>
                  <a:schemeClr val="tx1"/>
                </a:solidFill>
              </a:rPr>
              <a:t> &lt; </a:t>
            </a:r>
            <a:r>
              <a:rPr lang="it-IT" altLang="en-US" sz="2200" dirty="0" err="1">
                <a:solidFill>
                  <a:schemeClr val="tx1"/>
                </a:solidFill>
              </a:rPr>
              <a:t>y.val</a:t>
            </a:r>
            <a:r>
              <a:rPr lang="it-IT" altLang="en-US" sz="2200" dirty="0">
                <a:solidFill>
                  <a:schemeClr val="tx1"/>
                </a:solidFill>
              </a:rPr>
              <a:t>) </a:t>
            </a:r>
            <a:r>
              <a:rPr lang="it-IT" altLang="en-US" sz="2200" dirty="0" err="1">
                <a:solidFill>
                  <a:schemeClr val="tx1"/>
                </a:solidFill>
              </a:rPr>
              <a:t>y.left</a:t>
            </a:r>
            <a:r>
              <a:rPr lang="it-IT" altLang="en-US" sz="2200" dirty="0">
                <a:solidFill>
                  <a:schemeClr val="tx1"/>
                </a:solidFill>
              </a:rPr>
              <a:t>=nodo;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 dirty="0">
                <a:solidFill>
                  <a:schemeClr val="tx1"/>
                </a:solidFill>
              </a:rPr>
              <a:t>else</a:t>
            </a:r>
            <a:r>
              <a:rPr lang="it-IT" altLang="en-US" sz="2200" dirty="0">
                <a:solidFill>
                  <a:schemeClr val="tx1"/>
                </a:solidFill>
              </a:rPr>
              <a:t> </a:t>
            </a:r>
            <a:r>
              <a:rPr lang="it-IT" altLang="en-US" sz="2200" dirty="0" err="1">
                <a:solidFill>
                  <a:schemeClr val="tx1"/>
                </a:solidFill>
              </a:rPr>
              <a:t>y.right</a:t>
            </a:r>
            <a:r>
              <a:rPr lang="it-IT" altLang="en-US" sz="2200" dirty="0">
                <a:solidFill>
                  <a:schemeClr val="tx1"/>
                </a:solidFill>
              </a:rPr>
              <a:t>=nodo; 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endParaRPr lang="it-IT" alt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1146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DBB18144-FC0E-40F5-BA13-AF3235661B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1369" y="188640"/>
            <a:ext cx="7632700" cy="981075"/>
          </a:xfrm>
        </p:spPr>
        <p:txBody>
          <a:bodyPr lIns="0" tIns="0" rIns="0" bIns="0">
            <a:normAutofit fontScale="90000"/>
          </a:bodyPr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Inserimento in un albero binario di ricerca</a:t>
            </a: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191A2A8C-F794-47E5-BDDD-5CD98F69B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908720"/>
            <a:ext cx="424847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914400" indent="-4572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1400" dirty="0">
                <a:solidFill>
                  <a:schemeClr val="tx1"/>
                </a:solidFill>
              </a:rPr>
              <a:t>            </a:t>
            </a:r>
            <a:r>
              <a:rPr lang="it-IT" altLang="en-US" sz="1400" dirty="0" err="1">
                <a:solidFill>
                  <a:schemeClr val="tx1"/>
                </a:solidFill>
              </a:rPr>
              <a:t>Insert</a:t>
            </a:r>
            <a:r>
              <a:rPr lang="it-IT" altLang="en-US" sz="1400" dirty="0">
                <a:solidFill>
                  <a:schemeClr val="tx1"/>
                </a:solidFill>
              </a:rPr>
              <a:t>(T, elemento)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dirty="0">
                <a:solidFill>
                  <a:schemeClr val="tx1"/>
                </a:solidFill>
              </a:rPr>
              <a:t>x=</a:t>
            </a:r>
            <a:r>
              <a:rPr lang="it-IT" altLang="en-US" sz="1400" dirty="0" err="1">
                <a:solidFill>
                  <a:schemeClr val="tx1"/>
                </a:solidFill>
              </a:rPr>
              <a:t>T.root</a:t>
            </a:r>
            <a:r>
              <a:rPr lang="it-IT" altLang="en-US" sz="1400" dirty="0">
                <a:solidFill>
                  <a:schemeClr val="tx1"/>
                </a:solidFill>
              </a:rPr>
              <a:t>;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dirty="0">
                <a:solidFill>
                  <a:schemeClr val="tx1"/>
                </a:solidFill>
              </a:rPr>
              <a:t>y=NULL;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b="1" dirty="0" err="1">
                <a:solidFill>
                  <a:schemeClr val="tx1"/>
                </a:solidFill>
              </a:rPr>
              <a:t>while</a:t>
            </a:r>
            <a:r>
              <a:rPr lang="it-IT" altLang="en-US" sz="1400" dirty="0">
                <a:solidFill>
                  <a:schemeClr val="tx1"/>
                </a:solidFill>
              </a:rPr>
              <a:t> (x!= NULL)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dirty="0">
                <a:solidFill>
                  <a:schemeClr val="tx1"/>
                </a:solidFill>
              </a:rPr>
              <a:t>       y=x;		// y serve a mantenere il padre di x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dirty="0">
                <a:solidFill>
                  <a:schemeClr val="tx1"/>
                </a:solidFill>
              </a:rPr>
              <a:t>       </a:t>
            </a:r>
            <a:r>
              <a:rPr lang="it-IT" altLang="en-US" sz="1400" b="1" dirty="0" err="1">
                <a:solidFill>
                  <a:schemeClr val="tx1"/>
                </a:solidFill>
              </a:rPr>
              <a:t>if</a:t>
            </a:r>
            <a:r>
              <a:rPr lang="it-IT" altLang="en-US" sz="1400" dirty="0">
                <a:solidFill>
                  <a:schemeClr val="tx1"/>
                </a:solidFill>
              </a:rPr>
              <a:t> (elemento &lt; </a:t>
            </a:r>
            <a:r>
              <a:rPr lang="it-IT" altLang="en-US" sz="1400" dirty="0" err="1">
                <a:solidFill>
                  <a:schemeClr val="tx1"/>
                </a:solidFill>
              </a:rPr>
              <a:t>x.val</a:t>
            </a:r>
            <a:r>
              <a:rPr lang="it-IT" altLang="en-US" sz="1400" dirty="0">
                <a:solidFill>
                  <a:schemeClr val="tx1"/>
                </a:solidFill>
              </a:rPr>
              <a:t>)    // confronto con la chiave di x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dirty="0">
                <a:solidFill>
                  <a:schemeClr val="tx1"/>
                </a:solidFill>
              </a:rPr>
              <a:t>	</a:t>
            </a:r>
            <a:r>
              <a:rPr lang="it-IT" altLang="en-US" sz="1400" b="1" dirty="0">
                <a:solidFill>
                  <a:schemeClr val="tx1"/>
                </a:solidFill>
              </a:rPr>
              <a:t> </a:t>
            </a:r>
            <a:r>
              <a:rPr lang="it-IT" altLang="en-US" sz="1400" b="1" dirty="0" err="1">
                <a:solidFill>
                  <a:schemeClr val="tx1"/>
                </a:solidFill>
              </a:rPr>
              <a:t>then</a:t>
            </a:r>
            <a:r>
              <a:rPr lang="it-IT" altLang="en-US" sz="1400" b="1" dirty="0">
                <a:solidFill>
                  <a:schemeClr val="tx1"/>
                </a:solidFill>
              </a:rPr>
              <a:t> </a:t>
            </a:r>
            <a:r>
              <a:rPr lang="it-IT" altLang="en-US" sz="1400" dirty="0">
                <a:solidFill>
                  <a:schemeClr val="tx1"/>
                </a:solidFill>
              </a:rPr>
              <a:t>x=</a:t>
            </a:r>
            <a:r>
              <a:rPr lang="it-IT" altLang="en-US" sz="1400" dirty="0" err="1">
                <a:solidFill>
                  <a:schemeClr val="tx1"/>
                </a:solidFill>
              </a:rPr>
              <a:t>x.left</a:t>
            </a:r>
            <a:r>
              <a:rPr lang="it-IT" altLang="en-US" sz="1400" dirty="0">
                <a:solidFill>
                  <a:schemeClr val="tx1"/>
                </a:solidFill>
              </a:rPr>
              <a:t>;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dirty="0">
                <a:solidFill>
                  <a:schemeClr val="tx1"/>
                </a:solidFill>
              </a:rPr>
              <a:t>              </a:t>
            </a:r>
            <a:r>
              <a:rPr lang="it-IT" altLang="en-US" sz="1400" b="1" dirty="0">
                <a:solidFill>
                  <a:schemeClr val="tx1"/>
                </a:solidFill>
              </a:rPr>
              <a:t>else</a:t>
            </a:r>
            <a:r>
              <a:rPr lang="it-IT" altLang="en-US" sz="1400" dirty="0">
                <a:solidFill>
                  <a:schemeClr val="tx1"/>
                </a:solidFill>
              </a:rPr>
              <a:t>  x=</a:t>
            </a:r>
            <a:r>
              <a:rPr lang="it-IT" altLang="en-US" sz="1400" dirty="0" err="1">
                <a:solidFill>
                  <a:schemeClr val="tx1"/>
                </a:solidFill>
              </a:rPr>
              <a:t>x.right</a:t>
            </a:r>
            <a:r>
              <a:rPr lang="it-IT" altLang="en-US" sz="1400" dirty="0">
                <a:solidFill>
                  <a:schemeClr val="tx1"/>
                </a:solidFill>
              </a:rPr>
              <a:t>;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dirty="0">
                <a:solidFill>
                  <a:schemeClr val="tx1"/>
                </a:solidFill>
              </a:rPr>
              <a:t>new nodo;         // x occupa la posizione dove inserire il nodo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dirty="0" err="1">
                <a:solidFill>
                  <a:schemeClr val="tx1"/>
                </a:solidFill>
              </a:rPr>
              <a:t>nodo.padre</a:t>
            </a:r>
            <a:r>
              <a:rPr lang="it-IT" altLang="en-US" sz="1400" dirty="0">
                <a:solidFill>
                  <a:schemeClr val="tx1"/>
                </a:solidFill>
              </a:rPr>
              <a:t>=y; </a:t>
            </a:r>
            <a:r>
              <a:rPr lang="it-IT" altLang="en-US" sz="1400" dirty="0" err="1">
                <a:solidFill>
                  <a:schemeClr val="tx1"/>
                </a:solidFill>
              </a:rPr>
              <a:t>nodo.val</a:t>
            </a:r>
            <a:r>
              <a:rPr lang="it-IT" altLang="en-US" sz="1400" dirty="0">
                <a:solidFill>
                  <a:schemeClr val="tx1"/>
                </a:solidFill>
              </a:rPr>
              <a:t>=elemento;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b="1" dirty="0" err="1">
                <a:solidFill>
                  <a:schemeClr val="tx1"/>
                </a:solidFill>
              </a:rPr>
              <a:t>if</a:t>
            </a:r>
            <a:r>
              <a:rPr lang="it-IT" altLang="en-US" sz="1400" dirty="0">
                <a:solidFill>
                  <a:schemeClr val="tx1"/>
                </a:solidFill>
              </a:rPr>
              <a:t> (y==NULL) // L</a:t>
            </a:r>
            <a:r>
              <a:rPr lang="it-IT" altLang="it-IT" sz="1400" dirty="0">
                <a:solidFill>
                  <a:schemeClr val="tx1"/>
                </a:solidFill>
              </a:rPr>
              <a:t>’</a:t>
            </a:r>
            <a:r>
              <a:rPr lang="it-IT" altLang="en-US" sz="1400" dirty="0">
                <a:solidFill>
                  <a:schemeClr val="tx1"/>
                </a:solidFill>
              </a:rPr>
              <a:t>albero è vuoto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dirty="0">
                <a:solidFill>
                  <a:schemeClr val="tx1"/>
                </a:solidFill>
              </a:rPr>
              <a:t> 	</a:t>
            </a:r>
            <a:r>
              <a:rPr lang="it-IT" altLang="en-US" sz="1400" dirty="0" err="1">
                <a:solidFill>
                  <a:schemeClr val="tx1"/>
                </a:solidFill>
              </a:rPr>
              <a:t>T.root</a:t>
            </a:r>
            <a:r>
              <a:rPr lang="it-IT" altLang="en-US" sz="1400" dirty="0">
                <a:solidFill>
                  <a:schemeClr val="tx1"/>
                </a:solidFill>
              </a:rPr>
              <a:t>=nodo;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b="1" dirty="0">
                <a:solidFill>
                  <a:schemeClr val="tx1"/>
                </a:solidFill>
              </a:rPr>
              <a:t>else </a:t>
            </a:r>
            <a:r>
              <a:rPr lang="it-IT" altLang="en-US" sz="1400" b="1" dirty="0" err="1">
                <a:solidFill>
                  <a:schemeClr val="tx1"/>
                </a:solidFill>
              </a:rPr>
              <a:t>if</a:t>
            </a:r>
            <a:r>
              <a:rPr lang="it-IT" altLang="en-US" sz="1400" b="1" dirty="0">
                <a:solidFill>
                  <a:schemeClr val="tx1"/>
                </a:solidFill>
              </a:rPr>
              <a:t> </a:t>
            </a:r>
            <a:r>
              <a:rPr lang="it-IT" altLang="en-US" sz="1400" dirty="0">
                <a:solidFill>
                  <a:schemeClr val="tx1"/>
                </a:solidFill>
              </a:rPr>
              <a:t>(</a:t>
            </a:r>
            <a:r>
              <a:rPr lang="it-IT" altLang="en-US" sz="1400" dirty="0" err="1">
                <a:solidFill>
                  <a:schemeClr val="tx1"/>
                </a:solidFill>
              </a:rPr>
              <a:t>nodo.val</a:t>
            </a:r>
            <a:r>
              <a:rPr lang="it-IT" altLang="en-US" sz="1400" dirty="0">
                <a:solidFill>
                  <a:schemeClr val="tx1"/>
                </a:solidFill>
              </a:rPr>
              <a:t> &lt; </a:t>
            </a:r>
            <a:r>
              <a:rPr lang="it-IT" altLang="en-US" sz="1400" dirty="0" err="1">
                <a:solidFill>
                  <a:schemeClr val="tx1"/>
                </a:solidFill>
              </a:rPr>
              <a:t>y.val</a:t>
            </a:r>
            <a:r>
              <a:rPr lang="it-IT" altLang="en-US" sz="1400" dirty="0">
                <a:solidFill>
                  <a:schemeClr val="tx1"/>
                </a:solidFill>
              </a:rPr>
              <a:t>) </a:t>
            </a:r>
            <a:r>
              <a:rPr lang="it-IT" altLang="en-US" sz="1400" dirty="0" err="1">
                <a:solidFill>
                  <a:schemeClr val="tx1"/>
                </a:solidFill>
              </a:rPr>
              <a:t>y.left</a:t>
            </a:r>
            <a:r>
              <a:rPr lang="it-IT" altLang="en-US" sz="1400" dirty="0">
                <a:solidFill>
                  <a:schemeClr val="tx1"/>
                </a:solidFill>
              </a:rPr>
              <a:t>=nodo;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1400" b="1" dirty="0">
                <a:solidFill>
                  <a:schemeClr val="tx1"/>
                </a:solidFill>
              </a:rPr>
              <a:t>else</a:t>
            </a:r>
            <a:r>
              <a:rPr lang="it-IT" altLang="en-US" sz="1400" dirty="0">
                <a:solidFill>
                  <a:schemeClr val="tx1"/>
                </a:solidFill>
              </a:rPr>
              <a:t> </a:t>
            </a:r>
            <a:r>
              <a:rPr lang="it-IT" altLang="en-US" sz="1400" dirty="0" err="1">
                <a:solidFill>
                  <a:schemeClr val="tx1"/>
                </a:solidFill>
              </a:rPr>
              <a:t>y.right</a:t>
            </a:r>
            <a:r>
              <a:rPr lang="it-IT" altLang="en-US" sz="1400" dirty="0">
                <a:solidFill>
                  <a:schemeClr val="tx1"/>
                </a:solidFill>
              </a:rPr>
              <a:t>=nodo; 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endParaRPr lang="it-IT" alt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put penna 1">
                <a:extLst>
                  <a:ext uri="{FF2B5EF4-FFF2-40B4-BE49-F238E27FC236}">
                    <a16:creationId xmlns:a16="http://schemas.microsoft.com/office/drawing/2014/main" id="{E984F636-5DA0-1264-5B73-F95666EEFCE5}"/>
                  </a:ext>
                </a:extLst>
              </p14:cNvPr>
              <p14:cNvContentPartPr/>
              <p14:nvPr/>
            </p14:nvContentPartPr>
            <p14:xfrm>
              <a:off x="5275080" y="1240920"/>
              <a:ext cx="3256920" cy="2611440"/>
            </p14:xfrm>
          </p:contentPart>
        </mc:Choice>
        <mc:Fallback xmlns="">
          <p:pic>
            <p:nvPicPr>
              <p:cNvPr id="2" name="Input penna 1">
                <a:extLst>
                  <a:ext uri="{FF2B5EF4-FFF2-40B4-BE49-F238E27FC236}">
                    <a16:creationId xmlns:a16="http://schemas.microsoft.com/office/drawing/2014/main" id="{E984F636-5DA0-1264-5B73-F95666EEFC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65720" y="1231560"/>
                <a:ext cx="3275640" cy="263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7770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6C365A49-3745-4F27-9201-8E338A6449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50190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Visita di un albero binario</a:t>
            </a:r>
          </a:p>
        </p:txBody>
      </p:sp>
      <p:sp>
        <p:nvSpPr>
          <p:cNvPr id="274435" name="Text Box 3">
            <a:extLst>
              <a:ext uri="{FF2B5EF4-FFF2-40B4-BE49-F238E27FC236}">
                <a16:creationId xmlns:a16="http://schemas.microsoft.com/office/drawing/2014/main" id="{C5433DBD-23B9-4278-8E10-472E17F392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748823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 esistono tre strategie di visita notevoli</a:t>
            </a:r>
            <a:endParaRPr lang="en-US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93425C6C-863E-4C49-BFB4-31C05B57E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789363"/>
            <a:ext cx="8713788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la visita </a:t>
            </a:r>
            <a:r>
              <a:rPr lang="it-IT" sz="2200" i="1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preorder</a:t>
            </a: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 visita prima la radice, quindi il sottoalbero sinistro e da ultimo quello destro </a:t>
            </a:r>
          </a:p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la visita </a:t>
            </a:r>
            <a:r>
              <a:rPr lang="it-IT" sz="2200" i="1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inorder</a:t>
            </a: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  processa prima il sottoalbero sinistro, quindi la radice ed infine il sottoalbero destro</a:t>
            </a:r>
          </a:p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la visita </a:t>
            </a:r>
            <a:r>
              <a:rPr lang="it-IT" sz="2200" i="1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postorder</a:t>
            </a:r>
            <a:r>
              <a:rPr lang="it-IT" sz="2200" b="1" i="1" dirty="0">
                <a:solidFill>
                  <a:schemeClr val="tx1"/>
                </a:solidFill>
                <a:latin typeface="+mj-lt"/>
                <a:ea typeface="ＭＳ Ｐゴシック" charset="0"/>
              </a:rPr>
              <a:t> </a:t>
            </a: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processa prima il sottoalbero sinistro, poi quello destro ed infine la radice </a:t>
            </a:r>
            <a:endParaRPr lang="en-US" sz="2200" dirty="0">
              <a:solidFill>
                <a:schemeClr val="tx1"/>
              </a:solidFill>
              <a:latin typeface="+mj-lt"/>
              <a:ea typeface="ＭＳ Ｐゴシック" charset="0"/>
            </a:endParaRPr>
          </a:p>
        </p:txBody>
      </p:sp>
      <p:pic>
        <p:nvPicPr>
          <p:cNvPr id="274437" name="Picture 5">
            <a:extLst>
              <a:ext uri="{FF2B5EF4-FFF2-40B4-BE49-F238E27FC236}">
                <a16:creationId xmlns:a16="http://schemas.microsoft.com/office/drawing/2014/main" id="{49B8CC2C-3C87-40E6-B59F-913821699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484313"/>
            <a:ext cx="575945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3" name="Text Box 3">
            <a:extLst>
              <a:ext uri="{FF2B5EF4-FFF2-40B4-BE49-F238E27FC236}">
                <a16:creationId xmlns:a16="http://schemas.microsoft.com/office/drawing/2014/main" id="{0321CC90-DAFC-4AAB-A56D-DF5054B8E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199" y="980728"/>
            <a:ext cx="7439216" cy="181588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sz="1400" b="1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preOrder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(Nodo* p)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{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sz="1400" b="1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(p){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  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cout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&lt;&lt; p -&gt; valore &lt;&lt; '';    // visita la radice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  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preOrder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(p -&gt; sinistro);   // visita il sottoalbero sinistro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  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preOrder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(p -&gt; destro);     // visita il sottoalbero destro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}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} </a:t>
            </a:r>
          </a:p>
        </p:txBody>
      </p:sp>
      <p:sp>
        <p:nvSpPr>
          <p:cNvPr id="276484" name="Text Box 4">
            <a:extLst>
              <a:ext uri="{FF2B5EF4-FFF2-40B4-BE49-F238E27FC236}">
                <a16:creationId xmlns:a16="http://schemas.microsoft.com/office/drawing/2014/main" id="{8CD180AA-5F66-4ACF-9031-C0C5DEF2D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199" y="2885499"/>
            <a:ext cx="7439216" cy="181588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sz="1400" b="1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inOrder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(Nodo *p)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{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sz="1400" b="1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(p){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  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inOrder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(p -&gt; sinistro);   // visita il sottoalbero sinistro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  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cout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&lt;&lt;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p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-&gt; valore &lt;&lt; '';   // visita la radice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  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inOrder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(p -&gt; destro);     // visita il sottoalbero destro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}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} </a:t>
            </a:r>
          </a:p>
        </p:txBody>
      </p:sp>
      <p:sp>
        <p:nvSpPr>
          <p:cNvPr id="276485" name="Text Box 5">
            <a:extLst>
              <a:ext uri="{FF2B5EF4-FFF2-40B4-BE49-F238E27FC236}">
                <a16:creationId xmlns:a16="http://schemas.microsoft.com/office/drawing/2014/main" id="{14442180-C4E9-41EB-ABE4-65B2409B6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00" y="4761969"/>
            <a:ext cx="7439216" cy="181588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sz="1400" b="1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void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postOrder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(Nodo *p)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{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</a:t>
            </a:r>
            <a:r>
              <a:rPr lang="it-IT" sz="1400" b="1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if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(p){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  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postOrder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(p -&gt; sinistro);   // visita il sottoalbero sinistro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  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postOrder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(p -&gt; destro);     // visita il sottoalbero destro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  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cout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&lt;&lt; </a:t>
            </a:r>
            <a:r>
              <a:rPr lang="it-IT" sz="1400" dirty="0" err="1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p</a:t>
            </a: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-&gt; valore &lt;&lt; '';     // visita la radice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   }</a:t>
            </a:r>
          </a:p>
          <a:p>
            <a:pPr>
              <a:buFont typeface="Times New Roman" charset="0"/>
              <a:buNone/>
              <a:defRPr/>
            </a:pPr>
            <a:r>
              <a:rPr lang="it-IT" sz="1400" dirty="0">
                <a:solidFill>
                  <a:schemeClr val="accent2"/>
                </a:solidFill>
                <a:latin typeface="Courier New" charset="0"/>
                <a:ea typeface="ＭＳ Ｐゴシック" charset="0"/>
              </a:rPr>
              <a:t>}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FD986C3-5ED2-437F-B2C7-E336A4163473}"/>
              </a:ext>
            </a:extLst>
          </p:cNvPr>
          <p:cNvSpPr txBox="1">
            <a:spLocks noChangeArrowheads="1"/>
          </p:cNvSpPr>
          <p:nvPr/>
        </p:nvSpPr>
        <p:spPr>
          <a:xfrm>
            <a:off x="466725" y="50190"/>
            <a:ext cx="7632700" cy="9810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</a:rPr>
              <a:t>Visita di un albero binario in C++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 animBg="1"/>
      <p:bldP spid="27648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FCEC36F5-A398-46F5-90BC-A52B28E98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8494" y="216694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Esempio</a:t>
            </a:r>
          </a:p>
        </p:txBody>
      </p:sp>
      <p:pic>
        <p:nvPicPr>
          <p:cNvPr id="38914" name="Immagine 2">
            <a:extLst>
              <a:ext uri="{FF2B5EF4-FFF2-40B4-BE49-F238E27FC236}">
                <a16:creationId xmlns:a16="http://schemas.microsoft.com/office/drawing/2014/main" id="{3A1BDAE9-4A24-44FA-8CE5-4B64CC875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341438"/>
            <a:ext cx="4560888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05E0834A-6EDB-4815-A7D6-A478797AB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473450"/>
            <a:ext cx="8713788" cy="110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 Visita </a:t>
            </a:r>
            <a:r>
              <a:rPr lang="it-IT" sz="2200" dirty="0" err="1">
                <a:solidFill>
                  <a:schemeClr val="tx1"/>
                </a:solidFill>
                <a:latin typeface="+mj-lt"/>
                <a:ea typeface="ＭＳ Ｐゴシック" charset="0"/>
              </a:rPr>
              <a:t>Inorder</a:t>
            </a: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:</a:t>
            </a:r>
          </a:p>
          <a:p>
            <a:pPr marL="800100" lvl="1" indent="-342900">
              <a:buSzPct val="50000"/>
              <a:buFont typeface="Arial"/>
              <a:buChar char="•"/>
              <a:defRPr/>
            </a:pPr>
            <a:r>
              <a:rPr lang="it-IT" sz="2200" dirty="0">
                <a:solidFill>
                  <a:schemeClr val="tx1"/>
                </a:solidFill>
                <a:latin typeface="+mj-lt"/>
                <a:ea typeface="ＭＳ Ｐゴシック" charset="0"/>
              </a:rPr>
              <a:t>Visitiamo prima il sottoalbero sinistro, quindi la radice ed infine il sottoalbero destro. 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584C03D-24A0-44B4-866E-3417AAB3F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868863"/>
            <a:ext cx="871378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>
                <a:solidFill>
                  <a:schemeClr val="tx1"/>
                </a:solidFill>
                <a:latin typeface="+mj-lt"/>
              </a:rPr>
              <a:t>Nel caso in questione l</a:t>
            </a:r>
            <a:r>
              <a:rPr lang="it-IT" altLang="it-IT" sz="2200">
                <a:solidFill>
                  <a:schemeClr val="tx1"/>
                </a:solidFill>
                <a:latin typeface="+mj-lt"/>
              </a:rPr>
              <a:t>’</a:t>
            </a:r>
            <a:r>
              <a:rPr lang="it-IT" altLang="en-US" sz="2200">
                <a:solidFill>
                  <a:schemeClr val="tx1"/>
                </a:solidFill>
                <a:latin typeface="+mj-lt"/>
              </a:rPr>
              <a:t>ordine di lettura sarebbe 2, 5, 5, 6, 7, 8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67C23C23-4F63-4ECA-BDB0-9F9BA5D10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0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Costo della visita</a:t>
            </a:r>
          </a:p>
        </p:txBody>
      </p:sp>
      <p:pic>
        <p:nvPicPr>
          <p:cNvPr id="40962" name="Immagine 2">
            <a:extLst>
              <a:ext uri="{FF2B5EF4-FFF2-40B4-BE49-F238E27FC236}">
                <a16:creationId xmlns:a16="http://schemas.microsoft.com/office/drawing/2014/main" id="{182B3D9F-4D22-4C13-BBBB-DCDE86EB60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125538"/>
            <a:ext cx="4560888" cy="22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F042E6D5-246C-4A83-AF59-3340CA8814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473450"/>
            <a:ext cx="8713788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 b="1">
                <a:solidFill>
                  <a:schemeClr val="tx1"/>
                </a:solidFill>
                <a:latin typeface="+mj-lt"/>
              </a:rPr>
              <a:t>Complessità: T(n)=Θ(n)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16FFC478-9A13-4E9E-91F5-E6B9ECBE9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933825"/>
            <a:ext cx="8713787" cy="76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Devono essere fatti almeno n passi, dunque T(n)= Ω(n)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Rimane da provare che T(n)=O(n)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194D900B-8221-43BC-AAEA-B9E82463E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6136" y="1220788"/>
            <a:ext cx="2514406" cy="2308324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Times New Roman" charset="0"/>
              <a:buNone/>
              <a:defRPr/>
            </a:pPr>
            <a:r>
              <a:rPr lang="it-IT" sz="1600" b="1" dirty="0" err="1">
                <a:solidFill>
                  <a:schemeClr val="accent2"/>
                </a:solidFill>
                <a:latin typeface="+mj-lt"/>
                <a:ea typeface="ＭＳ Ｐゴシック" charset="0"/>
              </a:rPr>
              <a:t>void</a:t>
            </a: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 </a:t>
            </a:r>
            <a:r>
              <a:rPr lang="it-IT" sz="1600" dirty="0" err="1">
                <a:solidFill>
                  <a:schemeClr val="accent2"/>
                </a:solidFill>
                <a:latin typeface="+mj-lt"/>
                <a:ea typeface="ＭＳ Ｐゴシック" charset="0"/>
              </a:rPr>
              <a:t>inOrder</a:t>
            </a: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(Nodo *p)</a:t>
            </a:r>
          </a:p>
          <a:p>
            <a:pPr>
              <a:buFont typeface="Times New Roman" charset="0"/>
              <a:buNone/>
              <a:defRPr/>
            </a:pP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{</a:t>
            </a:r>
          </a:p>
          <a:p>
            <a:pPr>
              <a:buFont typeface="Times New Roman" charset="0"/>
              <a:buNone/>
              <a:defRPr/>
            </a:pP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   </a:t>
            </a:r>
            <a:r>
              <a:rPr lang="it-IT" sz="1600" b="1" dirty="0" err="1">
                <a:solidFill>
                  <a:schemeClr val="accent2"/>
                </a:solidFill>
                <a:latin typeface="+mj-lt"/>
                <a:ea typeface="ＭＳ Ｐゴシック" charset="0"/>
              </a:rPr>
              <a:t>if</a:t>
            </a: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 (p!=</a:t>
            </a:r>
            <a:r>
              <a:rPr lang="it-IT" sz="1600" dirty="0" err="1">
                <a:solidFill>
                  <a:schemeClr val="accent2"/>
                </a:solidFill>
                <a:latin typeface="+mj-lt"/>
                <a:ea typeface="ＭＳ Ｐゴシック" charset="0"/>
              </a:rPr>
              <a:t>nullptr</a:t>
            </a: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)</a:t>
            </a:r>
          </a:p>
          <a:p>
            <a:pPr>
              <a:buFont typeface="Times New Roman" charset="0"/>
              <a:buNone/>
              <a:defRPr/>
            </a:pP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   {</a:t>
            </a:r>
          </a:p>
          <a:p>
            <a:pPr>
              <a:buFont typeface="Times New Roman" charset="0"/>
              <a:buNone/>
              <a:defRPr/>
            </a:pP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     </a:t>
            </a:r>
            <a:r>
              <a:rPr lang="it-IT" sz="1600" dirty="0" err="1">
                <a:solidFill>
                  <a:schemeClr val="accent2"/>
                </a:solidFill>
                <a:latin typeface="+mj-lt"/>
                <a:ea typeface="ＭＳ Ｐゴシック" charset="0"/>
              </a:rPr>
              <a:t>inOrder</a:t>
            </a: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(p -&gt; sinistro); </a:t>
            </a:r>
          </a:p>
          <a:p>
            <a:pPr>
              <a:buFont typeface="Times New Roman" charset="0"/>
              <a:buNone/>
              <a:defRPr/>
            </a:pP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     </a:t>
            </a:r>
            <a:r>
              <a:rPr lang="it-IT" sz="1600" dirty="0" err="1">
                <a:solidFill>
                  <a:schemeClr val="accent2"/>
                </a:solidFill>
                <a:latin typeface="+mj-lt"/>
                <a:ea typeface="ＭＳ Ｐゴシック" charset="0"/>
              </a:rPr>
              <a:t>cout</a:t>
            </a: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 &lt;&lt; p -&gt; valore &lt;&lt; ‘ ‘; </a:t>
            </a:r>
          </a:p>
          <a:p>
            <a:pPr>
              <a:buFont typeface="Times New Roman" charset="0"/>
              <a:buNone/>
              <a:defRPr/>
            </a:pP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     </a:t>
            </a:r>
            <a:r>
              <a:rPr lang="it-IT" sz="1600" dirty="0" err="1">
                <a:solidFill>
                  <a:schemeClr val="accent2"/>
                </a:solidFill>
                <a:latin typeface="+mj-lt"/>
                <a:ea typeface="ＭＳ Ｐゴシック" charset="0"/>
              </a:rPr>
              <a:t>inOrder</a:t>
            </a: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(p -&gt; destro);     </a:t>
            </a:r>
          </a:p>
          <a:p>
            <a:pPr>
              <a:buFont typeface="Times New Roman" charset="0"/>
              <a:buNone/>
              <a:defRPr/>
            </a:pP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   }</a:t>
            </a:r>
          </a:p>
          <a:p>
            <a:pPr>
              <a:buFont typeface="Times New Roman" charset="0"/>
              <a:buNone/>
              <a:defRPr/>
            </a:pPr>
            <a:r>
              <a:rPr lang="it-IT" sz="1600" dirty="0">
                <a:solidFill>
                  <a:schemeClr val="accent2"/>
                </a:solidFill>
                <a:latin typeface="+mj-lt"/>
                <a:ea typeface="ＭＳ Ｐゴシック" charset="0"/>
              </a:rPr>
              <a:t>} 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667679CB-849D-4B2B-A3BA-2521D2828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4941888"/>
            <a:ext cx="8964612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Se n=0</a:t>
            </a:r>
          </a:p>
          <a:p>
            <a:pPr marL="457200" lvl="1" indent="0"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T(0)=c (c&gt;0) (la procedura deve testare se il puntatore è diverso da NULL)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Se n&gt;0 </a:t>
            </a:r>
          </a:p>
          <a:p>
            <a:pPr marL="457200" lvl="1" indent="0"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618A44D4-DE45-4006-928A-2C18289F5C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8494" y="116632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Ricerca in un albero binario di ricerca</a:t>
            </a: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8BCBA133-A6D1-4361-BC04-ECC9CEACC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57338"/>
            <a:ext cx="8713788" cy="178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914400" indent="-4572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>
                <a:solidFill>
                  <a:schemeClr val="tx1"/>
                </a:solidFill>
              </a:rPr>
              <a:t>Ricerca(T,elemento)	// </a:t>
            </a:r>
            <a:r>
              <a:rPr lang="it-IT" altLang="en-US" sz="2200" i="1">
                <a:solidFill>
                  <a:schemeClr val="tx1"/>
                </a:solidFill>
              </a:rPr>
              <a:t>T è tipicamente un puntatore alla radice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>
                <a:solidFill>
                  <a:schemeClr val="tx1"/>
                </a:solidFill>
              </a:rPr>
              <a:t>if</a:t>
            </a:r>
            <a:r>
              <a:rPr lang="it-IT" altLang="en-US" sz="2200">
                <a:solidFill>
                  <a:schemeClr val="tx1"/>
                </a:solidFill>
              </a:rPr>
              <a:t> (T== NULL) </a:t>
            </a:r>
            <a:r>
              <a:rPr lang="it-IT" altLang="en-US" sz="2200" b="1">
                <a:solidFill>
                  <a:schemeClr val="tx1"/>
                </a:solidFill>
              </a:rPr>
              <a:t>or</a:t>
            </a:r>
            <a:r>
              <a:rPr lang="it-IT" altLang="en-US" sz="2200">
                <a:solidFill>
                  <a:schemeClr val="tx1"/>
                </a:solidFill>
              </a:rPr>
              <a:t> (elemento==T.val))  </a:t>
            </a:r>
            <a:r>
              <a:rPr lang="it-IT" altLang="en-US" sz="2200" b="1">
                <a:solidFill>
                  <a:schemeClr val="tx1"/>
                </a:solidFill>
              </a:rPr>
              <a:t>return</a:t>
            </a:r>
            <a:r>
              <a:rPr lang="it-IT" altLang="en-US" sz="2200">
                <a:solidFill>
                  <a:schemeClr val="tx1"/>
                </a:solidFill>
              </a:rPr>
              <a:t> T;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>
                <a:solidFill>
                  <a:schemeClr val="tx1"/>
                </a:solidFill>
              </a:rPr>
              <a:t>if </a:t>
            </a:r>
            <a:r>
              <a:rPr lang="it-IT" altLang="en-US" sz="2200">
                <a:solidFill>
                  <a:schemeClr val="tx1"/>
                </a:solidFill>
              </a:rPr>
              <a:t>(elemento &lt; T.val) </a:t>
            </a:r>
            <a:r>
              <a:rPr lang="it-IT" altLang="en-US" sz="2200" b="1">
                <a:solidFill>
                  <a:schemeClr val="tx1"/>
                </a:solidFill>
              </a:rPr>
              <a:t>return</a:t>
            </a:r>
            <a:r>
              <a:rPr lang="it-IT" altLang="en-US" sz="2200">
                <a:solidFill>
                  <a:schemeClr val="tx1"/>
                </a:solidFill>
              </a:rPr>
              <a:t> Ricerca(T.left, elemento) 	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>
                <a:solidFill>
                  <a:schemeClr val="tx1"/>
                </a:solidFill>
              </a:rPr>
              <a:t>else</a:t>
            </a:r>
            <a:r>
              <a:rPr lang="it-IT" altLang="en-US" sz="2200">
                <a:solidFill>
                  <a:schemeClr val="tx1"/>
                </a:solidFill>
              </a:rPr>
              <a:t> </a:t>
            </a:r>
            <a:r>
              <a:rPr lang="it-IT" altLang="en-US" sz="2200" b="1">
                <a:solidFill>
                  <a:schemeClr val="tx1"/>
                </a:solidFill>
              </a:rPr>
              <a:t>return</a:t>
            </a:r>
            <a:r>
              <a:rPr lang="it-IT" altLang="en-US" sz="2200">
                <a:solidFill>
                  <a:schemeClr val="tx1"/>
                </a:solidFill>
              </a:rPr>
              <a:t> Ricerca(T.right, elemento) 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endParaRPr lang="it-IT" altLang="en-US" sz="2200">
              <a:solidFill>
                <a:schemeClr val="tx1"/>
              </a:solidFill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CF2591E-CB57-4065-B9F4-6D5D3E99A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473450"/>
            <a:ext cx="8713788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 b="1">
                <a:solidFill>
                  <a:schemeClr val="tx1"/>
                </a:solidFill>
              </a:rPr>
              <a:t>Complessità: T(n)=O(h)	</a:t>
            </a:r>
            <a:r>
              <a:rPr lang="it-IT" altLang="en-US" sz="2200">
                <a:solidFill>
                  <a:schemeClr val="tx1"/>
                </a:solidFill>
              </a:rPr>
              <a:t>(h profondità dell</a:t>
            </a:r>
            <a:r>
              <a:rPr lang="it-IT" altLang="it-IT" sz="2200">
                <a:solidFill>
                  <a:schemeClr val="tx1"/>
                </a:solidFill>
              </a:rPr>
              <a:t>’</a:t>
            </a:r>
            <a:r>
              <a:rPr lang="it-IT" altLang="en-US" sz="2200">
                <a:solidFill>
                  <a:schemeClr val="tx1"/>
                </a:solidFill>
              </a:rPr>
              <a:t>albero)</a:t>
            </a:r>
            <a:endParaRPr lang="it-IT" altLang="en-US" sz="22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DD315EFA-C0FA-43B1-A970-BC4CA8406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8494" y="188640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Ricerca iterativa</a:t>
            </a: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3363BF5A-859E-4C5C-B887-16D234E9D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614488"/>
            <a:ext cx="8713788" cy="2462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914400" indent="-4572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>
                <a:solidFill>
                  <a:schemeClr val="tx1"/>
                </a:solidFill>
              </a:rPr>
              <a:t>Ricerca(T,elemento)  // </a:t>
            </a:r>
            <a:r>
              <a:rPr lang="it-IT" altLang="en-US" sz="2200" i="1">
                <a:solidFill>
                  <a:schemeClr val="tx1"/>
                </a:solidFill>
              </a:rPr>
              <a:t>T tipicamente è un puntatore alla radice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>
                <a:solidFill>
                  <a:schemeClr val="tx1"/>
                </a:solidFill>
              </a:rPr>
              <a:t>x=T</a:t>
            </a:r>
            <a:r>
              <a:rPr lang="it-IT" altLang="en-US" sz="2200" b="1">
                <a:solidFill>
                  <a:schemeClr val="tx1"/>
                </a:solidFill>
              </a:rPr>
              <a:t>;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>
                <a:solidFill>
                  <a:schemeClr val="tx1"/>
                </a:solidFill>
              </a:rPr>
              <a:t>while</a:t>
            </a:r>
            <a:r>
              <a:rPr lang="it-IT" altLang="en-US" sz="2200">
                <a:solidFill>
                  <a:schemeClr val="tx1"/>
                </a:solidFill>
              </a:rPr>
              <a:t> ((x!= NULL) </a:t>
            </a:r>
            <a:r>
              <a:rPr lang="it-IT" altLang="en-US" sz="2200" b="1">
                <a:solidFill>
                  <a:schemeClr val="tx1"/>
                </a:solidFill>
              </a:rPr>
              <a:t>and</a:t>
            </a:r>
            <a:r>
              <a:rPr lang="it-IT" altLang="en-US" sz="2200">
                <a:solidFill>
                  <a:schemeClr val="tx1"/>
                </a:solidFill>
              </a:rPr>
              <a:t> (elemento!=x.val))  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>
                <a:solidFill>
                  <a:schemeClr val="tx1"/>
                </a:solidFill>
              </a:rPr>
              <a:t> 	if </a:t>
            </a:r>
            <a:r>
              <a:rPr lang="it-IT" altLang="en-US" sz="2200">
                <a:solidFill>
                  <a:schemeClr val="tx1"/>
                </a:solidFill>
              </a:rPr>
              <a:t>(elemento &lt; x.val)  x=x.left;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>
                <a:solidFill>
                  <a:schemeClr val="tx1"/>
                </a:solidFill>
              </a:rPr>
              <a:t> 	</a:t>
            </a:r>
            <a:r>
              <a:rPr lang="it-IT" altLang="en-US" sz="2200" b="1">
                <a:solidFill>
                  <a:schemeClr val="tx1"/>
                </a:solidFill>
              </a:rPr>
              <a:t>else</a:t>
            </a:r>
            <a:r>
              <a:rPr lang="it-IT" altLang="en-US" sz="2200">
                <a:solidFill>
                  <a:schemeClr val="tx1"/>
                </a:solidFill>
              </a:rPr>
              <a:t> x=x.right; 	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>
                <a:solidFill>
                  <a:schemeClr val="tx1"/>
                </a:solidFill>
              </a:rPr>
              <a:t>return</a:t>
            </a:r>
            <a:r>
              <a:rPr lang="it-IT" altLang="en-US" sz="2200">
                <a:solidFill>
                  <a:schemeClr val="tx1"/>
                </a:solidFill>
              </a:rPr>
              <a:t> x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endParaRPr lang="it-IT" altLang="en-US" sz="22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4913BD3F-4FBD-45D6-8511-0B23A7BDE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1369" y="188640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Massimo e minimo</a:t>
            </a: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494A7841-0A42-4CAA-B6CE-F1CEC7042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57338"/>
            <a:ext cx="8713788" cy="178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914400" indent="-4572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>
                <a:solidFill>
                  <a:schemeClr val="tx1"/>
                </a:solidFill>
              </a:rPr>
              <a:t>Massimo(T)	// </a:t>
            </a:r>
            <a:r>
              <a:rPr lang="it-IT" altLang="en-US" sz="2200" i="1">
                <a:solidFill>
                  <a:schemeClr val="tx1"/>
                </a:solidFill>
              </a:rPr>
              <a:t>T è tipicamente un puntatore alla radice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>
                <a:solidFill>
                  <a:schemeClr val="tx1"/>
                </a:solidFill>
              </a:rPr>
              <a:t>x=T;</a:t>
            </a:r>
            <a:r>
              <a:rPr lang="it-IT" altLang="en-US" sz="2200" b="1">
                <a:solidFill>
                  <a:schemeClr val="tx1"/>
                </a:solidFill>
              </a:rPr>
              <a:t>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>
                <a:solidFill>
                  <a:schemeClr val="tx1"/>
                </a:solidFill>
              </a:rPr>
              <a:t>while </a:t>
            </a:r>
            <a:r>
              <a:rPr lang="it-IT" altLang="en-US" sz="2200">
                <a:solidFill>
                  <a:schemeClr val="tx1"/>
                </a:solidFill>
              </a:rPr>
              <a:t>(x.right!= NULL) x=x.right; 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>
                <a:solidFill>
                  <a:schemeClr val="tx1"/>
                </a:solidFill>
              </a:rPr>
              <a:t>return</a:t>
            </a:r>
            <a:r>
              <a:rPr lang="it-IT" altLang="en-US" sz="2200">
                <a:solidFill>
                  <a:schemeClr val="tx1"/>
                </a:solidFill>
              </a:rPr>
              <a:t> x 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endParaRPr lang="it-IT" altLang="en-US" sz="2200">
              <a:solidFill>
                <a:schemeClr val="tx1"/>
              </a:solidFill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D3EC391-7D30-49D1-B443-9F1512320F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589588"/>
            <a:ext cx="8713788" cy="43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 b="1">
                <a:solidFill>
                  <a:schemeClr val="tx1"/>
                </a:solidFill>
              </a:rPr>
              <a:t>Complessità: T(n)=O(h)	</a:t>
            </a:r>
            <a:r>
              <a:rPr lang="it-IT" altLang="en-US" sz="2200">
                <a:solidFill>
                  <a:schemeClr val="tx1"/>
                </a:solidFill>
              </a:rPr>
              <a:t>(h profondità dell</a:t>
            </a:r>
            <a:r>
              <a:rPr lang="it-IT" altLang="it-IT" sz="2200">
                <a:solidFill>
                  <a:schemeClr val="tx1"/>
                </a:solidFill>
              </a:rPr>
              <a:t>’</a:t>
            </a:r>
            <a:r>
              <a:rPr lang="it-IT" altLang="en-US" sz="2200">
                <a:solidFill>
                  <a:schemeClr val="tx1"/>
                </a:solidFill>
              </a:rPr>
              <a:t>albero)</a:t>
            </a:r>
            <a:endParaRPr lang="it-IT" altLang="en-US" sz="2200" b="1">
              <a:solidFill>
                <a:schemeClr val="tx1"/>
              </a:solidFill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81C3779D-0274-401F-AF04-21B02DFA0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516313"/>
            <a:ext cx="8713788" cy="178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914400" indent="-4572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>
                <a:solidFill>
                  <a:schemeClr val="tx1"/>
                </a:solidFill>
              </a:rPr>
              <a:t>Minimo(T)	// </a:t>
            </a:r>
            <a:r>
              <a:rPr lang="it-IT" altLang="en-US" sz="2200" i="1">
                <a:solidFill>
                  <a:schemeClr val="tx1"/>
                </a:solidFill>
              </a:rPr>
              <a:t>T è tipicamente un puntatore alla radice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>
                <a:solidFill>
                  <a:schemeClr val="tx1"/>
                </a:solidFill>
              </a:rPr>
              <a:t>x=T;</a:t>
            </a:r>
            <a:r>
              <a:rPr lang="it-IT" altLang="en-US" sz="2200" b="1">
                <a:solidFill>
                  <a:schemeClr val="tx1"/>
                </a:solidFill>
              </a:rPr>
              <a:t>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>
                <a:solidFill>
                  <a:schemeClr val="tx1"/>
                </a:solidFill>
              </a:rPr>
              <a:t>while </a:t>
            </a:r>
            <a:r>
              <a:rPr lang="it-IT" altLang="en-US" sz="2200">
                <a:solidFill>
                  <a:schemeClr val="tx1"/>
                </a:solidFill>
              </a:rPr>
              <a:t>(x.left!= NULL) x=x.left; 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>
                <a:solidFill>
                  <a:schemeClr val="tx1"/>
                </a:solidFill>
              </a:rPr>
              <a:t>return</a:t>
            </a:r>
            <a:r>
              <a:rPr lang="it-IT" altLang="en-US" sz="2200">
                <a:solidFill>
                  <a:schemeClr val="tx1"/>
                </a:solidFill>
              </a:rPr>
              <a:t> x 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endParaRPr lang="it-IT" altLang="en-US" sz="22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/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E8C10E84-743C-43C0-BF74-5A1A7B422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88640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Successore di x</a:t>
            </a: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72ABC952-8BFD-46EE-BD7C-CD0B232B7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57" y="1484784"/>
            <a:ext cx="8641085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2573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indent="0">
              <a:buSzPct val="50000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Due casi da considerare</a:t>
            </a:r>
          </a:p>
          <a:p>
            <a:pPr marL="914400" lvl="1" indent="-457200">
              <a:buSzPct val="100000"/>
              <a:buFont typeface="+mj-lt"/>
              <a:buAutoNum type="arabicPeriod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Il sottoalbero destro di x è non vuoto: caso banale</a:t>
            </a:r>
          </a:p>
          <a:p>
            <a:pPr marL="457200" indent="-457200">
              <a:buSzPct val="100000"/>
              <a:buFont typeface="+mj-lt"/>
              <a:buAutoNum type="arabicPeriod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Il sottoalbero destro di x è vuoto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Minimo antenato di x il cui figlio sinistro è anche un antenato di x  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Ogni nodo è antenato di se stesso</a:t>
            </a:r>
            <a:endParaRPr lang="it-IT" altLang="en-US" sz="22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604260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7C1D75CE-8A62-4D62-8715-91D97B3EAB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88640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Successore di x</a:t>
            </a: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EA70C8E1-C922-41D6-A98D-4A38B864F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84313"/>
            <a:ext cx="871378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SzPct val="50000"/>
              <a:buFont typeface="Times New Roman" charset="0"/>
              <a:buNone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Successore(x) </a:t>
            </a:r>
            <a:endParaRPr lang="it-IT" sz="2200" dirty="0">
              <a:solidFill>
                <a:srgbClr val="FF0000"/>
              </a:solidFill>
              <a:latin typeface="Times New Roman" charset="0"/>
              <a:ea typeface="ＭＳ Ｐゴシック" charset="0"/>
            </a:endParaRPr>
          </a:p>
          <a:p>
            <a:pPr marL="457200" indent="-457200">
              <a:buSzPct val="50000"/>
              <a:buFont typeface="+mj-lt"/>
              <a:buAutoNum type="arabicPeriod"/>
              <a:defRPr/>
            </a:pPr>
            <a:r>
              <a:rPr lang="it-IT" sz="2200" b="1" dirty="0" err="1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if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(</a:t>
            </a:r>
            <a:r>
              <a:rPr lang="it-IT" sz="2200" dirty="0" err="1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x.right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!=NULL) </a:t>
            </a:r>
          </a:p>
          <a:p>
            <a:pPr marL="457200" indent="-457200">
              <a:buSzPct val="50000"/>
              <a:buFont typeface="+mj-lt"/>
              <a:buAutoNum type="arabicPeriod"/>
              <a:defRPr/>
            </a:pPr>
            <a:r>
              <a:rPr lang="it-IT" sz="2200" b="1" dirty="0">
                <a:latin typeface="Times New Roman" charset="0"/>
                <a:ea typeface="ＭＳ Ｐゴシック" charset="0"/>
              </a:rPr>
              <a:t>       </a:t>
            </a:r>
            <a:r>
              <a:rPr lang="it-IT" sz="2200" b="1" dirty="0" err="1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return</a:t>
            </a:r>
            <a:r>
              <a:rPr lang="it-IT" sz="2200" b="1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Minimo(</a:t>
            </a:r>
            <a:r>
              <a:rPr lang="it-IT" sz="2200" dirty="0" err="1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x.right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);   </a:t>
            </a:r>
            <a:r>
              <a:rPr lang="it-IT" sz="2200" dirty="0">
                <a:solidFill>
                  <a:srgbClr val="FF0000"/>
                </a:solidFill>
                <a:latin typeface="Times New Roman" charset="0"/>
                <a:ea typeface="ＭＳ Ｐゴシック" charset="0"/>
              </a:rPr>
              <a:t>// Caso banale </a:t>
            </a:r>
          </a:p>
          <a:p>
            <a:pPr marL="457200" indent="-457200">
              <a:buSzPct val="50000"/>
              <a:buFont typeface="+mj-lt"/>
              <a:buAutoNum type="arabicPeriod"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y=</a:t>
            </a:r>
            <a:r>
              <a:rPr lang="it-IT" sz="2200" dirty="0" err="1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x.padre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;	</a:t>
            </a:r>
            <a:r>
              <a:rPr lang="it-IT" sz="2200" dirty="0">
                <a:solidFill>
                  <a:srgbClr val="FF0000"/>
                </a:solidFill>
                <a:latin typeface="Times New Roman" charset="0"/>
                <a:ea typeface="ＭＳ Ｐゴシック" charset="0"/>
              </a:rPr>
              <a:t> // risaliamo l’albero fino a trovare un figlio </a:t>
            </a:r>
            <a:r>
              <a:rPr lang="it-IT" sz="2200" dirty="0" err="1">
                <a:solidFill>
                  <a:srgbClr val="FF0000"/>
                </a:solidFill>
                <a:latin typeface="Times New Roman" charset="0"/>
                <a:ea typeface="ＭＳ Ｐゴシック" charset="0"/>
              </a:rPr>
              <a:t>sx</a:t>
            </a:r>
            <a:r>
              <a:rPr lang="it-IT" sz="2200" dirty="0">
                <a:solidFill>
                  <a:srgbClr val="FF0000"/>
                </a:solidFill>
                <a:latin typeface="Times New Roman" charset="0"/>
                <a:ea typeface="ＭＳ Ｐゴシック" charset="0"/>
              </a:rPr>
              <a:t> di suo padre</a:t>
            </a:r>
            <a:endParaRPr lang="it-IT" sz="2200" dirty="0">
              <a:solidFill>
                <a:schemeClr val="tx1"/>
              </a:solidFill>
              <a:latin typeface="Times New Roman" charset="0"/>
              <a:ea typeface="ＭＳ Ｐゴシック" charset="0"/>
            </a:endParaRPr>
          </a:p>
          <a:p>
            <a:pPr marL="457200" indent="-457200">
              <a:buSzPct val="50000"/>
              <a:buFont typeface="+mj-lt"/>
              <a:buAutoNum type="arabicPeriod"/>
              <a:defRPr/>
            </a:pPr>
            <a:r>
              <a:rPr lang="it-IT" sz="2200" b="1" dirty="0" err="1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while</a:t>
            </a:r>
            <a:r>
              <a:rPr lang="it-IT" sz="2200" b="1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(y!=NULL) &amp;&amp; (x==</a:t>
            </a:r>
            <a:r>
              <a:rPr lang="it-IT" sz="2200" dirty="0" err="1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y.right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) 			</a:t>
            </a:r>
            <a:endParaRPr lang="it-IT" sz="2200" dirty="0">
              <a:solidFill>
                <a:srgbClr val="FF0000"/>
              </a:solidFill>
              <a:latin typeface="Times New Roman" charset="0"/>
              <a:ea typeface="ＭＳ Ｐゴシック" charset="0"/>
            </a:endParaRPr>
          </a:p>
          <a:p>
            <a:pPr marL="457200" indent="-457200">
              <a:buSzPct val="50000"/>
              <a:buFont typeface="+mj-lt"/>
              <a:buAutoNum type="arabicPeriod"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      x=y;</a:t>
            </a:r>
          </a:p>
          <a:p>
            <a:pPr marL="457200" indent="-457200">
              <a:buSzPct val="50000"/>
              <a:buFont typeface="+mj-lt"/>
              <a:buAutoNum type="arabicPeriod"/>
              <a:defRPr/>
            </a:pP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 	y=</a:t>
            </a:r>
            <a:r>
              <a:rPr lang="it-IT" sz="2200" dirty="0" err="1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y.padre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</a:rPr>
              <a:t>;</a:t>
            </a:r>
          </a:p>
          <a:p>
            <a:pPr marL="457200" indent="-457200">
              <a:buSzPct val="50000"/>
              <a:buFont typeface="+mj-lt"/>
              <a:buAutoNum type="arabicPeriod"/>
              <a:defRPr/>
            </a:pPr>
            <a:r>
              <a:rPr lang="it-IT" sz="2200" b="1" dirty="0" err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return</a:t>
            </a:r>
            <a:r>
              <a:rPr lang="it-IT" sz="2200" b="1" dirty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200" dirty="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rPr>
              <a:t>y;</a:t>
            </a:r>
          </a:p>
          <a:p>
            <a:pPr>
              <a:buSzPct val="50000"/>
              <a:buFont typeface="Times New Roman" charset="0"/>
              <a:buNone/>
              <a:defRPr/>
            </a:pPr>
            <a:endParaRPr lang="it-IT" sz="2200" dirty="0">
              <a:solidFill>
                <a:schemeClr val="tx1"/>
              </a:solidFill>
              <a:latin typeface="Times New Roman" charset="0"/>
              <a:ea typeface="ＭＳ Ｐゴシック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06382A8-C411-498C-BBD6-8EFF1077FF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386" y="3562662"/>
            <a:ext cx="5442964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36470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CBC29875-B72E-4CF7-A136-975D3CC053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560" y="188640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Cancellazione di un nodo </a:t>
            </a:r>
            <a:r>
              <a:rPr lang="it-IT" sz="3600" dirty="0" err="1">
                <a:ea typeface="ＭＳ Ｐゴシック" charset="0"/>
                <a:cs typeface="+mj-cs"/>
              </a:rPr>
              <a:t>z</a:t>
            </a:r>
            <a:endParaRPr lang="it-IT" sz="3600" dirty="0">
              <a:ea typeface="ＭＳ Ｐゴシック" charset="0"/>
              <a:cs typeface="+mj-cs"/>
            </a:endParaRP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E2ECD9D4-1E38-459D-8790-565C0C321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57338"/>
            <a:ext cx="8713788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914400" indent="-4572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Procedura più complicata delle precedenti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Tre casi da considerare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z non ha figli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z ha un solo figlio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z ha due figli </a:t>
            </a:r>
          </a:p>
          <a:p>
            <a:pPr lvl="1">
              <a:buSzPct val="50000"/>
              <a:buFont typeface="Calibri" panose="020F0502020204030204" pitchFamily="34" charset="0"/>
              <a:buAutoNum type="arabicPeriod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Nel caso in cui z non abbia figli la procedura è banale: eliminiamo z e modifichiamo il padre in modo che il puntatore a z diventi un puntatore a NULL.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Il caso più complesso da gestire è il 3 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7A5CE1E6-431A-470C-A5E2-49D36AEF6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88640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Caso 2: </a:t>
            </a:r>
            <a:r>
              <a:rPr lang="it-IT" sz="3600" dirty="0" err="1">
                <a:ea typeface="ＭＳ Ｐゴシック" charset="0"/>
                <a:cs typeface="+mj-cs"/>
              </a:rPr>
              <a:t>z</a:t>
            </a:r>
            <a:r>
              <a:rPr lang="it-IT" sz="3600" dirty="0">
                <a:ea typeface="ＭＳ Ｐゴシック" charset="0"/>
                <a:cs typeface="+mj-cs"/>
              </a:rPr>
              <a:t> ha un solo figlio</a:t>
            </a:r>
          </a:p>
        </p:txBody>
      </p:sp>
      <p:pic>
        <p:nvPicPr>
          <p:cNvPr id="55298" name="Immagine 1">
            <a:extLst>
              <a:ext uri="{FF2B5EF4-FFF2-40B4-BE49-F238E27FC236}">
                <a16:creationId xmlns:a16="http://schemas.microsoft.com/office/drawing/2014/main" id="{ED891885-FEA6-4FDA-B487-7D1990045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916113"/>
            <a:ext cx="3160713" cy="311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0725C42-E92A-4F26-92EA-281BF538FF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75" y="1989138"/>
            <a:ext cx="4878388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6" name="Text Box 4">
            <a:extLst>
              <a:ext uri="{FF2B5EF4-FFF2-40B4-BE49-F238E27FC236}">
                <a16:creationId xmlns:a16="http://schemas.microsoft.com/office/drawing/2014/main" id="{68B01C5B-FA28-4D80-850C-41F972B01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557338"/>
            <a:ext cx="871378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Cerchiamo il successore y di z 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Si troverà certamente nel sottoalbero destro di radice z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y prende la posizione di z nell</a:t>
            </a:r>
            <a:r>
              <a:rPr lang="it-IT" altLang="it-IT" sz="2200" dirty="0">
                <a:solidFill>
                  <a:schemeClr val="tx1"/>
                </a:solidFill>
                <a:latin typeface="+mj-lt"/>
              </a:rPr>
              <a:t>’</a:t>
            </a: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albero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La rimanente parte del sottoalbero destro (di z) diventa il nuovo albero destro di y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  <a:p>
            <a:pPr>
              <a:buSzPct val="50000"/>
              <a:buFont typeface="Arial" panose="020B0604020202020204" pitchFamily="34" charset="0"/>
              <a:buChar char="•"/>
            </a:pPr>
            <a:endParaRPr lang="it-IT" altLang="en-US" sz="2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ADFD1E7-901C-444F-8959-F489CB661571}"/>
              </a:ext>
            </a:extLst>
          </p:cNvPr>
          <p:cNvSpPr txBox="1">
            <a:spLocks noChangeArrowheads="1"/>
          </p:cNvSpPr>
          <p:nvPr/>
        </p:nvSpPr>
        <p:spPr>
          <a:xfrm>
            <a:off x="755650" y="188640"/>
            <a:ext cx="7632700" cy="98107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</a:rPr>
              <a:t>Caso 3: z ha due figli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CAE69FF1-7CC2-4A1D-A787-88EAD6E62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11890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altLang="en-US" sz="3600" dirty="0"/>
              <a:t>Caso 3a: y è figlio di z</a:t>
            </a:r>
          </a:p>
        </p:txBody>
      </p:sp>
      <p:pic>
        <p:nvPicPr>
          <p:cNvPr id="59394" name="Immagine 1">
            <a:extLst>
              <a:ext uri="{FF2B5EF4-FFF2-40B4-BE49-F238E27FC236}">
                <a16:creationId xmlns:a16="http://schemas.microsoft.com/office/drawing/2014/main" id="{F50413E8-630A-4E64-9495-5E11DBE91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916113"/>
            <a:ext cx="8562975" cy="374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95A45D02-F92F-4791-802D-FB34E76B68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88640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it-IT" altLang="en-US" sz="3600" dirty="0"/>
              <a:t>Cancellazione: procedura </a:t>
            </a:r>
            <a:r>
              <a:rPr lang="it-IT" altLang="it-IT" sz="3600" dirty="0"/>
              <a:t>“</a:t>
            </a:r>
            <a:r>
              <a:rPr lang="it-IT" altLang="en-US" sz="3600" dirty="0"/>
              <a:t>Trapianta</a:t>
            </a:r>
            <a:r>
              <a:rPr lang="it-IT" altLang="it-IT" sz="3600" dirty="0"/>
              <a:t>”</a:t>
            </a:r>
            <a:endParaRPr lang="it-IT" altLang="en-US" sz="3600" dirty="0"/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07A3EC89-859B-42C7-8F2B-C6FD76469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84313"/>
            <a:ext cx="8713788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Permette di spostare sottoalberi </a:t>
            </a:r>
          </a:p>
          <a:p>
            <a:pPr>
              <a:buSzPct val="50000"/>
              <a:buFont typeface="Arial" panose="020B0604020202020204" pitchFamily="34" charset="0"/>
              <a:buChar char="•"/>
            </a:pPr>
            <a:r>
              <a:rPr lang="it-IT" altLang="en-US" sz="2200" dirty="0">
                <a:solidFill>
                  <a:schemeClr val="tx1"/>
                </a:solidFill>
                <a:latin typeface="+mj-lt"/>
              </a:rPr>
              <a:t>Rimpiazza un sottoalbero di radice u con un altro di radice v</a:t>
            </a:r>
          </a:p>
          <a:p>
            <a:pPr>
              <a:buSzPct val="50000"/>
            </a:pPr>
            <a:endParaRPr lang="it-IT" altLang="en-US" sz="2200" dirty="0">
              <a:solidFill>
                <a:schemeClr val="tx1"/>
              </a:solidFill>
            </a:endParaRPr>
          </a:p>
          <a:p>
            <a:pPr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Trapianta(</a:t>
            </a:r>
            <a:r>
              <a:rPr lang="it-IT" altLang="en-US" sz="2200" dirty="0" err="1">
                <a:solidFill>
                  <a:schemeClr val="tx1"/>
                </a:solidFill>
              </a:rPr>
              <a:t>root,u,v</a:t>
            </a:r>
            <a:r>
              <a:rPr lang="it-IT" altLang="en-US" sz="2200" dirty="0">
                <a:solidFill>
                  <a:schemeClr val="tx1"/>
                </a:solidFill>
              </a:rPr>
              <a:t>) </a:t>
            </a:r>
            <a:endParaRPr lang="it-IT" altLang="en-US" sz="2200" dirty="0">
              <a:solidFill>
                <a:srgbClr val="FF0000"/>
              </a:solidFill>
            </a:endParaRP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 dirty="0" err="1">
                <a:solidFill>
                  <a:schemeClr val="tx1"/>
                </a:solidFill>
              </a:rPr>
              <a:t>if</a:t>
            </a:r>
            <a:r>
              <a:rPr lang="it-IT" altLang="en-US" sz="2200" dirty="0">
                <a:solidFill>
                  <a:schemeClr val="tx1"/>
                </a:solidFill>
              </a:rPr>
              <a:t> </a:t>
            </a:r>
            <a:r>
              <a:rPr lang="it-IT" altLang="en-US" sz="2200" dirty="0" err="1">
                <a:solidFill>
                  <a:schemeClr val="tx1"/>
                </a:solidFill>
              </a:rPr>
              <a:t>u.padre</a:t>
            </a:r>
            <a:r>
              <a:rPr lang="it-IT" altLang="en-US" sz="2200" dirty="0">
                <a:solidFill>
                  <a:schemeClr val="tx1"/>
                </a:solidFill>
              </a:rPr>
              <a:t>==NULL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      root=v; 			</a:t>
            </a:r>
            <a:r>
              <a:rPr lang="it-IT" altLang="en-US" sz="2200" dirty="0">
                <a:solidFill>
                  <a:srgbClr val="FF0000"/>
                </a:solidFill>
              </a:rPr>
              <a:t>// u è proprio la radice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 dirty="0">
                <a:solidFill>
                  <a:schemeClr val="tx1"/>
                </a:solidFill>
              </a:rPr>
              <a:t>else </a:t>
            </a:r>
            <a:r>
              <a:rPr lang="it-IT" altLang="en-US" sz="2200" b="1" dirty="0" err="1">
                <a:solidFill>
                  <a:schemeClr val="tx1"/>
                </a:solidFill>
              </a:rPr>
              <a:t>if</a:t>
            </a:r>
            <a:r>
              <a:rPr lang="it-IT" altLang="en-US" sz="2200" b="1" dirty="0">
                <a:solidFill>
                  <a:schemeClr val="tx1"/>
                </a:solidFill>
              </a:rPr>
              <a:t> </a:t>
            </a:r>
            <a:r>
              <a:rPr lang="it-IT" altLang="en-US" sz="2200" dirty="0">
                <a:solidFill>
                  <a:schemeClr val="tx1"/>
                </a:solidFill>
              </a:rPr>
              <a:t>(u==</a:t>
            </a:r>
            <a:r>
              <a:rPr lang="it-IT" altLang="en-US" sz="2200" dirty="0" err="1">
                <a:solidFill>
                  <a:schemeClr val="tx1"/>
                </a:solidFill>
              </a:rPr>
              <a:t>u.padre.left</a:t>
            </a:r>
            <a:r>
              <a:rPr lang="it-IT" altLang="en-US" sz="2200" dirty="0">
                <a:solidFill>
                  <a:schemeClr val="tx1"/>
                </a:solidFill>
              </a:rPr>
              <a:t>) 	/</a:t>
            </a:r>
            <a:r>
              <a:rPr lang="it-IT" altLang="en-US" sz="2200" dirty="0">
                <a:solidFill>
                  <a:srgbClr val="FF0000"/>
                </a:solidFill>
              </a:rPr>
              <a:t>/ u è figlio sinistro di suo padre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      </a:t>
            </a:r>
            <a:r>
              <a:rPr lang="it-IT" altLang="en-US" sz="2200" dirty="0" err="1">
                <a:solidFill>
                  <a:schemeClr val="tx1"/>
                </a:solidFill>
              </a:rPr>
              <a:t>u.padre.left</a:t>
            </a:r>
            <a:r>
              <a:rPr lang="it-IT" altLang="en-US" sz="2200" dirty="0">
                <a:solidFill>
                  <a:schemeClr val="tx1"/>
                </a:solidFill>
              </a:rPr>
              <a:t>=v;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 dirty="0">
                <a:solidFill>
                  <a:schemeClr val="tx1"/>
                </a:solidFill>
              </a:rPr>
              <a:t>else</a:t>
            </a:r>
            <a:r>
              <a:rPr lang="it-IT" altLang="en-US" sz="2200" dirty="0">
                <a:solidFill>
                  <a:schemeClr val="tx1"/>
                </a:solidFill>
              </a:rPr>
              <a:t>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      </a:t>
            </a:r>
            <a:r>
              <a:rPr lang="it-IT" altLang="en-US" sz="2200" dirty="0" err="1">
                <a:solidFill>
                  <a:schemeClr val="tx1"/>
                </a:solidFill>
              </a:rPr>
              <a:t>u.padre.right</a:t>
            </a:r>
            <a:r>
              <a:rPr lang="it-IT" altLang="en-US" sz="2200" dirty="0">
                <a:solidFill>
                  <a:schemeClr val="tx1"/>
                </a:solidFill>
              </a:rPr>
              <a:t>=v;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 dirty="0" err="1">
                <a:solidFill>
                  <a:schemeClr val="tx1"/>
                </a:solidFill>
              </a:rPr>
              <a:t>if</a:t>
            </a:r>
            <a:r>
              <a:rPr lang="it-IT" altLang="en-US" sz="2200" dirty="0">
                <a:solidFill>
                  <a:schemeClr val="tx1"/>
                </a:solidFill>
              </a:rPr>
              <a:t> (v!=NULL) 		</a:t>
            </a:r>
            <a:r>
              <a:rPr lang="it-IT" altLang="en-US" sz="2200" dirty="0">
                <a:solidFill>
                  <a:srgbClr val="FF0000"/>
                </a:solidFill>
              </a:rPr>
              <a:t>// aggiorniamo il padre di v</a:t>
            </a:r>
            <a:r>
              <a:rPr lang="it-IT" altLang="en-US" sz="2200" dirty="0">
                <a:solidFill>
                  <a:schemeClr val="tx1"/>
                </a:solidFill>
              </a:rPr>
              <a:t>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	</a:t>
            </a:r>
            <a:r>
              <a:rPr lang="it-IT" altLang="en-US" sz="2200" dirty="0" err="1">
                <a:solidFill>
                  <a:schemeClr val="tx1"/>
                </a:solidFill>
              </a:rPr>
              <a:t>v.padre</a:t>
            </a:r>
            <a:r>
              <a:rPr lang="it-IT" altLang="en-US" sz="2200" dirty="0">
                <a:solidFill>
                  <a:schemeClr val="tx1"/>
                </a:solidFill>
              </a:rPr>
              <a:t>=</a:t>
            </a:r>
            <a:r>
              <a:rPr lang="it-IT" altLang="en-US" sz="2200" dirty="0" err="1">
                <a:solidFill>
                  <a:schemeClr val="tx1"/>
                </a:solidFill>
              </a:rPr>
              <a:t>u.padre</a:t>
            </a:r>
            <a:r>
              <a:rPr lang="it-IT" altLang="en-US" sz="2200" dirty="0">
                <a:solidFill>
                  <a:schemeClr val="tx1"/>
                </a:solidFill>
              </a:rPr>
              <a:t>; 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endParaRPr lang="it-IT" altLang="en-US" sz="2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CA46DD15-C120-459C-A769-6953F1783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188640"/>
            <a:ext cx="7632700" cy="981075"/>
          </a:xfrm>
        </p:spPr>
        <p:txBody>
          <a:bodyPr lIns="0" tIns="0" rIns="0" bIns="0"/>
          <a:lstStyle/>
          <a:p>
            <a:pPr>
              <a:lnSpc>
                <a:spcPct val="93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3600" dirty="0">
                <a:ea typeface="ＭＳ Ｐゴシック" charset="0"/>
                <a:cs typeface="+mj-cs"/>
              </a:rPr>
              <a:t>Cancellazione</a:t>
            </a:r>
          </a:p>
        </p:txBody>
      </p:sp>
      <p:sp>
        <p:nvSpPr>
          <p:cNvPr id="274436" name="Text Box 4">
            <a:extLst>
              <a:ext uri="{FF2B5EF4-FFF2-40B4-BE49-F238E27FC236}">
                <a16:creationId xmlns:a16="http://schemas.microsoft.com/office/drawing/2014/main" id="{6BBC795E-A482-4621-98BD-1F6E4D3E6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80728"/>
            <a:ext cx="8713788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914400" indent="-4572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buSzPct val="50000"/>
            </a:pPr>
            <a:r>
              <a:rPr lang="it-IT" altLang="en-US" sz="2200" dirty="0">
                <a:solidFill>
                  <a:schemeClr val="tx1"/>
                </a:solidFill>
              </a:rPr>
              <a:t>Delete(root, z) </a:t>
            </a:r>
            <a:endParaRPr lang="it-IT" altLang="en-US" sz="2200" dirty="0">
              <a:solidFill>
                <a:srgbClr val="FF0000"/>
              </a:solidFill>
            </a:endParaRP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 dirty="0" err="1">
                <a:solidFill>
                  <a:schemeClr val="tx1"/>
                </a:solidFill>
              </a:rPr>
              <a:t>if</a:t>
            </a:r>
            <a:r>
              <a:rPr lang="it-IT" altLang="en-US" sz="2200" dirty="0">
                <a:solidFill>
                  <a:schemeClr val="tx1"/>
                </a:solidFill>
              </a:rPr>
              <a:t> (</a:t>
            </a:r>
            <a:r>
              <a:rPr lang="it-IT" altLang="en-US" sz="2200" dirty="0" err="1">
                <a:solidFill>
                  <a:schemeClr val="tx1"/>
                </a:solidFill>
              </a:rPr>
              <a:t>z.left</a:t>
            </a:r>
            <a:r>
              <a:rPr lang="it-IT" altLang="en-US" sz="2200" dirty="0">
                <a:solidFill>
                  <a:schemeClr val="tx1"/>
                </a:solidFill>
              </a:rPr>
              <a:t>==NULL)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 dirty="0">
                <a:solidFill>
                  <a:schemeClr val="tx1"/>
                </a:solidFill>
              </a:rPr>
              <a:t>       Trapianta</a:t>
            </a:r>
            <a:r>
              <a:rPr lang="it-IT" altLang="en-US" sz="2200" dirty="0">
                <a:solidFill>
                  <a:schemeClr val="tx1"/>
                </a:solidFill>
              </a:rPr>
              <a:t>(T, z , </a:t>
            </a:r>
            <a:r>
              <a:rPr lang="it-IT" altLang="en-US" sz="2200" dirty="0" err="1">
                <a:solidFill>
                  <a:schemeClr val="tx1"/>
                </a:solidFill>
              </a:rPr>
              <a:t>z.right</a:t>
            </a:r>
            <a:r>
              <a:rPr lang="it-IT" altLang="en-US" sz="2200" dirty="0">
                <a:solidFill>
                  <a:schemeClr val="tx1"/>
                </a:solidFill>
              </a:rPr>
              <a:t>); 	</a:t>
            </a:r>
            <a:r>
              <a:rPr lang="it-IT" altLang="en-US" sz="2200" dirty="0">
                <a:solidFill>
                  <a:srgbClr val="FF0000"/>
                </a:solidFill>
              </a:rPr>
              <a:t>// z non ha figlio sinistro -&gt; sposto il suo 				figlio destro ‘in alto’ al posto di z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 dirty="0">
                <a:solidFill>
                  <a:schemeClr val="tx1"/>
                </a:solidFill>
              </a:rPr>
              <a:t>else </a:t>
            </a:r>
            <a:r>
              <a:rPr lang="it-IT" altLang="en-US" sz="2200" b="1" dirty="0" err="1">
                <a:solidFill>
                  <a:schemeClr val="tx1"/>
                </a:solidFill>
              </a:rPr>
              <a:t>if</a:t>
            </a:r>
            <a:r>
              <a:rPr lang="it-IT" altLang="en-US" sz="2200" b="1" dirty="0">
                <a:solidFill>
                  <a:schemeClr val="tx1"/>
                </a:solidFill>
              </a:rPr>
              <a:t> </a:t>
            </a:r>
            <a:r>
              <a:rPr lang="it-IT" altLang="en-US" sz="2200" dirty="0">
                <a:solidFill>
                  <a:schemeClr val="tx1"/>
                </a:solidFill>
              </a:rPr>
              <a:t>(</a:t>
            </a:r>
            <a:r>
              <a:rPr lang="it-IT" altLang="en-US" sz="2200" dirty="0" err="1">
                <a:solidFill>
                  <a:schemeClr val="tx1"/>
                </a:solidFill>
              </a:rPr>
              <a:t>z.right</a:t>
            </a:r>
            <a:r>
              <a:rPr lang="it-IT" altLang="en-US" sz="2200" dirty="0">
                <a:solidFill>
                  <a:schemeClr val="tx1"/>
                </a:solidFill>
              </a:rPr>
              <a:t>==NULL) 	</a:t>
            </a:r>
            <a:r>
              <a:rPr lang="it-IT" altLang="en-US" sz="2200" dirty="0">
                <a:solidFill>
                  <a:srgbClr val="FF0000"/>
                </a:solidFill>
              </a:rPr>
              <a:t>// analogamente se z non ha figlio destro</a:t>
            </a:r>
            <a:r>
              <a:rPr lang="it-IT" altLang="en-US" sz="2200" dirty="0">
                <a:solidFill>
                  <a:schemeClr val="tx1"/>
                </a:solidFill>
              </a:rPr>
              <a:t> </a:t>
            </a:r>
            <a:endParaRPr lang="it-IT" altLang="en-US" sz="2200" dirty="0">
              <a:solidFill>
                <a:srgbClr val="FF0000"/>
              </a:solidFill>
            </a:endParaRP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      </a:t>
            </a:r>
            <a:r>
              <a:rPr lang="it-IT" altLang="en-US" sz="2200" b="1" dirty="0">
                <a:solidFill>
                  <a:schemeClr val="tx1"/>
                </a:solidFill>
              </a:rPr>
              <a:t>Trapianta</a:t>
            </a:r>
            <a:r>
              <a:rPr lang="it-IT" altLang="en-US" sz="2200" dirty="0">
                <a:solidFill>
                  <a:schemeClr val="tx1"/>
                </a:solidFill>
              </a:rPr>
              <a:t>(</a:t>
            </a:r>
            <a:r>
              <a:rPr lang="it-IT" altLang="en-US" sz="2200" dirty="0" err="1">
                <a:solidFill>
                  <a:schemeClr val="tx1"/>
                </a:solidFill>
              </a:rPr>
              <a:t>T,z,z.left</a:t>
            </a:r>
            <a:r>
              <a:rPr lang="it-IT" altLang="en-US" sz="2200" dirty="0">
                <a:solidFill>
                  <a:schemeClr val="tx1"/>
                </a:solidFill>
              </a:rPr>
              <a:t>);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b="1" dirty="0">
                <a:solidFill>
                  <a:schemeClr val="tx1"/>
                </a:solidFill>
              </a:rPr>
              <a:t>else</a:t>
            </a:r>
            <a:r>
              <a:rPr lang="it-IT" altLang="en-US" sz="2200" dirty="0">
                <a:solidFill>
                  <a:schemeClr val="tx1"/>
                </a:solidFill>
              </a:rPr>
              <a:t>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	y=Minimo(</a:t>
            </a:r>
            <a:r>
              <a:rPr lang="it-IT" altLang="en-US" sz="2200" dirty="0" err="1">
                <a:solidFill>
                  <a:schemeClr val="tx1"/>
                </a:solidFill>
              </a:rPr>
              <a:t>z.right</a:t>
            </a:r>
            <a:r>
              <a:rPr lang="it-IT" altLang="en-US" sz="2200" dirty="0">
                <a:solidFill>
                  <a:schemeClr val="tx1"/>
                </a:solidFill>
              </a:rPr>
              <a:t>); </a:t>
            </a:r>
            <a:r>
              <a:rPr lang="it-IT" altLang="en-US" sz="2200" dirty="0">
                <a:solidFill>
                  <a:srgbClr val="FF0000"/>
                </a:solidFill>
              </a:rPr>
              <a:t>  //uguale a successor poiché </a:t>
            </a:r>
            <a:r>
              <a:rPr lang="it-IT" altLang="en-US" sz="2200" dirty="0" err="1">
                <a:solidFill>
                  <a:srgbClr val="FF0000"/>
                </a:solidFill>
              </a:rPr>
              <a:t>z.right</a:t>
            </a:r>
            <a:r>
              <a:rPr lang="it-IT" altLang="en-US" sz="2200" dirty="0">
                <a:solidFill>
                  <a:srgbClr val="FF0000"/>
                </a:solidFill>
              </a:rPr>
              <a:t>!=NULL</a:t>
            </a:r>
            <a:endParaRPr lang="it-IT" altLang="en-US" sz="2200" dirty="0">
              <a:solidFill>
                <a:schemeClr val="tx1"/>
              </a:solidFill>
            </a:endParaRP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	</a:t>
            </a:r>
            <a:r>
              <a:rPr lang="it-IT" altLang="en-US" sz="2200" b="1" dirty="0" err="1">
                <a:solidFill>
                  <a:schemeClr val="tx1"/>
                </a:solidFill>
              </a:rPr>
              <a:t>if</a:t>
            </a:r>
            <a:r>
              <a:rPr lang="it-IT" altLang="en-US" sz="2200" dirty="0">
                <a:solidFill>
                  <a:schemeClr val="tx1"/>
                </a:solidFill>
              </a:rPr>
              <a:t> (</a:t>
            </a:r>
            <a:r>
              <a:rPr lang="it-IT" altLang="en-US" sz="2200" dirty="0" err="1">
                <a:solidFill>
                  <a:schemeClr val="tx1"/>
                </a:solidFill>
              </a:rPr>
              <a:t>y.padre</a:t>
            </a:r>
            <a:r>
              <a:rPr lang="it-IT" altLang="en-US" sz="2200" dirty="0">
                <a:solidFill>
                  <a:schemeClr val="tx1"/>
                </a:solidFill>
              </a:rPr>
              <a:t>!=z) 	        </a:t>
            </a:r>
            <a:r>
              <a:rPr lang="it-IT" altLang="en-US" sz="2200" dirty="0">
                <a:solidFill>
                  <a:srgbClr val="FF0000"/>
                </a:solidFill>
              </a:rPr>
              <a:t>// se y non è figlio (destro) di z …</a:t>
            </a:r>
            <a:r>
              <a:rPr lang="it-IT" altLang="en-US" sz="2200" dirty="0">
                <a:solidFill>
                  <a:schemeClr val="tx1"/>
                </a:solidFill>
              </a:rPr>
              <a:t>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		</a:t>
            </a:r>
            <a:r>
              <a:rPr lang="it-IT" altLang="en-US" sz="2200" b="1" dirty="0">
                <a:solidFill>
                  <a:schemeClr val="tx1"/>
                </a:solidFill>
              </a:rPr>
              <a:t>Trapianta</a:t>
            </a:r>
            <a:r>
              <a:rPr lang="it-IT" altLang="en-US" sz="2200" dirty="0">
                <a:solidFill>
                  <a:schemeClr val="tx1"/>
                </a:solidFill>
              </a:rPr>
              <a:t>(T, y , </a:t>
            </a:r>
            <a:r>
              <a:rPr lang="it-IT" altLang="en-US" sz="2200" dirty="0" err="1">
                <a:solidFill>
                  <a:schemeClr val="tx1"/>
                </a:solidFill>
              </a:rPr>
              <a:t>y.right</a:t>
            </a:r>
            <a:r>
              <a:rPr lang="it-IT" altLang="en-US" sz="2200" dirty="0">
                <a:solidFill>
                  <a:schemeClr val="tx1"/>
                </a:solidFill>
              </a:rPr>
              <a:t>); </a:t>
            </a:r>
            <a:r>
              <a:rPr lang="it-IT" altLang="en-US" sz="2200" dirty="0">
                <a:solidFill>
                  <a:srgbClr val="FF0000"/>
                </a:solidFill>
              </a:rPr>
              <a:t>// sposto </a:t>
            </a:r>
            <a:r>
              <a:rPr lang="it-IT" altLang="en-US" sz="2200" dirty="0" err="1">
                <a:solidFill>
                  <a:srgbClr val="FF0000"/>
                </a:solidFill>
              </a:rPr>
              <a:t>y.right</a:t>
            </a:r>
            <a:r>
              <a:rPr lang="it-IT" altLang="en-US" sz="2200" dirty="0">
                <a:solidFill>
                  <a:srgbClr val="FF0000"/>
                </a:solidFill>
              </a:rPr>
              <a:t> in y …</a:t>
            </a:r>
            <a:endParaRPr lang="it-IT" altLang="en-US" sz="2200" dirty="0">
              <a:solidFill>
                <a:schemeClr val="tx1"/>
              </a:solidFill>
            </a:endParaRP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		</a:t>
            </a:r>
            <a:r>
              <a:rPr lang="it-IT" altLang="en-US" sz="2200" dirty="0" err="1">
                <a:solidFill>
                  <a:schemeClr val="tx1"/>
                </a:solidFill>
              </a:rPr>
              <a:t>y.right</a:t>
            </a:r>
            <a:r>
              <a:rPr lang="it-IT" altLang="en-US" sz="2200" dirty="0">
                <a:solidFill>
                  <a:schemeClr val="tx1"/>
                </a:solidFill>
              </a:rPr>
              <a:t>=</a:t>
            </a:r>
            <a:r>
              <a:rPr lang="it-IT" altLang="en-US" sz="2200" dirty="0" err="1">
                <a:solidFill>
                  <a:schemeClr val="tx1"/>
                </a:solidFill>
              </a:rPr>
              <a:t>z.right</a:t>
            </a:r>
            <a:r>
              <a:rPr lang="it-IT" altLang="en-US" sz="2200" dirty="0">
                <a:solidFill>
                  <a:schemeClr val="tx1"/>
                </a:solidFill>
              </a:rPr>
              <a:t>; 	</a:t>
            </a:r>
            <a:r>
              <a:rPr lang="it-IT" altLang="en-US" sz="2200" dirty="0">
                <a:solidFill>
                  <a:srgbClr val="FF0000"/>
                </a:solidFill>
              </a:rPr>
              <a:t> // … e </a:t>
            </a:r>
            <a:r>
              <a:rPr lang="it-IT" altLang="en-US" sz="2200" dirty="0" err="1">
                <a:solidFill>
                  <a:srgbClr val="FF0000"/>
                </a:solidFill>
              </a:rPr>
              <a:t>z.right</a:t>
            </a:r>
            <a:r>
              <a:rPr lang="it-IT" altLang="en-US" sz="2200" dirty="0">
                <a:solidFill>
                  <a:srgbClr val="FF0000"/>
                </a:solidFill>
              </a:rPr>
              <a:t> come figlio dx di y </a:t>
            </a:r>
            <a:endParaRPr lang="it-IT" altLang="en-US" sz="2200" dirty="0">
              <a:solidFill>
                <a:schemeClr val="tx1"/>
              </a:solidFill>
            </a:endParaRP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		</a:t>
            </a:r>
            <a:r>
              <a:rPr lang="it-IT" altLang="en-US" sz="2200" dirty="0" err="1">
                <a:solidFill>
                  <a:schemeClr val="tx1"/>
                </a:solidFill>
              </a:rPr>
              <a:t>y.right.padre</a:t>
            </a:r>
            <a:r>
              <a:rPr lang="it-IT" altLang="en-US" sz="2200" dirty="0">
                <a:solidFill>
                  <a:schemeClr val="tx1"/>
                </a:solidFill>
              </a:rPr>
              <a:t>=y;  </a:t>
            </a: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	</a:t>
            </a:r>
            <a:r>
              <a:rPr lang="it-IT" altLang="en-US" sz="2200" b="1" dirty="0">
                <a:solidFill>
                  <a:schemeClr val="tx1"/>
                </a:solidFill>
              </a:rPr>
              <a:t>Trapianta</a:t>
            </a:r>
            <a:r>
              <a:rPr lang="it-IT" altLang="en-US" sz="2200" dirty="0">
                <a:solidFill>
                  <a:schemeClr val="tx1"/>
                </a:solidFill>
              </a:rPr>
              <a:t>(T, z , y); </a:t>
            </a:r>
            <a:r>
              <a:rPr lang="it-IT" altLang="en-US" sz="2200" dirty="0">
                <a:solidFill>
                  <a:srgbClr val="FF0000"/>
                </a:solidFill>
              </a:rPr>
              <a:t>  // ora sposto y in z (dopo aver settato </a:t>
            </a:r>
            <a:r>
              <a:rPr lang="it-IT" altLang="en-US" sz="2200" dirty="0" err="1">
                <a:solidFill>
                  <a:srgbClr val="FF0000"/>
                </a:solidFill>
              </a:rPr>
              <a:t>y.right</a:t>
            </a:r>
            <a:r>
              <a:rPr lang="it-IT" altLang="en-US" sz="2200" dirty="0">
                <a:solidFill>
                  <a:srgbClr val="FF0000"/>
                </a:solidFill>
              </a:rPr>
              <a:t>)</a:t>
            </a:r>
            <a:endParaRPr lang="it-IT" altLang="en-US" sz="2200" dirty="0">
              <a:solidFill>
                <a:schemeClr val="tx1"/>
              </a:solidFill>
            </a:endParaRP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	</a:t>
            </a:r>
            <a:r>
              <a:rPr lang="it-IT" altLang="en-US" sz="2200" dirty="0" err="1">
                <a:solidFill>
                  <a:schemeClr val="tx1"/>
                </a:solidFill>
              </a:rPr>
              <a:t>y.left</a:t>
            </a:r>
            <a:r>
              <a:rPr lang="it-IT" altLang="en-US" sz="2200" dirty="0">
                <a:solidFill>
                  <a:schemeClr val="tx1"/>
                </a:solidFill>
              </a:rPr>
              <a:t>=</a:t>
            </a:r>
            <a:r>
              <a:rPr lang="it-IT" altLang="en-US" sz="2200" dirty="0" err="1">
                <a:solidFill>
                  <a:schemeClr val="tx1"/>
                </a:solidFill>
              </a:rPr>
              <a:t>z.left</a:t>
            </a:r>
            <a:r>
              <a:rPr lang="it-IT" altLang="en-US" sz="2200" dirty="0">
                <a:solidFill>
                  <a:schemeClr val="tx1"/>
                </a:solidFill>
              </a:rPr>
              <a:t>; </a:t>
            </a:r>
            <a:r>
              <a:rPr lang="it-IT" altLang="en-US" sz="2200" dirty="0">
                <a:solidFill>
                  <a:srgbClr val="FF0000"/>
                </a:solidFill>
              </a:rPr>
              <a:t>             // sistemo il sottoalbero </a:t>
            </a:r>
            <a:r>
              <a:rPr lang="it-IT" altLang="en-US" sz="2200" dirty="0" err="1">
                <a:solidFill>
                  <a:srgbClr val="FF0000"/>
                </a:solidFill>
              </a:rPr>
              <a:t>sx</a:t>
            </a:r>
            <a:r>
              <a:rPr lang="it-IT" altLang="en-US" sz="2200" dirty="0">
                <a:solidFill>
                  <a:srgbClr val="FF0000"/>
                </a:solidFill>
              </a:rPr>
              <a:t> di z in </a:t>
            </a:r>
            <a:r>
              <a:rPr lang="it-IT" altLang="en-US" sz="2200" dirty="0" err="1">
                <a:solidFill>
                  <a:srgbClr val="FF0000"/>
                </a:solidFill>
              </a:rPr>
              <a:t>y.left</a:t>
            </a:r>
            <a:endParaRPr lang="it-IT" altLang="en-US" sz="2200" dirty="0">
              <a:solidFill>
                <a:schemeClr val="tx1"/>
              </a:solidFill>
            </a:endParaRPr>
          </a:p>
          <a:p>
            <a:pPr>
              <a:buSzPct val="50000"/>
              <a:buFont typeface="Calibri" panose="020F0502020204030204" pitchFamily="34" charset="0"/>
              <a:buAutoNum type="arabicPeriod"/>
            </a:pPr>
            <a:r>
              <a:rPr lang="it-IT" altLang="en-US" sz="2200" dirty="0">
                <a:solidFill>
                  <a:schemeClr val="tx1"/>
                </a:solidFill>
              </a:rPr>
              <a:t> 	</a:t>
            </a:r>
            <a:r>
              <a:rPr lang="it-IT" altLang="en-US" sz="2200" dirty="0" err="1">
                <a:solidFill>
                  <a:schemeClr val="tx1"/>
                </a:solidFill>
              </a:rPr>
              <a:t>y.left.padre</a:t>
            </a:r>
            <a:r>
              <a:rPr lang="it-IT" altLang="en-US" sz="2200" dirty="0">
                <a:solidFill>
                  <a:schemeClr val="tx1"/>
                </a:solidFill>
              </a:rPr>
              <a:t>=y; </a:t>
            </a:r>
          </a:p>
          <a:p>
            <a:pPr lvl="1">
              <a:buSzPct val="50000"/>
              <a:buFont typeface="Arial" panose="020B0604020202020204" pitchFamily="34" charset="0"/>
              <a:buChar char="•"/>
            </a:pPr>
            <a:endParaRPr lang="it-IT" altLang="en-US" sz="2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INAME" val="ᕧᖀᕕᕾᕳᖅᖅᕻᕸᕻᕷᕶ"/>
  <p:tag name="DATETIME" val="ᕃᕁᕇᕁᕄᕂᕃᕄᔲᔲᕋᕌᕃᕂᕓᕟᔲᔺᕙᕟᕦᔽᕃᕌᕂᔻ"/>
  <p:tag name="DONEBY" val="ᕥᕦᕮᕘᖄᕳᖀᕵᕷᖅᕵᖁᔲᕤᕧᕠᕖᕡ"/>
  <p:tag name="IPADDRESS" val="ᕵᖆᖀᕂᕂᕇᕂᕄᕆ"/>
  <p:tag name="APPVER" val="ᕅᕀᕂ"/>
  <p:tag name="RANDOM" val="18"/>
  <p:tag name="CHECKSUM" val="ᕆᕉᕊᕉ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A57ACB4-D2D8-4192-9D38-51CA2E009ED7}"/>
</file>

<file path=customXml/itemProps2.xml><?xml version="1.0" encoding="utf-8"?>
<ds:datastoreItem xmlns:ds="http://schemas.openxmlformats.org/officeDocument/2006/customXml" ds:itemID="{758CAB69-15D5-4263-B630-B2BA13AAC21F}"/>
</file>

<file path=customXml/itemProps3.xml><?xml version="1.0" encoding="utf-8"?>
<ds:datastoreItem xmlns:ds="http://schemas.openxmlformats.org/officeDocument/2006/customXml" ds:itemID="{773CBD42-A8E2-4530-8637-4A16BD0010F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</TotalTime>
  <Words>2298</Words>
  <Application>Microsoft Office PowerPoint</Application>
  <PresentationFormat>Presentazione su schermo (4:3)</PresentationFormat>
  <Paragraphs>259</Paragraphs>
  <Slides>31</Slides>
  <Notes>27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6" baseType="lpstr">
      <vt:lpstr>Arial</vt:lpstr>
      <vt:lpstr>Calibri</vt:lpstr>
      <vt:lpstr>Courier New</vt:lpstr>
      <vt:lpstr>Times New Roman</vt:lpstr>
      <vt:lpstr>Tema di Office</vt:lpstr>
      <vt:lpstr>Introduzione agli Alberi ed ai BST Massimo Orazio Spata Image Processing Lab - iplab.dmi.unict.it   massimo.spata@unict.it www.dmi.unict.it/spata/</vt:lpstr>
      <vt:lpstr>Albero</vt:lpstr>
      <vt:lpstr>Esempi</vt:lpstr>
      <vt:lpstr>Alberi</vt:lpstr>
      <vt:lpstr>Alberi e strutture gerarchiche</vt:lpstr>
      <vt:lpstr>Alberi come strutture ricorsive</vt:lpstr>
      <vt:lpstr>Cammini e livelli</vt:lpstr>
      <vt:lpstr>Profondità di un nodo</vt:lpstr>
      <vt:lpstr>Alberi equilibrati</vt:lpstr>
      <vt:lpstr>Albero binario</vt:lpstr>
      <vt:lpstr>Implementazione di un albero</vt:lpstr>
      <vt:lpstr>Visita di un albero</vt:lpstr>
      <vt:lpstr>Albero binario di ricerca</vt:lpstr>
      <vt:lpstr>Inserimento in un albero binario di ricerca</vt:lpstr>
      <vt:lpstr>Inserimento in un albero binario di ricerca</vt:lpstr>
      <vt:lpstr>Inserimento in un albero binario di ricerca</vt:lpstr>
      <vt:lpstr>Visita di un albero binario</vt:lpstr>
      <vt:lpstr>Presentazione standard di PowerPoint</vt:lpstr>
      <vt:lpstr>Esempio</vt:lpstr>
      <vt:lpstr>Costo della visita</vt:lpstr>
      <vt:lpstr>Ricerca in un albero binario di ricerca</vt:lpstr>
      <vt:lpstr>Ricerca iterativa</vt:lpstr>
      <vt:lpstr>Massimo e minimo</vt:lpstr>
      <vt:lpstr>Successore di x</vt:lpstr>
      <vt:lpstr>Successore di x</vt:lpstr>
      <vt:lpstr>Cancellazione di un nodo z</vt:lpstr>
      <vt:lpstr>Caso 2: z ha un solo figlio</vt:lpstr>
      <vt:lpstr>Presentazione standard di PowerPoint</vt:lpstr>
      <vt:lpstr>Caso 3a: y è figlio di z</vt:lpstr>
      <vt:lpstr>Cancellazione: procedura “Trapianta”</vt:lpstr>
      <vt:lpstr>Cancellazione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 Picture Format</dc:title>
  <dc:creator>Alessandro</dc:creator>
  <cp:lastModifiedBy>Massimo Orazio Spata</cp:lastModifiedBy>
  <cp:revision>740</cp:revision>
  <dcterms:created xsi:type="dcterms:W3CDTF">2012-01-04T08:06:02Z</dcterms:created>
  <dcterms:modified xsi:type="dcterms:W3CDTF">2023-05-23T15:26:14Z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0x010100CD9CE4ACF4375A4C8C0602FFE49177BE</vt:lpwstr>
  </property>
</Properties>
</file>