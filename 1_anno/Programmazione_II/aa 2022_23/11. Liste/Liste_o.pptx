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314" r:id="rId2"/>
    <p:sldId id="315" r:id="rId3"/>
    <p:sldId id="295" r:id="rId4"/>
    <p:sldId id="296" r:id="rId5"/>
    <p:sldId id="297" r:id="rId6"/>
    <p:sldId id="298" r:id="rId7"/>
    <p:sldId id="299" r:id="rId8"/>
    <p:sldId id="256" r:id="rId9"/>
    <p:sldId id="280" r:id="rId10"/>
    <p:sldId id="281" r:id="rId11"/>
    <p:sldId id="282" r:id="rId12"/>
    <p:sldId id="283" r:id="rId13"/>
    <p:sldId id="284" r:id="rId14"/>
    <p:sldId id="285" r:id="rId15"/>
    <p:sldId id="286" r:id="rId16"/>
    <p:sldId id="287" r:id="rId17"/>
    <p:sldId id="291" r:id="rId18"/>
    <p:sldId id="289" r:id="rId19"/>
    <p:sldId id="290" r:id="rId20"/>
    <p:sldId id="292" r:id="rId21"/>
    <p:sldId id="293" r:id="rId22"/>
    <p:sldId id="294" r:id="rId23"/>
    <p:sldId id="318" r:id="rId24"/>
    <p:sldId id="316" r:id="rId25"/>
    <p:sldId id="317" r:id="rId26"/>
  </p:sldIdLst>
  <p:sldSz cx="9144000" cy="6858000" type="screen4x3"/>
  <p:notesSz cx="6858000" cy="9144000"/>
  <p:custDataLst>
    <p:tags r:id="rId29"/>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C0504D"/>
    <a:srgbClr val="000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FA9F0-78CF-4EA6-B060-83ADD5E8F99B}" v="6" dt="2022-05-15T08:40:09.856"/>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Stile medio 3 - Colore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9" autoAdjust="0"/>
    <p:restoredTop sz="95274" autoAdjust="0"/>
  </p:normalViewPr>
  <p:slideViewPr>
    <p:cSldViewPr>
      <p:cViewPr varScale="1">
        <p:scale>
          <a:sx n="48" d="100"/>
          <a:sy n="48" d="100"/>
        </p:scale>
        <p:origin x="1099" y="3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o Ortis" userId="dcdc90ed-3509-45f7-ac48-ad038638580b" providerId="ADAL" clId="{AFF04C3F-FB8D-48FB-8B16-BF32087FED57}"/>
    <pc:docChg chg="undo redo custSel addSld delSld modSld sldOrd">
      <pc:chgData name="Alessandro Ortis" userId="dcdc90ed-3509-45f7-ac48-ad038638580b" providerId="ADAL" clId="{AFF04C3F-FB8D-48FB-8B16-BF32087FED57}" dt="2021-04-18T16:49:18.621" v="11315" actId="123"/>
      <pc:docMkLst>
        <pc:docMk/>
      </pc:docMkLst>
      <pc:sldChg chg="addSp delSp modSp add mod">
        <pc:chgData name="Alessandro Ortis" userId="dcdc90ed-3509-45f7-ac48-ad038638580b" providerId="ADAL" clId="{AFF04C3F-FB8D-48FB-8B16-BF32087FED57}" dt="2021-04-13T15:56:01.730" v="11085" actId="208"/>
        <pc:sldMkLst>
          <pc:docMk/>
          <pc:sldMk cId="0" sldId="281"/>
        </pc:sldMkLst>
        <pc:spChg chg="add del mod">
          <ac:chgData name="Alessandro Ortis" userId="dcdc90ed-3509-45f7-ac48-ad038638580b" providerId="ADAL" clId="{AFF04C3F-FB8D-48FB-8B16-BF32087FED57}" dt="2021-03-15T18:00:16.767" v="387" actId="478"/>
          <ac:spMkLst>
            <pc:docMk/>
            <pc:sldMk cId="0" sldId="281"/>
            <ac:spMk id="3" creationId="{BC818C52-387E-4A26-87AD-1AEA6A8CB0F2}"/>
          </ac:spMkLst>
        </pc:spChg>
        <pc:spChg chg="add mod">
          <ac:chgData name="Alessandro Ortis" userId="dcdc90ed-3509-45f7-ac48-ad038638580b" providerId="ADAL" clId="{AFF04C3F-FB8D-48FB-8B16-BF32087FED57}" dt="2021-04-13T15:56:01.730" v="11085" actId="208"/>
          <ac:spMkLst>
            <pc:docMk/>
            <pc:sldMk cId="0" sldId="281"/>
            <ac:spMk id="4" creationId="{79121B67-465D-4D6E-BA42-B7FD74960428}"/>
          </ac:spMkLst>
        </pc:spChg>
        <pc:spChg chg="add mod">
          <ac:chgData name="Alessandro Ortis" userId="dcdc90ed-3509-45f7-ac48-ad038638580b" providerId="ADAL" clId="{AFF04C3F-FB8D-48FB-8B16-BF32087FED57}" dt="2021-03-15T18:04:18.537" v="459" actId="20577"/>
          <ac:spMkLst>
            <pc:docMk/>
            <pc:sldMk cId="0" sldId="281"/>
            <ac:spMk id="7" creationId="{5991EEBF-DD52-410E-9C98-94BE471E4F4A}"/>
          </ac:spMkLst>
        </pc:spChg>
        <pc:spChg chg="del">
          <ac:chgData name="Alessandro Ortis" userId="dcdc90ed-3509-45f7-ac48-ad038638580b" providerId="ADAL" clId="{AFF04C3F-FB8D-48FB-8B16-BF32087FED57}" dt="2021-03-15T18:00:13.984" v="386" actId="478"/>
          <ac:spMkLst>
            <pc:docMk/>
            <pc:sldMk cId="0" sldId="281"/>
            <ac:spMk id="176130" creationId="{96FF088A-FA88-4AF5-943C-33B7C3671F02}"/>
          </ac:spMkLst>
        </pc:spChg>
        <pc:spChg chg="del mod">
          <ac:chgData name="Alessandro Ortis" userId="dcdc90ed-3509-45f7-ac48-ad038638580b" providerId="ADAL" clId="{AFF04C3F-FB8D-48FB-8B16-BF32087FED57}" dt="2021-03-15T18:04:40.172" v="461" actId="478"/>
          <ac:spMkLst>
            <pc:docMk/>
            <pc:sldMk cId="0" sldId="281"/>
            <ac:spMk id="176135" creationId="{5B089652-98FF-4F81-9AA8-0A23036B3211}"/>
          </ac:spMkLst>
        </pc:spChg>
        <pc:spChg chg="mod">
          <ac:chgData name="Alessandro Ortis" userId="dcdc90ed-3509-45f7-ac48-ad038638580b" providerId="ADAL" clId="{AFF04C3F-FB8D-48FB-8B16-BF32087FED57}" dt="2021-04-13T15:54:56.247" v="11052" actId="404"/>
          <ac:spMkLst>
            <pc:docMk/>
            <pc:sldMk cId="0" sldId="281"/>
            <ac:spMk id="176137" creationId="{25A11B01-42AD-45AC-8FE2-3B4990ACF797}"/>
          </ac:spMkLst>
        </pc:spChg>
      </pc:sldChg>
      <pc:sldChg chg="addSp delSp modSp add del mod">
        <pc:chgData name="Alessandro Ortis" userId="dcdc90ed-3509-45f7-ac48-ad038638580b" providerId="ADAL" clId="{AFF04C3F-FB8D-48FB-8B16-BF32087FED57}" dt="2021-03-15T18:25:07.643" v="1606" actId="47"/>
        <pc:sldMkLst>
          <pc:docMk/>
          <pc:sldMk cId="0" sldId="282"/>
        </pc:sldMkLst>
        <pc:spChg chg="add del mod">
          <ac:chgData name="Alessandro Ortis" userId="dcdc90ed-3509-45f7-ac48-ad038638580b" providerId="ADAL" clId="{AFF04C3F-FB8D-48FB-8B16-BF32087FED57}" dt="2021-03-15T18:01:33.941" v="413" actId="478"/>
          <ac:spMkLst>
            <pc:docMk/>
            <pc:sldMk cId="0" sldId="282"/>
            <ac:spMk id="3" creationId="{FD29EADA-94C9-402B-B1FD-E9D69AD9DA33}"/>
          </ac:spMkLst>
        </pc:spChg>
        <pc:spChg chg="add mod">
          <ac:chgData name="Alessandro Ortis" userId="dcdc90ed-3509-45f7-ac48-ad038638580b" providerId="ADAL" clId="{AFF04C3F-FB8D-48FB-8B16-BF32087FED57}" dt="2021-03-15T18:01:39.208" v="424" actId="20577"/>
          <ac:spMkLst>
            <pc:docMk/>
            <pc:sldMk cId="0" sldId="282"/>
            <ac:spMk id="8" creationId="{63B60B00-ED43-4EC5-BB06-0473647DDFF7}"/>
          </ac:spMkLst>
        </pc:spChg>
        <pc:spChg chg="del">
          <ac:chgData name="Alessandro Ortis" userId="dcdc90ed-3509-45f7-ac48-ad038638580b" providerId="ADAL" clId="{AFF04C3F-FB8D-48FB-8B16-BF32087FED57}" dt="2021-03-15T18:01:31.360" v="412" actId="478"/>
          <ac:spMkLst>
            <pc:docMk/>
            <pc:sldMk cId="0" sldId="282"/>
            <ac:spMk id="178178" creationId="{56805BBE-983A-4DB2-86A1-5C53BA3EBBBC}"/>
          </ac:spMkLst>
        </pc:spChg>
        <pc:spChg chg="mod">
          <ac:chgData name="Alessandro Ortis" userId="dcdc90ed-3509-45f7-ac48-ad038638580b" providerId="ADAL" clId="{AFF04C3F-FB8D-48FB-8B16-BF32087FED57}" dt="2021-03-15T18:02:17.781" v="438" actId="123"/>
          <ac:spMkLst>
            <pc:docMk/>
            <pc:sldMk cId="0" sldId="282"/>
            <ac:spMk id="178184" creationId="{D632A43B-013A-4A36-8898-2ABA7D6C7C77}"/>
          </ac:spMkLst>
        </pc:spChg>
        <pc:spChg chg="mod">
          <ac:chgData name="Alessandro Ortis" userId="dcdc90ed-3509-45f7-ac48-ad038638580b" providerId="ADAL" clId="{AFF04C3F-FB8D-48FB-8B16-BF32087FED57}" dt="2021-03-15T18:02:01.784" v="433" actId="1076"/>
          <ac:spMkLst>
            <pc:docMk/>
            <pc:sldMk cId="0" sldId="282"/>
            <ac:spMk id="178186" creationId="{0205C35A-E5A8-4A0F-BFF7-73F3A5F2E703}"/>
          </ac:spMkLst>
        </pc:spChg>
        <pc:spChg chg="mod">
          <ac:chgData name="Alessandro Ortis" userId="dcdc90ed-3509-45f7-ac48-ad038638580b" providerId="ADAL" clId="{AFF04C3F-FB8D-48FB-8B16-BF32087FED57}" dt="2021-03-15T18:03:24.612" v="439" actId="13926"/>
          <ac:spMkLst>
            <pc:docMk/>
            <pc:sldMk cId="0" sldId="282"/>
            <ac:spMk id="178187" creationId="{B5108A2A-0E46-4CA7-963B-9FF885ACE494}"/>
          </ac:spMkLst>
        </pc:spChg>
      </pc:sldChg>
      <pc:sldChg chg="add del">
        <pc:chgData name="Alessandro Ortis" userId="dcdc90ed-3509-45f7-ac48-ad038638580b" providerId="ADAL" clId="{AFF04C3F-FB8D-48FB-8B16-BF32087FED57}" dt="2021-03-15T18:25:13.714" v="1607" actId="47"/>
        <pc:sldMkLst>
          <pc:docMk/>
          <pc:sldMk cId="0" sldId="283"/>
        </pc:sldMkLst>
      </pc:sldChg>
      <pc:sldChg chg="modSp add del mod modShow">
        <pc:chgData name="Alessandro Ortis" userId="dcdc90ed-3509-45f7-ac48-ad038638580b" providerId="ADAL" clId="{AFF04C3F-FB8D-48FB-8B16-BF32087FED57}" dt="2021-03-17T15:43:08.965" v="6938" actId="47"/>
        <pc:sldMkLst>
          <pc:docMk/>
          <pc:sldMk cId="0" sldId="289"/>
        </pc:sldMkLst>
        <pc:spChg chg="mod">
          <ac:chgData name="Alessandro Ortis" userId="dcdc90ed-3509-45f7-ac48-ad038638580b" providerId="ADAL" clId="{AFF04C3F-FB8D-48FB-8B16-BF32087FED57}" dt="2021-03-17T13:05:38.643" v="6788" actId="14100"/>
          <ac:spMkLst>
            <pc:docMk/>
            <pc:sldMk cId="0" sldId="289"/>
            <ac:spMk id="200707" creationId="{53F884BA-B67E-4029-A7E9-DE5F4CADC486}"/>
          </ac:spMkLst>
        </pc:spChg>
        <pc:spChg chg="mod">
          <ac:chgData name="Alessandro Ortis" userId="dcdc90ed-3509-45f7-ac48-ad038638580b" providerId="ADAL" clId="{AFF04C3F-FB8D-48FB-8B16-BF32087FED57}" dt="2021-03-17T13:05:44.848" v="6790" actId="1076"/>
          <ac:spMkLst>
            <pc:docMk/>
            <pc:sldMk cId="0" sldId="289"/>
            <ac:spMk id="200710" creationId="{1F104BF0-13DC-4064-B10E-93E69441748E}"/>
          </ac:spMkLst>
        </pc:spChg>
      </pc:sldChg>
      <pc:sldChg chg="modSp add del mod modShow">
        <pc:chgData name="Alessandro Ortis" userId="dcdc90ed-3509-45f7-ac48-ad038638580b" providerId="ADAL" clId="{AFF04C3F-FB8D-48FB-8B16-BF32087FED57}" dt="2021-03-17T15:53:40.242" v="7085" actId="47"/>
        <pc:sldMkLst>
          <pc:docMk/>
          <pc:sldMk cId="0" sldId="290"/>
        </pc:sldMkLst>
        <pc:spChg chg="mod">
          <ac:chgData name="Alessandro Ortis" userId="dcdc90ed-3509-45f7-ac48-ad038638580b" providerId="ADAL" clId="{AFF04C3F-FB8D-48FB-8B16-BF32087FED57}" dt="2021-03-17T15:52:09.547" v="7054" actId="6549"/>
          <ac:spMkLst>
            <pc:docMk/>
            <pc:sldMk cId="0" sldId="290"/>
            <ac:spMk id="202756" creationId="{BC1BAC45-7D4D-4C3A-B60B-DAF210317E34}"/>
          </ac:spMkLst>
        </pc:spChg>
      </pc:sldChg>
      <pc:sldChg chg="add mod modShow">
        <pc:chgData name="Alessandro Ortis" userId="dcdc90ed-3509-45f7-ac48-ad038638580b" providerId="ADAL" clId="{AFF04C3F-FB8D-48FB-8B16-BF32087FED57}" dt="2021-04-13T21:29:25.681" v="11100" actId="729"/>
        <pc:sldMkLst>
          <pc:docMk/>
          <pc:sldMk cId="0" sldId="295"/>
        </pc:sldMkLst>
      </pc:sldChg>
      <pc:sldChg chg="addSp delSp modSp add mod modShow">
        <pc:chgData name="Alessandro Ortis" userId="dcdc90ed-3509-45f7-ac48-ad038638580b" providerId="ADAL" clId="{AFF04C3F-FB8D-48FB-8B16-BF32087FED57}" dt="2021-03-17T17:02:34.524" v="9251" actId="20577"/>
        <pc:sldMkLst>
          <pc:docMk/>
          <pc:sldMk cId="0" sldId="296"/>
        </pc:sldMkLst>
        <pc:spChg chg="add del mod">
          <ac:chgData name="Alessandro Ortis" userId="dcdc90ed-3509-45f7-ac48-ad038638580b" providerId="ADAL" clId="{AFF04C3F-FB8D-48FB-8B16-BF32087FED57}" dt="2021-03-17T15:19:31.001" v="6792" actId="478"/>
          <ac:spMkLst>
            <pc:docMk/>
            <pc:sldMk cId="0" sldId="296"/>
            <ac:spMk id="3" creationId="{4BF7AF39-9287-430D-A8FE-AA771922A4DB}"/>
          </ac:spMkLst>
        </pc:spChg>
        <pc:spChg chg="add mod">
          <ac:chgData name="Alessandro Ortis" userId="dcdc90ed-3509-45f7-ac48-ad038638580b" providerId="ADAL" clId="{AFF04C3F-FB8D-48FB-8B16-BF32087FED57}" dt="2021-03-17T15:19:51.946" v="6815" actId="20577"/>
          <ac:spMkLst>
            <pc:docMk/>
            <pc:sldMk cId="0" sldId="296"/>
            <ac:spMk id="8" creationId="{819271F6-BDEE-4BCF-8814-0180540D807C}"/>
          </ac:spMkLst>
        </pc:spChg>
        <pc:spChg chg="del">
          <ac:chgData name="Alessandro Ortis" userId="dcdc90ed-3509-45f7-ac48-ad038638580b" providerId="ADAL" clId="{AFF04C3F-FB8D-48FB-8B16-BF32087FED57}" dt="2021-03-17T15:19:27.550" v="6791" actId="478"/>
          <ac:spMkLst>
            <pc:docMk/>
            <pc:sldMk cId="0" sldId="296"/>
            <ac:spMk id="215042" creationId="{E501B266-2946-4947-BFDF-FB31056866FA}"/>
          </ac:spMkLst>
        </pc:spChg>
        <pc:spChg chg="mod">
          <ac:chgData name="Alessandro Ortis" userId="dcdc90ed-3509-45f7-ac48-ad038638580b" providerId="ADAL" clId="{AFF04C3F-FB8D-48FB-8B16-BF32087FED57}" dt="2021-03-17T17:02:34.524" v="9251" actId="20577"/>
          <ac:spMkLst>
            <pc:docMk/>
            <pc:sldMk cId="0" sldId="296"/>
            <ac:spMk id="215043" creationId="{507771F2-20D6-4736-86E3-005CFE35C2BD}"/>
          </ac:spMkLst>
        </pc:spChg>
        <pc:spChg chg="del mod">
          <ac:chgData name="Alessandro Ortis" userId="dcdc90ed-3509-45f7-ac48-ad038638580b" providerId="ADAL" clId="{AFF04C3F-FB8D-48FB-8B16-BF32087FED57}" dt="2021-03-17T15:21:21.584" v="6823" actId="478"/>
          <ac:spMkLst>
            <pc:docMk/>
            <pc:sldMk cId="0" sldId="296"/>
            <ac:spMk id="215044" creationId="{0B22F51E-1CB5-4A1A-B93C-59426792A5C0}"/>
          </ac:spMkLst>
        </pc:spChg>
        <pc:spChg chg="mod">
          <ac:chgData name="Alessandro Ortis" userId="dcdc90ed-3509-45f7-ac48-ad038638580b" providerId="ADAL" clId="{AFF04C3F-FB8D-48FB-8B16-BF32087FED57}" dt="2021-03-17T16:05:03.782" v="7614" actId="14100"/>
          <ac:spMkLst>
            <pc:docMk/>
            <pc:sldMk cId="0" sldId="296"/>
            <ac:spMk id="215045" creationId="{BF84A1C8-7864-4106-9E68-90F707458EAE}"/>
          </ac:spMkLst>
        </pc:spChg>
      </pc:sldChg>
      <pc:sldChg chg="add del">
        <pc:chgData name="Alessandro Ortis" userId="dcdc90ed-3509-45f7-ac48-ad038638580b" providerId="ADAL" clId="{AFF04C3F-FB8D-48FB-8B16-BF32087FED57}" dt="2021-03-17T17:18:28.538" v="9327" actId="47"/>
        <pc:sldMkLst>
          <pc:docMk/>
          <pc:sldMk cId="0" sldId="299"/>
        </pc:sldMkLst>
      </pc:sldChg>
      <pc:sldChg chg="modSp add del mod">
        <pc:chgData name="Alessandro Ortis" userId="dcdc90ed-3509-45f7-ac48-ad038638580b" providerId="ADAL" clId="{AFF04C3F-FB8D-48FB-8B16-BF32087FED57}" dt="2021-03-17T17:18:34.469" v="9328" actId="47"/>
        <pc:sldMkLst>
          <pc:docMk/>
          <pc:sldMk cId="0" sldId="300"/>
        </pc:sldMkLst>
        <pc:spChg chg="mod">
          <ac:chgData name="Alessandro Ortis" userId="dcdc90ed-3509-45f7-ac48-ad038638580b" providerId="ADAL" clId="{AFF04C3F-FB8D-48FB-8B16-BF32087FED57}" dt="2021-03-17T16:33:58.623" v="9096" actId="255"/>
          <ac:spMkLst>
            <pc:docMk/>
            <pc:sldMk cId="0" sldId="300"/>
            <ac:spMk id="3" creationId="{89D3DCA3-6870-48A9-8990-4C650BC90434}"/>
          </ac:spMkLst>
        </pc:spChg>
      </pc:sldChg>
      <pc:sldChg chg="add del mod modShow">
        <pc:chgData name="Alessandro Ortis" userId="dcdc90ed-3509-45f7-ac48-ad038638580b" providerId="ADAL" clId="{AFF04C3F-FB8D-48FB-8B16-BF32087FED57}" dt="2021-03-17T15:43:30.094" v="6939" actId="47"/>
        <pc:sldMkLst>
          <pc:docMk/>
          <pc:sldMk cId="0" sldId="303"/>
        </pc:sldMkLst>
      </pc:sldChg>
      <pc:sldChg chg="add del mod modShow">
        <pc:chgData name="Alessandro Ortis" userId="dcdc90ed-3509-45f7-ac48-ad038638580b" providerId="ADAL" clId="{AFF04C3F-FB8D-48FB-8B16-BF32087FED57}" dt="2021-03-17T15:53:47.902" v="7086" actId="47"/>
        <pc:sldMkLst>
          <pc:docMk/>
          <pc:sldMk cId="0" sldId="304"/>
        </pc:sldMkLst>
      </pc:sldChg>
      <pc:sldChg chg="addSp delSp modSp add mod">
        <pc:chgData name="Alessandro Ortis" userId="dcdc90ed-3509-45f7-ac48-ad038638580b" providerId="ADAL" clId="{AFF04C3F-FB8D-48FB-8B16-BF32087FED57}" dt="2021-04-16T14:39:30.995" v="11121" actId="2711"/>
        <pc:sldMkLst>
          <pc:docMk/>
          <pc:sldMk cId="0" sldId="306"/>
        </pc:sldMkLst>
        <pc:spChg chg="mod">
          <ac:chgData name="Alessandro Ortis" userId="dcdc90ed-3509-45f7-ac48-ad038638580b" providerId="ADAL" clId="{AFF04C3F-FB8D-48FB-8B16-BF32087FED57}" dt="2021-04-16T14:39:30.995" v="11121" actId="2711"/>
          <ac:spMkLst>
            <pc:docMk/>
            <pc:sldMk cId="0" sldId="306"/>
            <ac:spMk id="4" creationId="{8508CAFB-8336-49C6-A419-B62230E7ADD4}"/>
          </ac:spMkLst>
        </pc:spChg>
        <pc:spChg chg="add del mod">
          <ac:chgData name="Alessandro Ortis" userId="dcdc90ed-3509-45f7-ac48-ad038638580b" providerId="ADAL" clId="{AFF04C3F-FB8D-48FB-8B16-BF32087FED57}" dt="2021-03-17T16:51:01.203" v="9247"/>
          <ac:spMkLst>
            <pc:docMk/>
            <pc:sldMk cId="0" sldId="306"/>
            <ac:spMk id="14" creationId="{0ECBD700-1A88-45D7-B9A1-86A6D0F433F1}"/>
          </ac:spMkLst>
        </pc:spChg>
      </pc:sldChg>
      <pc:sldChg chg="addSp delSp modSp add mod">
        <pc:chgData name="Alessandro Ortis" userId="dcdc90ed-3509-45f7-ac48-ad038638580b" providerId="ADAL" clId="{AFF04C3F-FB8D-48FB-8B16-BF32087FED57}" dt="2021-04-16T14:39:22.552" v="11120" actId="2711"/>
        <pc:sldMkLst>
          <pc:docMk/>
          <pc:sldMk cId="0" sldId="307"/>
        </pc:sldMkLst>
        <pc:spChg chg="add del">
          <ac:chgData name="Alessandro Ortis" userId="dcdc90ed-3509-45f7-ac48-ad038638580b" providerId="ADAL" clId="{AFF04C3F-FB8D-48FB-8B16-BF32087FED57}" dt="2021-03-17T16:48:10.027" v="9186"/>
          <ac:spMkLst>
            <pc:docMk/>
            <pc:sldMk cId="0" sldId="307"/>
            <ac:spMk id="3" creationId="{03078C43-0A32-4DAC-82F5-CA24FED677FC}"/>
          </ac:spMkLst>
        </pc:spChg>
        <pc:spChg chg="mod">
          <ac:chgData name="Alessandro Ortis" userId="dcdc90ed-3509-45f7-ac48-ad038638580b" providerId="ADAL" clId="{AFF04C3F-FB8D-48FB-8B16-BF32087FED57}" dt="2021-04-16T14:39:22.552" v="11120" actId="2711"/>
          <ac:spMkLst>
            <pc:docMk/>
            <pc:sldMk cId="0" sldId="307"/>
            <ac:spMk id="4" creationId="{AC3205E2-5335-427B-9E98-F550BD46805E}"/>
          </ac:spMkLst>
        </pc:spChg>
      </pc:sldChg>
      <pc:sldChg chg="modSp mod">
        <pc:chgData name="Alessandro Ortis" userId="dcdc90ed-3509-45f7-ac48-ad038638580b" providerId="ADAL" clId="{AFF04C3F-FB8D-48FB-8B16-BF32087FED57}" dt="2021-03-15T17:49:59.808" v="6" actId="20577"/>
        <pc:sldMkLst>
          <pc:docMk/>
          <pc:sldMk cId="0" sldId="314"/>
        </pc:sldMkLst>
        <pc:spChg chg="mod">
          <ac:chgData name="Alessandro Ortis" userId="dcdc90ed-3509-45f7-ac48-ad038638580b" providerId="ADAL" clId="{AFF04C3F-FB8D-48FB-8B16-BF32087FED57}" dt="2021-03-15T17:49:59.808" v="6" actId="20577"/>
          <ac:spMkLst>
            <pc:docMk/>
            <pc:sldMk cId="0" sldId="314"/>
            <ac:spMk id="2" creationId="{00000000-0000-0000-0000-000000000000}"/>
          </ac:spMkLst>
        </pc:spChg>
      </pc:sldChg>
      <pc:sldChg chg="modSp mod">
        <pc:chgData name="Alessandro Ortis" userId="dcdc90ed-3509-45f7-ac48-ad038638580b" providerId="ADAL" clId="{AFF04C3F-FB8D-48FB-8B16-BF32087FED57}" dt="2021-03-15T17:51:20.872" v="21" actId="20577"/>
        <pc:sldMkLst>
          <pc:docMk/>
          <pc:sldMk cId="2738048506" sldId="394"/>
        </pc:sldMkLst>
        <pc:spChg chg="mod">
          <ac:chgData name="Alessandro Ortis" userId="dcdc90ed-3509-45f7-ac48-ad038638580b" providerId="ADAL" clId="{AFF04C3F-FB8D-48FB-8B16-BF32087FED57}" dt="2021-03-15T17:51:20.872" v="21" actId="20577"/>
          <ac:spMkLst>
            <pc:docMk/>
            <pc:sldMk cId="2738048506" sldId="394"/>
            <ac:spMk id="2" creationId="{00000000-0000-0000-0000-000000000000}"/>
          </ac:spMkLst>
        </pc:spChg>
      </pc:sldChg>
      <pc:sldChg chg="modSp mod">
        <pc:chgData name="Alessandro Ortis" userId="dcdc90ed-3509-45f7-ac48-ad038638580b" providerId="ADAL" clId="{AFF04C3F-FB8D-48FB-8B16-BF32087FED57}" dt="2021-03-15T17:51:27.179" v="22"/>
        <pc:sldMkLst>
          <pc:docMk/>
          <pc:sldMk cId="2924977588" sldId="395"/>
        </pc:sldMkLst>
        <pc:spChg chg="mod">
          <ac:chgData name="Alessandro Ortis" userId="dcdc90ed-3509-45f7-ac48-ad038638580b" providerId="ADAL" clId="{AFF04C3F-FB8D-48FB-8B16-BF32087FED57}" dt="2021-03-15T17:51:27.179" v="22"/>
          <ac:spMkLst>
            <pc:docMk/>
            <pc:sldMk cId="2924977588" sldId="395"/>
            <ac:spMk id="2" creationId="{00000000-0000-0000-0000-000000000000}"/>
          </ac:spMkLst>
        </pc:spChg>
      </pc:sldChg>
      <pc:sldChg chg="modSp mod">
        <pc:chgData name="Alessandro Ortis" userId="dcdc90ed-3509-45f7-ac48-ad038638580b" providerId="ADAL" clId="{AFF04C3F-FB8D-48FB-8B16-BF32087FED57}" dt="2021-03-15T17:51:30.302" v="24"/>
        <pc:sldMkLst>
          <pc:docMk/>
          <pc:sldMk cId="683425995" sldId="397"/>
        </pc:sldMkLst>
        <pc:spChg chg="mod">
          <ac:chgData name="Alessandro Ortis" userId="dcdc90ed-3509-45f7-ac48-ad038638580b" providerId="ADAL" clId="{AFF04C3F-FB8D-48FB-8B16-BF32087FED57}" dt="2021-03-15T17:51:30.302" v="24"/>
          <ac:spMkLst>
            <pc:docMk/>
            <pc:sldMk cId="683425995" sldId="397"/>
            <ac:spMk id="2" creationId="{00000000-0000-0000-0000-000000000000}"/>
          </ac:spMkLst>
        </pc:spChg>
      </pc:sldChg>
      <pc:sldChg chg="modSp mod">
        <pc:chgData name="Alessandro Ortis" userId="dcdc90ed-3509-45f7-ac48-ad038638580b" providerId="ADAL" clId="{AFF04C3F-FB8D-48FB-8B16-BF32087FED57}" dt="2021-03-15T17:51:34.838" v="27"/>
        <pc:sldMkLst>
          <pc:docMk/>
          <pc:sldMk cId="2198339724" sldId="398"/>
        </pc:sldMkLst>
        <pc:spChg chg="mod">
          <ac:chgData name="Alessandro Ortis" userId="dcdc90ed-3509-45f7-ac48-ad038638580b" providerId="ADAL" clId="{AFF04C3F-FB8D-48FB-8B16-BF32087FED57}" dt="2021-03-15T17:51:34.838" v="27"/>
          <ac:spMkLst>
            <pc:docMk/>
            <pc:sldMk cId="2198339724" sldId="398"/>
            <ac:spMk id="2" creationId="{00000000-0000-0000-0000-000000000000}"/>
          </ac:spMkLst>
        </pc:spChg>
      </pc:sldChg>
      <pc:sldChg chg="modSp mod">
        <pc:chgData name="Alessandro Ortis" userId="dcdc90ed-3509-45f7-ac48-ad038638580b" providerId="ADAL" clId="{AFF04C3F-FB8D-48FB-8B16-BF32087FED57}" dt="2021-03-15T17:51:33.317" v="26"/>
        <pc:sldMkLst>
          <pc:docMk/>
          <pc:sldMk cId="333178415" sldId="399"/>
        </pc:sldMkLst>
        <pc:spChg chg="mod">
          <ac:chgData name="Alessandro Ortis" userId="dcdc90ed-3509-45f7-ac48-ad038638580b" providerId="ADAL" clId="{AFF04C3F-FB8D-48FB-8B16-BF32087FED57}" dt="2021-03-15T17:51:33.317" v="26"/>
          <ac:spMkLst>
            <pc:docMk/>
            <pc:sldMk cId="333178415" sldId="399"/>
            <ac:spMk id="2" creationId="{00000000-0000-0000-0000-000000000000}"/>
          </ac:spMkLst>
        </pc:spChg>
      </pc:sldChg>
      <pc:sldChg chg="modSp mod">
        <pc:chgData name="Alessandro Ortis" userId="dcdc90ed-3509-45f7-ac48-ad038638580b" providerId="ADAL" clId="{AFF04C3F-FB8D-48FB-8B16-BF32087FED57}" dt="2021-03-15T17:51:28.848" v="23"/>
        <pc:sldMkLst>
          <pc:docMk/>
          <pc:sldMk cId="3447516178" sldId="400"/>
        </pc:sldMkLst>
        <pc:spChg chg="mod">
          <ac:chgData name="Alessandro Ortis" userId="dcdc90ed-3509-45f7-ac48-ad038638580b" providerId="ADAL" clId="{AFF04C3F-FB8D-48FB-8B16-BF32087FED57}" dt="2021-03-15T17:51:28.848" v="23"/>
          <ac:spMkLst>
            <pc:docMk/>
            <pc:sldMk cId="3447516178" sldId="400"/>
            <ac:spMk id="2" creationId="{00000000-0000-0000-0000-000000000000}"/>
          </ac:spMkLst>
        </pc:spChg>
      </pc:sldChg>
      <pc:sldChg chg="modSp mod">
        <pc:chgData name="Alessandro Ortis" userId="dcdc90ed-3509-45f7-ac48-ad038638580b" providerId="ADAL" clId="{AFF04C3F-FB8D-48FB-8B16-BF32087FED57}" dt="2021-03-15T17:51:31.704" v="25"/>
        <pc:sldMkLst>
          <pc:docMk/>
          <pc:sldMk cId="156078651" sldId="401"/>
        </pc:sldMkLst>
        <pc:spChg chg="mod">
          <ac:chgData name="Alessandro Ortis" userId="dcdc90ed-3509-45f7-ac48-ad038638580b" providerId="ADAL" clId="{AFF04C3F-FB8D-48FB-8B16-BF32087FED57}" dt="2021-03-15T17:51:31.704" v="25"/>
          <ac:spMkLst>
            <pc:docMk/>
            <pc:sldMk cId="156078651" sldId="401"/>
            <ac:spMk id="2" creationId="{00000000-0000-0000-0000-000000000000}"/>
          </ac:spMkLst>
        </pc:spChg>
      </pc:sldChg>
      <pc:sldChg chg="modSp add del mod">
        <pc:chgData name="Alessandro Ortis" userId="dcdc90ed-3509-45f7-ac48-ad038638580b" providerId="ADAL" clId="{AFF04C3F-FB8D-48FB-8B16-BF32087FED57}" dt="2021-04-16T14:41:09.461" v="11122" actId="47"/>
        <pc:sldMkLst>
          <pc:docMk/>
          <pc:sldMk cId="3196518715" sldId="402"/>
        </pc:sldMkLst>
        <pc:spChg chg="mod">
          <ac:chgData name="Alessandro Ortis" userId="dcdc90ed-3509-45f7-ac48-ad038638580b" providerId="ADAL" clId="{AFF04C3F-FB8D-48FB-8B16-BF32087FED57}" dt="2021-03-15T17:51:36.786" v="28"/>
          <ac:spMkLst>
            <pc:docMk/>
            <pc:sldMk cId="3196518715" sldId="402"/>
            <ac:spMk id="2" creationId="{00000000-0000-0000-0000-000000000000}"/>
          </ac:spMkLst>
        </pc:spChg>
      </pc:sldChg>
      <pc:sldChg chg="addSp delSp modSp add mod">
        <pc:chgData name="Alessandro Ortis" userId="dcdc90ed-3509-45f7-ac48-ad038638580b" providerId="ADAL" clId="{AFF04C3F-FB8D-48FB-8B16-BF32087FED57}" dt="2021-03-15T17:58:24.372" v="384" actId="404"/>
        <pc:sldMkLst>
          <pc:docMk/>
          <pc:sldMk cId="2332336335" sldId="403"/>
        </pc:sldMkLst>
        <pc:spChg chg="add del mod">
          <ac:chgData name="Alessandro Ortis" userId="dcdc90ed-3509-45f7-ac48-ad038638580b" providerId="ADAL" clId="{AFF04C3F-FB8D-48FB-8B16-BF32087FED57}" dt="2021-03-15T17:55:13.294" v="335"/>
          <ac:spMkLst>
            <pc:docMk/>
            <pc:sldMk cId="2332336335" sldId="403"/>
            <ac:spMk id="4" creationId="{1BA1C674-6303-411C-8D67-50E6830680C4}"/>
          </ac:spMkLst>
        </pc:spChg>
        <pc:spChg chg="mod">
          <ac:chgData name="Alessandro Ortis" userId="dcdc90ed-3509-45f7-ac48-ad038638580b" providerId="ADAL" clId="{AFF04C3F-FB8D-48FB-8B16-BF32087FED57}" dt="2021-03-15T17:58:24.372" v="384" actId="404"/>
          <ac:spMkLst>
            <pc:docMk/>
            <pc:sldMk cId="2332336335" sldId="403"/>
            <ac:spMk id="5" creationId="{7D5B1907-E8F7-4716-B3B1-E8862E1D6D5C}"/>
          </ac:spMkLst>
        </pc:spChg>
        <pc:spChg chg="add del mod">
          <ac:chgData name="Alessandro Ortis" userId="dcdc90ed-3509-45f7-ac48-ad038638580b" providerId="ADAL" clId="{AFF04C3F-FB8D-48FB-8B16-BF32087FED57}" dt="2021-03-15T17:55:13.294" v="335"/>
          <ac:spMkLst>
            <pc:docMk/>
            <pc:sldMk cId="2332336335" sldId="403"/>
            <ac:spMk id="6" creationId="{82094211-5146-4B04-B9DA-4D9CF06C16FF}"/>
          </ac:spMkLst>
        </pc:spChg>
        <pc:spChg chg="add del mod">
          <ac:chgData name="Alessandro Ortis" userId="dcdc90ed-3509-45f7-ac48-ad038638580b" providerId="ADAL" clId="{AFF04C3F-FB8D-48FB-8B16-BF32087FED57}" dt="2021-03-15T17:56:33.131" v="363"/>
          <ac:spMkLst>
            <pc:docMk/>
            <pc:sldMk cId="2332336335" sldId="403"/>
            <ac:spMk id="7" creationId="{18A6237F-44ED-46AF-BB9D-73623C376040}"/>
          </ac:spMkLst>
        </pc:spChg>
        <pc:spChg chg="add mod">
          <ac:chgData name="Alessandro Ortis" userId="dcdc90ed-3509-45f7-ac48-ad038638580b" providerId="ADAL" clId="{AFF04C3F-FB8D-48FB-8B16-BF32087FED57}" dt="2021-03-15T17:57:37.446" v="379" actId="1076"/>
          <ac:spMkLst>
            <pc:docMk/>
            <pc:sldMk cId="2332336335" sldId="403"/>
            <ac:spMk id="8" creationId="{140C4040-6155-4E0C-8430-3745A095DFB0}"/>
          </ac:spMkLst>
        </pc:spChg>
      </pc:sldChg>
      <pc:sldChg chg="addSp delSp modSp add mod modShow">
        <pc:chgData name="Alessandro Ortis" userId="dcdc90ed-3509-45f7-ac48-ad038638580b" providerId="ADAL" clId="{AFF04C3F-FB8D-48FB-8B16-BF32087FED57}" dt="2021-04-13T15:56:13.487" v="11086" actId="20577"/>
        <pc:sldMkLst>
          <pc:docMk/>
          <pc:sldMk cId="1263704071" sldId="404"/>
        </pc:sldMkLst>
        <pc:spChg chg="add mod">
          <ac:chgData name="Alessandro Ortis" userId="dcdc90ed-3509-45f7-ac48-ad038638580b" providerId="ADAL" clId="{AFF04C3F-FB8D-48FB-8B16-BF32087FED57}" dt="2021-03-15T18:17:20.563" v="966" actId="1076"/>
          <ac:spMkLst>
            <pc:docMk/>
            <pc:sldMk cId="1263704071" sldId="404"/>
            <ac:spMk id="4" creationId="{AB50FD74-E2AE-4186-9108-91EAA8908816}"/>
          </ac:spMkLst>
        </pc:spChg>
        <pc:spChg chg="add mod">
          <ac:chgData name="Alessandro Ortis" userId="dcdc90ed-3509-45f7-ac48-ad038638580b" providerId="ADAL" clId="{AFF04C3F-FB8D-48FB-8B16-BF32087FED57}" dt="2021-03-15T18:17:18.942" v="965" actId="1076"/>
          <ac:spMkLst>
            <pc:docMk/>
            <pc:sldMk cId="1263704071" sldId="404"/>
            <ac:spMk id="5" creationId="{94C2BBBD-E802-4E46-BD53-A26EC0F06B59}"/>
          </ac:spMkLst>
        </pc:spChg>
        <pc:spChg chg="add mod">
          <ac:chgData name="Alessandro Ortis" userId="dcdc90ed-3509-45f7-ac48-ad038638580b" providerId="ADAL" clId="{AFF04C3F-FB8D-48FB-8B16-BF32087FED57}" dt="2021-03-15T18:17:24.298" v="968" actId="1076"/>
          <ac:spMkLst>
            <pc:docMk/>
            <pc:sldMk cId="1263704071" sldId="404"/>
            <ac:spMk id="6" creationId="{6883AD09-34AB-4D9F-86CB-475E4296F3C1}"/>
          </ac:spMkLst>
        </pc:spChg>
        <pc:spChg chg="mod">
          <ac:chgData name="Alessandro Ortis" userId="dcdc90ed-3509-45f7-ac48-ad038638580b" providerId="ADAL" clId="{AFF04C3F-FB8D-48FB-8B16-BF32087FED57}" dt="2021-04-13T15:56:13.487" v="11086" actId="20577"/>
          <ac:spMkLst>
            <pc:docMk/>
            <pc:sldMk cId="1263704071" sldId="404"/>
            <ac:spMk id="7" creationId="{5991EEBF-DD52-410E-9C98-94BE471E4F4A}"/>
          </ac:spMkLst>
        </pc:spChg>
        <pc:spChg chg="del">
          <ac:chgData name="Alessandro Ortis" userId="dcdc90ed-3509-45f7-ac48-ad038638580b" providerId="ADAL" clId="{AFF04C3F-FB8D-48FB-8B16-BF32087FED57}" dt="2021-03-15T18:07:55.986" v="803" actId="478"/>
          <ac:spMkLst>
            <pc:docMk/>
            <pc:sldMk cId="1263704071" sldId="404"/>
            <ac:spMk id="176137" creationId="{25A11B01-42AD-45AC-8FE2-3B4990ACF797}"/>
          </ac:spMkLst>
        </pc:spChg>
        <pc:graphicFrameChg chg="add del mod">
          <ac:chgData name="Alessandro Ortis" userId="dcdc90ed-3509-45f7-ac48-ad038638580b" providerId="ADAL" clId="{AFF04C3F-FB8D-48FB-8B16-BF32087FED57}" dt="2021-03-15T18:16:55" v="959"/>
          <ac:graphicFrameMkLst>
            <pc:docMk/>
            <pc:sldMk cId="1263704071" sldId="404"/>
            <ac:graphicFrameMk id="2" creationId="{7457EABC-ACEC-442D-926D-4A3D611DC478}"/>
          </ac:graphicFrameMkLst>
        </pc:graphicFrameChg>
        <pc:graphicFrameChg chg="add mod modGraphic">
          <ac:chgData name="Alessandro Ortis" userId="dcdc90ed-3509-45f7-ac48-ad038638580b" providerId="ADAL" clId="{AFF04C3F-FB8D-48FB-8B16-BF32087FED57}" dt="2021-03-15T18:18:43.345" v="986"/>
          <ac:graphicFrameMkLst>
            <pc:docMk/>
            <pc:sldMk cId="1263704071" sldId="404"/>
            <ac:graphicFrameMk id="3" creationId="{1D8073FD-51EB-474F-BA0A-BE3AB5026384}"/>
          </ac:graphicFrameMkLst>
        </pc:graphicFrameChg>
      </pc:sldChg>
      <pc:sldChg chg="addSp delSp modSp add mod">
        <pc:chgData name="Alessandro Ortis" userId="dcdc90ed-3509-45f7-ac48-ad038638580b" providerId="ADAL" clId="{AFF04C3F-FB8D-48FB-8B16-BF32087FED57}" dt="2021-04-16T14:41:36.716" v="11123" actId="20577"/>
        <pc:sldMkLst>
          <pc:docMk/>
          <pc:sldMk cId="1144034358" sldId="405"/>
        </pc:sldMkLst>
        <pc:spChg chg="del">
          <ac:chgData name="Alessandro Ortis" userId="dcdc90ed-3509-45f7-ac48-ad038638580b" providerId="ADAL" clId="{AFF04C3F-FB8D-48FB-8B16-BF32087FED57}" dt="2021-03-15T18:16:13.736" v="944" actId="478"/>
          <ac:spMkLst>
            <pc:docMk/>
            <pc:sldMk cId="1144034358" sldId="405"/>
            <ac:spMk id="4" creationId="{AB50FD74-E2AE-4186-9108-91EAA8908816}"/>
          </ac:spMkLst>
        </pc:spChg>
        <pc:spChg chg="del">
          <ac:chgData name="Alessandro Ortis" userId="dcdc90ed-3509-45f7-ac48-ad038638580b" providerId="ADAL" clId="{AFF04C3F-FB8D-48FB-8B16-BF32087FED57}" dt="2021-03-15T18:16:16.036" v="945" actId="478"/>
          <ac:spMkLst>
            <pc:docMk/>
            <pc:sldMk cId="1144034358" sldId="405"/>
            <ac:spMk id="5" creationId="{94C2BBBD-E802-4E46-BD53-A26EC0F06B59}"/>
          </ac:spMkLst>
        </pc:spChg>
        <pc:spChg chg="add mod">
          <ac:chgData name="Alessandro Ortis" userId="dcdc90ed-3509-45f7-ac48-ad038638580b" providerId="ADAL" clId="{AFF04C3F-FB8D-48FB-8B16-BF32087FED57}" dt="2021-04-16T14:41:36.716" v="11123" actId="20577"/>
          <ac:spMkLst>
            <pc:docMk/>
            <pc:sldMk cId="1144034358" sldId="405"/>
            <ac:spMk id="6" creationId="{258080D9-E5F6-4148-86FF-A70D111E8BAA}"/>
          </ac:spMkLst>
        </pc:spChg>
        <pc:picChg chg="add mod">
          <ac:chgData name="Alessandro Ortis" userId="dcdc90ed-3509-45f7-ac48-ad038638580b" providerId="ADAL" clId="{AFF04C3F-FB8D-48FB-8B16-BF32087FED57}" dt="2021-04-13T15:48:46.764" v="10952" actId="1076"/>
          <ac:picMkLst>
            <pc:docMk/>
            <pc:sldMk cId="1144034358" sldId="405"/>
            <ac:picMk id="8" creationId="{1BAEBFE0-A876-4E93-BCEB-54487F72B966}"/>
          </ac:picMkLst>
        </pc:picChg>
      </pc:sldChg>
      <pc:sldChg chg="delSp modSp add mod ord">
        <pc:chgData name="Alessandro Ortis" userId="dcdc90ed-3509-45f7-ac48-ad038638580b" providerId="ADAL" clId="{AFF04C3F-FB8D-48FB-8B16-BF32087FED57}" dt="2021-03-15T18:25:31.063" v="1611"/>
        <pc:sldMkLst>
          <pc:docMk/>
          <pc:sldMk cId="4212648780" sldId="406"/>
        </pc:sldMkLst>
        <pc:spChg chg="mod">
          <ac:chgData name="Alessandro Ortis" userId="dcdc90ed-3509-45f7-ac48-ad038638580b" providerId="ADAL" clId="{AFF04C3F-FB8D-48FB-8B16-BF32087FED57}" dt="2021-03-15T18:23:56.592" v="1605" actId="20577"/>
          <ac:spMkLst>
            <pc:docMk/>
            <pc:sldMk cId="4212648780" sldId="406"/>
            <ac:spMk id="6" creationId="{258080D9-E5F6-4148-86FF-A70D111E8BAA}"/>
          </ac:spMkLst>
        </pc:spChg>
        <pc:picChg chg="del">
          <ac:chgData name="Alessandro Ortis" userId="dcdc90ed-3509-45f7-ac48-ad038638580b" providerId="ADAL" clId="{AFF04C3F-FB8D-48FB-8B16-BF32087FED57}" dt="2021-03-15T18:21:31.591" v="1164" actId="478"/>
          <ac:picMkLst>
            <pc:docMk/>
            <pc:sldMk cId="4212648780" sldId="406"/>
            <ac:picMk id="8" creationId="{1BAEBFE0-A876-4E93-BCEB-54487F72B966}"/>
          </ac:picMkLst>
        </pc:picChg>
      </pc:sldChg>
      <pc:sldChg chg="addSp delSp modSp add mod">
        <pc:chgData name="Alessandro Ortis" userId="dcdc90ed-3509-45f7-ac48-ad038638580b" providerId="ADAL" clId="{AFF04C3F-FB8D-48FB-8B16-BF32087FED57}" dt="2021-03-15T18:34:02.868" v="2080" actId="5793"/>
        <pc:sldMkLst>
          <pc:docMk/>
          <pc:sldMk cId="1977699529" sldId="407"/>
        </pc:sldMkLst>
        <pc:spChg chg="add del mod">
          <ac:chgData name="Alessandro Ortis" userId="dcdc90ed-3509-45f7-ac48-ad038638580b" providerId="ADAL" clId="{AFF04C3F-FB8D-48FB-8B16-BF32087FED57}" dt="2021-03-15T18:31:32.053" v="1676" actId="478"/>
          <ac:spMkLst>
            <pc:docMk/>
            <pc:sldMk cId="1977699529" sldId="407"/>
            <ac:spMk id="4" creationId="{D7CC2AC7-2420-451B-83D3-3FF936EB12FF}"/>
          </ac:spMkLst>
        </pc:spChg>
        <pc:spChg chg="add del mod">
          <ac:chgData name="Alessandro Ortis" userId="dcdc90ed-3509-45f7-ac48-ad038638580b" providerId="ADAL" clId="{AFF04C3F-FB8D-48FB-8B16-BF32087FED57}" dt="2021-03-15T18:31:32.053" v="1676" actId="478"/>
          <ac:spMkLst>
            <pc:docMk/>
            <pc:sldMk cId="1977699529" sldId="407"/>
            <ac:spMk id="5" creationId="{B64EF885-D2A1-4DB3-89E7-93F4455078C8}"/>
          </ac:spMkLst>
        </pc:spChg>
        <pc:spChg chg="mod">
          <ac:chgData name="Alessandro Ortis" userId="dcdc90ed-3509-45f7-ac48-ad038638580b" providerId="ADAL" clId="{AFF04C3F-FB8D-48FB-8B16-BF32087FED57}" dt="2021-03-15T18:34:02.868" v="2080" actId="5793"/>
          <ac:spMkLst>
            <pc:docMk/>
            <pc:sldMk cId="1977699529" sldId="407"/>
            <ac:spMk id="176137" creationId="{25A11B01-42AD-45AC-8FE2-3B4990ACF797}"/>
          </ac:spMkLst>
        </pc:spChg>
      </pc:sldChg>
      <pc:sldChg chg="addSp delSp modSp add mod">
        <pc:chgData name="Alessandro Ortis" userId="dcdc90ed-3509-45f7-ac48-ad038638580b" providerId="ADAL" clId="{AFF04C3F-FB8D-48FB-8B16-BF32087FED57}" dt="2021-03-15T18:48:04.274" v="2387" actId="1076"/>
        <pc:sldMkLst>
          <pc:docMk/>
          <pc:sldMk cId="3928784828" sldId="408"/>
        </pc:sldMkLst>
        <pc:spChg chg="add mod">
          <ac:chgData name="Alessandro Ortis" userId="dcdc90ed-3509-45f7-ac48-ad038638580b" providerId="ADAL" clId="{AFF04C3F-FB8D-48FB-8B16-BF32087FED57}" dt="2021-03-15T18:48:04.274" v="2387" actId="1076"/>
          <ac:spMkLst>
            <pc:docMk/>
            <pc:sldMk cId="3928784828" sldId="408"/>
            <ac:spMk id="2" creationId="{EE29783B-3F18-4A2F-AFF6-C1BB7B0EE5B7}"/>
          </ac:spMkLst>
        </pc:spChg>
        <pc:spChg chg="mod">
          <ac:chgData name="Alessandro Ortis" userId="dcdc90ed-3509-45f7-ac48-ad038638580b" providerId="ADAL" clId="{AFF04C3F-FB8D-48FB-8B16-BF32087FED57}" dt="2021-03-15T18:46:56.758" v="2350" actId="1038"/>
          <ac:spMkLst>
            <pc:docMk/>
            <pc:sldMk cId="3928784828" sldId="408"/>
            <ac:spMk id="4" creationId="{D7CC2AC7-2420-451B-83D3-3FF936EB12FF}"/>
          </ac:spMkLst>
        </pc:spChg>
        <pc:spChg chg="mod">
          <ac:chgData name="Alessandro Ortis" userId="dcdc90ed-3509-45f7-ac48-ad038638580b" providerId="ADAL" clId="{AFF04C3F-FB8D-48FB-8B16-BF32087FED57}" dt="2021-03-15T18:47:24.051" v="2357" actId="6549"/>
          <ac:spMkLst>
            <pc:docMk/>
            <pc:sldMk cId="3928784828" sldId="408"/>
            <ac:spMk id="5" creationId="{B64EF885-D2A1-4DB3-89E7-93F4455078C8}"/>
          </ac:spMkLst>
        </pc:spChg>
        <pc:spChg chg="del">
          <ac:chgData name="Alessandro Ortis" userId="dcdc90ed-3509-45f7-ac48-ad038638580b" providerId="ADAL" clId="{AFF04C3F-FB8D-48FB-8B16-BF32087FED57}" dt="2021-03-15T18:34:07.568" v="2081" actId="478"/>
          <ac:spMkLst>
            <pc:docMk/>
            <pc:sldMk cId="3928784828" sldId="408"/>
            <ac:spMk id="176137" creationId="{25A11B01-42AD-45AC-8FE2-3B4990ACF797}"/>
          </ac:spMkLst>
        </pc:spChg>
      </pc:sldChg>
      <pc:sldChg chg="addSp modSp add del mod">
        <pc:chgData name="Alessandro Ortis" userId="dcdc90ed-3509-45f7-ac48-ad038638580b" providerId="ADAL" clId="{AFF04C3F-FB8D-48FB-8B16-BF32087FED57}" dt="2021-03-15T18:48:07.137" v="2388" actId="47"/>
        <pc:sldMkLst>
          <pc:docMk/>
          <pc:sldMk cId="202515483" sldId="409"/>
        </pc:sldMkLst>
        <pc:cxnChg chg="add mod">
          <ac:chgData name="Alessandro Ortis" userId="dcdc90ed-3509-45f7-ac48-ad038638580b" providerId="ADAL" clId="{AFF04C3F-FB8D-48FB-8B16-BF32087FED57}" dt="2021-03-15T18:47:17.558" v="2355" actId="1076"/>
          <ac:cxnSpMkLst>
            <pc:docMk/>
            <pc:sldMk cId="202515483" sldId="409"/>
            <ac:cxnSpMk id="3" creationId="{BCE33AD7-0F4B-4949-8F30-06FA7F096F36}"/>
          </ac:cxnSpMkLst>
        </pc:cxnChg>
      </pc:sldChg>
      <pc:sldChg chg="addSp delSp modSp add mod">
        <pc:chgData name="Alessandro Ortis" userId="dcdc90ed-3509-45f7-ac48-ad038638580b" providerId="ADAL" clId="{AFF04C3F-FB8D-48FB-8B16-BF32087FED57}" dt="2021-03-15T18:50:06.395" v="2472" actId="20577"/>
        <pc:sldMkLst>
          <pc:docMk/>
          <pc:sldMk cId="3546405701" sldId="409"/>
        </pc:sldMkLst>
        <pc:spChg chg="del">
          <ac:chgData name="Alessandro Ortis" userId="dcdc90ed-3509-45f7-ac48-ad038638580b" providerId="ADAL" clId="{AFF04C3F-FB8D-48FB-8B16-BF32087FED57}" dt="2021-03-15T18:48:16.580" v="2391" actId="478"/>
          <ac:spMkLst>
            <pc:docMk/>
            <pc:sldMk cId="3546405701" sldId="409"/>
            <ac:spMk id="2" creationId="{EE29783B-3F18-4A2F-AFF6-C1BB7B0EE5B7}"/>
          </ac:spMkLst>
        </pc:spChg>
        <pc:spChg chg="add mod">
          <ac:chgData name="Alessandro Ortis" userId="dcdc90ed-3509-45f7-ac48-ad038638580b" providerId="ADAL" clId="{AFF04C3F-FB8D-48FB-8B16-BF32087FED57}" dt="2021-03-15T18:50:06.395" v="2472" actId="20577"/>
          <ac:spMkLst>
            <pc:docMk/>
            <pc:sldMk cId="3546405701" sldId="409"/>
            <ac:spMk id="8" creationId="{890E1BEA-BE6E-4A97-97F9-C94C5E571945}"/>
          </ac:spMkLst>
        </pc:spChg>
        <pc:cxnChg chg="add mod">
          <ac:chgData name="Alessandro Ortis" userId="dcdc90ed-3509-45f7-ac48-ad038638580b" providerId="ADAL" clId="{AFF04C3F-FB8D-48FB-8B16-BF32087FED57}" dt="2021-03-15T18:48:14.431" v="2390"/>
          <ac:cxnSpMkLst>
            <pc:docMk/>
            <pc:sldMk cId="3546405701" sldId="409"/>
            <ac:cxnSpMk id="6" creationId="{592DD083-830D-43BC-BD7F-19AF3393F742}"/>
          </ac:cxnSpMkLst>
        </pc:cxnChg>
      </pc:sldChg>
      <pc:sldChg chg="addSp delSp modSp add mod">
        <pc:chgData name="Alessandro Ortis" userId="dcdc90ed-3509-45f7-ac48-ad038638580b" providerId="ADAL" clId="{AFF04C3F-FB8D-48FB-8B16-BF32087FED57}" dt="2021-04-13T15:52:35.399" v="11051" actId="20577"/>
        <pc:sldMkLst>
          <pc:docMk/>
          <pc:sldMk cId="1715010115" sldId="410"/>
        </pc:sldMkLst>
        <pc:spChg chg="del">
          <ac:chgData name="Alessandro Ortis" userId="dcdc90ed-3509-45f7-ac48-ad038638580b" providerId="ADAL" clId="{AFF04C3F-FB8D-48FB-8B16-BF32087FED57}" dt="2021-03-15T18:52:19.770" v="2474" actId="478"/>
          <ac:spMkLst>
            <pc:docMk/>
            <pc:sldMk cId="1715010115" sldId="410"/>
            <ac:spMk id="4" creationId="{D7CC2AC7-2420-451B-83D3-3FF936EB12FF}"/>
          </ac:spMkLst>
        </pc:spChg>
        <pc:spChg chg="del">
          <ac:chgData name="Alessandro Ortis" userId="dcdc90ed-3509-45f7-ac48-ad038638580b" providerId="ADAL" clId="{AFF04C3F-FB8D-48FB-8B16-BF32087FED57}" dt="2021-03-15T18:52:19.770" v="2474" actId="478"/>
          <ac:spMkLst>
            <pc:docMk/>
            <pc:sldMk cId="1715010115" sldId="410"/>
            <ac:spMk id="5" creationId="{B64EF885-D2A1-4DB3-89E7-93F4455078C8}"/>
          </ac:spMkLst>
        </pc:spChg>
        <pc:spChg chg="mod">
          <ac:chgData name="Alessandro Ortis" userId="dcdc90ed-3509-45f7-ac48-ad038638580b" providerId="ADAL" clId="{AFF04C3F-FB8D-48FB-8B16-BF32087FED57}" dt="2021-03-15T18:52:26.045" v="2499" actId="20577"/>
          <ac:spMkLst>
            <pc:docMk/>
            <pc:sldMk cId="1715010115" sldId="410"/>
            <ac:spMk id="7" creationId="{5991EEBF-DD52-410E-9C98-94BE471E4F4A}"/>
          </ac:spMkLst>
        </pc:spChg>
        <pc:spChg chg="del">
          <ac:chgData name="Alessandro Ortis" userId="dcdc90ed-3509-45f7-ac48-ad038638580b" providerId="ADAL" clId="{AFF04C3F-FB8D-48FB-8B16-BF32087FED57}" dt="2021-03-15T18:52:19.770" v="2474" actId="478"/>
          <ac:spMkLst>
            <pc:docMk/>
            <pc:sldMk cId="1715010115" sldId="410"/>
            <ac:spMk id="8" creationId="{890E1BEA-BE6E-4A97-97F9-C94C5E571945}"/>
          </ac:spMkLst>
        </pc:spChg>
        <pc:spChg chg="add mod">
          <ac:chgData name="Alessandro Ortis" userId="dcdc90ed-3509-45f7-ac48-ad038638580b" providerId="ADAL" clId="{AFF04C3F-FB8D-48FB-8B16-BF32087FED57}" dt="2021-03-16T18:02:42.106" v="2917" actId="14100"/>
          <ac:spMkLst>
            <pc:docMk/>
            <pc:sldMk cId="1715010115" sldId="410"/>
            <ac:spMk id="9" creationId="{214797AA-1E06-40F3-9082-FA8674EAD136}"/>
          </ac:spMkLst>
        </pc:spChg>
        <pc:spChg chg="add mod">
          <ac:chgData name="Alessandro Ortis" userId="dcdc90ed-3509-45f7-ac48-ad038638580b" providerId="ADAL" clId="{AFF04C3F-FB8D-48FB-8B16-BF32087FED57}" dt="2021-04-13T15:51:56.212" v="11040" actId="1076"/>
          <ac:spMkLst>
            <pc:docMk/>
            <pc:sldMk cId="1715010115" sldId="410"/>
            <ac:spMk id="10" creationId="{4218E95E-BD15-4B3A-A47A-D4E7A27D71F1}"/>
          </ac:spMkLst>
        </pc:spChg>
        <pc:spChg chg="add mod">
          <ac:chgData name="Alessandro Ortis" userId="dcdc90ed-3509-45f7-ac48-ad038638580b" providerId="ADAL" clId="{AFF04C3F-FB8D-48FB-8B16-BF32087FED57}" dt="2021-04-13T15:52:35.399" v="11051" actId="20577"/>
          <ac:spMkLst>
            <pc:docMk/>
            <pc:sldMk cId="1715010115" sldId="410"/>
            <ac:spMk id="11" creationId="{7CA751F5-2772-4E6B-B97E-87C757908922}"/>
          </ac:spMkLst>
        </pc:spChg>
        <pc:cxnChg chg="del">
          <ac:chgData name="Alessandro Ortis" userId="dcdc90ed-3509-45f7-ac48-ad038638580b" providerId="ADAL" clId="{AFF04C3F-FB8D-48FB-8B16-BF32087FED57}" dt="2021-03-15T18:52:19.770" v="2474" actId="478"/>
          <ac:cxnSpMkLst>
            <pc:docMk/>
            <pc:sldMk cId="1715010115" sldId="410"/>
            <ac:cxnSpMk id="6" creationId="{592DD083-830D-43BC-BD7F-19AF3393F742}"/>
          </ac:cxnSpMkLst>
        </pc:cxnChg>
      </pc:sldChg>
      <pc:sldChg chg="delSp modSp add mod">
        <pc:chgData name="Alessandro Ortis" userId="dcdc90ed-3509-45f7-ac48-ad038638580b" providerId="ADAL" clId="{AFF04C3F-FB8D-48FB-8B16-BF32087FED57}" dt="2021-03-16T18:10:48.920" v="3792" actId="27636"/>
        <pc:sldMkLst>
          <pc:docMk/>
          <pc:sldMk cId="644021039" sldId="411"/>
        </pc:sldMkLst>
        <pc:spChg chg="mod">
          <ac:chgData name="Alessandro Ortis" userId="dcdc90ed-3509-45f7-ac48-ad038638580b" providerId="ADAL" clId="{AFF04C3F-FB8D-48FB-8B16-BF32087FED57}" dt="2021-03-16T18:10:48.920" v="3792" actId="27636"/>
          <ac:spMkLst>
            <pc:docMk/>
            <pc:sldMk cId="644021039" sldId="411"/>
            <ac:spMk id="9" creationId="{214797AA-1E06-40F3-9082-FA8674EAD136}"/>
          </ac:spMkLst>
        </pc:spChg>
        <pc:spChg chg="del">
          <ac:chgData name="Alessandro Ortis" userId="dcdc90ed-3509-45f7-ac48-ad038638580b" providerId="ADAL" clId="{AFF04C3F-FB8D-48FB-8B16-BF32087FED57}" dt="2021-03-16T18:10:13.059" v="3586" actId="478"/>
          <ac:spMkLst>
            <pc:docMk/>
            <pc:sldMk cId="644021039" sldId="411"/>
            <ac:spMk id="10" creationId="{4218E95E-BD15-4B3A-A47A-D4E7A27D71F1}"/>
          </ac:spMkLst>
        </pc:spChg>
        <pc:spChg chg="del">
          <ac:chgData name="Alessandro Ortis" userId="dcdc90ed-3509-45f7-ac48-ad038638580b" providerId="ADAL" clId="{AFF04C3F-FB8D-48FB-8B16-BF32087FED57}" dt="2021-03-16T18:10:13.059" v="3586" actId="478"/>
          <ac:spMkLst>
            <pc:docMk/>
            <pc:sldMk cId="644021039" sldId="411"/>
            <ac:spMk id="11" creationId="{7CA751F5-2772-4E6B-B97E-87C757908922}"/>
          </ac:spMkLst>
        </pc:spChg>
      </pc:sldChg>
      <pc:sldChg chg="addSp modSp add mod">
        <pc:chgData name="Alessandro Ortis" userId="dcdc90ed-3509-45f7-ac48-ad038638580b" providerId="ADAL" clId="{AFF04C3F-FB8D-48FB-8B16-BF32087FED57}" dt="2021-03-17T16:34:40.954" v="9101" actId="1076"/>
        <pc:sldMkLst>
          <pc:docMk/>
          <pc:sldMk cId="3670246005" sldId="412"/>
        </pc:sldMkLst>
        <pc:spChg chg="mod">
          <ac:chgData name="Alessandro Ortis" userId="dcdc90ed-3509-45f7-ac48-ad038638580b" providerId="ADAL" clId="{AFF04C3F-FB8D-48FB-8B16-BF32087FED57}" dt="2021-03-16T18:11:14.411" v="3814" actId="20577"/>
          <ac:spMkLst>
            <pc:docMk/>
            <pc:sldMk cId="3670246005" sldId="412"/>
            <ac:spMk id="7" creationId="{5991EEBF-DD52-410E-9C98-94BE471E4F4A}"/>
          </ac:spMkLst>
        </pc:spChg>
        <pc:spChg chg="mod">
          <ac:chgData name="Alessandro Ortis" userId="dcdc90ed-3509-45f7-ac48-ad038638580b" providerId="ADAL" clId="{AFF04C3F-FB8D-48FB-8B16-BF32087FED57}" dt="2021-03-17T16:34:38.498" v="9100" actId="20577"/>
          <ac:spMkLst>
            <pc:docMk/>
            <pc:sldMk cId="3670246005" sldId="412"/>
            <ac:spMk id="9" creationId="{214797AA-1E06-40F3-9082-FA8674EAD136}"/>
          </ac:spMkLst>
        </pc:spChg>
        <pc:picChg chg="add mod">
          <ac:chgData name="Alessandro Ortis" userId="dcdc90ed-3509-45f7-ac48-ad038638580b" providerId="ADAL" clId="{AFF04C3F-FB8D-48FB-8B16-BF32087FED57}" dt="2021-03-17T16:34:40.954" v="9101" actId="1076"/>
          <ac:picMkLst>
            <pc:docMk/>
            <pc:sldMk cId="3670246005" sldId="412"/>
            <ac:picMk id="4" creationId="{7B937681-E4FC-4ABB-BD34-00347968A6A7}"/>
          </ac:picMkLst>
        </pc:picChg>
      </pc:sldChg>
      <pc:sldChg chg="modSp add mod">
        <pc:chgData name="Alessandro Ortis" userId="dcdc90ed-3509-45f7-ac48-ad038638580b" providerId="ADAL" clId="{AFF04C3F-FB8D-48FB-8B16-BF32087FED57}" dt="2021-03-16T18:26:15.072" v="4847" actId="2710"/>
        <pc:sldMkLst>
          <pc:docMk/>
          <pc:sldMk cId="2458999474" sldId="413"/>
        </pc:sldMkLst>
        <pc:spChg chg="mod">
          <ac:chgData name="Alessandro Ortis" userId="dcdc90ed-3509-45f7-ac48-ad038638580b" providerId="ADAL" clId="{AFF04C3F-FB8D-48FB-8B16-BF32087FED57}" dt="2021-03-16T18:17:55.697" v="3860" actId="27636"/>
          <ac:spMkLst>
            <pc:docMk/>
            <pc:sldMk cId="2458999474" sldId="413"/>
            <ac:spMk id="7" creationId="{5991EEBF-DD52-410E-9C98-94BE471E4F4A}"/>
          </ac:spMkLst>
        </pc:spChg>
        <pc:spChg chg="mod">
          <ac:chgData name="Alessandro Ortis" userId="dcdc90ed-3509-45f7-ac48-ad038638580b" providerId="ADAL" clId="{AFF04C3F-FB8D-48FB-8B16-BF32087FED57}" dt="2021-03-16T18:26:15.072" v="4847" actId="2710"/>
          <ac:spMkLst>
            <pc:docMk/>
            <pc:sldMk cId="2458999474" sldId="413"/>
            <ac:spMk id="9" creationId="{214797AA-1E06-40F3-9082-FA8674EAD136}"/>
          </ac:spMkLst>
        </pc:spChg>
      </pc:sldChg>
      <pc:sldChg chg="modSp add mod">
        <pc:chgData name="Alessandro Ortis" userId="dcdc90ed-3509-45f7-ac48-ad038638580b" providerId="ADAL" clId="{AFF04C3F-FB8D-48FB-8B16-BF32087FED57}" dt="2021-03-16T18:30:13.074" v="5179" actId="27636"/>
        <pc:sldMkLst>
          <pc:docMk/>
          <pc:sldMk cId="1297251117" sldId="414"/>
        </pc:sldMkLst>
        <pc:spChg chg="mod">
          <ac:chgData name="Alessandro Ortis" userId="dcdc90ed-3509-45f7-ac48-ad038638580b" providerId="ADAL" clId="{AFF04C3F-FB8D-48FB-8B16-BF32087FED57}" dt="2021-03-16T18:30:13.074" v="5179" actId="27636"/>
          <ac:spMkLst>
            <pc:docMk/>
            <pc:sldMk cId="1297251117" sldId="414"/>
            <ac:spMk id="9" creationId="{214797AA-1E06-40F3-9082-FA8674EAD136}"/>
          </ac:spMkLst>
        </pc:spChg>
      </pc:sldChg>
      <pc:sldChg chg="addSp delSp modSp add mod">
        <pc:chgData name="Alessandro Ortis" userId="dcdc90ed-3509-45f7-ac48-ad038638580b" providerId="ADAL" clId="{AFF04C3F-FB8D-48FB-8B16-BF32087FED57}" dt="2021-03-17T10:56:36.819" v="6457" actId="14100"/>
        <pc:sldMkLst>
          <pc:docMk/>
          <pc:sldMk cId="3686207558" sldId="415"/>
        </pc:sldMkLst>
        <pc:spChg chg="add del mod">
          <ac:chgData name="Alessandro Ortis" userId="dcdc90ed-3509-45f7-ac48-ad038638580b" providerId="ADAL" clId="{AFF04C3F-FB8D-48FB-8B16-BF32087FED57}" dt="2021-03-17T10:40:15.710" v="5420" actId="478"/>
          <ac:spMkLst>
            <pc:docMk/>
            <pc:sldMk cId="3686207558" sldId="415"/>
            <ac:spMk id="4" creationId="{09499160-023B-4424-AA3B-A13C181E0EF0}"/>
          </ac:spMkLst>
        </pc:spChg>
        <pc:spChg chg="add del mod">
          <ac:chgData name="Alessandro Ortis" userId="dcdc90ed-3509-45f7-ac48-ad038638580b" providerId="ADAL" clId="{AFF04C3F-FB8D-48FB-8B16-BF32087FED57}" dt="2021-03-17T10:40:15.710" v="5420" actId="478"/>
          <ac:spMkLst>
            <pc:docMk/>
            <pc:sldMk cId="3686207558" sldId="415"/>
            <ac:spMk id="5" creationId="{DEFC0459-B511-4F72-9361-B2850FAFCAAD}"/>
          </ac:spMkLst>
        </pc:spChg>
        <pc:spChg chg="add del mod">
          <ac:chgData name="Alessandro Ortis" userId="dcdc90ed-3509-45f7-ac48-ad038638580b" providerId="ADAL" clId="{AFF04C3F-FB8D-48FB-8B16-BF32087FED57}" dt="2021-03-17T10:47:38.515" v="6337" actId="478"/>
          <ac:spMkLst>
            <pc:docMk/>
            <pc:sldMk cId="3686207558" sldId="415"/>
            <ac:spMk id="6" creationId="{AF3B074D-D552-4ADD-97DA-4445264F47D9}"/>
          </ac:spMkLst>
        </pc:spChg>
        <pc:spChg chg="mod">
          <ac:chgData name="Alessandro Ortis" userId="dcdc90ed-3509-45f7-ac48-ad038638580b" providerId="ADAL" clId="{AFF04C3F-FB8D-48FB-8B16-BF32087FED57}" dt="2021-03-17T10:40:58.635" v="5465" actId="20577"/>
          <ac:spMkLst>
            <pc:docMk/>
            <pc:sldMk cId="3686207558" sldId="415"/>
            <ac:spMk id="7" creationId="{5991EEBF-DD52-410E-9C98-94BE471E4F4A}"/>
          </ac:spMkLst>
        </pc:spChg>
        <pc:spChg chg="add del mod">
          <ac:chgData name="Alessandro Ortis" userId="dcdc90ed-3509-45f7-ac48-ad038638580b" providerId="ADAL" clId="{AFF04C3F-FB8D-48FB-8B16-BF32087FED57}" dt="2021-03-17T10:47:40.307" v="6338" actId="478"/>
          <ac:spMkLst>
            <pc:docMk/>
            <pc:sldMk cId="3686207558" sldId="415"/>
            <ac:spMk id="8" creationId="{B3C15787-7296-4AB3-AE89-1E5CE689B7F2}"/>
          </ac:spMkLst>
        </pc:spChg>
        <pc:spChg chg="mod">
          <ac:chgData name="Alessandro Ortis" userId="dcdc90ed-3509-45f7-ac48-ad038638580b" providerId="ADAL" clId="{AFF04C3F-FB8D-48FB-8B16-BF32087FED57}" dt="2021-03-17T10:56:36.819" v="6457" actId="14100"/>
          <ac:spMkLst>
            <pc:docMk/>
            <pc:sldMk cId="3686207558" sldId="415"/>
            <ac:spMk id="9" creationId="{214797AA-1E06-40F3-9082-FA8674EAD136}"/>
          </ac:spMkLst>
        </pc:spChg>
        <pc:spChg chg="add mod">
          <ac:chgData name="Alessandro Ortis" userId="dcdc90ed-3509-45f7-ac48-ad038638580b" providerId="ADAL" clId="{AFF04C3F-FB8D-48FB-8B16-BF32087FED57}" dt="2021-03-17T10:54:45.263" v="6446" actId="1076"/>
          <ac:spMkLst>
            <pc:docMk/>
            <pc:sldMk cId="3686207558" sldId="415"/>
            <ac:spMk id="10" creationId="{CAE76C9D-058E-4ACA-A35A-35BFDC17A614}"/>
          </ac:spMkLst>
        </pc:spChg>
      </pc:sldChg>
      <pc:sldChg chg="delSp modSp add mod">
        <pc:chgData name="Alessandro Ortis" userId="dcdc90ed-3509-45f7-ac48-ad038638580b" providerId="ADAL" clId="{AFF04C3F-FB8D-48FB-8B16-BF32087FED57}" dt="2021-03-17T11:02:45.957" v="6782" actId="123"/>
        <pc:sldMkLst>
          <pc:docMk/>
          <pc:sldMk cId="479589270" sldId="416"/>
        </pc:sldMkLst>
        <pc:spChg chg="del">
          <ac:chgData name="Alessandro Ortis" userId="dcdc90ed-3509-45f7-ac48-ad038638580b" providerId="ADAL" clId="{AFF04C3F-FB8D-48FB-8B16-BF32087FED57}" dt="2021-03-17T10:27:19.274" v="5378" actId="478"/>
          <ac:spMkLst>
            <pc:docMk/>
            <pc:sldMk cId="479589270" sldId="416"/>
            <ac:spMk id="4" creationId="{09499160-023B-4424-AA3B-A13C181E0EF0}"/>
          </ac:spMkLst>
        </pc:spChg>
        <pc:spChg chg="del">
          <ac:chgData name="Alessandro Ortis" userId="dcdc90ed-3509-45f7-ac48-ad038638580b" providerId="ADAL" clId="{AFF04C3F-FB8D-48FB-8B16-BF32087FED57}" dt="2021-03-17T10:27:19.274" v="5378" actId="478"/>
          <ac:spMkLst>
            <pc:docMk/>
            <pc:sldMk cId="479589270" sldId="416"/>
            <ac:spMk id="5" creationId="{DEFC0459-B511-4F72-9361-B2850FAFCAAD}"/>
          </ac:spMkLst>
        </pc:spChg>
        <pc:spChg chg="mod">
          <ac:chgData name="Alessandro Ortis" userId="dcdc90ed-3509-45f7-ac48-ad038638580b" providerId="ADAL" clId="{AFF04C3F-FB8D-48FB-8B16-BF32087FED57}" dt="2021-03-17T11:02:45.957" v="6782" actId="123"/>
          <ac:spMkLst>
            <pc:docMk/>
            <pc:sldMk cId="479589270" sldId="416"/>
            <ac:spMk id="9" creationId="{214797AA-1E06-40F3-9082-FA8674EAD136}"/>
          </ac:spMkLst>
        </pc:spChg>
      </pc:sldChg>
      <pc:sldChg chg="delSp modSp add mod">
        <pc:chgData name="Alessandro Ortis" userId="dcdc90ed-3509-45f7-ac48-ad038638580b" providerId="ADAL" clId="{AFF04C3F-FB8D-48FB-8B16-BF32087FED57}" dt="2021-03-17T11:01:01.089" v="6769" actId="20577"/>
        <pc:sldMkLst>
          <pc:docMk/>
          <pc:sldMk cId="2402355522" sldId="417"/>
        </pc:sldMkLst>
        <pc:spChg chg="del">
          <ac:chgData name="Alessandro Ortis" userId="dcdc90ed-3509-45f7-ac48-ad038638580b" providerId="ADAL" clId="{AFF04C3F-FB8D-48FB-8B16-BF32087FED57}" dt="2021-03-17T11:00:22.706" v="6741" actId="478"/>
          <ac:spMkLst>
            <pc:docMk/>
            <pc:sldMk cId="2402355522" sldId="417"/>
            <ac:spMk id="6" creationId="{AF3B074D-D552-4ADD-97DA-4445264F47D9}"/>
          </ac:spMkLst>
        </pc:spChg>
        <pc:spChg chg="del">
          <ac:chgData name="Alessandro Ortis" userId="dcdc90ed-3509-45f7-ac48-ad038638580b" providerId="ADAL" clId="{AFF04C3F-FB8D-48FB-8B16-BF32087FED57}" dt="2021-03-17T11:00:22.706" v="6741" actId="478"/>
          <ac:spMkLst>
            <pc:docMk/>
            <pc:sldMk cId="2402355522" sldId="417"/>
            <ac:spMk id="8" creationId="{B3C15787-7296-4AB3-AE89-1E5CE689B7F2}"/>
          </ac:spMkLst>
        </pc:spChg>
        <pc:spChg chg="mod">
          <ac:chgData name="Alessandro Ortis" userId="dcdc90ed-3509-45f7-ac48-ad038638580b" providerId="ADAL" clId="{AFF04C3F-FB8D-48FB-8B16-BF32087FED57}" dt="2021-03-17T11:01:01.089" v="6769" actId="20577"/>
          <ac:spMkLst>
            <pc:docMk/>
            <pc:sldMk cId="2402355522" sldId="417"/>
            <ac:spMk id="9" creationId="{214797AA-1E06-40F3-9082-FA8674EAD136}"/>
          </ac:spMkLst>
        </pc:spChg>
      </pc:sldChg>
      <pc:sldChg chg="addSp delSp modSp add mod">
        <pc:chgData name="Alessandro Ortis" userId="dcdc90ed-3509-45f7-ac48-ad038638580b" providerId="ADAL" clId="{AFF04C3F-FB8D-48FB-8B16-BF32087FED57}" dt="2021-03-17T10:59:56.400" v="6740" actId="113"/>
        <pc:sldMkLst>
          <pc:docMk/>
          <pc:sldMk cId="1092163208" sldId="418"/>
        </pc:sldMkLst>
        <pc:spChg chg="add del mod">
          <ac:chgData name="Alessandro Ortis" userId="dcdc90ed-3509-45f7-ac48-ad038638580b" providerId="ADAL" clId="{AFF04C3F-FB8D-48FB-8B16-BF32087FED57}" dt="2021-03-17T10:56:23.262" v="6448" actId="478"/>
          <ac:spMkLst>
            <pc:docMk/>
            <pc:sldMk cId="1092163208" sldId="418"/>
            <ac:spMk id="3" creationId="{C9E37AA6-9118-4F74-902A-B232000594E6}"/>
          </ac:spMkLst>
        </pc:spChg>
        <pc:spChg chg="mod">
          <ac:chgData name="Alessandro Ortis" userId="dcdc90ed-3509-45f7-ac48-ad038638580b" providerId="ADAL" clId="{AFF04C3F-FB8D-48FB-8B16-BF32087FED57}" dt="2021-03-17T10:59:43.844" v="6734" actId="1076"/>
          <ac:spMkLst>
            <pc:docMk/>
            <pc:sldMk cId="1092163208" sldId="418"/>
            <ac:spMk id="6" creationId="{AF3B074D-D552-4ADD-97DA-4445264F47D9}"/>
          </ac:spMkLst>
        </pc:spChg>
        <pc:spChg chg="mod">
          <ac:chgData name="Alessandro Ortis" userId="dcdc90ed-3509-45f7-ac48-ad038638580b" providerId="ADAL" clId="{AFF04C3F-FB8D-48FB-8B16-BF32087FED57}" dt="2021-03-17T10:59:56.400" v="6740" actId="113"/>
          <ac:spMkLst>
            <pc:docMk/>
            <pc:sldMk cId="1092163208" sldId="418"/>
            <ac:spMk id="8" creationId="{B3C15787-7296-4AB3-AE89-1E5CE689B7F2}"/>
          </ac:spMkLst>
        </pc:spChg>
        <pc:spChg chg="del">
          <ac:chgData name="Alessandro Ortis" userId="dcdc90ed-3509-45f7-ac48-ad038638580b" providerId="ADAL" clId="{AFF04C3F-FB8D-48FB-8B16-BF32087FED57}" dt="2021-03-17T10:56:21.162" v="6447" actId="478"/>
          <ac:spMkLst>
            <pc:docMk/>
            <pc:sldMk cId="1092163208" sldId="418"/>
            <ac:spMk id="9" creationId="{214797AA-1E06-40F3-9082-FA8674EAD136}"/>
          </ac:spMkLst>
        </pc:spChg>
      </pc:sldChg>
      <pc:sldChg chg="addSp delSp modSp add mod">
        <pc:chgData name="Alessandro Ortis" userId="dcdc90ed-3509-45f7-ac48-ad038638580b" providerId="ADAL" clId="{AFF04C3F-FB8D-48FB-8B16-BF32087FED57}" dt="2021-04-13T15:11:14.628" v="10387" actId="404"/>
        <pc:sldMkLst>
          <pc:docMk/>
          <pc:sldMk cId="403641477" sldId="419"/>
        </pc:sldMkLst>
        <pc:spChg chg="add mod">
          <ac:chgData name="Alessandro Ortis" userId="dcdc90ed-3509-45f7-ac48-ad038638580b" providerId="ADAL" clId="{AFF04C3F-FB8D-48FB-8B16-BF32087FED57}" dt="2021-04-13T15:10:48.110" v="10382" actId="6549"/>
          <ac:spMkLst>
            <pc:docMk/>
            <pc:sldMk cId="403641477" sldId="419"/>
            <ac:spMk id="5" creationId="{E07FBE01-8A3C-45B1-9CC6-6B762CB34C43}"/>
          </ac:spMkLst>
        </pc:spChg>
        <pc:spChg chg="mod">
          <ac:chgData name="Alessandro Ortis" userId="dcdc90ed-3509-45f7-ac48-ad038638580b" providerId="ADAL" clId="{AFF04C3F-FB8D-48FB-8B16-BF32087FED57}" dt="2021-04-13T15:11:14.628" v="10387" actId="404"/>
          <ac:spMkLst>
            <pc:docMk/>
            <pc:sldMk cId="403641477" sldId="419"/>
            <ac:spMk id="215043" creationId="{507771F2-20D6-4736-86E3-005CFE35C2BD}"/>
          </ac:spMkLst>
        </pc:spChg>
        <pc:spChg chg="del mod">
          <ac:chgData name="Alessandro Ortis" userId="dcdc90ed-3509-45f7-ac48-ad038638580b" providerId="ADAL" clId="{AFF04C3F-FB8D-48FB-8B16-BF32087FED57}" dt="2021-03-17T15:23:00.879" v="6858" actId="478"/>
          <ac:spMkLst>
            <pc:docMk/>
            <pc:sldMk cId="403641477" sldId="419"/>
            <ac:spMk id="215045" creationId="{BF84A1C8-7864-4106-9E68-90F707458EAE}"/>
          </ac:spMkLst>
        </pc:spChg>
      </pc:sldChg>
      <pc:sldChg chg="modSp add mod">
        <pc:chgData name="Alessandro Ortis" userId="dcdc90ed-3509-45f7-ac48-ad038638580b" providerId="ADAL" clId="{AFF04C3F-FB8D-48FB-8B16-BF32087FED57}" dt="2021-04-13T15:11:25.788" v="10391" actId="113"/>
        <pc:sldMkLst>
          <pc:docMk/>
          <pc:sldMk cId="798376485" sldId="420"/>
        </pc:sldMkLst>
        <pc:spChg chg="mod">
          <ac:chgData name="Alessandro Ortis" userId="dcdc90ed-3509-45f7-ac48-ad038638580b" providerId="ADAL" clId="{AFF04C3F-FB8D-48FB-8B16-BF32087FED57}" dt="2021-03-17T15:53:24.852" v="7084" actId="6549"/>
          <ac:spMkLst>
            <pc:docMk/>
            <pc:sldMk cId="798376485" sldId="420"/>
            <ac:spMk id="5" creationId="{E07FBE01-8A3C-45B1-9CC6-6B762CB34C43}"/>
          </ac:spMkLst>
        </pc:spChg>
        <pc:spChg chg="mod">
          <ac:chgData name="Alessandro Ortis" userId="dcdc90ed-3509-45f7-ac48-ad038638580b" providerId="ADAL" clId="{AFF04C3F-FB8D-48FB-8B16-BF32087FED57}" dt="2021-03-17T15:52:42.041" v="7058" actId="1076"/>
          <ac:spMkLst>
            <pc:docMk/>
            <pc:sldMk cId="798376485" sldId="420"/>
            <ac:spMk id="8" creationId="{819271F6-BDEE-4BCF-8814-0180540D807C}"/>
          </ac:spMkLst>
        </pc:spChg>
        <pc:spChg chg="mod">
          <ac:chgData name="Alessandro Ortis" userId="dcdc90ed-3509-45f7-ac48-ad038638580b" providerId="ADAL" clId="{AFF04C3F-FB8D-48FB-8B16-BF32087FED57}" dt="2021-04-13T15:11:25.788" v="10391" actId="113"/>
          <ac:spMkLst>
            <pc:docMk/>
            <pc:sldMk cId="798376485" sldId="420"/>
            <ac:spMk id="215043" creationId="{507771F2-20D6-4736-86E3-005CFE35C2BD}"/>
          </ac:spMkLst>
        </pc:spChg>
      </pc:sldChg>
      <pc:sldChg chg="delSp modSp add mod">
        <pc:chgData name="Alessandro Ortis" userId="dcdc90ed-3509-45f7-ac48-ad038638580b" providerId="ADAL" clId="{AFF04C3F-FB8D-48FB-8B16-BF32087FED57}" dt="2021-04-13T15:11:52.213" v="10408" actId="20577"/>
        <pc:sldMkLst>
          <pc:docMk/>
          <pc:sldMk cId="1957110679" sldId="421"/>
        </pc:sldMkLst>
        <pc:spChg chg="del">
          <ac:chgData name="Alessandro Ortis" userId="dcdc90ed-3509-45f7-ac48-ad038638580b" providerId="ADAL" clId="{AFF04C3F-FB8D-48FB-8B16-BF32087FED57}" dt="2021-03-17T15:58:57.774" v="7088" actId="478"/>
          <ac:spMkLst>
            <pc:docMk/>
            <pc:sldMk cId="1957110679" sldId="421"/>
            <ac:spMk id="5" creationId="{E07FBE01-8A3C-45B1-9CC6-6B762CB34C43}"/>
          </ac:spMkLst>
        </pc:spChg>
        <pc:spChg chg="mod">
          <ac:chgData name="Alessandro Ortis" userId="dcdc90ed-3509-45f7-ac48-ad038638580b" providerId="ADAL" clId="{AFF04C3F-FB8D-48FB-8B16-BF32087FED57}" dt="2021-04-13T15:11:52.213" v="10408" actId="20577"/>
          <ac:spMkLst>
            <pc:docMk/>
            <pc:sldMk cId="1957110679" sldId="421"/>
            <ac:spMk id="215043" creationId="{507771F2-20D6-4736-86E3-005CFE35C2BD}"/>
          </ac:spMkLst>
        </pc:spChg>
      </pc:sldChg>
      <pc:sldChg chg="addSp delSp modSp add mod">
        <pc:chgData name="Alessandro Ortis" userId="dcdc90ed-3509-45f7-ac48-ad038638580b" providerId="ADAL" clId="{AFF04C3F-FB8D-48FB-8B16-BF32087FED57}" dt="2021-04-13T15:27:23.651" v="10560" actId="20577"/>
        <pc:sldMkLst>
          <pc:docMk/>
          <pc:sldMk cId="3625126898" sldId="422"/>
        </pc:sldMkLst>
        <pc:spChg chg="add mod">
          <ac:chgData name="Alessandro Ortis" userId="dcdc90ed-3509-45f7-ac48-ad038638580b" providerId="ADAL" clId="{AFF04C3F-FB8D-48FB-8B16-BF32087FED57}" dt="2021-03-17T16:12:01.145" v="7988" actId="20577"/>
          <ac:spMkLst>
            <pc:docMk/>
            <pc:sldMk cId="3625126898" sldId="422"/>
            <ac:spMk id="4" creationId="{4B9BE565-A0FE-40FC-8CFE-7A9942C03498}"/>
          </ac:spMkLst>
        </pc:spChg>
        <pc:spChg chg="add mod">
          <ac:chgData name="Alessandro Ortis" userId="dcdc90ed-3509-45f7-ac48-ad038638580b" providerId="ADAL" clId="{AFF04C3F-FB8D-48FB-8B16-BF32087FED57}" dt="2021-04-13T15:27:23.651" v="10560" actId="20577"/>
          <ac:spMkLst>
            <pc:docMk/>
            <pc:sldMk cId="3625126898" sldId="422"/>
            <ac:spMk id="5" creationId="{65984521-567E-48C9-AE21-881D801AF35B}"/>
          </ac:spMkLst>
        </pc:spChg>
        <pc:spChg chg="add del mod">
          <ac:chgData name="Alessandro Ortis" userId="dcdc90ed-3509-45f7-ac48-ad038638580b" providerId="ADAL" clId="{AFF04C3F-FB8D-48FB-8B16-BF32087FED57}" dt="2021-03-17T16:18:06.424" v="8126"/>
          <ac:spMkLst>
            <pc:docMk/>
            <pc:sldMk cId="3625126898" sldId="422"/>
            <ac:spMk id="6" creationId="{65A63C6E-6310-4FBA-A3A7-5B2FB19A5A63}"/>
          </ac:spMkLst>
        </pc:spChg>
        <pc:spChg chg="del">
          <ac:chgData name="Alessandro Ortis" userId="dcdc90ed-3509-45f7-ac48-ad038638580b" providerId="ADAL" clId="{AFF04C3F-FB8D-48FB-8B16-BF32087FED57}" dt="2021-03-17T16:05:45.116" v="7616" actId="478"/>
          <ac:spMkLst>
            <pc:docMk/>
            <pc:sldMk cId="3625126898" sldId="422"/>
            <ac:spMk id="215043" creationId="{507771F2-20D6-4736-86E3-005CFE35C2BD}"/>
          </ac:spMkLst>
        </pc:spChg>
      </pc:sldChg>
      <pc:sldChg chg="addSp delSp modSp add mod">
        <pc:chgData name="Alessandro Ortis" userId="dcdc90ed-3509-45f7-ac48-ad038638580b" providerId="ADAL" clId="{AFF04C3F-FB8D-48FB-8B16-BF32087FED57}" dt="2021-03-17T16:47:26.309" v="9182" actId="20577"/>
        <pc:sldMkLst>
          <pc:docMk/>
          <pc:sldMk cId="1256816092" sldId="423"/>
        </pc:sldMkLst>
        <pc:spChg chg="mod">
          <ac:chgData name="Alessandro Ortis" userId="dcdc90ed-3509-45f7-ac48-ad038638580b" providerId="ADAL" clId="{AFF04C3F-FB8D-48FB-8B16-BF32087FED57}" dt="2021-03-17T16:26:33.526" v="9066" actId="403"/>
          <ac:spMkLst>
            <pc:docMk/>
            <pc:sldMk cId="1256816092" sldId="423"/>
            <ac:spMk id="4" creationId="{4B9BE565-A0FE-40FC-8CFE-7A9942C03498}"/>
          </ac:spMkLst>
        </pc:spChg>
        <pc:spChg chg="del">
          <ac:chgData name="Alessandro Ortis" userId="dcdc90ed-3509-45f7-ac48-ad038638580b" providerId="ADAL" clId="{AFF04C3F-FB8D-48FB-8B16-BF32087FED57}" dt="2021-03-17T16:18:17.774" v="8145" actId="478"/>
          <ac:spMkLst>
            <pc:docMk/>
            <pc:sldMk cId="1256816092" sldId="423"/>
            <ac:spMk id="5" creationId="{65984521-567E-48C9-AE21-881D801AF35B}"/>
          </ac:spMkLst>
        </pc:spChg>
        <pc:spChg chg="add mod">
          <ac:chgData name="Alessandro Ortis" userId="dcdc90ed-3509-45f7-ac48-ad038638580b" providerId="ADAL" clId="{AFF04C3F-FB8D-48FB-8B16-BF32087FED57}" dt="2021-03-17T16:20:39.654" v="8310" actId="20577"/>
          <ac:spMkLst>
            <pc:docMk/>
            <pc:sldMk cId="1256816092" sldId="423"/>
            <ac:spMk id="6" creationId="{33A00F08-9322-4BFA-A5C1-11E4584D74AE}"/>
          </ac:spMkLst>
        </pc:spChg>
        <pc:spChg chg="add mod">
          <ac:chgData name="Alessandro Ortis" userId="dcdc90ed-3509-45f7-ac48-ad038638580b" providerId="ADAL" clId="{AFF04C3F-FB8D-48FB-8B16-BF32087FED57}" dt="2021-03-17T16:47:26.309" v="9182" actId="20577"/>
          <ac:spMkLst>
            <pc:docMk/>
            <pc:sldMk cId="1256816092" sldId="423"/>
            <ac:spMk id="7" creationId="{786B2507-8368-4AFA-A30B-5414BB64BD0E}"/>
          </ac:spMkLst>
        </pc:spChg>
        <pc:spChg chg="mod">
          <ac:chgData name="Alessandro Ortis" userId="dcdc90ed-3509-45f7-ac48-ad038638580b" providerId="ADAL" clId="{AFF04C3F-FB8D-48FB-8B16-BF32087FED57}" dt="2021-03-17T16:18:14.116" v="8144" actId="20577"/>
          <ac:spMkLst>
            <pc:docMk/>
            <pc:sldMk cId="1256816092" sldId="423"/>
            <ac:spMk id="8" creationId="{819271F6-BDEE-4BCF-8814-0180540D807C}"/>
          </ac:spMkLst>
        </pc:spChg>
      </pc:sldChg>
      <pc:sldChg chg="delSp modSp add mod modShow">
        <pc:chgData name="Alessandro Ortis" userId="dcdc90ed-3509-45f7-ac48-ad038638580b" providerId="ADAL" clId="{AFF04C3F-FB8D-48FB-8B16-BF32087FED57}" dt="2021-04-13T21:38:06.808" v="11101" actId="729"/>
        <pc:sldMkLst>
          <pc:docMk/>
          <pc:sldMk cId="166479949" sldId="424"/>
        </pc:sldMkLst>
        <pc:spChg chg="mod">
          <ac:chgData name="Alessandro Ortis" userId="dcdc90ed-3509-45f7-ac48-ad038638580b" providerId="ADAL" clId="{AFF04C3F-FB8D-48FB-8B16-BF32087FED57}" dt="2021-03-17T16:43:13.100" v="9151" actId="5793"/>
          <ac:spMkLst>
            <pc:docMk/>
            <pc:sldMk cId="166479949" sldId="424"/>
            <ac:spMk id="6" creationId="{33A00F08-9322-4BFA-A5C1-11E4584D74AE}"/>
          </ac:spMkLst>
        </pc:spChg>
        <pc:spChg chg="del">
          <ac:chgData name="Alessandro Ortis" userId="dcdc90ed-3509-45f7-ac48-ad038638580b" providerId="ADAL" clId="{AFF04C3F-FB8D-48FB-8B16-BF32087FED57}" dt="2021-03-17T16:32:51.055" v="9092" actId="478"/>
          <ac:spMkLst>
            <pc:docMk/>
            <pc:sldMk cId="166479949" sldId="424"/>
            <ac:spMk id="7" creationId="{786B2507-8368-4AFA-A30B-5414BB64BD0E}"/>
          </ac:spMkLst>
        </pc:spChg>
        <pc:spChg chg="mod">
          <ac:chgData name="Alessandro Ortis" userId="dcdc90ed-3509-45f7-ac48-ad038638580b" providerId="ADAL" clId="{AFF04C3F-FB8D-48FB-8B16-BF32087FED57}" dt="2021-03-17T16:32:47.276" v="9091" actId="20577"/>
          <ac:spMkLst>
            <pc:docMk/>
            <pc:sldMk cId="166479949" sldId="424"/>
            <ac:spMk id="8" creationId="{819271F6-BDEE-4BCF-8814-0180540D807C}"/>
          </ac:spMkLst>
        </pc:spChg>
      </pc:sldChg>
      <pc:sldChg chg="addSp delSp modSp add mod modNotesTx">
        <pc:chgData name="Alessandro Ortis" userId="dcdc90ed-3509-45f7-ac48-ad038638580b" providerId="ADAL" clId="{AFF04C3F-FB8D-48FB-8B16-BF32087FED57}" dt="2021-04-13T15:15:08.103" v="10549" actId="20577"/>
        <pc:sldMkLst>
          <pc:docMk/>
          <pc:sldMk cId="82593182" sldId="425"/>
        </pc:sldMkLst>
        <pc:spChg chg="del">
          <ac:chgData name="Alessandro Ortis" userId="dcdc90ed-3509-45f7-ac48-ad038638580b" providerId="ADAL" clId="{AFF04C3F-FB8D-48FB-8B16-BF32087FED57}" dt="2021-03-17T16:52:25.774" v="9250" actId="478"/>
          <ac:spMkLst>
            <pc:docMk/>
            <pc:sldMk cId="82593182" sldId="425"/>
            <ac:spMk id="4" creationId="{AC3205E2-5335-427B-9E98-F550BD46805E}"/>
          </ac:spMkLst>
        </pc:spChg>
        <pc:spChg chg="add del">
          <ac:chgData name="Alessandro Ortis" userId="dcdc90ed-3509-45f7-ac48-ad038638580b" providerId="ADAL" clId="{AFF04C3F-FB8D-48FB-8B16-BF32087FED57}" dt="2021-03-17T17:14:17.300" v="9253" actId="22"/>
          <ac:spMkLst>
            <pc:docMk/>
            <pc:sldMk cId="82593182" sldId="425"/>
            <ac:spMk id="14" creationId="{780DEFBC-9A6D-4320-9CC7-E02BDA7C47EC}"/>
          </ac:spMkLst>
        </pc:spChg>
        <pc:spChg chg="add mod">
          <ac:chgData name="Alessandro Ortis" userId="dcdc90ed-3509-45f7-ac48-ad038638580b" providerId="ADAL" clId="{AFF04C3F-FB8D-48FB-8B16-BF32087FED57}" dt="2021-03-17T17:16:44.474" v="9325" actId="14100"/>
          <ac:spMkLst>
            <pc:docMk/>
            <pc:sldMk cId="82593182" sldId="425"/>
            <ac:spMk id="15" creationId="{3FEC886E-31DA-4E9A-B67E-305BE3FE9869}"/>
          </ac:spMkLst>
        </pc:spChg>
      </pc:sldChg>
      <pc:sldChg chg="addSp delSp modSp add mod">
        <pc:chgData name="Alessandro Ortis" userId="dcdc90ed-3509-45f7-ac48-ad038638580b" providerId="ADAL" clId="{AFF04C3F-FB8D-48FB-8B16-BF32087FED57}" dt="2021-04-18T16:49:18.621" v="11315" actId="123"/>
        <pc:sldMkLst>
          <pc:docMk/>
          <pc:sldMk cId="1778699822" sldId="426"/>
        </pc:sldMkLst>
        <pc:spChg chg="del mod">
          <ac:chgData name="Alessandro Ortis" userId="dcdc90ed-3509-45f7-ac48-ad038638580b" providerId="ADAL" clId="{AFF04C3F-FB8D-48FB-8B16-BF32087FED57}" dt="2021-03-30T17:46:05.035" v="10094" actId="478"/>
          <ac:spMkLst>
            <pc:docMk/>
            <pc:sldMk cId="1778699822" sldId="426"/>
            <ac:spMk id="2" creationId="{4097D233-2A89-41E8-908E-E04715CB0C14}"/>
          </ac:spMkLst>
        </pc:spChg>
        <pc:spChg chg="add del mod">
          <ac:chgData name="Alessandro Ortis" userId="dcdc90ed-3509-45f7-ac48-ad038638580b" providerId="ADAL" clId="{AFF04C3F-FB8D-48FB-8B16-BF32087FED57}" dt="2021-03-30T17:15:03.543" v="9934" actId="478"/>
          <ac:spMkLst>
            <pc:docMk/>
            <pc:sldMk cId="1778699822" sldId="426"/>
            <ac:spMk id="4" creationId="{E789952E-3B41-48E2-8728-CF1E49038722}"/>
          </ac:spMkLst>
        </pc:spChg>
        <pc:spChg chg="add mod">
          <ac:chgData name="Alessandro Ortis" userId="dcdc90ed-3509-45f7-ac48-ad038638580b" providerId="ADAL" clId="{AFF04C3F-FB8D-48FB-8B16-BF32087FED57}" dt="2021-04-18T16:49:18.621" v="11315" actId="123"/>
          <ac:spMkLst>
            <pc:docMk/>
            <pc:sldMk cId="1778699822" sldId="426"/>
            <ac:spMk id="11" creationId="{AA124A4C-B6F9-4C5E-8079-9D5B69BC8827}"/>
          </ac:spMkLst>
        </pc:spChg>
        <pc:spChg chg="del mod">
          <ac:chgData name="Alessandro Ortis" userId="dcdc90ed-3509-45f7-ac48-ad038638580b" providerId="ADAL" clId="{AFF04C3F-FB8D-48FB-8B16-BF32087FED57}" dt="2021-03-30T17:14:20.178" v="9924" actId="478"/>
          <ac:spMkLst>
            <pc:docMk/>
            <pc:sldMk cId="1778699822" sldId="426"/>
            <ac:spMk id="15" creationId="{3FEC886E-31DA-4E9A-B67E-305BE3FE9869}"/>
          </ac:spMkLst>
        </pc:spChg>
        <pc:spChg chg="add del mod">
          <ac:chgData name="Alessandro Ortis" userId="dcdc90ed-3509-45f7-ac48-ad038638580b" providerId="ADAL" clId="{AFF04C3F-FB8D-48FB-8B16-BF32087FED57}" dt="2021-03-30T17:46:07.029" v="10095" actId="478"/>
          <ac:spMkLst>
            <pc:docMk/>
            <pc:sldMk cId="1778699822" sldId="426"/>
            <ac:spMk id="25" creationId="{D857BAEB-6404-4917-AC63-3B76F700A7DB}"/>
          </ac:spMkLst>
        </pc:spChg>
        <pc:spChg chg="del">
          <ac:chgData name="Alessandro Ortis" userId="dcdc90ed-3509-45f7-ac48-ad038638580b" providerId="ADAL" clId="{AFF04C3F-FB8D-48FB-8B16-BF32087FED57}" dt="2021-03-17T17:18:52.102" v="9341" actId="478"/>
          <ac:spMkLst>
            <pc:docMk/>
            <pc:sldMk cId="1778699822" sldId="426"/>
            <ac:spMk id="27651" creationId="{3FFDD104-3F19-4832-9295-CD1B24274001}"/>
          </ac:spMkLst>
        </pc:spChg>
        <pc:spChg chg="del">
          <ac:chgData name="Alessandro Ortis" userId="dcdc90ed-3509-45f7-ac48-ad038638580b" providerId="ADAL" clId="{AFF04C3F-FB8D-48FB-8B16-BF32087FED57}" dt="2021-03-17T17:18:52.102" v="9341" actId="478"/>
          <ac:spMkLst>
            <pc:docMk/>
            <pc:sldMk cId="1778699822" sldId="426"/>
            <ac:spMk id="27652" creationId="{A565445D-176F-4B1A-A4F5-1A78ADAE5563}"/>
          </ac:spMkLst>
        </pc:spChg>
        <pc:spChg chg="del">
          <ac:chgData name="Alessandro Ortis" userId="dcdc90ed-3509-45f7-ac48-ad038638580b" providerId="ADAL" clId="{AFF04C3F-FB8D-48FB-8B16-BF32087FED57}" dt="2021-03-17T17:18:52.102" v="9341" actId="478"/>
          <ac:spMkLst>
            <pc:docMk/>
            <pc:sldMk cId="1778699822" sldId="426"/>
            <ac:spMk id="27653" creationId="{EEEAD6B3-8619-44FE-BAF7-6AB17D367D31}"/>
          </ac:spMkLst>
        </pc:spChg>
        <pc:spChg chg="del">
          <ac:chgData name="Alessandro Ortis" userId="dcdc90ed-3509-45f7-ac48-ad038638580b" providerId="ADAL" clId="{AFF04C3F-FB8D-48FB-8B16-BF32087FED57}" dt="2021-03-17T17:18:52.102" v="9341" actId="478"/>
          <ac:spMkLst>
            <pc:docMk/>
            <pc:sldMk cId="1778699822" sldId="426"/>
            <ac:spMk id="27654" creationId="{BE9C110C-15BC-4F29-AAD0-0F51B6695293}"/>
          </ac:spMkLst>
        </pc:spChg>
        <pc:graphicFrameChg chg="add mod modGraphic">
          <ac:chgData name="Alessandro Ortis" userId="dcdc90ed-3509-45f7-ac48-ad038638580b" providerId="ADAL" clId="{AFF04C3F-FB8D-48FB-8B16-BF32087FED57}" dt="2021-03-30T17:55:45.352" v="10327" actId="1076"/>
          <ac:graphicFrameMkLst>
            <pc:docMk/>
            <pc:sldMk cId="1778699822" sldId="426"/>
            <ac:graphicFrameMk id="3" creationId="{057F07EE-D9A8-48B9-8C17-A63BB91C4F63}"/>
          </ac:graphicFrameMkLst>
        </pc:graphicFrameChg>
        <pc:graphicFrameChg chg="add mod ord modGraphic">
          <ac:chgData name="Alessandro Ortis" userId="dcdc90ed-3509-45f7-ac48-ad038638580b" providerId="ADAL" clId="{AFF04C3F-FB8D-48FB-8B16-BF32087FED57}" dt="2021-03-30T17:56:53.680" v="10355" actId="1036"/>
          <ac:graphicFrameMkLst>
            <pc:docMk/>
            <pc:sldMk cId="1778699822" sldId="426"/>
            <ac:graphicFrameMk id="5" creationId="{CA0BBA5B-841E-43DB-B15C-F138E1AF2040}"/>
          </ac:graphicFrameMkLst>
        </pc:graphicFrameChg>
        <pc:graphicFrameChg chg="add mod ord modGraphic">
          <ac:chgData name="Alessandro Ortis" userId="dcdc90ed-3509-45f7-ac48-ad038638580b" providerId="ADAL" clId="{AFF04C3F-FB8D-48FB-8B16-BF32087FED57}" dt="2021-03-30T17:56:53.680" v="10355" actId="1036"/>
          <ac:graphicFrameMkLst>
            <pc:docMk/>
            <pc:sldMk cId="1778699822" sldId="426"/>
            <ac:graphicFrameMk id="6" creationId="{90CBCBB1-7115-42DE-BCA8-68DF29239E05}"/>
          </ac:graphicFrameMkLst>
        </pc:graphicFrameChg>
        <pc:graphicFrameChg chg="add mod ord modGraphic">
          <ac:chgData name="Alessandro Ortis" userId="dcdc90ed-3509-45f7-ac48-ad038638580b" providerId="ADAL" clId="{AFF04C3F-FB8D-48FB-8B16-BF32087FED57}" dt="2021-03-30T17:56:53.680" v="10355" actId="1036"/>
          <ac:graphicFrameMkLst>
            <pc:docMk/>
            <pc:sldMk cId="1778699822" sldId="426"/>
            <ac:graphicFrameMk id="7" creationId="{4E9511C4-88A8-4B5B-818E-1576EE552D78}"/>
          </ac:graphicFrameMkLst>
        </pc:graphicFrameChg>
        <pc:cxnChg chg="add mod">
          <ac:chgData name="Alessandro Ortis" userId="dcdc90ed-3509-45f7-ac48-ad038638580b" providerId="ADAL" clId="{AFF04C3F-FB8D-48FB-8B16-BF32087FED57}" dt="2021-03-30T17:55:45.352" v="10327" actId="1076"/>
          <ac:cxnSpMkLst>
            <pc:docMk/>
            <pc:sldMk cId="1778699822" sldId="426"/>
            <ac:cxnSpMk id="9" creationId="{CDAF6EE0-E8F2-4422-8A74-E1B7489C513A}"/>
          </ac:cxnSpMkLst>
        </pc:cxnChg>
        <pc:cxnChg chg="add del">
          <ac:chgData name="Alessandro Ortis" userId="dcdc90ed-3509-45f7-ac48-ad038638580b" providerId="ADAL" clId="{AFF04C3F-FB8D-48FB-8B16-BF32087FED57}" dt="2021-03-30T17:15:36.561" v="9938" actId="478"/>
          <ac:cxnSpMkLst>
            <pc:docMk/>
            <pc:sldMk cId="1778699822" sldId="426"/>
            <ac:cxnSpMk id="11" creationId="{076A8885-2DDA-40B4-BCC2-3222E7D802F8}"/>
          </ac:cxnSpMkLst>
        </pc:cxnChg>
        <pc:cxnChg chg="del">
          <ac:chgData name="Alessandro Ortis" userId="dcdc90ed-3509-45f7-ac48-ad038638580b" providerId="ADAL" clId="{AFF04C3F-FB8D-48FB-8B16-BF32087FED57}" dt="2021-03-17T17:18:52.102" v="9341" actId="478"/>
          <ac:cxnSpMkLst>
            <pc:docMk/>
            <pc:sldMk cId="1778699822" sldId="426"/>
            <ac:cxnSpMk id="12" creationId="{A95D7FAB-184F-4716-ABD4-B2BE87D9F9A6}"/>
          </ac:cxnSpMkLst>
        </pc:cxnChg>
        <pc:cxnChg chg="del">
          <ac:chgData name="Alessandro Ortis" userId="dcdc90ed-3509-45f7-ac48-ad038638580b" providerId="ADAL" clId="{AFF04C3F-FB8D-48FB-8B16-BF32087FED57}" dt="2021-03-17T17:18:52.102" v="9341" actId="478"/>
          <ac:cxnSpMkLst>
            <pc:docMk/>
            <pc:sldMk cId="1778699822" sldId="426"/>
            <ac:cxnSpMk id="13" creationId="{2F3FA0FB-C8CA-4A0C-8BE5-1938EFF28A31}"/>
          </ac:cxnSpMkLst>
        </pc:cxnChg>
        <pc:cxnChg chg="add mod">
          <ac:chgData name="Alessandro Ortis" userId="dcdc90ed-3509-45f7-ac48-ad038638580b" providerId="ADAL" clId="{AFF04C3F-FB8D-48FB-8B16-BF32087FED57}" dt="2021-03-30T17:56:53.680" v="10355" actId="1036"/>
          <ac:cxnSpMkLst>
            <pc:docMk/>
            <pc:sldMk cId="1778699822" sldId="426"/>
            <ac:cxnSpMk id="13" creationId="{CC6597CC-4B53-40C8-8CAE-D3651053AD11}"/>
          </ac:cxnSpMkLst>
        </pc:cxnChg>
        <pc:cxnChg chg="add mod">
          <ac:chgData name="Alessandro Ortis" userId="dcdc90ed-3509-45f7-ac48-ad038638580b" providerId="ADAL" clId="{AFF04C3F-FB8D-48FB-8B16-BF32087FED57}" dt="2021-03-30T17:56:53.680" v="10355" actId="1036"/>
          <ac:cxnSpMkLst>
            <pc:docMk/>
            <pc:sldMk cId="1778699822" sldId="426"/>
            <ac:cxnSpMk id="17" creationId="{4C51493C-56C3-4146-BCDD-ADCF86BD3DC7}"/>
          </ac:cxnSpMkLst>
        </pc:cxnChg>
        <pc:cxnChg chg="del">
          <ac:chgData name="Alessandro Ortis" userId="dcdc90ed-3509-45f7-ac48-ad038638580b" providerId="ADAL" clId="{AFF04C3F-FB8D-48FB-8B16-BF32087FED57}" dt="2021-03-17T17:18:52.102" v="9341" actId="478"/>
          <ac:cxnSpMkLst>
            <pc:docMk/>
            <pc:sldMk cId="1778699822" sldId="426"/>
            <ac:cxnSpMk id="19" creationId="{65B38070-C284-4B45-8649-6120C31686B4}"/>
          </ac:cxnSpMkLst>
        </pc:cxnChg>
        <pc:cxnChg chg="add del mod">
          <ac:chgData name="Alessandro Ortis" userId="dcdc90ed-3509-45f7-ac48-ad038638580b" providerId="ADAL" clId="{AFF04C3F-FB8D-48FB-8B16-BF32087FED57}" dt="2021-03-30T17:16:24.125" v="9951" actId="478"/>
          <ac:cxnSpMkLst>
            <pc:docMk/>
            <pc:sldMk cId="1778699822" sldId="426"/>
            <ac:cxnSpMk id="20" creationId="{DC0FEC99-0242-456F-A2A8-6895EDFCE3F9}"/>
          </ac:cxnSpMkLst>
        </pc:cxnChg>
        <pc:cxnChg chg="del">
          <ac:chgData name="Alessandro Ortis" userId="dcdc90ed-3509-45f7-ac48-ad038638580b" providerId="ADAL" clId="{AFF04C3F-FB8D-48FB-8B16-BF32087FED57}" dt="2021-03-17T17:18:52.102" v="9341" actId="478"/>
          <ac:cxnSpMkLst>
            <pc:docMk/>
            <pc:sldMk cId="1778699822" sldId="426"/>
            <ac:cxnSpMk id="21" creationId="{39CF96D6-8CE3-4405-87B7-CA1AF66C71BD}"/>
          </ac:cxnSpMkLst>
        </pc:cxnChg>
        <pc:cxnChg chg="add mod">
          <ac:chgData name="Alessandro Ortis" userId="dcdc90ed-3509-45f7-ac48-ad038638580b" providerId="ADAL" clId="{AFF04C3F-FB8D-48FB-8B16-BF32087FED57}" dt="2021-03-30T17:56:53.680" v="10355" actId="1036"/>
          <ac:cxnSpMkLst>
            <pc:docMk/>
            <pc:sldMk cId="1778699822" sldId="426"/>
            <ac:cxnSpMk id="21" creationId="{7FC17FD6-8BC6-437B-B786-CC986FCADE17}"/>
          </ac:cxnSpMkLst>
        </pc:cxnChg>
        <pc:cxnChg chg="del">
          <ac:chgData name="Alessandro Ortis" userId="dcdc90ed-3509-45f7-ac48-ad038638580b" providerId="ADAL" clId="{AFF04C3F-FB8D-48FB-8B16-BF32087FED57}" dt="2021-03-17T17:18:52.102" v="9341" actId="478"/>
          <ac:cxnSpMkLst>
            <pc:docMk/>
            <pc:sldMk cId="1778699822" sldId="426"/>
            <ac:cxnSpMk id="24" creationId="{F5F982D4-1DD7-43BC-94CE-ADBB97FFC7FC}"/>
          </ac:cxnSpMkLst>
        </pc:cxnChg>
      </pc:sldChg>
      <pc:sldChg chg="addSp delSp modSp add mod">
        <pc:chgData name="Alessandro Ortis" userId="dcdc90ed-3509-45f7-ac48-ad038638580b" providerId="ADAL" clId="{AFF04C3F-FB8D-48FB-8B16-BF32087FED57}" dt="2021-04-13T21:29:06.985" v="11099" actId="14100"/>
        <pc:sldMkLst>
          <pc:docMk/>
          <pc:sldMk cId="1582764481" sldId="427"/>
        </pc:sldMkLst>
        <pc:spChg chg="add mod">
          <ac:chgData name="Alessandro Ortis" userId="dcdc90ed-3509-45f7-ac48-ad038638580b" providerId="ADAL" clId="{AFF04C3F-FB8D-48FB-8B16-BF32087FED57}" dt="2021-04-13T15:31:11.876" v="10716" actId="20577"/>
          <ac:spMkLst>
            <pc:docMk/>
            <pc:sldMk cId="1582764481" sldId="427"/>
            <ac:spMk id="6" creationId="{99490FAB-403F-41C0-B712-78AB5A3AFFC5}"/>
          </ac:spMkLst>
        </pc:spChg>
        <pc:cxnChg chg="add del">
          <ac:chgData name="Alessandro Ortis" userId="dcdc90ed-3509-45f7-ac48-ad038638580b" providerId="ADAL" clId="{AFF04C3F-FB8D-48FB-8B16-BF32087FED57}" dt="2021-04-13T15:30:46.344" v="10703" actId="478"/>
          <ac:cxnSpMkLst>
            <pc:docMk/>
            <pc:sldMk cId="1582764481" sldId="427"/>
            <ac:cxnSpMk id="3" creationId="{BFA5ECF7-49F2-460F-90BE-6CAFE7AEE35F}"/>
          </ac:cxnSpMkLst>
        </pc:cxnChg>
        <pc:cxnChg chg="add mod">
          <ac:chgData name="Alessandro Ortis" userId="dcdc90ed-3509-45f7-ac48-ad038638580b" providerId="ADAL" clId="{AFF04C3F-FB8D-48FB-8B16-BF32087FED57}" dt="2021-04-13T21:29:06.985" v="11099" actId="14100"/>
          <ac:cxnSpMkLst>
            <pc:docMk/>
            <pc:sldMk cId="1582764481" sldId="427"/>
            <ac:cxnSpMk id="7" creationId="{7015AF28-0FA9-4C2E-938C-23E0DBF41C09}"/>
          </ac:cxnSpMkLst>
        </pc:cxnChg>
        <pc:cxnChg chg="add mod">
          <ac:chgData name="Alessandro Ortis" userId="dcdc90ed-3509-45f7-ac48-ad038638580b" providerId="ADAL" clId="{AFF04C3F-FB8D-48FB-8B16-BF32087FED57}" dt="2021-04-13T15:31:01.087" v="10705" actId="13822"/>
          <ac:cxnSpMkLst>
            <pc:docMk/>
            <pc:sldMk cId="1582764481" sldId="427"/>
            <ac:cxnSpMk id="9" creationId="{0475B333-D11C-4261-BF20-43FDAAE379B2}"/>
          </ac:cxnSpMkLst>
        </pc:cxnChg>
      </pc:sldChg>
    </pc:docChg>
  </pc:docChgLst>
  <pc:docChgLst>
    <pc:chgData name="Alessandro Ortis" userId="dcdc90ed-3509-45f7-ac48-ad038638580b" providerId="ADAL" clId="{B85AFB0D-ED9F-49AF-925C-EAB4CABA3A79}"/>
    <pc:docChg chg="undo custSel addSld delSld modSld">
      <pc:chgData name="Alessandro Ortis" userId="dcdc90ed-3509-45f7-ac48-ad038638580b" providerId="ADAL" clId="{B85AFB0D-ED9F-49AF-925C-EAB4CABA3A79}" dt="2021-03-09T10:31:12.795" v="2888" actId="27636"/>
      <pc:docMkLst>
        <pc:docMk/>
      </pc:docMkLst>
      <pc:sldChg chg="modSp mod">
        <pc:chgData name="Alessandro Ortis" userId="dcdc90ed-3509-45f7-ac48-ad038638580b" providerId="ADAL" clId="{B85AFB0D-ED9F-49AF-925C-EAB4CABA3A79}" dt="2021-03-09T10:20:04.046" v="2875" actId="20577"/>
        <pc:sldMkLst>
          <pc:docMk/>
          <pc:sldMk cId="0" sldId="314"/>
        </pc:sldMkLst>
        <pc:spChg chg="mod">
          <ac:chgData name="Alessandro Ortis" userId="dcdc90ed-3509-45f7-ac48-ad038638580b" providerId="ADAL" clId="{B85AFB0D-ED9F-49AF-925C-EAB4CABA3A79}" dt="2021-03-09T10:20:04.046" v="2875" actId="20577"/>
          <ac:spMkLst>
            <pc:docMk/>
            <pc:sldMk cId="0" sldId="314"/>
            <ac:spMk id="2" creationId="{00000000-0000-0000-0000-000000000000}"/>
          </ac:spMkLst>
        </pc:spChg>
      </pc:sldChg>
      <pc:sldChg chg="del">
        <pc:chgData name="Alessandro Ortis" userId="dcdc90ed-3509-45f7-ac48-ad038638580b" providerId="ADAL" clId="{B85AFB0D-ED9F-49AF-925C-EAB4CABA3A79}" dt="2021-03-09T09:14:53.441" v="12" actId="47"/>
        <pc:sldMkLst>
          <pc:docMk/>
          <pc:sldMk cId="3660908743" sldId="319"/>
        </pc:sldMkLst>
      </pc:sldChg>
      <pc:sldChg chg="modSp mod">
        <pc:chgData name="Alessandro Ortis" userId="dcdc90ed-3509-45f7-ac48-ad038638580b" providerId="ADAL" clId="{B85AFB0D-ED9F-49AF-925C-EAB4CABA3A79}" dt="2021-03-09T09:20:35.370" v="18" actId="27636"/>
        <pc:sldMkLst>
          <pc:docMk/>
          <pc:sldMk cId="1318921938" sldId="321"/>
        </pc:sldMkLst>
        <pc:spChg chg="mod">
          <ac:chgData name="Alessandro Ortis" userId="dcdc90ed-3509-45f7-ac48-ad038638580b" providerId="ADAL" clId="{B85AFB0D-ED9F-49AF-925C-EAB4CABA3A79}" dt="2021-03-09T09:20:35.370" v="18" actId="27636"/>
          <ac:spMkLst>
            <pc:docMk/>
            <pc:sldMk cId="1318921938" sldId="321"/>
            <ac:spMk id="4" creationId="{A2A9A91D-AA8F-4392-B13F-7C26EE47657F}"/>
          </ac:spMkLst>
        </pc:spChg>
      </pc:sldChg>
      <pc:sldChg chg="del">
        <pc:chgData name="Alessandro Ortis" userId="dcdc90ed-3509-45f7-ac48-ad038638580b" providerId="ADAL" clId="{B85AFB0D-ED9F-49AF-925C-EAB4CABA3A79}" dt="2021-03-09T09:20:12.811" v="14" actId="47"/>
        <pc:sldMkLst>
          <pc:docMk/>
          <pc:sldMk cId="3178890833" sldId="322"/>
        </pc:sldMkLst>
      </pc:sldChg>
      <pc:sldChg chg="mod modShow">
        <pc:chgData name="Alessandro Ortis" userId="dcdc90ed-3509-45f7-ac48-ad038638580b" providerId="ADAL" clId="{B85AFB0D-ED9F-49AF-925C-EAB4CABA3A79}" dt="2021-03-09T09:14:58.011" v="13" actId="729"/>
        <pc:sldMkLst>
          <pc:docMk/>
          <pc:sldMk cId="3480440903" sldId="323"/>
        </pc:sldMkLst>
      </pc:sldChg>
      <pc:sldChg chg="modSp del mod">
        <pc:chgData name="Alessandro Ortis" userId="dcdc90ed-3509-45f7-ac48-ad038638580b" providerId="ADAL" clId="{B85AFB0D-ED9F-49AF-925C-EAB4CABA3A79}" dt="2021-03-09T10:20:30.053" v="2876" actId="47"/>
        <pc:sldMkLst>
          <pc:docMk/>
          <pc:sldMk cId="1297038212" sldId="324"/>
        </pc:sldMkLst>
        <pc:spChg chg="mod">
          <ac:chgData name="Alessandro Ortis" userId="dcdc90ed-3509-45f7-ac48-ad038638580b" providerId="ADAL" clId="{B85AFB0D-ED9F-49AF-925C-EAB4CABA3A79}" dt="2021-03-09T09:14:01.641" v="11" actId="20577"/>
          <ac:spMkLst>
            <pc:docMk/>
            <pc:sldMk cId="1297038212" sldId="324"/>
            <ac:spMk id="2" creationId="{00000000-0000-0000-0000-000000000000}"/>
          </ac:spMkLst>
        </pc:spChg>
      </pc:sldChg>
      <pc:sldChg chg="del">
        <pc:chgData name="Alessandro Ortis" userId="dcdc90ed-3509-45f7-ac48-ad038638580b" providerId="ADAL" clId="{B85AFB0D-ED9F-49AF-925C-EAB4CABA3A79}" dt="2021-03-09T09:21:33.789" v="35" actId="47"/>
        <pc:sldMkLst>
          <pc:docMk/>
          <pc:sldMk cId="3194572026" sldId="327"/>
        </pc:sldMkLst>
      </pc:sldChg>
      <pc:sldChg chg="del">
        <pc:chgData name="Alessandro Ortis" userId="dcdc90ed-3509-45f7-ac48-ad038638580b" providerId="ADAL" clId="{B85AFB0D-ED9F-49AF-925C-EAB4CABA3A79}" dt="2021-03-09T09:21:08.818" v="28" actId="47"/>
        <pc:sldMkLst>
          <pc:docMk/>
          <pc:sldMk cId="2880545713" sldId="328"/>
        </pc:sldMkLst>
      </pc:sldChg>
      <pc:sldChg chg="del">
        <pc:chgData name="Alessandro Ortis" userId="dcdc90ed-3509-45f7-ac48-ad038638580b" providerId="ADAL" clId="{B85AFB0D-ED9F-49AF-925C-EAB4CABA3A79}" dt="2021-03-09T09:21:00.143" v="21" actId="47"/>
        <pc:sldMkLst>
          <pc:docMk/>
          <pc:sldMk cId="128074181" sldId="329"/>
        </pc:sldMkLst>
      </pc:sldChg>
      <pc:sldChg chg="del">
        <pc:chgData name="Alessandro Ortis" userId="dcdc90ed-3509-45f7-ac48-ad038638580b" providerId="ADAL" clId="{B85AFB0D-ED9F-49AF-925C-EAB4CABA3A79}" dt="2021-03-09T09:21:00.887" v="22" actId="47"/>
        <pc:sldMkLst>
          <pc:docMk/>
          <pc:sldMk cId="2506017791" sldId="330"/>
        </pc:sldMkLst>
      </pc:sldChg>
      <pc:sldChg chg="del">
        <pc:chgData name="Alessandro Ortis" userId="dcdc90ed-3509-45f7-ac48-ad038638580b" providerId="ADAL" clId="{B85AFB0D-ED9F-49AF-925C-EAB4CABA3A79}" dt="2021-03-09T09:21:07.196" v="27" actId="47"/>
        <pc:sldMkLst>
          <pc:docMk/>
          <pc:sldMk cId="4150079284" sldId="331"/>
        </pc:sldMkLst>
      </pc:sldChg>
      <pc:sldChg chg="del">
        <pc:chgData name="Alessandro Ortis" userId="dcdc90ed-3509-45f7-ac48-ad038638580b" providerId="ADAL" clId="{B85AFB0D-ED9F-49AF-925C-EAB4CABA3A79}" dt="2021-03-09T09:21:06.233" v="26" actId="47"/>
        <pc:sldMkLst>
          <pc:docMk/>
          <pc:sldMk cId="3518952912" sldId="332"/>
        </pc:sldMkLst>
      </pc:sldChg>
      <pc:sldChg chg="del">
        <pc:chgData name="Alessandro Ortis" userId="dcdc90ed-3509-45f7-ac48-ad038638580b" providerId="ADAL" clId="{B85AFB0D-ED9F-49AF-925C-EAB4CABA3A79}" dt="2021-03-09T09:21:04.633" v="24" actId="47"/>
        <pc:sldMkLst>
          <pc:docMk/>
          <pc:sldMk cId="3222035176" sldId="333"/>
        </pc:sldMkLst>
      </pc:sldChg>
      <pc:sldChg chg="del">
        <pc:chgData name="Alessandro Ortis" userId="dcdc90ed-3509-45f7-ac48-ad038638580b" providerId="ADAL" clId="{B85AFB0D-ED9F-49AF-925C-EAB4CABA3A79}" dt="2021-03-09T09:21:05.112" v="25" actId="47"/>
        <pc:sldMkLst>
          <pc:docMk/>
          <pc:sldMk cId="4131874853" sldId="334"/>
        </pc:sldMkLst>
      </pc:sldChg>
      <pc:sldChg chg="del">
        <pc:chgData name="Alessandro Ortis" userId="dcdc90ed-3509-45f7-ac48-ad038638580b" providerId="ADAL" clId="{B85AFB0D-ED9F-49AF-925C-EAB4CABA3A79}" dt="2021-03-09T09:21:01.688" v="23" actId="47"/>
        <pc:sldMkLst>
          <pc:docMk/>
          <pc:sldMk cId="2456245524" sldId="335"/>
        </pc:sldMkLst>
      </pc:sldChg>
      <pc:sldChg chg="del">
        <pc:chgData name="Alessandro Ortis" userId="dcdc90ed-3509-45f7-ac48-ad038638580b" providerId="ADAL" clId="{B85AFB0D-ED9F-49AF-925C-EAB4CABA3A79}" dt="2021-03-09T09:21:09.943" v="30" actId="47"/>
        <pc:sldMkLst>
          <pc:docMk/>
          <pc:sldMk cId="3549187691" sldId="337"/>
        </pc:sldMkLst>
      </pc:sldChg>
      <pc:sldChg chg="del">
        <pc:chgData name="Alessandro Ortis" userId="dcdc90ed-3509-45f7-ac48-ad038638580b" providerId="ADAL" clId="{B85AFB0D-ED9F-49AF-925C-EAB4CABA3A79}" dt="2021-03-09T09:21:09.375" v="29" actId="47"/>
        <pc:sldMkLst>
          <pc:docMk/>
          <pc:sldMk cId="2865816139" sldId="338"/>
        </pc:sldMkLst>
      </pc:sldChg>
      <pc:sldChg chg="del">
        <pc:chgData name="Alessandro Ortis" userId="dcdc90ed-3509-45f7-ac48-ad038638580b" providerId="ADAL" clId="{B85AFB0D-ED9F-49AF-925C-EAB4CABA3A79}" dt="2021-03-09T09:21:10.978" v="32" actId="47"/>
        <pc:sldMkLst>
          <pc:docMk/>
          <pc:sldMk cId="100765716" sldId="339"/>
        </pc:sldMkLst>
      </pc:sldChg>
      <pc:sldChg chg="del">
        <pc:chgData name="Alessandro Ortis" userId="dcdc90ed-3509-45f7-ac48-ad038638580b" providerId="ADAL" clId="{B85AFB0D-ED9F-49AF-925C-EAB4CABA3A79}" dt="2021-03-09T09:21:11.580" v="33" actId="47"/>
        <pc:sldMkLst>
          <pc:docMk/>
          <pc:sldMk cId="2624389146" sldId="340"/>
        </pc:sldMkLst>
      </pc:sldChg>
      <pc:sldChg chg="del">
        <pc:chgData name="Alessandro Ortis" userId="dcdc90ed-3509-45f7-ac48-ad038638580b" providerId="ADAL" clId="{B85AFB0D-ED9F-49AF-925C-EAB4CABA3A79}" dt="2021-03-09T09:21:10.499" v="31" actId="47"/>
        <pc:sldMkLst>
          <pc:docMk/>
          <pc:sldMk cId="1260724695" sldId="341"/>
        </pc:sldMkLst>
      </pc:sldChg>
      <pc:sldChg chg="del">
        <pc:chgData name="Alessandro Ortis" userId="dcdc90ed-3509-45f7-ac48-ad038638580b" providerId="ADAL" clId="{B85AFB0D-ED9F-49AF-925C-EAB4CABA3A79}" dt="2021-03-09T09:36:37.561" v="1040" actId="47"/>
        <pc:sldMkLst>
          <pc:docMk/>
          <pc:sldMk cId="3324450322" sldId="343"/>
        </pc:sldMkLst>
      </pc:sldChg>
      <pc:sldChg chg="modSp mod">
        <pc:chgData name="Alessandro Ortis" userId="dcdc90ed-3509-45f7-ac48-ad038638580b" providerId="ADAL" clId="{B85AFB0D-ED9F-49AF-925C-EAB4CABA3A79}" dt="2021-03-09T09:36:41.672" v="1042" actId="27636"/>
        <pc:sldMkLst>
          <pc:docMk/>
          <pc:sldMk cId="1228465337" sldId="344"/>
        </pc:sldMkLst>
        <pc:spChg chg="mod">
          <ac:chgData name="Alessandro Ortis" userId="dcdc90ed-3509-45f7-ac48-ad038638580b" providerId="ADAL" clId="{B85AFB0D-ED9F-49AF-925C-EAB4CABA3A79}" dt="2021-03-09T09:36:41.672" v="1042" actId="27636"/>
          <ac:spMkLst>
            <pc:docMk/>
            <pc:sldMk cId="1228465337" sldId="344"/>
            <ac:spMk id="5" creationId="{7D5B1907-E8F7-4716-B3B1-E8862E1D6D5C}"/>
          </ac:spMkLst>
        </pc:spChg>
      </pc:sldChg>
      <pc:sldChg chg="del">
        <pc:chgData name="Alessandro Ortis" userId="dcdc90ed-3509-45f7-ac48-ad038638580b" providerId="ADAL" clId="{B85AFB0D-ED9F-49AF-925C-EAB4CABA3A79}" dt="2021-03-09T09:36:37.561" v="1040" actId="47"/>
        <pc:sldMkLst>
          <pc:docMk/>
          <pc:sldMk cId="286627910" sldId="345"/>
        </pc:sldMkLst>
      </pc:sldChg>
      <pc:sldChg chg="modSp mod">
        <pc:chgData name="Alessandro Ortis" userId="dcdc90ed-3509-45f7-ac48-ad038638580b" providerId="ADAL" clId="{B85AFB0D-ED9F-49AF-925C-EAB4CABA3A79}" dt="2021-03-09T09:39:02.081" v="1051" actId="27636"/>
        <pc:sldMkLst>
          <pc:docMk/>
          <pc:sldMk cId="147571893" sldId="347"/>
        </pc:sldMkLst>
        <pc:spChg chg="mod">
          <ac:chgData name="Alessandro Ortis" userId="dcdc90ed-3509-45f7-ac48-ad038638580b" providerId="ADAL" clId="{B85AFB0D-ED9F-49AF-925C-EAB4CABA3A79}" dt="2021-03-09T09:39:02.081" v="1051" actId="27636"/>
          <ac:spMkLst>
            <pc:docMk/>
            <pc:sldMk cId="147571893" sldId="347"/>
            <ac:spMk id="5" creationId="{7D5B1907-E8F7-4716-B3B1-E8862E1D6D5C}"/>
          </ac:spMkLst>
        </pc:spChg>
      </pc:sldChg>
      <pc:sldChg chg="modSp mod">
        <pc:chgData name="Alessandro Ortis" userId="dcdc90ed-3509-45f7-ac48-ad038638580b" providerId="ADAL" clId="{B85AFB0D-ED9F-49AF-925C-EAB4CABA3A79}" dt="2021-03-09T09:42:50.394" v="1629" actId="1076"/>
        <pc:sldMkLst>
          <pc:docMk/>
          <pc:sldMk cId="4035406834" sldId="348"/>
        </pc:sldMkLst>
        <pc:spChg chg="mod">
          <ac:chgData name="Alessandro Ortis" userId="dcdc90ed-3509-45f7-ac48-ad038638580b" providerId="ADAL" clId="{B85AFB0D-ED9F-49AF-925C-EAB4CABA3A79}" dt="2021-03-09T09:42:50.394" v="1629" actId="1076"/>
          <ac:spMkLst>
            <pc:docMk/>
            <pc:sldMk cId="4035406834" sldId="348"/>
            <ac:spMk id="5" creationId="{7D5B1907-E8F7-4716-B3B1-E8862E1D6D5C}"/>
          </ac:spMkLst>
        </pc:spChg>
      </pc:sldChg>
      <pc:sldChg chg="modSp mod">
        <pc:chgData name="Alessandro Ortis" userId="dcdc90ed-3509-45f7-ac48-ad038638580b" providerId="ADAL" clId="{B85AFB0D-ED9F-49AF-925C-EAB4CABA3A79}" dt="2021-03-09T10:25:24.322" v="2880" actId="27636"/>
        <pc:sldMkLst>
          <pc:docMk/>
          <pc:sldMk cId="428712167" sldId="349"/>
        </pc:sldMkLst>
        <pc:spChg chg="mod">
          <ac:chgData name="Alessandro Ortis" userId="dcdc90ed-3509-45f7-ac48-ad038638580b" providerId="ADAL" clId="{B85AFB0D-ED9F-49AF-925C-EAB4CABA3A79}" dt="2021-03-09T09:36:10.282" v="1037" actId="20577"/>
          <ac:spMkLst>
            <pc:docMk/>
            <pc:sldMk cId="428712167" sldId="349"/>
            <ac:spMk id="5" creationId="{69B91C07-8F38-4BED-877D-74981E23FD5C}"/>
          </ac:spMkLst>
        </pc:spChg>
        <pc:spChg chg="mod">
          <ac:chgData name="Alessandro Ortis" userId="dcdc90ed-3509-45f7-ac48-ad038638580b" providerId="ADAL" clId="{B85AFB0D-ED9F-49AF-925C-EAB4CABA3A79}" dt="2021-03-09T10:25:24.322" v="2880" actId="27636"/>
          <ac:spMkLst>
            <pc:docMk/>
            <pc:sldMk cId="428712167" sldId="349"/>
            <ac:spMk id="9" creationId="{EBF15329-13B2-433F-9A51-9D8E1FD166F8}"/>
          </ac:spMkLst>
        </pc:spChg>
        <pc:spChg chg="mod">
          <ac:chgData name="Alessandro Ortis" userId="dcdc90ed-3509-45f7-ac48-ad038638580b" providerId="ADAL" clId="{B85AFB0D-ED9F-49AF-925C-EAB4CABA3A79}" dt="2021-03-09T09:36:29.530" v="1039" actId="14100"/>
          <ac:spMkLst>
            <pc:docMk/>
            <pc:sldMk cId="428712167" sldId="349"/>
            <ac:spMk id="11" creationId="{C8B0E8BB-8C95-459E-95CC-78F29EBE2230}"/>
          </ac:spMkLst>
        </pc:spChg>
      </pc:sldChg>
      <pc:sldChg chg="del">
        <pc:chgData name="Alessandro Ortis" userId="dcdc90ed-3509-45f7-ac48-ad038638580b" providerId="ADAL" clId="{B85AFB0D-ED9F-49AF-925C-EAB4CABA3A79}" dt="2021-03-09T09:38:51.878" v="1048" actId="47"/>
        <pc:sldMkLst>
          <pc:docMk/>
          <pc:sldMk cId="1762273051" sldId="350"/>
        </pc:sldMkLst>
      </pc:sldChg>
      <pc:sldChg chg="modSp mod">
        <pc:chgData name="Alessandro Ortis" userId="dcdc90ed-3509-45f7-ac48-ad038638580b" providerId="ADAL" clId="{B85AFB0D-ED9F-49AF-925C-EAB4CABA3A79}" dt="2021-03-09T09:38:40.651" v="1045" actId="27636"/>
        <pc:sldMkLst>
          <pc:docMk/>
          <pc:sldMk cId="2466995645" sldId="351"/>
        </pc:sldMkLst>
        <pc:spChg chg="mod">
          <ac:chgData name="Alessandro Ortis" userId="dcdc90ed-3509-45f7-ac48-ad038638580b" providerId="ADAL" clId="{B85AFB0D-ED9F-49AF-925C-EAB4CABA3A79}" dt="2021-03-09T09:38:40.651" v="1045" actId="27636"/>
          <ac:spMkLst>
            <pc:docMk/>
            <pc:sldMk cId="2466995645" sldId="351"/>
            <ac:spMk id="5" creationId="{7D5B1907-E8F7-4716-B3B1-E8862E1D6D5C}"/>
          </ac:spMkLst>
        </pc:spChg>
      </pc:sldChg>
      <pc:sldChg chg="del">
        <pc:chgData name="Alessandro Ortis" userId="dcdc90ed-3509-45f7-ac48-ad038638580b" providerId="ADAL" clId="{B85AFB0D-ED9F-49AF-925C-EAB4CABA3A79}" dt="2021-03-09T09:38:47.101" v="1046" actId="47"/>
        <pc:sldMkLst>
          <pc:docMk/>
          <pc:sldMk cId="2940377582" sldId="352"/>
        </pc:sldMkLst>
      </pc:sldChg>
      <pc:sldChg chg="del">
        <pc:chgData name="Alessandro Ortis" userId="dcdc90ed-3509-45f7-ac48-ad038638580b" providerId="ADAL" clId="{B85AFB0D-ED9F-49AF-925C-EAB4CABA3A79}" dt="2021-03-09T09:38:48.713" v="1047" actId="47"/>
        <pc:sldMkLst>
          <pc:docMk/>
          <pc:sldMk cId="1494982719" sldId="353"/>
        </pc:sldMkLst>
      </pc:sldChg>
      <pc:sldChg chg="modSp mod">
        <pc:chgData name="Alessandro Ortis" userId="dcdc90ed-3509-45f7-ac48-ad038638580b" providerId="ADAL" clId="{B85AFB0D-ED9F-49AF-925C-EAB4CABA3A79}" dt="2021-03-09T09:49:06.486" v="2250" actId="27636"/>
        <pc:sldMkLst>
          <pc:docMk/>
          <pc:sldMk cId="4029956952" sldId="355"/>
        </pc:sldMkLst>
        <pc:spChg chg="mod">
          <ac:chgData name="Alessandro Ortis" userId="dcdc90ed-3509-45f7-ac48-ad038638580b" providerId="ADAL" clId="{B85AFB0D-ED9F-49AF-925C-EAB4CABA3A79}" dt="2021-03-09T09:49:06.486" v="2250" actId="27636"/>
          <ac:spMkLst>
            <pc:docMk/>
            <pc:sldMk cId="4029956952" sldId="355"/>
            <ac:spMk id="5" creationId="{7D5B1907-E8F7-4716-B3B1-E8862E1D6D5C}"/>
          </ac:spMkLst>
        </pc:spChg>
      </pc:sldChg>
      <pc:sldChg chg="del">
        <pc:chgData name="Alessandro Ortis" userId="dcdc90ed-3509-45f7-ac48-ad038638580b" providerId="ADAL" clId="{B85AFB0D-ED9F-49AF-925C-EAB4CABA3A79}" dt="2021-03-09T09:51:08.459" v="2302" actId="47"/>
        <pc:sldMkLst>
          <pc:docMk/>
          <pc:sldMk cId="1345235896" sldId="360"/>
        </pc:sldMkLst>
      </pc:sldChg>
      <pc:sldChg chg="del">
        <pc:chgData name="Alessandro Ortis" userId="dcdc90ed-3509-45f7-ac48-ad038638580b" providerId="ADAL" clId="{B85AFB0D-ED9F-49AF-925C-EAB4CABA3A79}" dt="2021-03-09T10:12:36.763" v="2803" actId="47"/>
        <pc:sldMkLst>
          <pc:docMk/>
          <pc:sldMk cId="1212250842" sldId="361"/>
        </pc:sldMkLst>
      </pc:sldChg>
      <pc:sldChg chg="del">
        <pc:chgData name="Alessandro Ortis" userId="dcdc90ed-3509-45f7-ac48-ad038638580b" providerId="ADAL" clId="{B85AFB0D-ED9F-49AF-925C-EAB4CABA3A79}" dt="2021-03-09T10:12:36.763" v="2803" actId="47"/>
        <pc:sldMkLst>
          <pc:docMk/>
          <pc:sldMk cId="2112227675" sldId="362"/>
        </pc:sldMkLst>
      </pc:sldChg>
      <pc:sldChg chg="del">
        <pc:chgData name="Alessandro Ortis" userId="dcdc90ed-3509-45f7-ac48-ad038638580b" providerId="ADAL" clId="{B85AFB0D-ED9F-49AF-925C-EAB4CABA3A79}" dt="2021-03-09T09:51:06.996" v="2301" actId="47"/>
        <pc:sldMkLst>
          <pc:docMk/>
          <pc:sldMk cId="222435001" sldId="363"/>
        </pc:sldMkLst>
      </pc:sldChg>
      <pc:sldChg chg="del">
        <pc:chgData name="Alessandro Ortis" userId="dcdc90ed-3509-45f7-ac48-ad038638580b" providerId="ADAL" clId="{B85AFB0D-ED9F-49AF-925C-EAB4CABA3A79}" dt="2021-03-09T09:51:06.996" v="2301" actId="47"/>
        <pc:sldMkLst>
          <pc:docMk/>
          <pc:sldMk cId="1732936669" sldId="364"/>
        </pc:sldMkLst>
      </pc:sldChg>
      <pc:sldChg chg="del">
        <pc:chgData name="Alessandro Ortis" userId="dcdc90ed-3509-45f7-ac48-ad038638580b" providerId="ADAL" clId="{B85AFB0D-ED9F-49AF-925C-EAB4CABA3A79}" dt="2021-03-09T10:13:27.179" v="2805" actId="47"/>
        <pc:sldMkLst>
          <pc:docMk/>
          <pc:sldMk cId="1523953854" sldId="365"/>
        </pc:sldMkLst>
      </pc:sldChg>
      <pc:sldChg chg="del">
        <pc:chgData name="Alessandro Ortis" userId="dcdc90ed-3509-45f7-ac48-ad038638580b" providerId="ADAL" clId="{B85AFB0D-ED9F-49AF-925C-EAB4CABA3A79}" dt="2021-03-09T10:12:36.763" v="2803" actId="47"/>
        <pc:sldMkLst>
          <pc:docMk/>
          <pc:sldMk cId="3076050509" sldId="367"/>
        </pc:sldMkLst>
      </pc:sldChg>
      <pc:sldChg chg="del">
        <pc:chgData name="Alessandro Ortis" userId="dcdc90ed-3509-45f7-ac48-ad038638580b" providerId="ADAL" clId="{B85AFB0D-ED9F-49AF-925C-EAB4CABA3A79}" dt="2021-03-09T10:12:36.763" v="2803" actId="47"/>
        <pc:sldMkLst>
          <pc:docMk/>
          <pc:sldMk cId="3944378820" sldId="368"/>
        </pc:sldMkLst>
      </pc:sldChg>
      <pc:sldChg chg="del">
        <pc:chgData name="Alessandro Ortis" userId="dcdc90ed-3509-45f7-ac48-ad038638580b" providerId="ADAL" clId="{B85AFB0D-ED9F-49AF-925C-EAB4CABA3A79}" dt="2021-03-09T10:12:36.763" v="2803" actId="47"/>
        <pc:sldMkLst>
          <pc:docMk/>
          <pc:sldMk cId="3895084503" sldId="369"/>
        </pc:sldMkLst>
      </pc:sldChg>
      <pc:sldChg chg="del">
        <pc:chgData name="Alessandro Ortis" userId="dcdc90ed-3509-45f7-ac48-ad038638580b" providerId="ADAL" clId="{B85AFB0D-ED9F-49AF-925C-EAB4CABA3A79}" dt="2021-03-09T10:12:36.763" v="2803" actId="47"/>
        <pc:sldMkLst>
          <pc:docMk/>
          <pc:sldMk cId="99436326" sldId="370"/>
        </pc:sldMkLst>
      </pc:sldChg>
      <pc:sldChg chg="del">
        <pc:chgData name="Alessandro Ortis" userId="dcdc90ed-3509-45f7-ac48-ad038638580b" providerId="ADAL" clId="{B85AFB0D-ED9F-49AF-925C-EAB4CABA3A79}" dt="2021-03-09T10:12:44.689" v="2804" actId="47"/>
        <pc:sldMkLst>
          <pc:docMk/>
          <pc:sldMk cId="3280634204" sldId="374"/>
        </pc:sldMkLst>
      </pc:sldChg>
      <pc:sldChg chg="del">
        <pc:chgData name="Alessandro Ortis" userId="dcdc90ed-3509-45f7-ac48-ad038638580b" providerId="ADAL" clId="{B85AFB0D-ED9F-49AF-925C-EAB4CABA3A79}" dt="2021-03-09T10:11:00.598" v="2802" actId="47"/>
        <pc:sldMkLst>
          <pc:docMk/>
          <pc:sldMk cId="1594626936" sldId="379"/>
        </pc:sldMkLst>
      </pc:sldChg>
      <pc:sldChg chg="modSp del mod">
        <pc:chgData name="Alessandro Ortis" userId="dcdc90ed-3509-45f7-ac48-ad038638580b" providerId="ADAL" clId="{B85AFB0D-ED9F-49AF-925C-EAB4CABA3A79}" dt="2021-03-09T10:13:39.324" v="2806" actId="47"/>
        <pc:sldMkLst>
          <pc:docMk/>
          <pc:sldMk cId="3874515963" sldId="381"/>
        </pc:sldMkLst>
        <pc:spChg chg="mod">
          <ac:chgData name="Alessandro Ortis" userId="dcdc90ed-3509-45f7-ac48-ad038638580b" providerId="ADAL" clId="{B85AFB0D-ED9F-49AF-925C-EAB4CABA3A79}" dt="2021-03-09T10:10:48.104" v="2801" actId="20577"/>
          <ac:spMkLst>
            <pc:docMk/>
            <pc:sldMk cId="3874515963" sldId="381"/>
            <ac:spMk id="5" creationId="{7D5B1907-E8F7-4716-B3B1-E8862E1D6D5C}"/>
          </ac:spMkLst>
        </pc:spChg>
      </pc:sldChg>
      <pc:sldChg chg="del">
        <pc:chgData name="Alessandro Ortis" userId="dcdc90ed-3509-45f7-ac48-ad038638580b" providerId="ADAL" clId="{B85AFB0D-ED9F-49AF-925C-EAB4CABA3A79}" dt="2021-03-09T10:14:12.719" v="2807" actId="47"/>
        <pc:sldMkLst>
          <pc:docMk/>
          <pc:sldMk cId="700254850" sldId="382"/>
        </pc:sldMkLst>
      </pc:sldChg>
      <pc:sldChg chg="del">
        <pc:chgData name="Alessandro Ortis" userId="dcdc90ed-3509-45f7-ac48-ad038638580b" providerId="ADAL" clId="{B85AFB0D-ED9F-49AF-925C-EAB4CABA3A79}" dt="2021-03-09T10:14:12.719" v="2807" actId="47"/>
        <pc:sldMkLst>
          <pc:docMk/>
          <pc:sldMk cId="4039239958" sldId="383"/>
        </pc:sldMkLst>
      </pc:sldChg>
      <pc:sldChg chg="mod modShow">
        <pc:chgData name="Alessandro Ortis" userId="dcdc90ed-3509-45f7-ac48-ad038638580b" providerId="ADAL" clId="{B85AFB0D-ED9F-49AF-925C-EAB4CABA3A79}" dt="2021-03-09T10:14:17.233" v="2808" actId="729"/>
        <pc:sldMkLst>
          <pc:docMk/>
          <pc:sldMk cId="3206927576" sldId="384"/>
        </pc:sldMkLst>
      </pc:sldChg>
      <pc:sldChg chg="modSp mod">
        <pc:chgData name="Alessandro Ortis" userId="dcdc90ed-3509-45f7-ac48-ad038638580b" providerId="ADAL" clId="{B85AFB0D-ED9F-49AF-925C-EAB4CABA3A79}" dt="2021-03-09T10:14:46.080" v="2811" actId="27636"/>
        <pc:sldMkLst>
          <pc:docMk/>
          <pc:sldMk cId="3738923514" sldId="386"/>
        </pc:sldMkLst>
        <pc:spChg chg="mod">
          <ac:chgData name="Alessandro Ortis" userId="dcdc90ed-3509-45f7-ac48-ad038638580b" providerId="ADAL" clId="{B85AFB0D-ED9F-49AF-925C-EAB4CABA3A79}" dt="2021-03-09T10:14:46.080" v="2811" actId="27636"/>
          <ac:spMkLst>
            <pc:docMk/>
            <pc:sldMk cId="3738923514" sldId="386"/>
            <ac:spMk id="5" creationId="{7D5B1907-E8F7-4716-B3B1-E8862E1D6D5C}"/>
          </ac:spMkLst>
        </pc:spChg>
      </pc:sldChg>
      <pc:sldChg chg="modSp mod">
        <pc:chgData name="Alessandro Ortis" userId="dcdc90ed-3509-45f7-ac48-ad038638580b" providerId="ADAL" clId="{B85AFB0D-ED9F-49AF-925C-EAB4CABA3A79}" dt="2021-03-09T10:31:12.795" v="2888" actId="27636"/>
        <pc:sldMkLst>
          <pc:docMk/>
          <pc:sldMk cId="2303998749" sldId="388"/>
        </pc:sldMkLst>
        <pc:spChg chg="mod">
          <ac:chgData name="Alessandro Ortis" userId="dcdc90ed-3509-45f7-ac48-ad038638580b" providerId="ADAL" clId="{B85AFB0D-ED9F-49AF-925C-EAB4CABA3A79}" dt="2021-03-09T10:31:12.795" v="2888" actId="27636"/>
          <ac:spMkLst>
            <pc:docMk/>
            <pc:sldMk cId="2303998749" sldId="388"/>
            <ac:spMk id="5" creationId="{7D5B1907-E8F7-4716-B3B1-E8862E1D6D5C}"/>
          </ac:spMkLst>
        </pc:spChg>
      </pc:sldChg>
      <pc:sldChg chg="modSp mod">
        <pc:chgData name="Alessandro Ortis" userId="dcdc90ed-3509-45f7-ac48-ad038638580b" providerId="ADAL" clId="{B85AFB0D-ED9F-49AF-925C-EAB4CABA3A79}" dt="2021-03-09T10:15:03.592" v="2812" actId="14100"/>
        <pc:sldMkLst>
          <pc:docMk/>
          <pc:sldMk cId="1728195989" sldId="389"/>
        </pc:sldMkLst>
        <pc:spChg chg="mod">
          <ac:chgData name="Alessandro Ortis" userId="dcdc90ed-3509-45f7-ac48-ad038638580b" providerId="ADAL" clId="{B85AFB0D-ED9F-49AF-925C-EAB4CABA3A79}" dt="2021-03-09T10:15:03.592" v="2812" actId="14100"/>
          <ac:spMkLst>
            <pc:docMk/>
            <pc:sldMk cId="1728195989" sldId="389"/>
            <ac:spMk id="5" creationId="{7D5B1907-E8F7-4716-B3B1-E8862E1D6D5C}"/>
          </ac:spMkLst>
        </pc:spChg>
      </pc:sldChg>
      <pc:sldChg chg="modSp mod modShow">
        <pc:chgData name="Alessandro Ortis" userId="dcdc90ed-3509-45f7-ac48-ad038638580b" providerId="ADAL" clId="{B85AFB0D-ED9F-49AF-925C-EAB4CABA3A79}" dt="2021-03-09T10:16:31.159" v="2823" actId="729"/>
        <pc:sldMkLst>
          <pc:docMk/>
          <pc:sldMk cId="3012001309" sldId="390"/>
        </pc:sldMkLst>
        <pc:graphicFrameChg chg="mod">
          <ac:chgData name="Alessandro Ortis" userId="dcdc90ed-3509-45f7-ac48-ad038638580b" providerId="ADAL" clId="{B85AFB0D-ED9F-49AF-925C-EAB4CABA3A79}" dt="2021-03-09T10:16:00.630" v="2820" actId="1076"/>
          <ac:graphicFrameMkLst>
            <pc:docMk/>
            <pc:sldMk cId="3012001309" sldId="390"/>
            <ac:graphicFrameMk id="3" creationId="{6E9AAFFF-F222-472C-97B4-DCAB3C124AB4}"/>
          </ac:graphicFrameMkLst>
        </pc:graphicFrameChg>
      </pc:sldChg>
      <pc:sldChg chg="del">
        <pc:chgData name="Alessandro Ortis" userId="dcdc90ed-3509-45f7-ac48-ad038638580b" providerId="ADAL" clId="{B85AFB0D-ED9F-49AF-925C-EAB4CABA3A79}" dt="2021-03-09T10:30:31.913" v="2882" actId="47"/>
        <pc:sldMkLst>
          <pc:docMk/>
          <pc:sldMk cId="1873104296" sldId="391"/>
        </pc:sldMkLst>
      </pc:sldChg>
      <pc:sldChg chg="del">
        <pc:chgData name="Alessandro Ortis" userId="dcdc90ed-3509-45f7-ac48-ad038638580b" providerId="ADAL" clId="{B85AFB0D-ED9F-49AF-925C-EAB4CABA3A79}" dt="2021-03-09T10:30:48.910" v="2883" actId="47"/>
        <pc:sldMkLst>
          <pc:docMk/>
          <pc:sldMk cId="1741903581" sldId="392"/>
        </pc:sldMkLst>
      </pc:sldChg>
      <pc:sldChg chg="del">
        <pc:chgData name="Alessandro Ortis" userId="dcdc90ed-3509-45f7-ac48-ad038638580b" providerId="ADAL" clId="{B85AFB0D-ED9F-49AF-925C-EAB4CABA3A79}" dt="2021-03-09T10:31:02.481" v="2884" actId="47"/>
        <pc:sldMkLst>
          <pc:docMk/>
          <pc:sldMk cId="4104916194" sldId="393"/>
        </pc:sldMkLst>
      </pc:sldChg>
      <pc:sldChg chg="modSp mod">
        <pc:chgData name="Alessandro Ortis" userId="dcdc90ed-3509-45f7-ac48-ad038638580b" providerId="ADAL" clId="{B85AFB0D-ED9F-49AF-925C-EAB4CABA3A79}" dt="2021-03-09T10:16:50.773" v="2825" actId="14100"/>
        <pc:sldMkLst>
          <pc:docMk/>
          <pc:sldMk cId="2738048506" sldId="394"/>
        </pc:sldMkLst>
        <pc:spChg chg="mod">
          <ac:chgData name="Alessandro Ortis" userId="dcdc90ed-3509-45f7-ac48-ad038638580b" providerId="ADAL" clId="{B85AFB0D-ED9F-49AF-925C-EAB4CABA3A79}" dt="2021-03-09T10:16:50.773" v="2825" actId="14100"/>
          <ac:spMkLst>
            <pc:docMk/>
            <pc:sldMk cId="2738048506" sldId="394"/>
            <ac:spMk id="5" creationId="{7D5B1907-E8F7-4716-B3B1-E8862E1D6D5C}"/>
          </ac:spMkLst>
        </pc:spChg>
      </pc:sldChg>
      <pc:sldChg chg="modSp mod">
        <pc:chgData name="Alessandro Ortis" userId="dcdc90ed-3509-45f7-ac48-ad038638580b" providerId="ADAL" clId="{B85AFB0D-ED9F-49AF-925C-EAB4CABA3A79}" dt="2021-03-09T10:17:15.198" v="2828" actId="1076"/>
        <pc:sldMkLst>
          <pc:docMk/>
          <pc:sldMk cId="2924977588" sldId="395"/>
        </pc:sldMkLst>
        <pc:spChg chg="mod">
          <ac:chgData name="Alessandro Ortis" userId="dcdc90ed-3509-45f7-ac48-ad038638580b" providerId="ADAL" clId="{B85AFB0D-ED9F-49AF-925C-EAB4CABA3A79}" dt="2021-03-09T10:17:15.198" v="2828" actId="1076"/>
          <ac:spMkLst>
            <pc:docMk/>
            <pc:sldMk cId="2924977588" sldId="395"/>
            <ac:spMk id="3" creationId="{A5EDBB98-7B81-43D6-A914-71A6E8D27E43}"/>
          </ac:spMkLst>
        </pc:spChg>
        <pc:spChg chg="mod">
          <ac:chgData name="Alessandro Ortis" userId="dcdc90ed-3509-45f7-ac48-ad038638580b" providerId="ADAL" clId="{B85AFB0D-ED9F-49AF-925C-EAB4CABA3A79}" dt="2021-03-09T10:17:10.070" v="2827" actId="1076"/>
          <ac:spMkLst>
            <pc:docMk/>
            <pc:sldMk cId="2924977588" sldId="395"/>
            <ac:spMk id="5" creationId="{7D5B1907-E8F7-4716-B3B1-E8862E1D6D5C}"/>
          </ac:spMkLst>
        </pc:spChg>
        <pc:spChg chg="mod">
          <ac:chgData name="Alessandro Ortis" userId="dcdc90ed-3509-45f7-ac48-ad038638580b" providerId="ADAL" clId="{B85AFB0D-ED9F-49AF-925C-EAB4CABA3A79}" dt="2021-03-09T10:17:15.198" v="2828" actId="1076"/>
          <ac:spMkLst>
            <pc:docMk/>
            <pc:sldMk cId="2924977588" sldId="395"/>
            <ac:spMk id="6" creationId="{12193E8B-7619-4A4D-97F7-BEE2721418AD}"/>
          </ac:spMkLst>
        </pc:spChg>
        <pc:spChg chg="mod">
          <ac:chgData name="Alessandro Ortis" userId="dcdc90ed-3509-45f7-ac48-ad038638580b" providerId="ADAL" clId="{B85AFB0D-ED9F-49AF-925C-EAB4CABA3A79}" dt="2021-03-09T10:17:15.198" v="2828" actId="1076"/>
          <ac:spMkLst>
            <pc:docMk/>
            <pc:sldMk cId="2924977588" sldId="395"/>
            <ac:spMk id="7" creationId="{7512E26E-7789-4600-B93C-5038BEF4D5B9}"/>
          </ac:spMkLst>
        </pc:spChg>
        <pc:spChg chg="mod">
          <ac:chgData name="Alessandro Ortis" userId="dcdc90ed-3509-45f7-ac48-ad038638580b" providerId="ADAL" clId="{B85AFB0D-ED9F-49AF-925C-EAB4CABA3A79}" dt="2021-03-09T10:17:15.198" v="2828" actId="1076"/>
          <ac:spMkLst>
            <pc:docMk/>
            <pc:sldMk cId="2924977588" sldId="395"/>
            <ac:spMk id="8" creationId="{EC1C15DB-8993-4DAF-98A7-DD3B54F4C0D7}"/>
          </ac:spMkLst>
        </pc:spChg>
        <pc:cxnChg chg="mod">
          <ac:chgData name="Alessandro Ortis" userId="dcdc90ed-3509-45f7-ac48-ad038638580b" providerId="ADAL" clId="{B85AFB0D-ED9F-49AF-925C-EAB4CABA3A79}" dt="2021-03-09T10:17:15.198" v="2828" actId="1076"/>
          <ac:cxnSpMkLst>
            <pc:docMk/>
            <pc:sldMk cId="2924977588" sldId="395"/>
            <ac:cxnSpMk id="9" creationId="{A0F99271-4320-49DD-8760-0493253474C1}"/>
          </ac:cxnSpMkLst>
        </pc:cxnChg>
        <pc:cxnChg chg="mod">
          <ac:chgData name="Alessandro Ortis" userId="dcdc90ed-3509-45f7-ac48-ad038638580b" providerId="ADAL" clId="{B85AFB0D-ED9F-49AF-925C-EAB4CABA3A79}" dt="2021-03-09T10:17:15.198" v="2828" actId="1076"/>
          <ac:cxnSpMkLst>
            <pc:docMk/>
            <pc:sldMk cId="2924977588" sldId="395"/>
            <ac:cxnSpMk id="10" creationId="{48A95ECC-F659-4C0A-9467-3E2C383E241E}"/>
          </ac:cxnSpMkLst>
        </pc:cxnChg>
        <pc:cxnChg chg="mod">
          <ac:chgData name="Alessandro Ortis" userId="dcdc90ed-3509-45f7-ac48-ad038638580b" providerId="ADAL" clId="{B85AFB0D-ED9F-49AF-925C-EAB4CABA3A79}" dt="2021-03-09T10:17:15.198" v="2828" actId="1076"/>
          <ac:cxnSpMkLst>
            <pc:docMk/>
            <pc:sldMk cId="2924977588" sldId="395"/>
            <ac:cxnSpMk id="11" creationId="{22B89788-8089-4BE3-A17A-332F2140DB16}"/>
          </ac:cxnSpMkLst>
        </pc:cxnChg>
      </pc:sldChg>
      <pc:sldChg chg="modSp mod modShow">
        <pc:chgData name="Alessandro Ortis" userId="dcdc90ed-3509-45f7-ac48-ad038638580b" providerId="ADAL" clId="{B85AFB0D-ED9F-49AF-925C-EAB4CABA3A79}" dt="2021-03-09T10:16:31.159" v="2823" actId="729"/>
        <pc:sldMkLst>
          <pc:docMk/>
          <pc:sldMk cId="3519227886" sldId="396"/>
        </pc:sldMkLst>
        <pc:spChg chg="mod">
          <ac:chgData name="Alessandro Ortis" userId="dcdc90ed-3509-45f7-ac48-ad038638580b" providerId="ADAL" clId="{B85AFB0D-ED9F-49AF-925C-EAB4CABA3A79}" dt="2021-03-09T10:16:10.245" v="2821" actId="1076"/>
          <ac:spMkLst>
            <pc:docMk/>
            <pc:sldMk cId="3519227886" sldId="396"/>
            <ac:spMk id="5" creationId="{7D5B1907-E8F7-4716-B3B1-E8862E1D6D5C}"/>
          </ac:spMkLst>
        </pc:spChg>
        <pc:graphicFrameChg chg="mod">
          <ac:chgData name="Alessandro Ortis" userId="dcdc90ed-3509-45f7-ac48-ad038638580b" providerId="ADAL" clId="{B85AFB0D-ED9F-49AF-925C-EAB4CABA3A79}" dt="2021-03-09T10:16:15.110" v="2822" actId="1076"/>
          <ac:graphicFrameMkLst>
            <pc:docMk/>
            <pc:sldMk cId="3519227886" sldId="396"/>
            <ac:graphicFrameMk id="6" creationId="{03484A01-8743-40BA-8E49-E14621487CAD}"/>
          </ac:graphicFrameMkLst>
        </pc:graphicFrameChg>
      </pc:sldChg>
      <pc:sldChg chg="modSp mod">
        <pc:chgData name="Alessandro Ortis" userId="dcdc90ed-3509-45f7-ac48-ad038638580b" providerId="ADAL" clId="{B85AFB0D-ED9F-49AF-925C-EAB4CABA3A79}" dt="2021-03-09T10:19:07.879" v="2841" actId="6549"/>
        <pc:sldMkLst>
          <pc:docMk/>
          <pc:sldMk cId="333178415" sldId="399"/>
        </pc:sldMkLst>
        <pc:spChg chg="mod">
          <ac:chgData name="Alessandro Ortis" userId="dcdc90ed-3509-45f7-ac48-ad038638580b" providerId="ADAL" clId="{B85AFB0D-ED9F-49AF-925C-EAB4CABA3A79}" dt="2021-03-09T10:19:07.879" v="2841" actId="6549"/>
          <ac:spMkLst>
            <pc:docMk/>
            <pc:sldMk cId="333178415" sldId="399"/>
            <ac:spMk id="5" creationId="{7D5B1907-E8F7-4716-B3B1-E8862E1D6D5C}"/>
          </ac:spMkLst>
        </pc:spChg>
      </pc:sldChg>
      <pc:sldChg chg="modSp mod">
        <pc:chgData name="Alessandro Ortis" userId="dcdc90ed-3509-45f7-ac48-ad038638580b" providerId="ADAL" clId="{B85AFB0D-ED9F-49AF-925C-EAB4CABA3A79}" dt="2021-03-09T10:17:27.431" v="2831" actId="1076"/>
        <pc:sldMkLst>
          <pc:docMk/>
          <pc:sldMk cId="3447516178" sldId="400"/>
        </pc:sldMkLst>
        <pc:spChg chg="mod">
          <ac:chgData name="Alessandro Ortis" userId="dcdc90ed-3509-45f7-ac48-ad038638580b" providerId="ADAL" clId="{B85AFB0D-ED9F-49AF-925C-EAB4CABA3A79}" dt="2021-03-09T10:17:27.431" v="2831" actId="1076"/>
          <ac:spMkLst>
            <pc:docMk/>
            <pc:sldMk cId="3447516178" sldId="400"/>
            <ac:spMk id="3" creationId="{A5EDBB98-7B81-43D6-A914-71A6E8D27E43}"/>
          </ac:spMkLst>
        </pc:spChg>
        <pc:spChg chg="mod">
          <ac:chgData name="Alessandro Ortis" userId="dcdc90ed-3509-45f7-ac48-ad038638580b" providerId="ADAL" clId="{B85AFB0D-ED9F-49AF-925C-EAB4CABA3A79}" dt="2021-03-09T10:17:23.172" v="2830" actId="404"/>
          <ac:spMkLst>
            <pc:docMk/>
            <pc:sldMk cId="3447516178" sldId="400"/>
            <ac:spMk id="5" creationId="{7D5B1907-E8F7-4716-B3B1-E8862E1D6D5C}"/>
          </ac:spMkLst>
        </pc:spChg>
        <pc:spChg chg="mod">
          <ac:chgData name="Alessandro Ortis" userId="dcdc90ed-3509-45f7-ac48-ad038638580b" providerId="ADAL" clId="{B85AFB0D-ED9F-49AF-925C-EAB4CABA3A79}" dt="2021-03-09T10:17:27.431" v="2831" actId="1076"/>
          <ac:spMkLst>
            <pc:docMk/>
            <pc:sldMk cId="3447516178" sldId="400"/>
            <ac:spMk id="6" creationId="{12193E8B-7619-4A4D-97F7-BEE2721418AD}"/>
          </ac:spMkLst>
        </pc:spChg>
        <pc:spChg chg="mod">
          <ac:chgData name="Alessandro Ortis" userId="dcdc90ed-3509-45f7-ac48-ad038638580b" providerId="ADAL" clId="{B85AFB0D-ED9F-49AF-925C-EAB4CABA3A79}" dt="2021-03-09T10:17:27.431" v="2831" actId="1076"/>
          <ac:spMkLst>
            <pc:docMk/>
            <pc:sldMk cId="3447516178" sldId="400"/>
            <ac:spMk id="7" creationId="{7512E26E-7789-4600-B93C-5038BEF4D5B9}"/>
          </ac:spMkLst>
        </pc:spChg>
        <pc:spChg chg="mod">
          <ac:chgData name="Alessandro Ortis" userId="dcdc90ed-3509-45f7-ac48-ad038638580b" providerId="ADAL" clId="{B85AFB0D-ED9F-49AF-925C-EAB4CABA3A79}" dt="2021-03-09T10:17:27.431" v="2831" actId="1076"/>
          <ac:spMkLst>
            <pc:docMk/>
            <pc:sldMk cId="3447516178" sldId="400"/>
            <ac:spMk id="8" creationId="{EC1C15DB-8993-4DAF-98A7-DD3B54F4C0D7}"/>
          </ac:spMkLst>
        </pc:spChg>
        <pc:cxnChg chg="mod">
          <ac:chgData name="Alessandro Ortis" userId="dcdc90ed-3509-45f7-ac48-ad038638580b" providerId="ADAL" clId="{B85AFB0D-ED9F-49AF-925C-EAB4CABA3A79}" dt="2021-03-09T10:17:27.431" v="2831" actId="1076"/>
          <ac:cxnSpMkLst>
            <pc:docMk/>
            <pc:sldMk cId="3447516178" sldId="400"/>
            <ac:cxnSpMk id="9" creationId="{A0F99271-4320-49DD-8760-0493253474C1}"/>
          </ac:cxnSpMkLst>
        </pc:cxnChg>
        <pc:cxnChg chg="mod">
          <ac:chgData name="Alessandro Ortis" userId="dcdc90ed-3509-45f7-ac48-ad038638580b" providerId="ADAL" clId="{B85AFB0D-ED9F-49AF-925C-EAB4CABA3A79}" dt="2021-03-09T10:17:27.431" v="2831" actId="1076"/>
          <ac:cxnSpMkLst>
            <pc:docMk/>
            <pc:sldMk cId="3447516178" sldId="400"/>
            <ac:cxnSpMk id="10" creationId="{48A95ECC-F659-4C0A-9467-3E2C383E241E}"/>
          </ac:cxnSpMkLst>
        </pc:cxnChg>
        <pc:cxnChg chg="mod">
          <ac:chgData name="Alessandro Ortis" userId="dcdc90ed-3509-45f7-ac48-ad038638580b" providerId="ADAL" clId="{B85AFB0D-ED9F-49AF-925C-EAB4CABA3A79}" dt="2021-03-09T10:17:27.431" v="2831" actId="1076"/>
          <ac:cxnSpMkLst>
            <pc:docMk/>
            <pc:sldMk cId="3447516178" sldId="400"/>
            <ac:cxnSpMk id="11" creationId="{22B89788-8089-4BE3-A17A-332F2140DB16}"/>
          </ac:cxnSpMkLst>
        </pc:cxnChg>
      </pc:sldChg>
      <pc:sldChg chg="modSp mod">
        <pc:chgData name="Alessandro Ortis" userId="dcdc90ed-3509-45f7-ac48-ad038638580b" providerId="ADAL" clId="{B85AFB0D-ED9F-49AF-925C-EAB4CABA3A79}" dt="2021-03-09T10:17:45.109" v="2833" actId="1076"/>
        <pc:sldMkLst>
          <pc:docMk/>
          <pc:sldMk cId="156078651" sldId="401"/>
        </pc:sldMkLst>
        <pc:spChg chg="mod">
          <ac:chgData name="Alessandro Ortis" userId="dcdc90ed-3509-45f7-ac48-ad038638580b" providerId="ADAL" clId="{B85AFB0D-ED9F-49AF-925C-EAB4CABA3A79}" dt="2021-03-09T10:17:45.109" v="2833" actId="1076"/>
          <ac:spMkLst>
            <pc:docMk/>
            <pc:sldMk cId="156078651" sldId="401"/>
            <ac:spMk id="3" creationId="{A5EDBB98-7B81-43D6-A914-71A6E8D27E43}"/>
          </ac:spMkLst>
        </pc:spChg>
        <pc:spChg chg="mod">
          <ac:chgData name="Alessandro Ortis" userId="dcdc90ed-3509-45f7-ac48-ad038638580b" providerId="ADAL" clId="{B85AFB0D-ED9F-49AF-925C-EAB4CABA3A79}" dt="2021-03-09T10:17:45.109" v="2833" actId="1076"/>
          <ac:spMkLst>
            <pc:docMk/>
            <pc:sldMk cId="156078651" sldId="401"/>
            <ac:spMk id="6" creationId="{12193E8B-7619-4A4D-97F7-BEE2721418AD}"/>
          </ac:spMkLst>
        </pc:spChg>
        <pc:spChg chg="mod">
          <ac:chgData name="Alessandro Ortis" userId="dcdc90ed-3509-45f7-ac48-ad038638580b" providerId="ADAL" clId="{B85AFB0D-ED9F-49AF-925C-EAB4CABA3A79}" dt="2021-03-09T10:17:45.109" v="2833" actId="1076"/>
          <ac:spMkLst>
            <pc:docMk/>
            <pc:sldMk cId="156078651" sldId="401"/>
            <ac:spMk id="8" creationId="{EC1C15DB-8993-4DAF-98A7-DD3B54F4C0D7}"/>
          </ac:spMkLst>
        </pc:spChg>
        <pc:spChg chg="mod">
          <ac:chgData name="Alessandro Ortis" userId="dcdc90ed-3509-45f7-ac48-ad038638580b" providerId="ADAL" clId="{B85AFB0D-ED9F-49AF-925C-EAB4CABA3A79}" dt="2021-03-09T10:17:40.365" v="2832" actId="1076"/>
          <ac:spMkLst>
            <pc:docMk/>
            <pc:sldMk cId="156078651" sldId="401"/>
            <ac:spMk id="12" creationId="{2249EE7F-57A4-4EA6-9E42-578E4690B487}"/>
          </ac:spMkLst>
        </pc:spChg>
        <pc:spChg chg="mod">
          <ac:chgData name="Alessandro Ortis" userId="dcdc90ed-3509-45f7-ac48-ad038638580b" providerId="ADAL" clId="{B85AFB0D-ED9F-49AF-925C-EAB4CABA3A79}" dt="2021-03-09T10:17:40.365" v="2832" actId="1076"/>
          <ac:spMkLst>
            <pc:docMk/>
            <pc:sldMk cId="156078651" sldId="401"/>
            <ac:spMk id="13" creationId="{18ED2B7D-68AF-4C9C-9E28-8F6CB864E94B}"/>
          </ac:spMkLst>
        </pc:spChg>
        <pc:spChg chg="mod">
          <ac:chgData name="Alessandro Ortis" userId="dcdc90ed-3509-45f7-ac48-ad038638580b" providerId="ADAL" clId="{B85AFB0D-ED9F-49AF-925C-EAB4CABA3A79}" dt="2021-03-09T10:17:40.365" v="2832" actId="1076"/>
          <ac:spMkLst>
            <pc:docMk/>
            <pc:sldMk cId="156078651" sldId="401"/>
            <ac:spMk id="14" creationId="{9AD9F8DB-E031-4345-B15C-F76FC08B46E4}"/>
          </ac:spMkLst>
        </pc:spChg>
        <pc:cxnChg chg="mod">
          <ac:chgData name="Alessandro Ortis" userId="dcdc90ed-3509-45f7-ac48-ad038638580b" providerId="ADAL" clId="{B85AFB0D-ED9F-49AF-925C-EAB4CABA3A79}" dt="2021-03-09T10:17:45.109" v="2833" actId="1076"/>
          <ac:cxnSpMkLst>
            <pc:docMk/>
            <pc:sldMk cId="156078651" sldId="401"/>
            <ac:cxnSpMk id="9" creationId="{A0F99271-4320-49DD-8760-0493253474C1}"/>
          </ac:cxnSpMkLst>
        </pc:cxnChg>
        <pc:cxnChg chg="mod">
          <ac:chgData name="Alessandro Ortis" userId="dcdc90ed-3509-45f7-ac48-ad038638580b" providerId="ADAL" clId="{B85AFB0D-ED9F-49AF-925C-EAB4CABA3A79}" dt="2021-03-09T10:17:45.109" v="2833" actId="1076"/>
          <ac:cxnSpMkLst>
            <pc:docMk/>
            <pc:sldMk cId="156078651" sldId="401"/>
            <ac:cxnSpMk id="10" creationId="{48A95ECC-F659-4C0A-9467-3E2C383E241E}"/>
          </ac:cxnSpMkLst>
        </pc:cxnChg>
        <pc:cxnChg chg="mod">
          <ac:chgData name="Alessandro Ortis" userId="dcdc90ed-3509-45f7-ac48-ad038638580b" providerId="ADAL" clId="{B85AFB0D-ED9F-49AF-925C-EAB4CABA3A79}" dt="2021-03-09T10:17:40.365" v="2832" actId="1076"/>
          <ac:cxnSpMkLst>
            <pc:docMk/>
            <pc:sldMk cId="156078651" sldId="401"/>
            <ac:cxnSpMk id="15" creationId="{804DB268-4334-4976-A75D-F07B29CF18E8}"/>
          </ac:cxnSpMkLst>
        </pc:cxnChg>
        <pc:cxnChg chg="mod">
          <ac:chgData name="Alessandro Ortis" userId="dcdc90ed-3509-45f7-ac48-ad038638580b" providerId="ADAL" clId="{B85AFB0D-ED9F-49AF-925C-EAB4CABA3A79}" dt="2021-03-09T10:17:40.365" v="2832" actId="1076"/>
          <ac:cxnSpMkLst>
            <pc:docMk/>
            <pc:sldMk cId="156078651" sldId="401"/>
            <ac:cxnSpMk id="16" creationId="{D2BED88B-DE62-46E2-8AEE-74AB82F2A778}"/>
          </ac:cxnSpMkLst>
        </pc:cxnChg>
      </pc:sldChg>
      <pc:sldChg chg="del">
        <pc:chgData name="Alessandro Ortis" userId="dcdc90ed-3509-45f7-ac48-ad038638580b" providerId="ADAL" clId="{B85AFB0D-ED9F-49AF-925C-EAB4CABA3A79}" dt="2021-03-09T10:19:40.357" v="2842" actId="47"/>
        <pc:sldMkLst>
          <pc:docMk/>
          <pc:sldMk cId="3105722580" sldId="402"/>
        </pc:sldMkLst>
      </pc:sldChg>
      <pc:sldChg chg="del">
        <pc:chgData name="Alessandro Ortis" userId="dcdc90ed-3509-45f7-ac48-ad038638580b" providerId="ADAL" clId="{B85AFB0D-ED9F-49AF-925C-EAB4CABA3A79}" dt="2021-03-09T10:19:40.357" v="2842" actId="47"/>
        <pc:sldMkLst>
          <pc:docMk/>
          <pc:sldMk cId="2613773230" sldId="403"/>
        </pc:sldMkLst>
      </pc:sldChg>
      <pc:sldChg chg="del">
        <pc:chgData name="Alessandro Ortis" userId="dcdc90ed-3509-45f7-ac48-ad038638580b" providerId="ADAL" clId="{B85AFB0D-ED9F-49AF-925C-EAB4CABA3A79}" dt="2021-03-09T09:21:12.620" v="34" actId="47"/>
        <pc:sldMkLst>
          <pc:docMk/>
          <pc:sldMk cId="1991232073" sldId="406"/>
        </pc:sldMkLst>
      </pc:sldChg>
      <pc:sldChg chg="mod modShow">
        <pc:chgData name="Alessandro Ortis" userId="dcdc90ed-3509-45f7-ac48-ad038638580b" providerId="ADAL" clId="{B85AFB0D-ED9F-49AF-925C-EAB4CABA3A79}" dt="2021-03-09T10:14:17.233" v="2808" actId="729"/>
        <pc:sldMkLst>
          <pc:docMk/>
          <pc:sldMk cId="3113580698" sldId="407"/>
        </pc:sldMkLst>
      </pc:sldChg>
      <pc:sldChg chg="mod modShow">
        <pc:chgData name="Alessandro Ortis" userId="dcdc90ed-3509-45f7-ac48-ad038638580b" providerId="ADAL" clId="{B85AFB0D-ED9F-49AF-925C-EAB4CABA3A79}" dt="2021-03-09T10:18:18.849" v="2835" actId="729"/>
        <pc:sldMkLst>
          <pc:docMk/>
          <pc:sldMk cId="3987792527" sldId="422"/>
        </pc:sldMkLst>
      </pc:sldChg>
      <pc:sldChg chg="mod modShow">
        <pc:chgData name="Alessandro Ortis" userId="dcdc90ed-3509-45f7-ac48-ad038638580b" providerId="ADAL" clId="{B85AFB0D-ED9F-49AF-925C-EAB4CABA3A79}" dt="2021-03-09T10:18:18.849" v="2835" actId="729"/>
        <pc:sldMkLst>
          <pc:docMk/>
          <pc:sldMk cId="2298434906" sldId="423"/>
        </pc:sldMkLst>
      </pc:sldChg>
      <pc:sldChg chg="modSp mod modShow">
        <pc:chgData name="Alessandro Ortis" userId="dcdc90ed-3509-45f7-ac48-ad038638580b" providerId="ADAL" clId="{B85AFB0D-ED9F-49AF-925C-EAB4CABA3A79}" dt="2021-03-09T10:18:18.849" v="2835" actId="729"/>
        <pc:sldMkLst>
          <pc:docMk/>
          <pc:sldMk cId="710467007" sldId="424"/>
        </pc:sldMkLst>
        <pc:spChg chg="mod">
          <ac:chgData name="Alessandro Ortis" userId="dcdc90ed-3509-45f7-ac48-ad038638580b" providerId="ADAL" clId="{B85AFB0D-ED9F-49AF-925C-EAB4CABA3A79}" dt="2021-03-09T10:17:56.350" v="2834" actId="1076"/>
          <ac:spMkLst>
            <pc:docMk/>
            <pc:sldMk cId="710467007" sldId="424"/>
            <ac:spMk id="3" creationId="{DDA7EED7-5100-43F8-AAC9-8C2F66D2E708}"/>
          </ac:spMkLst>
        </pc:spChg>
        <pc:spChg chg="mod">
          <ac:chgData name="Alessandro Ortis" userId="dcdc90ed-3509-45f7-ac48-ad038638580b" providerId="ADAL" clId="{B85AFB0D-ED9F-49AF-925C-EAB4CABA3A79}" dt="2021-03-09T10:17:56.350" v="2834" actId="1076"/>
          <ac:spMkLst>
            <pc:docMk/>
            <pc:sldMk cId="710467007" sldId="424"/>
            <ac:spMk id="18" creationId="{C4DE03C5-B2B2-4BF4-B648-739FDAEC5C16}"/>
          </ac:spMkLst>
        </pc:spChg>
        <pc:spChg chg="mod">
          <ac:chgData name="Alessandro Ortis" userId="dcdc90ed-3509-45f7-ac48-ad038638580b" providerId="ADAL" clId="{B85AFB0D-ED9F-49AF-925C-EAB4CABA3A79}" dt="2021-03-09T10:17:56.350" v="2834" actId="1076"/>
          <ac:spMkLst>
            <pc:docMk/>
            <pc:sldMk cId="710467007" sldId="424"/>
            <ac:spMk id="19" creationId="{A80E0F83-7CCB-4215-B55C-5933D074DBC5}"/>
          </ac:spMkLst>
        </pc:spChg>
        <pc:cxnChg chg="mod">
          <ac:chgData name="Alessandro Ortis" userId="dcdc90ed-3509-45f7-ac48-ad038638580b" providerId="ADAL" clId="{B85AFB0D-ED9F-49AF-925C-EAB4CABA3A79}" dt="2021-03-09T10:17:56.350" v="2834" actId="1076"/>
          <ac:cxnSpMkLst>
            <pc:docMk/>
            <pc:sldMk cId="710467007" sldId="424"/>
            <ac:cxnSpMk id="21" creationId="{AC919E01-CC87-413D-8468-42AF11D88BEC}"/>
          </ac:cxnSpMkLst>
        </pc:cxnChg>
      </pc:sldChg>
      <pc:sldChg chg="mod modShow">
        <pc:chgData name="Alessandro Ortis" userId="dcdc90ed-3509-45f7-ac48-ad038638580b" providerId="ADAL" clId="{B85AFB0D-ED9F-49AF-925C-EAB4CABA3A79}" dt="2021-03-09T10:18:18.849" v="2835" actId="729"/>
        <pc:sldMkLst>
          <pc:docMk/>
          <pc:sldMk cId="1180058788" sldId="425"/>
        </pc:sldMkLst>
      </pc:sldChg>
      <pc:sldChg chg="mod modShow">
        <pc:chgData name="Alessandro Ortis" userId="dcdc90ed-3509-45f7-ac48-ad038638580b" providerId="ADAL" clId="{B85AFB0D-ED9F-49AF-925C-EAB4CABA3A79}" dt="2021-03-09T10:18:18.849" v="2835" actId="729"/>
        <pc:sldMkLst>
          <pc:docMk/>
          <pc:sldMk cId="204095390" sldId="426"/>
        </pc:sldMkLst>
      </pc:sldChg>
      <pc:sldChg chg="mod modShow">
        <pc:chgData name="Alessandro Ortis" userId="dcdc90ed-3509-45f7-ac48-ad038638580b" providerId="ADAL" clId="{B85AFB0D-ED9F-49AF-925C-EAB4CABA3A79}" dt="2021-03-09T10:18:18.849" v="2835" actId="729"/>
        <pc:sldMkLst>
          <pc:docMk/>
          <pc:sldMk cId="3284158591" sldId="427"/>
        </pc:sldMkLst>
      </pc:sldChg>
      <pc:sldChg chg="mod modShow">
        <pc:chgData name="Alessandro Ortis" userId="dcdc90ed-3509-45f7-ac48-ad038638580b" providerId="ADAL" clId="{B85AFB0D-ED9F-49AF-925C-EAB4CABA3A79}" dt="2021-03-09T10:18:18.849" v="2835" actId="729"/>
        <pc:sldMkLst>
          <pc:docMk/>
          <pc:sldMk cId="406104214" sldId="428"/>
        </pc:sldMkLst>
      </pc:sldChg>
      <pc:sldChg chg="modSp mod">
        <pc:chgData name="Alessandro Ortis" userId="dcdc90ed-3509-45f7-ac48-ad038638580b" providerId="ADAL" clId="{B85AFB0D-ED9F-49AF-925C-EAB4CABA3A79}" dt="2021-03-09T10:24:26.486" v="2877" actId="20577"/>
        <pc:sldMkLst>
          <pc:docMk/>
          <pc:sldMk cId="3084835914" sldId="480"/>
        </pc:sldMkLst>
        <pc:spChg chg="mod">
          <ac:chgData name="Alessandro Ortis" userId="dcdc90ed-3509-45f7-ac48-ad038638580b" providerId="ADAL" clId="{B85AFB0D-ED9F-49AF-925C-EAB4CABA3A79}" dt="2021-03-09T10:24:26.486" v="2877" actId="20577"/>
          <ac:spMkLst>
            <pc:docMk/>
            <pc:sldMk cId="3084835914" sldId="480"/>
            <ac:spMk id="4" creationId="{A2A9A91D-AA8F-4392-B13F-7C26EE47657F}"/>
          </ac:spMkLst>
        </pc:spChg>
      </pc:sldChg>
      <pc:sldChg chg="modSp mod">
        <pc:chgData name="Alessandro Ortis" userId="dcdc90ed-3509-45f7-ac48-ad038638580b" providerId="ADAL" clId="{B85AFB0D-ED9F-49AF-925C-EAB4CABA3A79}" dt="2021-03-09T09:20:44.237" v="19"/>
        <pc:sldMkLst>
          <pc:docMk/>
          <pc:sldMk cId="3519603380" sldId="481"/>
        </pc:sldMkLst>
        <pc:spChg chg="mod">
          <ac:chgData name="Alessandro Ortis" userId="dcdc90ed-3509-45f7-ac48-ad038638580b" providerId="ADAL" clId="{B85AFB0D-ED9F-49AF-925C-EAB4CABA3A79}" dt="2021-03-09T09:20:44.237" v="19"/>
          <ac:spMkLst>
            <pc:docMk/>
            <pc:sldMk cId="3519603380" sldId="481"/>
            <ac:spMk id="2" creationId="{00000000-0000-0000-0000-000000000000}"/>
          </ac:spMkLst>
        </pc:spChg>
      </pc:sldChg>
      <pc:sldChg chg="del">
        <pc:chgData name="Alessandro Ortis" userId="dcdc90ed-3509-45f7-ac48-ad038638580b" providerId="ADAL" clId="{B85AFB0D-ED9F-49AF-925C-EAB4CABA3A79}" dt="2021-03-09T09:20:58.387" v="20" actId="47"/>
        <pc:sldMkLst>
          <pc:docMk/>
          <pc:sldMk cId="2286704363" sldId="482"/>
        </pc:sldMkLst>
      </pc:sldChg>
      <pc:sldChg chg="addSp delSp modSp mod">
        <pc:chgData name="Alessandro Ortis" userId="dcdc90ed-3509-45f7-ac48-ad038638580b" providerId="ADAL" clId="{B85AFB0D-ED9F-49AF-925C-EAB4CABA3A79}" dt="2021-03-09T09:35:43.354" v="1022" actId="1076"/>
        <pc:sldMkLst>
          <pc:docMk/>
          <pc:sldMk cId="2470450956" sldId="519"/>
        </pc:sldMkLst>
        <pc:spChg chg="del">
          <ac:chgData name="Alessandro Ortis" userId="dcdc90ed-3509-45f7-ac48-ad038638580b" providerId="ADAL" clId="{B85AFB0D-ED9F-49AF-925C-EAB4CABA3A79}" dt="2021-03-09T09:24:52.912" v="53" actId="478"/>
          <ac:spMkLst>
            <pc:docMk/>
            <pc:sldMk cId="2470450956" sldId="519"/>
            <ac:spMk id="3" creationId="{0EB86654-7330-4EC4-82B5-394BE258FFF6}"/>
          </ac:spMkLst>
        </pc:spChg>
        <pc:spChg chg="add del">
          <ac:chgData name="Alessandro Ortis" userId="dcdc90ed-3509-45f7-ac48-ad038638580b" providerId="ADAL" clId="{B85AFB0D-ED9F-49AF-925C-EAB4CABA3A79}" dt="2021-03-09T09:28:07.117" v="194" actId="478"/>
          <ac:spMkLst>
            <pc:docMk/>
            <pc:sldMk cId="2470450956" sldId="519"/>
            <ac:spMk id="14" creationId="{BBF7B29C-B9D8-47AB-89D7-4457F30C0DCD}"/>
          </ac:spMkLst>
        </pc:spChg>
        <pc:spChg chg="add mod">
          <ac:chgData name="Alessandro Ortis" userId="dcdc90ed-3509-45f7-ac48-ad038638580b" providerId="ADAL" clId="{B85AFB0D-ED9F-49AF-925C-EAB4CABA3A79}" dt="2021-03-09T09:35:37.383" v="1021" actId="27636"/>
          <ac:spMkLst>
            <pc:docMk/>
            <pc:sldMk cId="2470450956" sldId="519"/>
            <ac:spMk id="15" creationId="{2B8974A2-0BD8-42B7-95FE-C7A9C39B0EDC}"/>
          </ac:spMkLst>
        </pc:spChg>
        <pc:graphicFrameChg chg="add mod modGraphic">
          <ac:chgData name="Alessandro Ortis" userId="dcdc90ed-3509-45f7-ac48-ad038638580b" providerId="ADAL" clId="{B85AFB0D-ED9F-49AF-925C-EAB4CABA3A79}" dt="2021-03-09T09:35:43.354" v="1022" actId="1076"/>
          <ac:graphicFrameMkLst>
            <pc:docMk/>
            <pc:sldMk cId="2470450956" sldId="519"/>
            <ac:graphicFrameMk id="4" creationId="{41833B5C-206A-40B7-AEC9-0D716EB5BB74}"/>
          </ac:graphicFrameMkLst>
        </pc:graphicFrameChg>
        <pc:cxnChg chg="add del mod">
          <ac:chgData name="Alessandro Ortis" userId="dcdc90ed-3509-45f7-ac48-ad038638580b" providerId="ADAL" clId="{B85AFB0D-ED9F-49AF-925C-EAB4CABA3A79}" dt="2021-03-09T09:27:49.350" v="192" actId="478"/>
          <ac:cxnSpMkLst>
            <pc:docMk/>
            <pc:sldMk cId="2470450956" sldId="519"/>
            <ac:cxnSpMk id="6" creationId="{78860FA6-63BE-46CB-A034-B638BE90C5BC}"/>
          </ac:cxnSpMkLst>
        </pc:cxnChg>
      </pc:sldChg>
      <pc:sldChg chg="modSp add mod">
        <pc:chgData name="Alessandro Ortis" userId="dcdc90ed-3509-45f7-ac48-ad038638580b" providerId="ADAL" clId="{B85AFB0D-ED9F-49AF-925C-EAB4CABA3A79}" dt="2021-03-09T10:26:20.648" v="2881" actId="20577"/>
        <pc:sldMkLst>
          <pc:docMk/>
          <pc:sldMk cId="1010739588" sldId="520"/>
        </pc:sldMkLst>
        <pc:spChg chg="mod">
          <ac:chgData name="Alessandro Ortis" userId="dcdc90ed-3509-45f7-ac48-ad038638580b" providerId="ADAL" clId="{B85AFB0D-ED9F-49AF-925C-EAB4CABA3A79}" dt="2021-03-09T10:26:20.648" v="2881" actId="20577"/>
          <ac:spMkLst>
            <pc:docMk/>
            <pc:sldMk cId="1010739588" sldId="520"/>
            <ac:spMk id="5" creationId="{7D5B1907-E8F7-4716-B3B1-E8862E1D6D5C}"/>
          </ac:spMkLst>
        </pc:spChg>
      </pc:sldChg>
      <pc:sldChg chg="modSp add mod">
        <pc:chgData name="Alessandro Ortis" userId="dcdc90ed-3509-45f7-ac48-ad038638580b" providerId="ADAL" clId="{B85AFB0D-ED9F-49AF-925C-EAB4CABA3A79}" dt="2021-03-09T09:54:38.637" v="2771" actId="113"/>
        <pc:sldMkLst>
          <pc:docMk/>
          <pc:sldMk cId="4030154425" sldId="521"/>
        </pc:sldMkLst>
        <pc:spChg chg="mod">
          <ac:chgData name="Alessandro Ortis" userId="dcdc90ed-3509-45f7-ac48-ad038638580b" providerId="ADAL" clId="{B85AFB0D-ED9F-49AF-925C-EAB4CABA3A79}" dt="2021-03-09T09:54:38.637" v="2771" actId="113"/>
          <ac:spMkLst>
            <pc:docMk/>
            <pc:sldMk cId="4030154425" sldId="521"/>
            <ac:spMk id="5" creationId="{7D5B1907-E8F7-4716-B3B1-E8862E1D6D5C}"/>
          </ac:spMkLst>
        </pc:spChg>
      </pc:sldChg>
    </pc:docChg>
  </pc:docChgLst>
  <pc:docChgLst>
    <pc:chgData name="Alessandro Ortis" userId="dcdc90ed-3509-45f7-ac48-ad038638580b" providerId="ADAL" clId="{7B60BFA5-112D-4405-BB92-9F3F04EA9AB8}"/>
    <pc:docChg chg="undo custSel addSld delSld modSld sldOrd">
      <pc:chgData name="Alessandro Ortis" userId="dcdc90ed-3509-45f7-ac48-ad038638580b" providerId="ADAL" clId="{7B60BFA5-112D-4405-BB92-9F3F04EA9AB8}" dt="2021-02-08T07:07:52.024" v="379" actId="20577"/>
      <pc:docMkLst>
        <pc:docMk/>
      </pc:docMkLst>
      <pc:sldChg chg="del">
        <pc:chgData name="Alessandro Ortis" userId="dcdc90ed-3509-45f7-ac48-ad038638580b" providerId="ADAL" clId="{7B60BFA5-112D-4405-BB92-9F3F04EA9AB8}" dt="2021-02-05T14:45:45.510" v="41" actId="47"/>
        <pc:sldMkLst>
          <pc:docMk/>
          <pc:sldMk cId="0" sldId="256"/>
        </pc:sldMkLst>
      </pc:sldChg>
      <pc:sldChg chg="delSp modSp del mod">
        <pc:chgData name="Alessandro Ortis" userId="dcdc90ed-3509-45f7-ac48-ad038638580b" providerId="ADAL" clId="{7B60BFA5-112D-4405-BB92-9F3F04EA9AB8}" dt="2021-02-05T14:47:44.191" v="83" actId="20577"/>
        <pc:sldMkLst>
          <pc:docMk/>
          <pc:sldMk cId="0" sldId="279"/>
        </pc:sldMkLst>
        <pc:spChg chg="mod">
          <ac:chgData name="Alessandro Ortis" userId="dcdc90ed-3509-45f7-ac48-ad038638580b" providerId="ADAL" clId="{7B60BFA5-112D-4405-BB92-9F3F04EA9AB8}" dt="2021-02-05T14:46:49.088" v="71" actId="14100"/>
          <ac:spMkLst>
            <pc:docMk/>
            <pc:sldMk cId="0" sldId="279"/>
            <ac:spMk id="6151" creationId="{D30F9090-EDC1-4A9C-90F0-FBEC5D5A5032}"/>
          </ac:spMkLst>
        </pc:spChg>
        <pc:spChg chg="mod">
          <ac:chgData name="Alessandro Ortis" userId="dcdc90ed-3509-45f7-ac48-ad038638580b" providerId="ADAL" clId="{7B60BFA5-112D-4405-BB92-9F3F04EA9AB8}" dt="2021-02-05T14:47:44.191" v="83" actId="20577"/>
          <ac:spMkLst>
            <pc:docMk/>
            <pc:sldMk cId="0" sldId="279"/>
            <ac:spMk id="50178" creationId="{17E49086-EC40-4A9F-81CE-3890755CC739}"/>
          </ac:spMkLst>
        </pc:spChg>
        <pc:spChg chg="mod">
          <ac:chgData name="Alessandro Ortis" userId="dcdc90ed-3509-45f7-ac48-ad038638580b" providerId="ADAL" clId="{7B60BFA5-112D-4405-BB92-9F3F04EA9AB8}" dt="2021-02-05T14:46:17.352" v="60" actId="6549"/>
          <ac:spMkLst>
            <pc:docMk/>
            <pc:sldMk cId="0" sldId="279"/>
            <ac:spMk id="50182" creationId="{4A7A004C-D320-49CF-8E39-DA2B96808650}"/>
          </ac:spMkLst>
        </pc:spChg>
        <pc:spChg chg="del mod">
          <ac:chgData name="Alessandro Ortis" userId="dcdc90ed-3509-45f7-ac48-ad038638580b" providerId="ADAL" clId="{7B60BFA5-112D-4405-BB92-9F3F04EA9AB8}" dt="2021-02-05T14:46:08.665" v="56" actId="478"/>
          <ac:spMkLst>
            <pc:docMk/>
            <pc:sldMk cId="0" sldId="279"/>
            <ac:spMk id="50184" creationId="{7A4C425F-279A-4E26-85FA-3D9207AB621D}"/>
          </ac:spMkLst>
        </pc:spChg>
        <pc:spChg chg="mod">
          <ac:chgData name="Alessandro Ortis" userId="dcdc90ed-3509-45f7-ac48-ad038638580b" providerId="ADAL" clId="{7B60BFA5-112D-4405-BB92-9F3F04EA9AB8}" dt="2021-02-05T14:46:53.039" v="73" actId="1035"/>
          <ac:spMkLst>
            <pc:docMk/>
            <pc:sldMk cId="0" sldId="279"/>
            <ac:spMk id="50193" creationId="{31A9349B-EAFD-4A5C-AB4A-7ADD29710F9C}"/>
          </ac:spMkLst>
        </pc:spChg>
        <pc:spChg chg="mod">
          <ac:chgData name="Alessandro Ortis" userId="dcdc90ed-3509-45f7-ac48-ad038638580b" providerId="ADAL" clId="{7B60BFA5-112D-4405-BB92-9F3F04EA9AB8}" dt="2021-02-05T14:46:03.463" v="54" actId="1035"/>
          <ac:spMkLst>
            <pc:docMk/>
            <pc:sldMk cId="0" sldId="279"/>
            <ac:spMk id="50194" creationId="{24B50845-B60B-4694-AB1A-92D7E4D2134A}"/>
          </ac:spMkLst>
        </pc:spChg>
        <pc:spChg chg="mod">
          <ac:chgData name="Alessandro Ortis" userId="dcdc90ed-3509-45f7-ac48-ad038638580b" providerId="ADAL" clId="{7B60BFA5-112D-4405-BB92-9F3F04EA9AB8}" dt="2021-02-05T14:46:03.463" v="54" actId="1035"/>
          <ac:spMkLst>
            <pc:docMk/>
            <pc:sldMk cId="0" sldId="279"/>
            <ac:spMk id="50195" creationId="{2B873BB2-AF49-4D5C-B0FA-082BFC891C6E}"/>
          </ac:spMkLst>
        </pc:spChg>
        <pc:picChg chg="mod">
          <ac:chgData name="Alessandro Ortis" userId="dcdc90ed-3509-45f7-ac48-ad038638580b" providerId="ADAL" clId="{7B60BFA5-112D-4405-BB92-9F3F04EA9AB8}" dt="2021-02-05T14:46:03.463" v="54" actId="1035"/>
          <ac:picMkLst>
            <pc:docMk/>
            <pc:sldMk cId="0" sldId="279"/>
            <ac:picMk id="50196" creationId="{CC20A214-E994-4DF9-A9A7-86162CCBFEE1}"/>
          </ac:picMkLst>
        </pc:picChg>
      </pc:sldChg>
      <pc:sldChg chg="del">
        <pc:chgData name="Alessandro Ortis" userId="dcdc90ed-3509-45f7-ac48-ad038638580b" providerId="ADAL" clId="{7B60BFA5-112D-4405-BB92-9F3F04EA9AB8}" dt="2021-02-05T14:45:29.518" v="39" actId="47"/>
        <pc:sldMkLst>
          <pc:docMk/>
          <pc:sldMk cId="0" sldId="289"/>
        </pc:sldMkLst>
      </pc:sldChg>
      <pc:sldChg chg="modSp del mod">
        <pc:chgData name="Alessandro Ortis" userId="dcdc90ed-3509-45f7-ac48-ad038638580b" providerId="ADAL" clId="{7B60BFA5-112D-4405-BB92-9F3F04EA9AB8}" dt="2021-02-05T14:47:34.410" v="79" actId="20577"/>
        <pc:sldMkLst>
          <pc:docMk/>
          <pc:sldMk cId="0" sldId="296"/>
        </pc:sldMkLst>
        <pc:spChg chg="mod">
          <ac:chgData name="Alessandro Ortis" userId="dcdc90ed-3509-45f7-ac48-ad038638580b" providerId="ADAL" clId="{7B60BFA5-112D-4405-BB92-9F3F04EA9AB8}" dt="2021-02-05T14:47:34.410" v="79" actId="20577"/>
          <ac:spMkLst>
            <pc:docMk/>
            <pc:sldMk cId="0" sldId="296"/>
            <ac:spMk id="92162" creationId="{2B8E585F-544E-444D-B2EC-8CA7BB3002D4}"/>
          </ac:spMkLst>
        </pc:spChg>
        <pc:spChg chg="mod">
          <ac:chgData name="Alessandro Ortis" userId="dcdc90ed-3509-45f7-ac48-ad038638580b" providerId="ADAL" clId="{7B60BFA5-112D-4405-BB92-9F3F04EA9AB8}" dt="2021-02-05T14:47:07.529" v="75" actId="20577"/>
          <ac:spMkLst>
            <pc:docMk/>
            <pc:sldMk cId="0" sldId="296"/>
            <ac:spMk id="92172" creationId="{E59A9649-F8AC-4AD3-AD45-8985837B2B22}"/>
          </ac:spMkLst>
        </pc:spChg>
      </pc:sldChg>
      <pc:sldChg chg="del">
        <pc:chgData name="Alessandro Ortis" userId="dcdc90ed-3509-45f7-ac48-ad038638580b" providerId="ADAL" clId="{7B60BFA5-112D-4405-BB92-9F3F04EA9AB8}" dt="2021-02-05T14:45:29.518" v="39" actId="47"/>
        <pc:sldMkLst>
          <pc:docMk/>
          <pc:sldMk cId="0" sldId="297"/>
        </pc:sldMkLst>
      </pc:sldChg>
      <pc:sldChg chg="del">
        <pc:chgData name="Alessandro Ortis" userId="dcdc90ed-3509-45f7-ac48-ad038638580b" providerId="ADAL" clId="{7B60BFA5-112D-4405-BB92-9F3F04EA9AB8}" dt="2021-02-05T14:45:29.518" v="39" actId="47"/>
        <pc:sldMkLst>
          <pc:docMk/>
          <pc:sldMk cId="0" sldId="298"/>
        </pc:sldMkLst>
      </pc:sldChg>
      <pc:sldChg chg="del">
        <pc:chgData name="Alessandro Ortis" userId="dcdc90ed-3509-45f7-ac48-ad038638580b" providerId="ADAL" clId="{7B60BFA5-112D-4405-BB92-9F3F04EA9AB8}" dt="2021-02-05T14:45:29.518" v="39" actId="47"/>
        <pc:sldMkLst>
          <pc:docMk/>
          <pc:sldMk cId="0" sldId="299"/>
        </pc:sldMkLst>
      </pc:sldChg>
      <pc:sldChg chg="modSp del mod">
        <pc:chgData name="Alessandro Ortis" userId="dcdc90ed-3509-45f7-ac48-ad038638580b" providerId="ADAL" clId="{7B60BFA5-112D-4405-BB92-9F3F04EA9AB8}" dt="2021-02-05T14:47:24.081" v="77" actId="20577"/>
        <pc:sldMkLst>
          <pc:docMk/>
          <pc:sldMk cId="0" sldId="300"/>
        </pc:sldMkLst>
        <pc:spChg chg="mod">
          <ac:chgData name="Alessandro Ortis" userId="dcdc90ed-3509-45f7-ac48-ad038638580b" providerId="ADAL" clId="{7B60BFA5-112D-4405-BB92-9F3F04EA9AB8}" dt="2021-02-05T14:47:24.081" v="77" actId="20577"/>
          <ac:spMkLst>
            <pc:docMk/>
            <pc:sldMk cId="0" sldId="300"/>
            <ac:spMk id="161794" creationId="{261F3BC9-86EF-4FF4-A798-3477473339F3}"/>
          </ac:spMkLst>
        </pc:spChg>
      </pc:sldChg>
      <pc:sldChg chg="modSp del mod">
        <pc:chgData name="Alessandro Ortis" userId="dcdc90ed-3509-45f7-ac48-ad038638580b" providerId="ADAL" clId="{7B60BFA5-112D-4405-BB92-9F3F04EA9AB8}" dt="2021-02-05T14:47:28.127" v="78" actId="20577"/>
        <pc:sldMkLst>
          <pc:docMk/>
          <pc:sldMk cId="0" sldId="301"/>
        </pc:sldMkLst>
        <pc:spChg chg="mod">
          <ac:chgData name="Alessandro Ortis" userId="dcdc90ed-3509-45f7-ac48-ad038638580b" providerId="ADAL" clId="{7B60BFA5-112D-4405-BB92-9F3F04EA9AB8}" dt="2021-02-05T14:47:28.127" v="78" actId="20577"/>
          <ac:spMkLst>
            <pc:docMk/>
            <pc:sldMk cId="0" sldId="301"/>
            <ac:spMk id="163842" creationId="{C4AFC396-D4E1-4FFF-9FB5-846F4DD55C74}"/>
          </ac:spMkLst>
        </pc:spChg>
      </pc:sldChg>
      <pc:sldChg chg="del">
        <pc:chgData name="Alessandro Ortis" userId="dcdc90ed-3509-45f7-ac48-ad038638580b" providerId="ADAL" clId="{7B60BFA5-112D-4405-BB92-9F3F04EA9AB8}" dt="2021-02-05T14:45:29.518" v="39" actId="47"/>
        <pc:sldMkLst>
          <pc:docMk/>
          <pc:sldMk cId="0" sldId="302"/>
        </pc:sldMkLst>
      </pc:sldChg>
      <pc:sldChg chg="del">
        <pc:chgData name="Alessandro Ortis" userId="dcdc90ed-3509-45f7-ac48-ad038638580b" providerId="ADAL" clId="{7B60BFA5-112D-4405-BB92-9F3F04EA9AB8}" dt="2021-02-05T14:45:29.518" v="39" actId="47"/>
        <pc:sldMkLst>
          <pc:docMk/>
          <pc:sldMk cId="0" sldId="303"/>
        </pc:sldMkLst>
      </pc:sldChg>
      <pc:sldChg chg="del">
        <pc:chgData name="Alessandro Ortis" userId="dcdc90ed-3509-45f7-ac48-ad038638580b" providerId="ADAL" clId="{7B60BFA5-112D-4405-BB92-9F3F04EA9AB8}" dt="2021-02-05T14:45:29.518" v="39" actId="47"/>
        <pc:sldMkLst>
          <pc:docMk/>
          <pc:sldMk cId="0" sldId="304"/>
        </pc:sldMkLst>
      </pc:sldChg>
      <pc:sldChg chg="modSp mod">
        <pc:chgData name="Alessandro Ortis" userId="dcdc90ed-3509-45f7-ac48-ad038638580b" providerId="ADAL" clId="{7B60BFA5-112D-4405-BB92-9F3F04EA9AB8}" dt="2021-02-07T17:28:02.215" v="129" actId="20577"/>
        <pc:sldMkLst>
          <pc:docMk/>
          <pc:sldMk cId="0" sldId="305"/>
        </pc:sldMkLst>
        <pc:spChg chg="mod">
          <ac:chgData name="Alessandro Ortis" userId="dcdc90ed-3509-45f7-ac48-ad038638580b" providerId="ADAL" clId="{7B60BFA5-112D-4405-BB92-9F3F04EA9AB8}" dt="2021-02-05T14:47:19.432" v="76" actId="20577"/>
          <ac:spMkLst>
            <pc:docMk/>
            <pc:sldMk cId="0" sldId="305"/>
            <ac:spMk id="172034" creationId="{9883EAA4-009B-4F20-89D5-AC88785BEC49}"/>
          </ac:spMkLst>
        </pc:spChg>
        <pc:spChg chg="mod">
          <ac:chgData name="Alessandro Ortis" userId="dcdc90ed-3509-45f7-ac48-ad038638580b" providerId="ADAL" clId="{7B60BFA5-112D-4405-BB92-9F3F04EA9AB8}" dt="2021-02-07T17:27:06.827" v="105" actId="123"/>
          <ac:spMkLst>
            <pc:docMk/>
            <pc:sldMk cId="0" sldId="305"/>
            <ac:spMk id="172036" creationId="{B9109A16-66C7-451A-A03B-A1D8F754B35B}"/>
          </ac:spMkLst>
        </pc:spChg>
        <pc:spChg chg="mod">
          <ac:chgData name="Alessandro Ortis" userId="dcdc90ed-3509-45f7-ac48-ad038638580b" providerId="ADAL" clId="{7B60BFA5-112D-4405-BB92-9F3F04EA9AB8}" dt="2021-02-07T17:27:24.528" v="114" actId="123"/>
          <ac:spMkLst>
            <pc:docMk/>
            <pc:sldMk cId="0" sldId="305"/>
            <ac:spMk id="172037" creationId="{3ED01093-D9D1-4D29-B415-E0C3D7BACF77}"/>
          </ac:spMkLst>
        </pc:spChg>
        <pc:spChg chg="mod">
          <ac:chgData name="Alessandro Ortis" userId="dcdc90ed-3509-45f7-ac48-ad038638580b" providerId="ADAL" clId="{7B60BFA5-112D-4405-BB92-9F3F04EA9AB8}" dt="2021-02-07T17:28:02.215" v="129" actId="20577"/>
          <ac:spMkLst>
            <pc:docMk/>
            <pc:sldMk cId="0" sldId="305"/>
            <ac:spMk id="172038" creationId="{9F562005-CE07-444C-9C55-7260678B40E8}"/>
          </ac:spMkLst>
        </pc:spChg>
      </pc:sldChg>
      <pc:sldChg chg="modSp mod">
        <pc:chgData name="Alessandro Ortis" userId="dcdc90ed-3509-45f7-ac48-ad038638580b" providerId="ADAL" clId="{7B60BFA5-112D-4405-BB92-9F3F04EA9AB8}" dt="2021-02-07T17:25:33.126" v="101" actId="6549"/>
        <pc:sldMkLst>
          <pc:docMk/>
          <pc:sldMk cId="0" sldId="306"/>
        </pc:sldMkLst>
        <pc:spChg chg="mod">
          <ac:chgData name="Alessandro Ortis" userId="dcdc90ed-3509-45f7-ac48-ad038638580b" providerId="ADAL" clId="{7B60BFA5-112D-4405-BB92-9F3F04EA9AB8}" dt="2021-02-07T17:25:33.126" v="101" actId="6549"/>
          <ac:spMkLst>
            <pc:docMk/>
            <pc:sldMk cId="0" sldId="306"/>
            <ac:spMk id="3" creationId="{A5BA2B38-5D5C-46E5-8F7A-B2FA2EC9E46D}"/>
          </ac:spMkLst>
        </pc:spChg>
      </pc:sldChg>
      <pc:sldChg chg="add del ord">
        <pc:chgData name="Alessandro Ortis" userId="dcdc90ed-3509-45f7-ac48-ad038638580b" providerId="ADAL" clId="{7B60BFA5-112D-4405-BB92-9F3F04EA9AB8}" dt="2021-02-07T17:29:10.747" v="131" actId="2696"/>
        <pc:sldMkLst>
          <pc:docMk/>
          <pc:sldMk cId="0" sldId="307"/>
        </pc:sldMkLst>
      </pc:sldChg>
      <pc:sldChg chg="modSp mod">
        <pc:chgData name="Alessandro Ortis" userId="dcdc90ed-3509-45f7-ac48-ad038638580b" providerId="ADAL" clId="{7B60BFA5-112D-4405-BB92-9F3F04EA9AB8}" dt="2021-02-05T14:47:38.408" v="80" actId="20577"/>
        <pc:sldMkLst>
          <pc:docMk/>
          <pc:sldMk cId="0" sldId="308"/>
        </pc:sldMkLst>
        <pc:spChg chg="mod">
          <ac:chgData name="Alessandro Ortis" userId="dcdc90ed-3509-45f7-ac48-ad038638580b" providerId="ADAL" clId="{7B60BFA5-112D-4405-BB92-9F3F04EA9AB8}" dt="2021-02-05T14:47:38.408" v="80" actId="20577"/>
          <ac:spMkLst>
            <pc:docMk/>
            <pc:sldMk cId="0" sldId="308"/>
            <ac:spMk id="50178" creationId="{F1E80E7E-E722-4BAF-A420-118426B868A1}"/>
          </ac:spMkLst>
        </pc:spChg>
      </pc:sldChg>
      <pc:sldChg chg="modSp mod">
        <pc:chgData name="Alessandro Ortis" userId="dcdc90ed-3509-45f7-ac48-ad038638580b" providerId="ADAL" clId="{7B60BFA5-112D-4405-BB92-9F3F04EA9AB8}" dt="2021-02-05T14:45:22.686" v="38" actId="20577"/>
        <pc:sldMkLst>
          <pc:docMk/>
          <pc:sldMk cId="0" sldId="314"/>
        </pc:sldMkLst>
        <pc:spChg chg="mod">
          <ac:chgData name="Alessandro Ortis" userId="dcdc90ed-3509-45f7-ac48-ad038638580b" providerId="ADAL" clId="{7B60BFA5-112D-4405-BB92-9F3F04EA9AB8}" dt="2021-02-05T14:45:22.686" v="38" actId="20577"/>
          <ac:spMkLst>
            <pc:docMk/>
            <pc:sldMk cId="0" sldId="314"/>
            <ac:spMk id="2" creationId="{00000000-0000-0000-0000-000000000000}"/>
          </ac:spMkLst>
        </pc:spChg>
      </pc:sldChg>
      <pc:sldChg chg="del">
        <pc:chgData name="Alessandro Ortis" userId="dcdc90ed-3509-45f7-ac48-ad038638580b" providerId="ADAL" clId="{7B60BFA5-112D-4405-BB92-9F3F04EA9AB8}" dt="2021-02-05T14:45:29.518" v="39" actId="47"/>
        <pc:sldMkLst>
          <pc:docMk/>
          <pc:sldMk cId="640541190" sldId="315"/>
        </pc:sldMkLst>
      </pc:sldChg>
      <pc:sldChg chg="modSp mod">
        <pc:chgData name="Alessandro Ortis" userId="dcdc90ed-3509-45f7-ac48-ad038638580b" providerId="ADAL" clId="{7B60BFA5-112D-4405-BB92-9F3F04EA9AB8}" dt="2021-02-05T14:47:48.248" v="84" actId="20577"/>
        <pc:sldMkLst>
          <pc:docMk/>
          <pc:sldMk cId="4143215581" sldId="315"/>
        </pc:sldMkLst>
        <pc:spChg chg="mod">
          <ac:chgData name="Alessandro Ortis" userId="dcdc90ed-3509-45f7-ac48-ad038638580b" providerId="ADAL" clId="{7B60BFA5-112D-4405-BB92-9F3F04EA9AB8}" dt="2021-02-05T14:47:48.248" v="84" actId="20577"/>
          <ac:spMkLst>
            <pc:docMk/>
            <pc:sldMk cId="4143215581" sldId="315"/>
            <ac:spMk id="3073" creationId="{2EDD163E-0B11-4A5D-803C-B3040922C589}"/>
          </ac:spMkLst>
        </pc:spChg>
      </pc:sldChg>
      <pc:sldChg chg="modSp add mod">
        <pc:chgData name="Alessandro Ortis" userId="dcdc90ed-3509-45f7-ac48-ad038638580b" providerId="ADAL" clId="{7B60BFA5-112D-4405-BB92-9F3F04EA9AB8}" dt="2021-02-08T07:07:52.024" v="379" actId="20577"/>
        <pc:sldMkLst>
          <pc:docMk/>
          <pc:sldMk cId="1178180968" sldId="316"/>
        </pc:sldMkLst>
        <pc:spChg chg="mod">
          <ac:chgData name="Alessandro Ortis" userId="dcdc90ed-3509-45f7-ac48-ad038638580b" providerId="ADAL" clId="{7B60BFA5-112D-4405-BB92-9F3F04EA9AB8}" dt="2021-02-08T07:07:52.024" v="379" actId="20577"/>
          <ac:spMkLst>
            <pc:docMk/>
            <pc:sldMk cId="1178180968" sldId="316"/>
            <ac:spMk id="3" creationId="{4C8725FE-F7C8-4F0A-9D8D-2258949ABECF}"/>
          </ac:spMkLst>
        </pc:spChg>
      </pc:sldChg>
      <pc:sldChg chg="del">
        <pc:chgData name="Alessandro Ortis" userId="dcdc90ed-3509-45f7-ac48-ad038638580b" providerId="ADAL" clId="{7B60BFA5-112D-4405-BB92-9F3F04EA9AB8}" dt="2021-02-05T14:45:29.518" v="39" actId="47"/>
        <pc:sldMkLst>
          <pc:docMk/>
          <pc:sldMk cId="3142013625" sldId="316"/>
        </pc:sldMkLst>
      </pc:sldChg>
      <pc:sldChg chg="del">
        <pc:chgData name="Alessandro Ortis" userId="dcdc90ed-3509-45f7-ac48-ad038638580b" providerId="ADAL" clId="{7B60BFA5-112D-4405-BB92-9F3F04EA9AB8}" dt="2021-02-05T14:45:29.518" v="39" actId="47"/>
        <pc:sldMkLst>
          <pc:docMk/>
          <pc:sldMk cId="3267303769" sldId="317"/>
        </pc:sldMkLst>
      </pc:sldChg>
      <pc:sldChg chg="del">
        <pc:chgData name="Alessandro Ortis" userId="dcdc90ed-3509-45f7-ac48-ad038638580b" providerId="ADAL" clId="{7B60BFA5-112D-4405-BB92-9F3F04EA9AB8}" dt="2021-02-05T14:45:29.518" v="39" actId="47"/>
        <pc:sldMkLst>
          <pc:docMk/>
          <pc:sldMk cId="4167153210" sldId="318"/>
        </pc:sldMkLst>
      </pc:sldChg>
      <pc:sldChg chg="del">
        <pc:chgData name="Alessandro Ortis" userId="dcdc90ed-3509-45f7-ac48-ad038638580b" providerId="ADAL" clId="{7B60BFA5-112D-4405-BB92-9F3F04EA9AB8}" dt="2021-02-05T14:45:29.518" v="39" actId="47"/>
        <pc:sldMkLst>
          <pc:docMk/>
          <pc:sldMk cId="2782773637" sldId="319"/>
        </pc:sldMkLst>
      </pc:sldChg>
      <pc:sldMasterChg chg="delSldLayout">
        <pc:chgData name="Alessandro Ortis" userId="dcdc90ed-3509-45f7-ac48-ad038638580b" providerId="ADAL" clId="{7B60BFA5-112D-4405-BB92-9F3F04EA9AB8}" dt="2021-02-05T14:45:29.518" v="39" actId="47"/>
        <pc:sldMasterMkLst>
          <pc:docMk/>
          <pc:sldMasterMk cId="0" sldId="2147483648"/>
        </pc:sldMasterMkLst>
        <pc:sldLayoutChg chg="del">
          <pc:chgData name="Alessandro Ortis" userId="dcdc90ed-3509-45f7-ac48-ad038638580b" providerId="ADAL" clId="{7B60BFA5-112D-4405-BB92-9F3F04EA9AB8}" dt="2021-02-05T14:45:29.518" v="39" actId="47"/>
          <pc:sldLayoutMkLst>
            <pc:docMk/>
            <pc:sldMasterMk cId="0" sldId="2147483648"/>
            <pc:sldLayoutMk cId="2317535515" sldId="2147483660"/>
          </pc:sldLayoutMkLst>
        </pc:sldLayoutChg>
      </pc:sldMasterChg>
    </pc:docChg>
  </pc:docChgLst>
  <pc:docChgLst>
    <pc:chgData name="Alessandro Ortis" userId="dcdc90ed-3509-45f7-ac48-ad038638580b" providerId="ADAL" clId="{46AC9B19-E637-4CE9-8C0F-FCA24E4E94C2}"/>
    <pc:docChg chg="undo redo custSel addSld delSld modSld sldOrd">
      <pc:chgData name="Alessandro Ortis" userId="dcdc90ed-3509-45f7-ac48-ad038638580b" providerId="ADAL" clId="{46AC9B19-E637-4CE9-8C0F-FCA24E4E94C2}" dt="2021-05-04T20:11:48.640" v="869" actId="1076"/>
      <pc:docMkLst>
        <pc:docMk/>
      </pc:docMkLst>
      <pc:sldChg chg="modSp mod">
        <pc:chgData name="Alessandro Ortis" userId="dcdc90ed-3509-45f7-ac48-ad038638580b" providerId="ADAL" clId="{46AC9B19-E637-4CE9-8C0F-FCA24E4E94C2}" dt="2021-05-03T06:31:45.033" v="507" actId="12"/>
        <pc:sldMkLst>
          <pc:docMk/>
          <pc:sldMk cId="0" sldId="256"/>
        </pc:sldMkLst>
        <pc:spChg chg="mod">
          <ac:chgData name="Alessandro Ortis" userId="dcdc90ed-3509-45f7-ac48-ad038638580b" providerId="ADAL" clId="{46AC9B19-E637-4CE9-8C0F-FCA24E4E94C2}" dt="2021-05-03T06:31:45.033" v="507" actId="12"/>
          <ac:spMkLst>
            <pc:docMk/>
            <pc:sldMk cId="0" sldId="256"/>
            <ac:spMk id="3073" creationId="{3965944A-54C4-439A-8FA8-023477956507}"/>
          </ac:spMkLst>
        </pc:spChg>
        <pc:spChg chg="mod">
          <ac:chgData name="Alessandro Ortis" userId="dcdc90ed-3509-45f7-ac48-ad038638580b" providerId="ADAL" clId="{46AC9B19-E637-4CE9-8C0F-FCA24E4E94C2}" dt="2021-05-03T06:31:32.267" v="495" actId="1076"/>
          <ac:spMkLst>
            <pc:docMk/>
            <pc:sldMk cId="0" sldId="256"/>
            <ac:spMk id="3171" creationId="{FCCA3F3D-C726-4DC8-AEE9-CB98B211E852}"/>
          </ac:spMkLst>
        </pc:spChg>
        <pc:spChg chg="mod">
          <ac:chgData name="Alessandro Ortis" userId="dcdc90ed-3509-45f7-ac48-ad038638580b" providerId="ADAL" clId="{46AC9B19-E637-4CE9-8C0F-FCA24E4E94C2}" dt="2021-05-03T06:31:41.865" v="506" actId="20577"/>
          <ac:spMkLst>
            <pc:docMk/>
            <pc:sldMk cId="0" sldId="256"/>
            <ac:spMk id="3172" creationId="{C2BF83AE-3383-4640-BF7D-5D4A1FE19732}"/>
          </ac:spMkLst>
        </pc:spChg>
        <pc:spChg chg="mod">
          <ac:chgData name="Alessandro Ortis" userId="dcdc90ed-3509-45f7-ac48-ad038638580b" providerId="ADAL" clId="{46AC9B19-E637-4CE9-8C0F-FCA24E4E94C2}" dt="2021-05-03T06:31:22.356" v="491" actId="12"/>
          <ac:spMkLst>
            <pc:docMk/>
            <pc:sldMk cId="0" sldId="256"/>
            <ac:spMk id="3176" creationId="{1AF53EE3-FAA9-4C03-A942-D0DD1F35D0C2}"/>
          </ac:spMkLst>
        </pc:spChg>
      </pc:sldChg>
      <pc:sldChg chg="modSp mod">
        <pc:chgData name="Alessandro Ortis" userId="dcdc90ed-3509-45f7-ac48-ad038638580b" providerId="ADAL" clId="{46AC9B19-E637-4CE9-8C0F-FCA24E4E94C2}" dt="2021-05-03T16:53:54.150" v="641" actId="20577"/>
        <pc:sldMkLst>
          <pc:docMk/>
          <pc:sldMk cId="0" sldId="280"/>
        </pc:sldMkLst>
        <pc:spChg chg="mod">
          <ac:chgData name="Alessandro Ortis" userId="dcdc90ed-3509-45f7-ac48-ad038638580b" providerId="ADAL" clId="{46AC9B19-E637-4CE9-8C0F-FCA24E4E94C2}" dt="2021-05-03T06:32:01.212" v="511" actId="1076"/>
          <ac:spMkLst>
            <pc:docMk/>
            <pc:sldMk cId="0" sldId="280"/>
            <ac:spMk id="174082" creationId="{9DE53DCA-0696-4505-8BF4-290B6A711D60}"/>
          </ac:spMkLst>
        </pc:spChg>
        <pc:spChg chg="mod">
          <ac:chgData name="Alessandro Ortis" userId="dcdc90ed-3509-45f7-ac48-ad038638580b" providerId="ADAL" clId="{46AC9B19-E637-4CE9-8C0F-FCA24E4E94C2}" dt="2021-05-03T06:32:12.207" v="517" actId="1076"/>
          <ac:spMkLst>
            <pc:docMk/>
            <pc:sldMk cId="0" sldId="280"/>
            <ac:spMk id="174096" creationId="{F863A019-B19F-420C-A4ED-6D02A61C76B2}"/>
          </ac:spMkLst>
        </pc:spChg>
        <pc:graphicFrameChg chg="modGraphic">
          <ac:chgData name="Alessandro Ortis" userId="dcdc90ed-3509-45f7-ac48-ad038638580b" providerId="ADAL" clId="{46AC9B19-E637-4CE9-8C0F-FCA24E4E94C2}" dt="2021-05-03T16:53:54.150" v="641" actId="20577"/>
          <ac:graphicFrameMkLst>
            <pc:docMk/>
            <pc:sldMk cId="0" sldId="280"/>
            <ac:graphicFrameMk id="174111" creationId="{5657F26B-381E-4970-A67B-78AD64256B4E}"/>
          </ac:graphicFrameMkLst>
        </pc:graphicFrameChg>
      </pc:sldChg>
      <pc:sldChg chg="modSp del mod">
        <pc:chgData name="Alessandro Ortis" userId="dcdc90ed-3509-45f7-ac48-ad038638580b" providerId="ADAL" clId="{46AC9B19-E637-4CE9-8C0F-FCA24E4E94C2}" dt="2021-05-03T16:54:45.390" v="656"/>
        <pc:sldMkLst>
          <pc:docMk/>
          <pc:sldMk cId="0" sldId="281"/>
        </pc:sldMkLst>
        <pc:spChg chg="mod">
          <ac:chgData name="Alessandro Ortis" userId="dcdc90ed-3509-45f7-ac48-ad038638580b" providerId="ADAL" clId="{46AC9B19-E637-4CE9-8C0F-FCA24E4E94C2}" dt="2021-05-03T06:32:28.104" v="523" actId="1076"/>
          <ac:spMkLst>
            <pc:docMk/>
            <pc:sldMk cId="0" sldId="281"/>
            <ac:spMk id="176130" creationId="{EB357555-3289-48D4-AFAE-DD51B6D5A8E3}"/>
          </ac:spMkLst>
        </pc:spChg>
        <pc:spChg chg="mod">
          <ac:chgData name="Alessandro Ortis" userId="dcdc90ed-3509-45f7-ac48-ad038638580b" providerId="ADAL" clId="{46AC9B19-E637-4CE9-8C0F-FCA24E4E94C2}" dt="2021-05-03T06:32:38.697" v="528" actId="2711"/>
          <ac:spMkLst>
            <pc:docMk/>
            <pc:sldMk cId="0" sldId="281"/>
            <ac:spMk id="176137" creationId="{872D1DE7-9171-4374-8B16-D9352C815695}"/>
          </ac:spMkLst>
        </pc:spChg>
        <pc:spChg chg="mod">
          <ac:chgData name="Alessandro Ortis" userId="dcdc90ed-3509-45f7-ac48-ad038638580b" providerId="ADAL" clId="{46AC9B19-E637-4CE9-8C0F-FCA24E4E94C2}" dt="2021-05-03T06:32:57.940" v="548" actId="313"/>
          <ac:spMkLst>
            <pc:docMk/>
            <pc:sldMk cId="0" sldId="281"/>
            <ac:spMk id="176141" creationId="{1D91C1A4-ABFB-46B7-A623-5939CD1B6CFE}"/>
          </ac:spMkLst>
        </pc:spChg>
        <pc:spChg chg="mod">
          <ac:chgData name="Alessandro Ortis" userId="dcdc90ed-3509-45f7-ac48-ad038638580b" providerId="ADAL" clId="{46AC9B19-E637-4CE9-8C0F-FCA24E4E94C2}" dt="2021-05-03T16:54:45.390" v="656"/>
          <ac:spMkLst>
            <pc:docMk/>
            <pc:sldMk cId="0" sldId="281"/>
            <ac:spMk id="176142" creationId="{5539241E-4035-4A47-A126-8FDE8A28919A}"/>
          </ac:spMkLst>
        </pc:spChg>
      </pc:sldChg>
      <pc:sldChg chg="modSp mod">
        <pc:chgData name="Alessandro Ortis" userId="dcdc90ed-3509-45f7-ac48-ad038638580b" providerId="ADAL" clId="{46AC9B19-E637-4CE9-8C0F-FCA24E4E94C2}" dt="2021-05-03T16:57:49.449" v="717" actId="20577"/>
        <pc:sldMkLst>
          <pc:docMk/>
          <pc:sldMk cId="0" sldId="282"/>
        </pc:sldMkLst>
        <pc:spChg chg="mod">
          <ac:chgData name="Alessandro Ortis" userId="dcdc90ed-3509-45f7-ac48-ad038638580b" providerId="ADAL" clId="{46AC9B19-E637-4CE9-8C0F-FCA24E4E94C2}" dt="2021-05-03T06:33:12.404" v="553" actId="1076"/>
          <ac:spMkLst>
            <pc:docMk/>
            <pc:sldMk cId="0" sldId="282"/>
            <ac:spMk id="225282" creationId="{BB9175F4-01F0-4E82-9FAF-7468CD84400C}"/>
          </ac:spMkLst>
        </pc:spChg>
        <pc:spChg chg="mod">
          <ac:chgData name="Alessandro Ortis" userId="dcdc90ed-3509-45f7-ac48-ad038638580b" providerId="ADAL" clId="{46AC9B19-E637-4CE9-8C0F-FCA24E4E94C2}" dt="2021-05-03T16:55:14.218" v="665" actId="20577"/>
          <ac:spMkLst>
            <pc:docMk/>
            <pc:sldMk cId="0" sldId="282"/>
            <ac:spMk id="225285" creationId="{63B07A61-FD21-4F51-BA28-932B32320429}"/>
          </ac:spMkLst>
        </pc:spChg>
        <pc:spChg chg="mod">
          <ac:chgData name="Alessandro Ortis" userId="dcdc90ed-3509-45f7-ac48-ad038638580b" providerId="ADAL" clId="{46AC9B19-E637-4CE9-8C0F-FCA24E4E94C2}" dt="2021-05-03T16:57:47.898" v="714" actId="20577"/>
          <ac:spMkLst>
            <pc:docMk/>
            <pc:sldMk cId="0" sldId="282"/>
            <ac:spMk id="225287" creationId="{C4C15AD8-8BD9-4EAF-AD63-2FC9E15BE878}"/>
          </ac:spMkLst>
        </pc:spChg>
        <pc:spChg chg="mod">
          <ac:chgData name="Alessandro Ortis" userId="dcdc90ed-3509-45f7-ac48-ad038638580b" providerId="ADAL" clId="{46AC9B19-E637-4CE9-8C0F-FCA24E4E94C2}" dt="2021-05-03T16:57:49.449" v="717" actId="20577"/>
          <ac:spMkLst>
            <pc:docMk/>
            <pc:sldMk cId="0" sldId="282"/>
            <ac:spMk id="225289" creationId="{2C00ACF9-014A-4C1C-9E75-569A6BBC5E7D}"/>
          </ac:spMkLst>
        </pc:spChg>
      </pc:sldChg>
      <pc:sldChg chg="modSp mod">
        <pc:chgData name="Alessandro Ortis" userId="dcdc90ed-3509-45f7-ac48-ad038638580b" providerId="ADAL" clId="{46AC9B19-E637-4CE9-8C0F-FCA24E4E94C2}" dt="2021-05-03T06:33:23.980" v="556" actId="1076"/>
        <pc:sldMkLst>
          <pc:docMk/>
          <pc:sldMk cId="0" sldId="283"/>
        </pc:sldMkLst>
        <pc:spChg chg="mod">
          <ac:chgData name="Alessandro Ortis" userId="dcdc90ed-3509-45f7-ac48-ad038638580b" providerId="ADAL" clId="{46AC9B19-E637-4CE9-8C0F-FCA24E4E94C2}" dt="2021-05-03T06:33:23.980" v="556" actId="1076"/>
          <ac:spMkLst>
            <pc:docMk/>
            <pc:sldMk cId="0" sldId="283"/>
            <ac:spMk id="227330" creationId="{073C3E86-EAEC-497A-A912-926E58A5B50E}"/>
          </ac:spMkLst>
        </pc:spChg>
      </pc:sldChg>
      <pc:sldChg chg="modSp mod">
        <pc:chgData name="Alessandro Ortis" userId="dcdc90ed-3509-45f7-ac48-ad038638580b" providerId="ADAL" clId="{46AC9B19-E637-4CE9-8C0F-FCA24E4E94C2}" dt="2021-05-03T06:36:58.951" v="575" actId="1076"/>
        <pc:sldMkLst>
          <pc:docMk/>
          <pc:sldMk cId="0" sldId="284"/>
        </pc:sldMkLst>
        <pc:spChg chg="mod">
          <ac:chgData name="Alessandro Ortis" userId="dcdc90ed-3509-45f7-ac48-ad038638580b" providerId="ADAL" clId="{46AC9B19-E637-4CE9-8C0F-FCA24E4E94C2}" dt="2021-05-03T06:33:43.916" v="559" actId="1076"/>
          <ac:spMkLst>
            <pc:docMk/>
            <pc:sldMk cId="0" sldId="284"/>
            <ac:spMk id="229378" creationId="{C6C80E60-B96A-43E4-9FA4-9960B0657145}"/>
          </ac:spMkLst>
        </pc:spChg>
        <pc:spChg chg="mod">
          <ac:chgData name="Alessandro Ortis" userId="dcdc90ed-3509-45f7-ac48-ad038638580b" providerId="ADAL" clId="{46AC9B19-E637-4CE9-8C0F-FCA24E4E94C2}" dt="2021-05-03T06:36:58.951" v="575" actId="1076"/>
          <ac:spMkLst>
            <pc:docMk/>
            <pc:sldMk cId="0" sldId="284"/>
            <ac:spMk id="229379" creationId="{AD963740-2791-4B26-ACB7-D5C2C3307B88}"/>
          </ac:spMkLst>
        </pc:spChg>
      </pc:sldChg>
      <pc:sldChg chg="modSp mod">
        <pc:chgData name="Alessandro Ortis" userId="dcdc90ed-3509-45f7-ac48-ad038638580b" providerId="ADAL" clId="{46AC9B19-E637-4CE9-8C0F-FCA24E4E94C2}" dt="2021-05-03T06:37:12.683" v="577" actId="2711"/>
        <pc:sldMkLst>
          <pc:docMk/>
          <pc:sldMk cId="0" sldId="285"/>
        </pc:sldMkLst>
        <pc:spChg chg="mod">
          <ac:chgData name="Alessandro Ortis" userId="dcdc90ed-3509-45f7-ac48-ad038638580b" providerId="ADAL" clId="{46AC9B19-E637-4CE9-8C0F-FCA24E4E94C2}" dt="2021-05-03T06:37:12.683" v="577" actId="2711"/>
          <ac:spMkLst>
            <pc:docMk/>
            <pc:sldMk cId="0" sldId="285"/>
            <ac:spMk id="231426" creationId="{1CEAF988-E57E-40C5-AE39-9D458CA1EE19}"/>
          </ac:spMkLst>
        </pc:spChg>
        <pc:spChg chg="mod">
          <ac:chgData name="Alessandro Ortis" userId="dcdc90ed-3509-45f7-ac48-ad038638580b" providerId="ADAL" clId="{46AC9B19-E637-4CE9-8C0F-FCA24E4E94C2}" dt="2021-05-03T06:37:12.683" v="577" actId="2711"/>
          <ac:spMkLst>
            <pc:docMk/>
            <pc:sldMk cId="0" sldId="285"/>
            <ac:spMk id="231431" creationId="{8D9DF196-59FD-4511-A374-5C704F3C200F}"/>
          </ac:spMkLst>
        </pc:spChg>
      </pc:sldChg>
      <pc:sldChg chg="modSp mod">
        <pc:chgData name="Alessandro Ortis" userId="dcdc90ed-3509-45f7-ac48-ad038638580b" providerId="ADAL" clId="{46AC9B19-E637-4CE9-8C0F-FCA24E4E94C2}" dt="2021-05-03T16:57:46.105" v="709" actId="6549"/>
        <pc:sldMkLst>
          <pc:docMk/>
          <pc:sldMk cId="0" sldId="286"/>
        </pc:sldMkLst>
        <pc:spChg chg="mod">
          <ac:chgData name="Alessandro Ortis" userId="dcdc90ed-3509-45f7-ac48-ad038638580b" providerId="ADAL" clId="{46AC9B19-E637-4CE9-8C0F-FCA24E4E94C2}" dt="2021-05-03T06:37:17.053" v="578" actId="20577"/>
          <ac:spMkLst>
            <pc:docMk/>
            <pc:sldMk cId="0" sldId="286"/>
            <ac:spMk id="233474" creationId="{71160AFE-C798-4C3C-9D20-1B50B9C14D3D}"/>
          </ac:spMkLst>
        </pc:spChg>
        <pc:spChg chg="mod">
          <ac:chgData name="Alessandro Ortis" userId="dcdc90ed-3509-45f7-ac48-ad038638580b" providerId="ADAL" clId="{46AC9B19-E637-4CE9-8C0F-FCA24E4E94C2}" dt="2021-05-03T16:57:46.105" v="709" actId="6549"/>
          <ac:spMkLst>
            <pc:docMk/>
            <pc:sldMk cId="0" sldId="286"/>
            <ac:spMk id="233475" creationId="{637D734F-A863-4700-B86D-6EBD40FD5D9E}"/>
          </ac:spMkLst>
        </pc:spChg>
        <pc:spChg chg="mod">
          <ac:chgData name="Alessandro Ortis" userId="dcdc90ed-3509-45f7-ac48-ad038638580b" providerId="ADAL" clId="{46AC9B19-E637-4CE9-8C0F-FCA24E4E94C2}" dt="2021-05-03T06:37:20.117" v="579" actId="2711"/>
          <ac:spMkLst>
            <pc:docMk/>
            <pc:sldMk cId="0" sldId="286"/>
            <ac:spMk id="233476" creationId="{8D6D0F66-52BE-4662-ABA0-082FCFE0E3F5}"/>
          </ac:spMkLst>
        </pc:spChg>
      </pc:sldChg>
      <pc:sldChg chg="addSp delSp modSp mod">
        <pc:chgData name="Alessandro Ortis" userId="dcdc90ed-3509-45f7-ac48-ad038638580b" providerId="ADAL" clId="{46AC9B19-E637-4CE9-8C0F-FCA24E4E94C2}" dt="2021-05-03T16:59:02.294" v="818" actId="20577"/>
        <pc:sldMkLst>
          <pc:docMk/>
          <pc:sldMk cId="0" sldId="287"/>
        </pc:sldMkLst>
        <pc:spChg chg="mod">
          <ac:chgData name="Alessandro Ortis" userId="dcdc90ed-3509-45f7-ac48-ad038638580b" providerId="ADAL" clId="{46AC9B19-E637-4CE9-8C0F-FCA24E4E94C2}" dt="2021-05-03T06:37:41.364" v="582" actId="1076"/>
          <ac:spMkLst>
            <pc:docMk/>
            <pc:sldMk cId="0" sldId="287"/>
            <ac:spMk id="235522" creationId="{74F33D94-5C26-4496-8627-749782E6CBAF}"/>
          </ac:spMkLst>
        </pc:spChg>
        <pc:spChg chg="mod">
          <ac:chgData name="Alessandro Ortis" userId="dcdc90ed-3509-45f7-ac48-ad038638580b" providerId="ADAL" clId="{46AC9B19-E637-4CE9-8C0F-FCA24E4E94C2}" dt="2021-05-03T16:59:02.294" v="818" actId="20577"/>
          <ac:spMkLst>
            <pc:docMk/>
            <pc:sldMk cId="0" sldId="287"/>
            <ac:spMk id="235523" creationId="{DD3EE24A-E7FE-479A-891D-47EEE0E6CBCF}"/>
          </ac:spMkLst>
        </pc:spChg>
        <pc:picChg chg="add mod">
          <ac:chgData name="Alessandro Ortis" userId="dcdc90ed-3509-45f7-ac48-ad038638580b" providerId="ADAL" clId="{46AC9B19-E637-4CE9-8C0F-FCA24E4E94C2}" dt="2021-05-03T06:40:46.686" v="589" actId="1076"/>
          <ac:picMkLst>
            <pc:docMk/>
            <pc:sldMk cId="0" sldId="287"/>
            <ac:picMk id="3" creationId="{A4FB0026-1A9C-441F-B496-FFA6794B5954}"/>
          </ac:picMkLst>
        </pc:picChg>
        <pc:picChg chg="del">
          <ac:chgData name="Alessandro Ortis" userId="dcdc90ed-3509-45f7-ac48-ad038638580b" providerId="ADAL" clId="{46AC9B19-E637-4CE9-8C0F-FCA24E4E94C2}" dt="2021-05-03T06:40:43.904" v="587" actId="478"/>
          <ac:picMkLst>
            <pc:docMk/>
            <pc:sldMk cId="0" sldId="287"/>
            <ac:picMk id="235527" creationId="{CC093553-872B-4865-B697-09563735AF72}"/>
          </ac:picMkLst>
        </pc:picChg>
      </pc:sldChg>
      <pc:sldChg chg="modSp mod">
        <pc:chgData name="Alessandro Ortis" userId="dcdc90ed-3509-45f7-ac48-ad038638580b" providerId="ADAL" clId="{46AC9B19-E637-4CE9-8C0F-FCA24E4E94C2}" dt="2021-05-04T20:09:21.210" v="832" actId="20577"/>
        <pc:sldMkLst>
          <pc:docMk/>
          <pc:sldMk cId="0" sldId="289"/>
        </pc:sldMkLst>
        <pc:spChg chg="mod">
          <ac:chgData name="Alessandro Ortis" userId="dcdc90ed-3509-45f7-ac48-ad038638580b" providerId="ADAL" clId="{46AC9B19-E637-4CE9-8C0F-FCA24E4E94C2}" dt="2021-05-04T20:09:13.781" v="828" actId="2711"/>
          <ac:spMkLst>
            <pc:docMk/>
            <pc:sldMk cId="0" sldId="289"/>
            <ac:spMk id="239618" creationId="{6E3478AA-A500-4ED4-A39B-6C99FC040FE7}"/>
          </ac:spMkLst>
        </pc:spChg>
        <pc:spChg chg="mod">
          <ac:chgData name="Alessandro Ortis" userId="dcdc90ed-3509-45f7-ac48-ad038638580b" providerId="ADAL" clId="{46AC9B19-E637-4CE9-8C0F-FCA24E4E94C2}" dt="2021-05-04T20:09:21.210" v="832" actId="20577"/>
          <ac:spMkLst>
            <pc:docMk/>
            <pc:sldMk cId="0" sldId="289"/>
            <ac:spMk id="239623" creationId="{05EA8B83-E5BD-4E25-AE01-D651629892BB}"/>
          </ac:spMkLst>
        </pc:spChg>
      </pc:sldChg>
      <pc:sldChg chg="modSp mod">
        <pc:chgData name="Alessandro Ortis" userId="dcdc90ed-3509-45f7-ac48-ad038638580b" providerId="ADAL" clId="{46AC9B19-E637-4CE9-8C0F-FCA24E4E94C2}" dt="2021-05-04T20:09:44.217" v="843" actId="6549"/>
        <pc:sldMkLst>
          <pc:docMk/>
          <pc:sldMk cId="0" sldId="290"/>
        </pc:sldMkLst>
        <pc:spChg chg="mod">
          <ac:chgData name="Alessandro Ortis" userId="dcdc90ed-3509-45f7-ac48-ad038638580b" providerId="ADAL" clId="{46AC9B19-E637-4CE9-8C0F-FCA24E4E94C2}" dt="2021-05-03T06:38:19.759" v="586" actId="1076"/>
          <ac:spMkLst>
            <pc:docMk/>
            <pc:sldMk cId="0" sldId="290"/>
            <ac:spMk id="241666" creationId="{3A066A56-CC97-4C9C-9D9A-7B294AFC52EC}"/>
          </ac:spMkLst>
        </pc:spChg>
        <pc:spChg chg="mod">
          <ac:chgData name="Alessandro Ortis" userId="dcdc90ed-3509-45f7-ac48-ad038638580b" providerId="ADAL" clId="{46AC9B19-E637-4CE9-8C0F-FCA24E4E94C2}" dt="2021-05-04T20:09:44.217" v="843" actId="6549"/>
          <ac:spMkLst>
            <pc:docMk/>
            <pc:sldMk cId="0" sldId="290"/>
            <ac:spMk id="241667" creationId="{A6919D9C-3F2A-4137-9A15-2DE31431B61F}"/>
          </ac:spMkLst>
        </pc:spChg>
      </pc:sldChg>
      <pc:sldChg chg="addSp modSp mod">
        <pc:chgData name="Alessandro Ortis" userId="dcdc90ed-3509-45f7-ac48-ad038638580b" providerId="ADAL" clId="{46AC9B19-E637-4CE9-8C0F-FCA24E4E94C2}" dt="2021-05-03T06:42:01.950" v="595" actId="20577"/>
        <pc:sldMkLst>
          <pc:docMk/>
          <pc:sldMk cId="0" sldId="291"/>
        </pc:sldMkLst>
        <pc:spChg chg="mod">
          <ac:chgData name="Alessandro Ortis" userId="dcdc90ed-3509-45f7-ac48-ad038638580b" providerId="ADAL" clId="{46AC9B19-E637-4CE9-8C0F-FCA24E4E94C2}" dt="2021-05-03T06:42:01.950" v="595" actId="20577"/>
          <ac:spMkLst>
            <pc:docMk/>
            <pc:sldMk cId="0" sldId="291"/>
            <ac:spMk id="243714" creationId="{79129F6E-6F26-4035-AD79-323E5DEA9DEA}"/>
          </ac:spMkLst>
        </pc:spChg>
        <pc:spChg chg="mod">
          <ac:chgData name="Alessandro Ortis" userId="dcdc90ed-3509-45f7-ac48-ad038638580b" providerId="ADAL" clId="{46AC9B19-E637-4CE9-8C0F-FCA24E4E94C2}" dt="2021-05-03T06:41:34.799" v="591" actId="1076"/>
          <ac:spMkLst>
            <pc:docMk/>
            <pc:sldMk cId="0" sldId="291"/>
            <ac:spMk id="243717" creationId="{AD37CCA9-D7AD-4537-B21E-6DC746F651AB}"/>
          </ac:spMkLst>
        </pc:spChg>
        <pc:picChg chg="add mod">
          <ac:chgData name="Alessandro Ortis" userId="dcdc90ed-3509-45f7-ac48-ad038638580b" providerId="ADAL" clId="{46AC9B19-E637-4CE9-8C0F-FCA24E4E94C2}" dt="2021-05-03T06:41:42.109" v="594" actId="1076"/>
          <ac:picMkLst>
            <pc:docMk/>
            <pc:sldMk cId="0" sldId="291"/>
            <ac:picMk id="3" creationId="{F9BF2AB0-36F4-483B-AFD0-1BB65FFBD234}"/>
          </ac:picMkLst>
        </pc:picChg>
        <pc:picChg chg="mod">
          <ac:chgData name="Alessandro Ortis" userId="dcdc90ed-3509-45f7-ac48-ad038638580b" providerId="ADAL" clId="{46AC9B19-E637-4CE9-8C0F-FCA24E4E94C2}" dt="2021-05-03T06:37:58.710" v="583" actId="1076"/>
          <ac:picMkLst>
            <pc:docMk/>
            <pc:sldMk cId="0" sldId="291"/>
            <ac:picMk id="243718" creationId="{3723598A-1CD3-4F3C-932D-D5E3A4B11756}"/>
          </ac:picMkLst>
        </pc:picChg>
      </pc:sldChg>
      <pc:sldChg chg="modSp mod">
        <pc:chgData name="Alessandro Ortis" userId="dcdc90ed-3509-45f7-ac48-ad038638580b" providerId="ADAL" clId="{46AC9B19-E637-4CE9-8C0F-FCA24E4E94C2}" dt="2021-05-04T20:11:48.640" v="869" actId="1076"/>
        <pc:sldMkLst>
          <pc:docMk/>
          <pc:sldMk cId="0" sldId="292"/>
        </pc:sldMkLst>
        <pc:spChg chg="mod">
          <ac:chgData name="Alessandro Ortis" userId="dcdc90ed-3509-45f7-ac48-ad038638580b" providerId="ADAL" clId="{46AC9B19-E637-4CE9-8C0F-FCA24E4E94C2}" dt="2021-05-04T20:11:46.710" v="868" actId="1076"/>
          <ac:spMkLst>
            <pc:docMk/>
            <pc:sldMk cId="0" sldId="292"/>
            <ac:spMk id="245762" creationId="{65F37DEF-8372-4696-B509-AD631A40A711}"/>
          </ac:spMkLst>
        </pc:spChg>
        <pc:spChg chg="mod">
          <ac:chgData name="Alessandro Ortis" userId="dcdc90ed-3509-45f7-ac48-ad038638580b" providerId="ADAL" clId="{46AC9B19-E637-4CE9-8C0F-FCA24E4E94C2}" dt="2021-05-04T20:09:58.518" v="847" actId="2711"/>
          <ac:spMkLst>
            <pc:docMk/>
            <pc:sldMk cId="0" sldId="292"/>
            <ac:spMk id="245763" creationId="{30073AAF-C1E4-4120-B87B-8195D38DA4F7}"/>
          </ac:spMkLst>
        </pc:spChg>
        <pc:picChg chg="mod">
          <ac:chgData name="Alessandro Ortis" userId="dcdc90ed-3509-45f7-ac48-ad038638580b" providerId="ADAL" clId="{46AC9B19-E637-4CE9-8C0F-FCA24E4E94C2}" dt="2021-05-04T20:11:48.640" v="869" actId="1076"/>
          <ac:picMkLst>
            <pc:docMk/>
            <pc:sldMk cId="0" sldId="292"/>
            <ac:picMk id="245764" creationId="{A6E96E07-999A-4F50-8BC9-404B0A574EB5}"/>
          </ac:picMkLst>
        </pc:picChg>
      </pc:sldChg>
      <pc:sldChg chg="modSp mod">
        <pc:chgData name="Alessandro Ortis" userId="dcdc90ed-3509-45f7-ac48-ad038638580b" providerId="ADAL" clId="{46AC9B19-E637-4CE9-8C0F-FCA24E4E94C2}" dt="2021-05-04T20:11:13.902" v="861" actId="20577"/>
        <pc:sldMkLst>
          <pc:docMk/>
          <pc:sldMk cId="0" sldId="293"/>
        </pc:sldMkLst>
        <pc:spChg chg="mod">
          <ac:chgData name="Alessandro Ortis" userId="dcdc90ed-3509-45f7-ac48-ad038638580b" providerId="ADAL" clId="{46AC9B19-E637-4CE9-8C0F-FCA24E4E94C2}" dt="2021-05-04T20:06:07.341" v="821" actId="2711"/>
          <ac:spMkLst>
            <pc:docMk/>
            <pc:sldMk cId="0" sldId="293"/>
            <ac:spMk id="247810" creationId="{D1605415-7C66-4B7C-9EA2-F807363B7E59}"/>
          </ac:spMkLst>
        </pc:spChg>
        <pc:spChg chg="mod">
          <ac:chgData name="Alessandro Ortis" userId="dcdc90ed-3509-45f7-ac48-ad038638580b" providerId="ADAL" clId="{46AC9B19-E637-4CE9-8C0F-FCA24E4E94C2}" dt="2021-05-04T20:11:13.902" v="861" actId="20577"/>
          <ac:spMkLst>
            <pc:docMk/>
            <pc:sldMk cId="0" sldId="293"/>
            <ac:spMk id="247811" creationId="{2A026AEB-F3A3-4C81-A041-3B9BC92C02CE}"/>
          </ac:spMkLst>
        </pc:spChg>
      </pc:sldChg>
      <pc:sldChg chg="modSp mod">
        <pc:chgData name="Alessandro Ortis" userId="dcdc90ed-3509-45f7-ac48-ad038638580b" providerId="ADAL" clId="{46AC9B19-E637-4CE9-8C0F-FCA24E4E94C2}" dt="2021-05-04T20:11:39.717" v="867" actId="20577"/>
        <pc:sldMkLst>
          <pc:docMk/>
          <pc:sldMk cId="0" sldId="294"/>
        </pc:sldMkLst>
        <pc:spChg chg="mod">
          <ac:chgData name="Alessandro Ortis" userId="dcdc90ed-3509-45f7-ac48-ad038638580b" providerId="ADAL" clId="{46AC9B19-E637-4CE9-8C0F-FCA24E4E94C2}" dt="2021-05-04T20:11:28.109" v="864" actId="2711"/>
          <ac:spMkLst>
            <pc:docMk/>
            <pc:sldMk cId="0" sldId="294"/>
            <ac:spMk id="249858" creationId="{A25EC767-8423-4079-B86C-E2263B137037}"/>
          </ac:spMkLst>
        </pc:spChg>
        <pc:spChg chg="mod">
          <ac:chgData name="Alessandro Ortis" userId="dcdc90ed-3509-45f7-ac48-ad038638580b" providerId="ADAL" clId="{46AC9B19-E637-4CE9-8C0F-FCA24E4E94C2}" dt="2021-05-04T20:11:39.717" v="867" actId="20577"/>
          <ac:spMkLst>
            <pc:docMk/>
            <pc:sldMk cId="0" sldId="294"/>
            <ac:spMk id="249859" creationId="{094AAD88-19CB-41D6-BA81-3B8338615FF2}"/>
          </ac:spMkLst>
        </pc:spChg>
      </pc:sldChg>
      <pc:sldChg chg="modSp mod ord">
        <pc:chgData name="Alessandro Ortis" userId="dcdc90ed-3509-45f7-ac48-ad038638580b" providerId="ADAL" clId="{46AC9B19-E637-4CE9-8C0F-FCA24E4E94C2}" dt="2021-05-02T17:04:37.715" v="477" actId="20577"/>
        <pc:sldMkLst>
          <pc:docMk/>
          <pc:sldMk cId="0" sldId="295"/>
        </pc:sldMkLst>
        <pc:spChg chg="mod">
          <ac:chgData name="Alessandro Ortis" userId="dcdc90ed-3509-45f7-ac48-ad038638580b" providerId="ADAL" clId="{46AC9B19-E637-4CE9-8C0F-FCA24E4E94C2}" dt="2021-05-02T17:04:37.715" v="477" actId="20577"/>
          <ac:spMkLst>
            <pc:docMk/>
            <pc:sldMk cId="0" sldId="295"/>
            <ac:spMk id="15362" creationId="{49A840FA-B569-40DA-B1B1-E8504A2F49AA}"/>
          </ac:spMkLst>
        </pc:spChg>
      </pc:sldChg>
      <pc:sldChg chg="del">
        <pc:chgData name="Alessandro Ortis" userId="dcdc90ed-3509-45f7-ac48-ad038638580b" providerId="ADAL" clId="{46AC9B19-E637-4CE9-8C0F-FCA24E4E94C2}" dt="2021-05-02T16:59:09.817" v="0" actId="47"/>
        <pc:sldMkLst>
          <pc:docMk/>
          <pc:sldMk cId="0" sldId="296"/>
        </pc:sldMkLst>
      </pc:sldChg>
      <pc:sldChg chg="modSp mod">
        <pc:chgData name="Alessandro Ortis" userId="dcdc90ed-3509-45f7-ac48-ad038638580b" providerId="ADAL" clId="{46AC9B19-E637-4CE9-8C0F-FCA24E4E94C2}" dt="2021-05-03T16:52:25.998" v="614" actId="20577"/>
        <pc:sldMkLst>
          <pc:docMk/>
          <pc:sldMk cId="0" sldId="297"/>
        </pc:sldMkLst>
        <pc:spChg chg="mod">
          <ac:chgData name="Alessandro Ortis" userId="dcdc90ed-3509-45f7-ac48-ad038638580b" providerId="ADAL" clId="{46AC9B19-E637-4CE9-8C0F-FCA24E4E94C2}" dt="2021-05-03T16:52:25.998" v="614" actId="20577"/>
          <ac:spMkLst>
            <pc:docMk/>
            <pc:sldMk cId="0" sldId="297"/>
            <ac:spMk id="17410" creationId="{E983E3A4-8EE7-490F-BF1E-01990E4082EB}"/>
          </ac:spMkLst>
        </pc:spChg>
      </pc:sldChg>
      <pc:sldChg chg="modSp mod">
        <pc:chgData name="Alessandro Ortis" userId="dcdc90ed-3509-45f7-ac48-ad038638580b" providerId="ADAL" clId="{46AC9B19-E637-4CE9-8C0F-FCA24E4E94C2}" dt="2021-05-03T16:52:33.209" v="615" actId="20577"/>
        <pc:sldMkLst>
          <pc:docMk/>
          <pc:sldMk cId="0" sldId="298"/>
        </pc:sldMkLst>
        <pc:spChg chg="mod">
          <ac:chgData name="Alessandro Ortis" userId="dcdc90ed-3509-45f7-ac48-ad038638580b" providerId="ADAL" clId="{46AC9B19-E637-4CE9-8C0F-FCA24E4E94C2}" dt="2021-05-03T16:52:33.209" v="615" actId="20577"/>
          <ac:spMkLst>
            <pc:docMk/>
            <pc:sldMk cId="0" sldId="298"/>
            <ac:spMk id="18434" creationId="{1C68524A-FCA1-471A-88E7-F0398A7404AB}"/>
          </ac:spMkLst>
        </pc:spChg>
      </pc:sldChg>
      <pc:sldChg chg="modSp">
        <pc:chgData name="Alessandro Ortis" userId="dcdc90ed-3509-45f7-ac48-ad038638580b" providerId="ADAL" clId="{46AC9B19-E637-4CE9-8C0F-FCA24E4E94C2}" dt="2021-05-02T17:05:52.812" v="484" actId="114"/>
        <pc:sldMkLst>
          <pc:docMk/>
          <pc:sldMk cId="0" sldId="299"/>
        </pc:sldMkLst>
        <pc:spChg chg="mod">
          <ac:chgData name="Alessandro Ortis" userId="dcdc90ed-3509-45f7-ac48-ad038638580b" providerId="ADAL" clId="{46AC9B19-E637-4CE9-8C0F-FCA24E4E94C2}" dt="2021-05-02T17:05:52.812" v="484" actId="114"/>
          <ac:spMkLst>
            <pc:docMk/>
            <pc:sldMk cId="0" sldId="299"/>
            <ac:spMk id="3" creationId="{6A52CC4A-8764-4BFE-885F-09F4BB3F8A18}"/>
          </ac:spMkLst>
        </pc:spChg>
      </pc:sldChg>
      <pc:sldChg chg="del">
        <pc:chgData name="Alessandro Ortis" userId="dcdc90ed-3509-45f7-ac48-ad038638580b" providerId="ADAL" clId="{46AC9B19-E637-4CE9-8C0F-FCA24E4E94C2}" dt="2021-05-02T16:59:09.817" v="0" actId="47"/>
        <pc:sldMkLst>
          <pc:docMk/>
          <pc:sldMk cId="0" sldId="306"/>
        </pc:sldMkLst>
      </pc:sldChg>
      <pc:sldChg chg="del">
        <pc:chgData name="Alessandro Ortis" userId="dcdc90ed-3509-45f7-ac48-ad038638580b" providerId="ADAL" clId="{46AC9B19-E637-4CE9-8C0F-FCA24E4E94C2}" dt="2021-05-02T16:59:09.817" v="0" actId="47"/>
        <pc:sldMkLst>
          <pc:docMk/>
          <pc:sldMk cId="0" sldId="307"/>
        </pc:sldMkLst>
      </pc:sldChg>
      <pc:sldChg chg="modSp add mod">
        <pc:chgData name="Alessandro Ortis" userId="dcdc90ed-3509-45f7-ac48-ad038638580b" providerId="ADAL" clId="{46AC9B19-E637-4CE9-8C0F-FCA24E4E94C2}" dt="2021-05-02T17:01:41.003" v="359" actId="20577"/>
        <pc:sldMkLst>
          <pc:docMk/>
          <pc:sldMk cId="983059241" sldId="315"/>
        </pc:sldMkLst>
        <pc:spChg chg="mod">
          <ac:chgData name="Alessandro Ortis" userId="dcdc90ed-3509-45f7-ac48-ad038638580b" providerId="ADAL" clId="{46AC9B19-E637-4CE9-8C0F-FCA24E4E94C2}" dt="2021-05-02T17:00:32.007" v="36" actId="20577"/>
          <ac:spMkLst>
            <pc:docMk/>
            <pc:sldMk cId="983059241" sldId="315"/>
            <ac:spMk id="15361" creationId="{25E62F9C-6F62-4587-8536-A307DD9F124C}"/>
          </ac:spMkLst>
        </pc:spChg>
        <pc:spChg chg="mod">
          <ac:chgData name="Alessandro Ortis" userId="dcdc90ed-3509-45f7-ac48-ad038638580b" providerId="ADAL" clId="{46AC9B19-E637-4CE9-8C0F-FCA24E4E94C2}" dt="2021-05-02T17:01:41.003" v="359" actId="20577"/>
          <ac:spMkLst>
            <pc:docMk/>
            <pc:sldMk cId="983059241" sldId="315"/>
            <ac:spMk id="15362" creationId="{49A840FA-B569-40DA-B1B1-E8504A2F49AA}"/>
          </ac:spMkLst>
        </pc:spChg>
      </pc:sldChg>
      <pc:sldChg chg="del">
        <pc:chgData name="Alessandro Ortis" userId="dcdc90ed-3509-45f7-ac48-ad038638580b" providerId="ADAL" clId="{46AC9B19-E637-4CE9-8C0F-FCA24E4E94C2}" dt="2021-05-02T16:59:09.817" v="0" actId="47"/>
        <pc:sldMkLst>
          <pc:docMk/>
          <pc:sldMk cId="2738048506" sldId="394"/>
        </pc:sldMkLst>
      </pc:sldChg>
      <pc:sldChg chg="del">
        <pc:chgData name="Alessandro Ortis" userId="dcdc90ed-3509-45f7-ac48-ad038638580b" providerId="ADAL" clId="{46AC9B19-E637-4CE9-8C0F-FCA24E4E94C2}" dt="2021-05-02T16:59:09.817" v="0" actId="47"/>
        <pc:sldMkLst>
          <pc:docMk/>
          <pc:sldMk cId="2924977588" sldId="395"/>
        </pc:sldMkLst>
      </pc:sldChg>
      <pc:sldChg chg="del">
        <pc:chgData name="Alessandro Ortis" userId="dcdc90ed-3509-45f7-ac48-ad038638580b" providerId="ADAL" clId="{46AC9B19-E637-4CE9-8C0F-FCA24E4E94C2}" dt="2021-05-02T16:59:09.817" v="0" actId="47"/>
        <pc:sldMkLst>
          <pc:docMk/>
          <pc:sldMk cId="683425995" sldId="397"/>
        </pc:sldMkLst>
      </pc:sldChg>
      <pc:sldChg chg="del">
        <pc:chgData name="Alessandro Ortis" userId="dcdc90ed-3509-45f7-ac48-ad038638580b" providerId="ADAL" clId="{46AC9B19-E637-4CE9-8C0F-FCA24E4E94C2}" dt="2021-05-02T16:59:09.817" v="0" actId="47"/>
        <pc:sldMkLst>
          <pc:docMk/>
          <pc:sldMk cId="2198339724" sldId="398"/>
        </pc:sldMkLst>
      </pc:sldChg>
      <pc:sldChg chg="del">
        <pc:chgData name="Alessandro Ortis" userId="dcdc90ed-3509-45f7-ac48-ad038638580b" providerId="ADAL" clId="{46AC9B19-E637-4CE9-8C0F-FCA24E4E94C2}" dt="2021-05-02T16:59:09.817" v="0" actId="47"/>
        <pc:sldMkLst>
          <pc:docMk/>
          <pc:sldMk cId="333178415" sldId="399"/>
        </pc:sldMkLst>
      </pc:sldChg>
      <pc:sldChg chg="del">
        <pc:chgData name="Alessandro Ortis" userId="dcdc90ed-3509-45f7-ac48-ad038638580b" providerId="ADAL" clId="{46AC9B19-E637-4CE9-8C0F-FCA24E4E94C2}" dt="2021-05-02T16:59:09.817" v="0" actId="47"/>
        <pc:sldMkLst>
          <pc:docMk/>
          <pc:sldMk cId="3447516178" sldId="400"/>
        </pc:sldMkLst>
      </pc:sldChg>
      <pc:sldChg chg="del">
        <pc:chgData name="Alessandro Ortis" userId="dcdc90ed-3509-45f7-ac48-ad038638580b" providerId="ADAL" clId="{46AC9B19-E637-4CE9-8C0F-FCA24E4E94C2}" dt="2021-05-02T16:59:09.817" v="0" actId="47"/>
        <pc:sldMkLst>
          <pc:docMk/>
          <pc:sldMk cId="156078651" sldId="401"/>
        </pc:sldMkLst>
      </pc:sldChg>
      <pc:sldChg chg="del">
        <pc:chgData name="Alessandro Ortis" userId="dcdc90ed-3509-45f7-ac48-ad038638580b" providerId="ADAL" clId="{46AC9B19-E637-4CE9-8C0F-FCA24E4E94C2}" dt="2021-05-02T16:59:09.817" v="0" actId="47"/>
        <pc:sldMkLst>
          <pc:docMk/>
          <pc:sldMk cId="2332336335" sldId="403"/>
        </pc:sldMkLst>
      </pc:sldChg>
      <pc:sldChg chg="del">
        <pc:chgData name="Alessandro Ortis" userId="dcdc90ed-3509-45f7-ac48-ad038638580b" providerId="ADAL" clId="{46AC9B19-E637-4CE9-8C0F-FCA24E4E94C2}" dt="2021-05-02T16:59:09.817" v="0" actId="47"/>
        <pc:sldMkLst>
          <pc:docMk/>
          <pc:sldMk cId="1263704071" sldId="404"/>
        </pc:sldMkLst>
      </pc:sldChg>
      <pc:sldChg chg="del">
        <pc:chgData name="Alessandro Ortis" userId="dcdc90ed-3509-45f7-ac48-ad038638580b" providerId="ADAL" clId="{46AC9B19-E637-4CE9-8C0F-FCA24E4E94C2}" dt="2021-05-02T16:59:09.817" v="0" actId="47"/>
        <pc:sldMkLst>
          <pc:docMk/>
          <pc:sldMk cId="1144034358" sldId="405"/>
        </pc:sldMkLst>
      </pc:sldChg>
      <pc:sldChg chg="del">
        <pc:chgData name="Alessandro Ortis" userId="dcdc90ed-3509-45f7-ac48-ad038638580b" providerId="ADAL" clId="{46AC9B19-E637-4CE9-8C0F-FCA24E4E94C2}" dt="2021-05-02T16:59:09.817" v="0" actId="47"/>
        <pc:sldMkLst>
          <pc:docMk/>
          <pc:sldMk cId="4212648780" sldId="406"/>
        </pc:sldMkLst>
      </pc:sldChg>
      <pc:sldChg chg="del">
        <pc:chgData name="Alessandro Ortis" userId="dcdc90ed-3509-45f7-ac48-ad038638580b" providerId="ADAL" clId="{46AC9B19-E637-4CE9-8C0F-FCA24E4E94C2}" dt="2021-05-02T16:59:09.817" v="0" actId="47"/>
        <pc:sldMkLst>
          <pc:docMk/>
          <pc:sldMk cId="1977699529" sldId="407"/>
        </pc:sldMkLst>
      </pc:sldChg>
      <pc:sldChg chg="del">
        <pc:chgData name="Alessandro Ortis" userId="dcdc90ed-3509-45f7-ac48-ad038638580b" providerId="ADAL" clId="{46AC9B19-E637-4CE9-8C0F-FCA24E4E94C2}" dt="2021-05-02T16:59:09.817" v="0" actId="47"/>
        <pc:sldMkLst>
          <pc:docMk/>
          <pc:sldMk cId="3928784828" sldId="408"/>
        </pc:sldMkLst>
      </pc:sldChg>
      <pc:sldChg chg="del">
        <pc:chgData name="Alessandro Ortis" userId="dcdc90ed-3509-45f7-ac48-ad038638580b" providerId="ADAL" clId="{46AC9B19-E637-4CE9-8C0F-FCA24E4E94C2}" dt="2021-05-02T16:59:09.817" v="0" actId="47"/>
        <pc:sldMkLst>
          <pc:docMk/>
          <pc:sldMk cId="3546405701" sldId="409"/>
        </pc:sldMkLst>
      </pc:sldChg>
      <pc:sldChg chg="del">
        <pc:chgData name="Alessandro Ortis" userId="dcdc90ed-3509-45f7-ac48-ad038638580b" providerId="ADAL" clId="{46AC9B19-E637-4CE9-8C0F-FCA24E4E94C2}" dt="2021-05-02T16:59:09.817" v="0" actId="47"/>
        <pc:sldMkLst>
          <pc:docMk/>
          <pc:sldMk cId="1715010115" sldId="410"/>
        </pc:sldMkLst>
      </pc:sldChg>
      <pc:sldChg chg="del">
        <pc:chgData name="Alessandro Ortis" userId="dcdc90ed-3509-45f7-ac48-ad038638580b" providerId="ADAL" clId="{46AC9B19-E637-4CE9-8C0F-FCA24E4E94C2}" dt="2021-05-02T16:59:09.817" v="0" actId="47"/>
        <pc:sldMkLst>
          <pc:docMk/>
          <pc:sldMk cId="644021039" sldId="411"/>
        </pc:sldMkLst>
      </pc:sldChg>
      <pc:sldChg chg="del">
        <pc:chgData name="Alessandro Ortis" userId="dcdc90ed-3509-45f7-ac48-ad038638580b" providerId="ADAL" clId="{46AC9B19-E637-4CE9-8C0F-FCA24E4E94C2}" dt="2021-05-02T16:59:09.817" v="0" actId="47"/>
        <pc:sldMkLst>
          <pc:docMk/>
          <pc:sldMk cId="3670246005" sldId="412"/>
        </pc:sldMkLst>
      </pc:sldChg>
      <pc:sldChg chg="del">
        <pc:chgData name="Alessandro Ortis" userId="dcdc90ed-3509-45f7-ac48-ad038638580b" providerId="ADAL" clId="{46AC9B19-E637-4CE9-8C0F-FCA24E4E94C2}" dt="2021-05-02T16:59:09.817" v="0" actId="47"/>
        <pc:sldMkLst>
          <pc:docMk/>
          <pc:sldMk cId="2458999474" sldId="413"/>
        </pc:sldMkLst>
      </pc:sldChg>
      <pc:sldChg chg="del">
        <pc:chgData name="Alessandro Ortis" userId="dcdc90ed-3509-45f7-ac48-ad038638580b" providerId="ADAL" clId="{46AC9B19-E637-4CE9-8C0F-FCA24E4E94C2}" dt="2021-05-02T16:59:09.817" v="0" actId="47"/>
        <pc:sldMkLst>
          <pc:docMk/>
          <pc:sldMk cId="1297251117" sldId="414"/>
        </pc:sldMkLst>
      </pc:sldChg>
      <pc:sldChg chg="del">
        <pc:chgData name="Alessandro Ortis" userId="dcdc90ed-3509-45f7-ac48-ad038638580b" providerId="ADAL" clId="{46AC9B19-E637-4CE9-8C0F-FCA24E4E94C2}" dt="2021-05-02T16:59:09.817" v="0" actId="47"/>
        <pc:sldMkLst>
          <pc:docMk/>
          <pc:sldMk cId="3686207558" sldId="415"/>
        </pc:sldMkLst>
      </pc:sldChg>
      <pc:sldChg chg="del">
        <pc:chgData name="Alessandro Ortis" userId="dcdc90ed-3509-45f7-ac48-ad038638580b" providerId="ADAL" clId="{46AC9B19-E637-4CE9-8C0F-FCA24E4E94C2}" dt="2021-05-02T16:59:09.817" v="0" actId="47"/>
        <pc:sldMkLst>
          <pc:docMk/>
          <pc:sldMk cId="479589270" sldId="416"/>
        </pc:sldMkLst>
      </pc:sldChg>
      <pc:sldChg chg="del">
        <pc:chgData name="Alessandro Ortis" userId="dcdc90ed-3509-45f7-ac48-ad038638580b" providerId="ADAL" clId="{46AC9B19-E637-4CE9-8C0F-FCA24E4E94C2}" dt="2021-05-02T16:59:09.817" v="0" actId="47"/>
        <pc:sldMkLst>
          <pc:docMk/>
          <pc:sldMk cId="2402355522" sldId="417"/>
        </pc:sldMkLst>
      </pc:sldChg>
      <pc:sldChg chg="del">
        <pc:chgData name="Alessandro Ortis" userId="dcdc90ed-3509-45f7-ac48-ad038638580b" providerId="ADAL" clId="{46AC9B19-E637-4CE9-8C0F-FCA24E4E94C2}" dt="2021-05-02T16:59:09.817" v="0" actId="47"/>
        <pc:sldMkLst>
          <pc:docMk/>
          <pc:sldMk cId="1092163208" sldId="418"/>
        </pc:sldMkLst>
      </pc:sldChg>
      <pc:sldChg chg="del">
        <pc:chgData name="Alessandro Ortis" userId="dcdc90ed-3509-45f7-ac48-ad038638580b" providerId="ADAL" clId="{46AC9B19-E637-4CE9-8C0F-FCA24E4E94C2}" dt="2021-05-02T16:59:09.817" v="0" actId="47"/>
        <pc:sldMkLst>
          <pc:docMk/>
          <pc:sldMk cId="403641477" sldId="419"/>
        </pc:sldMkLst>
      </pc:sldChg>
      <pc:sldChg chg="del">
        <pc:chgData name="Alessandro Ortis" userId="dcdc90ed-3509-45f7-ac48-ad038638580b" providerId="ADAL" clId="{46AC9B19-E637-4CE9-8C0F-FCA24E4E94C2}" dt="2021-05-02T16:59:09.817" v="0" actId="47"/>
        <pc:sldMkLst>
          <pc:docMk/>
          <pc:sldMk cId="798376485" sldId="420"/>
        </pc:sldMkLst>
      </pc:sldChg>
      <pc:sldChg chg="del">
        <pc:chgData name="Alessandro Ortis" userId="dcdc90ed-3509-45f7-ac48-ad038638580b" providerId="ADAL" clId="{46AC9B19-E637-4CE9-8C0F-FCA24E4E94C2}" dt="2021-05-02T16:59:09.817" v="0" actId="47"/>
        <pc:sldMkLst>
          <pc:docMk/>
          <pc:sldMk cId="1957110679" sldId="421"/>
        </pc:sldMkLst>
      </pc:sldChg>
      <pc:sldChg chg="del">
        <pc:chgData name="Alessandro Ortis" userId="dcdc90ed-3509-45f7-ac48-ad038638580b" providerId="ADAL" clId="{46AC9B19-E637-4CE9-8C0F-FCA24E4E94C2}" dt="2021-05-02T16:59:09.817" v="0" actId="47"/>
        <pc:sldMkLst>
          <pc:docMk/>
          <pc:sldMk cId="3625126898" sldId="422"/>
        </pc:sldMkLst>
      </pc:sldChg>
      <pc:sldChg chg="del">
        <pc:chgData name="Alessandro Ortis" userId="dcdc90ed-3509-45f7-ac48-ad038638580b" providerId="ADAL" clId="{46AC9B19-E637-4CE9-8C0F-FCA24E4E94C2}" dt="2021-05-02T16:59:09.817" v="0" actId="47"/>
        <pc:sldMkLst>
          <pc:docMk/>
          <pc:sldMk cId="1256816092" sldId="423"/>
        </pc:sldMkLst>
      </pc:sldChg>
      <pc:sldChg chg="del">
        <pc:chgData name="Alessandro Ortis" userId="dcdc90ed-3509-45f7-ac48-ad038638580b" providerId="ADAL" clId="{46AC9B19-E637-4CE9-8C0F-FCA24E4E94C2}" dt="2021-05-02T16:59:09.817" v="0" actId="47"/>
        <pc:sldMkLst>
          <pc:docMk/>
          <pc:sldMk cId="166479949" sldId="424"/>
        </pc:sldMkLst>
      </pc:sldChg>
      <pc:sldChg chg="del">
        <pc:chgData name="Alessandro Ortis" userId="dcdc90ed-3509-45f7-ac48-ad038638580b" providerId="ADAL" clId="{46AC9B19-E637-4CE9-8C0F-FCA24E4E94C2}" dt="2021-05-02T16:59:09.817" v="0" actId="47"/>
        <pc:sldMkLst>
          <pc:docMk/>
          <pc:sldMk cId="82593182" sldId="425"/>
        </pc:sldMkLst>
      </pc:sldChg>
      <pc:sldChg chg="del">
        <pc:chgData name="Alessandro Ortis" userId="dcdc90ed-3509-45f7-ac48-ad038638580b" providerId="ADAL" clId="{46AC9B19-E637-4CE9-8C0F-FCA24E4E94C2}" dt="2021-05-02T16:59:09.817" v="0" actId="47"/>
        <pc:sldMkLst>
          <pc:docMk/>
          <pc:sldMk cId="1778699822" sldId="426"/>
        </pc:sldMkLst>
      </pc:sldChg>
      <pc:sldChg chg="del">
        <pc:chgData name="Alessandro Ortis" userId="dcdc90ed-3509-45f7-ac48-ad038638580b" providerId="ADAL" clId="{46AC9B19-E637-4CE9-8C0F-FCA24E4E94C2}" dt="2021-05-02T16:59:09.817" v="0" actId="47"/>
        <pc:sldMkLst>
          <pc:docMk/>
          <pc:sldMk cId="1582764481" sldId="427"/>
        </pc:sldMkLst>
      </pc:sldChg>
      <pc:sldChg chg="del">
        <pc:chgData name="Alessandro Ortis" userId="dcdc90ed-3509-45f7-ac48-ad038638580b" providerId="ADAL" clId="{46AC9B19-E637-4CE9-8C0F-FCA24E4E94C2}" dt="2021-05-02T16:59:09.817" v="0" actId="47"/>
        <pc:sldMkLst>
          <pc:docMk/>
          <pc:sldMk cId="104044634" sldId="428"/>
        </pc:sldMkLst>
      </pc:sldChg>
      <pc:sldChg chg="del">
        <pc:chgData name="Alessandro Ortis" userId="dcdc90ed-3509-45f7-ac48-ad038638580b" providerId="ADAL" clId="{46AC9B19-E637-4CE9-8C0F-FCA24E4E94C2}" dt="2021-05-02T16:59:09.817" v="0" actId="47"/>
        <pc:sldMkLst>
          <pc:docMk/>
          <pc:sldMk cId="1392611129" sldId="429"/>
        </pc:sldMkLst>
      </pc:sldChg>
    </pc:docChg>
  </pc:docChgLst>
  <pc:docChgLst>
    <pc:chgData name="Alessandro Ortis" userId="dcdc90ed-3509-45f7-ac48-ad038638580b" providerId="ADAL" clId="{032FA9F0-78CF-4EA6-B060-83ADD5E8F99B}"/>
    <pc:docChg chg="undo custSel addSld modSld">
      <pc:chgData name="Alessandro Ortis" userId="dcdc90ed-3509-45f7-ac48-ad038638580b" providerId="ADAL" clId="{032FA9F0-78CF-4EA6-B060-83ADD5E8F99B}" dt="2022-05-15T08:40:34.514" v="126" actId="20577"/>
      <pc:docMkLst>
        <pc:docMk/>
      </pc:docMkLst>
      <pc:sldChg chg="modSp mod">
        <pc:chgData name="Alessandro Ortis" userId="dcdc90ed-3509-45f7-ac48-ad038638580b" providerId="ADAL" clId="{032FA9F0-78CF-4EA6-B060-83ADD5E8F99B}" dt="2022-05-15T08:40:34.514" v="126" actId="20577"/>
        <pc:sldMkLst>
          <pc:docMk/>
          <pc:sldMk cId="14626358" sldId="316"/>
        </pc:sldMkLst>
        <pc:spChg chg="mod">
          <ac:chgData name="Alessandro Ortis" userId="dcdc90ed-3509-45f7-ac48-ad038638580b" providerId="ADAL" clId="{032FA9F0-78CF-4EA6-B060-83ADD5E8F99B}" dt="2022-05-15T08:40:34.514" v="126" actId="20577"/>
          <ac:spMkLst>
            <pc:docMk/>
            <pc:sldMk cId="14626358" sldId="316"/>
            <ac:spMk id="3" creationId="{B1F9A03C-2D10-D1A3-BE89-60DCA9BA0B41}"/>
          </ac:spMkLst>
        </pc:spChg>
      </pc:sldChg>
      <pc:sldChg chg="addSp modSp add mod">
        <pc:chgData name="Alessandro Ortis" userId="dcdc90ed-3509-45f7-ac48-ad038638580b" providerId="ADAL" clId="{032FA9F0-78CF-4EA6-B060-83ADD5E8F99B}" dt="2022-05-15T08:40:09.855" v="48" actId="1076"/>
        <pc:sldMkLst>
          <pc:docMk/>
          <pc:sldMk cId="3433376200" sldId="318"/>
        </pc:sldMkLst>
        <pc:spChg chg="mod">
          <ac:chgData name="Alessandro Ortis" userId="dcdc90ed-3509-45f7-ac48-ad038638580b" providerId="ADAL" clId="{032FA9F0-78CF-4EA6-B060-83ADD5E8F99B}" dt="2022-05-15T08:39:20.393" v="35" actId="20577"/>
          <ac:spMkLst>
            <pc:docMk/>
            <pc:sldMk cId="3433376200" sldId="318"/>
            <ac:spMk id="249858" creationId="{A25EC767-8423-4079-B86C-E2263B137037}"/>
          </ac:spMkLst>
        </pc:spChg>
        <pc:spChg chg="mod">
          <ac:chgData name="Alessandro Ortis" userId="dcdc90ed-3509-45f7-ac48-ad038638580b" providerId="ADAL" clId="{032FA9F0-78CF-4EA6-B060-83ADD5E8F99B}" dt="2022-05-15T08:39:46.145" v="42" actId="20577"/>
          <ac:spMkLst>
            <pc:docMk/>
            <pc:sldMk cId="3433376200" sldId="318"/>
            <ac:spMk id="249859" creationId="{094AAD88-19CB-41D6-BA81-3B8338615FF2}"/>
          </ac:spMkLst>
        </pc:spChg>
        <pc:picChg chg="add mod">
          <ac:chgData name="Alessandro Ortis" userId="dcdc90ed-3509-45f7-ac48-ad038638580b" providerId="ADAL" clId="{032FA9F0-78CF-4EA6-B060-83ADD5E8F99B}" dt="2022-05-15T08:40:08.271" v="47" actId="1076"/>
          <ac:picMkLst>
            <pc:docMk/>
            <pc:sldMk cId="3433376200" sldId="318"/>
            <ac:picMk id="1026" creationId="{2A9726C1-192E-74D5-252F-6A53B9257065}"/>
          </ac:picMkLst>
        </pc:picChg>
        <pc:picChg chg="add mod">
          <ac:chgData name="Alessandro Ortis" userId="dcdc90ed-3509-45f7-ac48-ad038638580b" providerId="ADAL" clId="{032FA9F0-78CF-4EA6-B060-83ADD5E8F99B}" dt="2022-05-15T08:40:09.855" v="48" actId="1076"/>
          <ac:picMkLst>
            <pc:docMk/>
            <pc:sldMk cId="3433376200" sldId="318"/>
            <ac:picMk id="1028" creationId="{27FF63DF-E656-AB82-3DB7-0192E84897EE}"/>
          </ac:picMkLst>
        </pc:picChg>
      </pc:sldChg>
    </pc:docChg>
  </pc:docChgLst>
  <pc:docChgLst>
    <pc:chgData name="Alessandro Ortis" userId="dcdc90ed-3509-45f7-ac48-ad038638580b" providerId="ADAL" clId="{5993339B-B066-4C9F-9B1D-1DD6C667FB81}"/>
    <pc:docChg chg="undo custSel addSld delSld modSld">
      <pc:chgData name="Alessandro Ortis" userId="dcdc90ed-3509-45f7-ac48-ad038638580b" providerId="ADAL" clId="{5993339B-B066-4C9F-9B1D-1DD6C667FB81}" dt="2022-05-11T08:26:16.126" v="1035" actId="2696"/>
      <pc:docMkLst>
        <pc:docMk/>
      </pc:docMkLst>
      <pc:sldChg chg="add del">
        <pc:chgData name="Alessandro Ortis" userId="dcdc90ed-3509-45f7-ac48-ad038638580b" providerId="ADAL" clId="{5993339B-B066-4C9F-9B1D-1DD6C667FB81}" dt="2022-05-11T08:26:16.126" v="1035" actId="2696"/>
        <pc:sldMkLst>
          <pc:docMk/>
          <pc:sldMk cId="0" sldId="256"/>
        </pc:sldMkLst>
      </pc:sldChg>
      <pc:sldChg chg="add del">
        <pc:chgData name="Alessandro Ortis" userId="dcdc90ed-3509-45f7-ac48-ad038638580b" providerId="ADAL" clId="{5993339B-B066-4C9F-9B1D-1DD6C667FB81}" dt="2022-05-11T08:26:16.126" v="1035" actId="2696"/>
        <pc:sldMkLst>
          <pc:docMk/>
          <pc:sldMk cId="0" sldId="280"/>
        </pc:sldMkLst>
      </pc:sldChg>
      <pc:sldChg chg="add del">
        <pc:chgData name="Alessandro Ortis" userId="dcdc90ed-3509-45f7-ac48-ad038638580b" providerId="ADAL" clId="{5993339B-B066-4C9F-9B1D-1DD6C667FB81}" dt="2022-05-11T08:26:16.126" v="1035" actId="2696"/>
        <pc:sldMkLst>
          <pc:docMk/>
          <pc:sldMk cId="0" sldId="281"/>
        </pc:sldMkLst>
      </pc:sldChg>
      <pc:sldChg chg="add del">
        <pc:chgData name="Alessandro Ortis" userId="dcdc90ed-3509-45f7-ac48-ad038638580b" providerId="ADAL" clId="{5993339B-B066-4C9F-9B1D-1DD6C667FB81}" dt="2022-05-11T08:26:16.126" v="1035" actId="2696"/>
        <pc:sldMkLst>
          <pc:docMk/>
          <pc:sldMk cId="0" sldId="282"/>
        </pc:sldMkLst>
      </pc:sldChg>
      <pc:sldChg chg="add del">
        <pc:chgData name="Alessandro Ortis" userId="dcdc90ed-3509-45f7-ac48-ad038638580b" providerId="ADAL" clId="{5993339B-B066-4C9F-9B1D-1DD6C667FB81}" dt="2022-05-11T08:26:16.126" v="1035" actId="2696"/>
        <pc:sldMkLst>
          <pc:docMk/>
          <pc:sldMk cId="0" sldId="283"/>
        </pc:sldMkLst>
      </pc:sldChg>
      <pc:sldChg chg="add del">
        <pc:chgData name="Alessandro Ortis" userId="dcdc90ed-3509-45f7-ac48-ad038638580b" providerId="ADAL" clId="{5993339B-B066-4C9F-9B1D-1DD6C667FB81}" dt="2022-05-11T08:26:16.126" v="1035" actId="2696"/>
        <pc:sldMkLst>
          <pc:docMk/>
          <pc:sldMk cId="0" sldId="284"/>
        </pc:sldMkLst>
      </pc:sldChg>
      <pc:sldChg chg="add del">
        <pc:chgData name="Alessandro Ortis" userId="dcdc90ed-3509-45f7-ac48-ad038638580b" providerId="ADAL" clId="{5993339B-B066-4C9F-9B1D-1DD6C667FB81}" dt="2022-05-11T08:26:16.126" v="1035" actId="2696"/>
        <pc:sldMkLst>
          <pc:docMk/>
          <pc:sldMk cId="0" sldId="285"/>
        </pc:sldMkLst>
      </pc:sldChg>
      <pc:sldChg chg="modSp add del mod">
        <pc:chgData name="Alessandro Ortis" userId="dcdc90ed-3509-45f7-ac48-ad038638580b" providerId="ADAL" clId="{5993339B-B066-4C9F-9B1D-1DD6C667FB81}" dt="2022-05-11T08:26:16.126" v="1035" actId="2696"/>
        <pc:sldMkLst>
          <pc:docMk/>
          <pc:sldMk cId="0" sldId="286"/>
        </pc:sldMkLst>
        <pc:spChg chg="mod">
          <ac:chgData name="Alessandro Ortis" userId="dcdc90ed-3509-45f7-ac48-ad038638580b" providerId="ADAL" clId="{5993339B-B066-4C9F-9B1D-1DD6C667FB81}" dt="2022-05-09T07:39:25.777" v="57" actId="20577"/>
          <ac:spMkLst>
            <pc:docMk/>
            <pc:sldMk cId="0" sldId="286"/>
            <ac:spMk id="233475" creationId="{637D734F-A863-4700-B86D-6EBD40FD5D9E}"/>
          </ac:spMkLst>
        </pc:spChg>
      </pc:sldChg>
      <pc:sldChg chg="add del">
        <pc:chgData name="Alessandro Ortis" userId="dcdc90ed-3509-45f7-ac48-ad038638580b" providerId="ADAL" clId="{5993339B-B066-4C9F-9B1D-1DD6C667FB81}" dt="2022-05-11T08:26:16.126" v="1035" actId="2696"/>
        <pc:sldMkLst>
          <pc:docMk/>
          <pc:sldMk cId="0" sldId="287"/>
        </pc:sldMkLst>
      </pc:sldChg>
      <pc:sldChg chg="add del">
        <pc:chgData name="Alessandro Ortis" userId="dcdc90ed-3509-45f7-ac48-ad038638580b" providerId="ADAL" clId="{5993339B-B066-4C9F-9B1D-1DD6C667FB81}" dt="2022-05-11T08:26:16.126" v="1035" actId="2696"/>
        <pc:sldMkLst>
          <pc:docMk/>
          <pc:sldMk cId="0" sldId="289"/>
        </pc:sldMkLst>
      </pc:sldChg>
      <pc:sldChg chg="add del">
        <pc:chgData name="Alessandro Ortis" userId="dcdc90ed-3509-45f7-ac48-ad038638580b" providerId="ADAL" clId="{5993339B-B066-4C9F-9B1D-1DD6C667FB81}" dt="2022-05-11T08:26:16.126" v="1035" actId="2696"/>
        <pc:sldMkLst>
          <pc:docMk/>
          <pc:sldMk cId="0" sldId="290"/>
        </pc:sldMkLst>
      </pc:sldChg>
      <pc:sldChg chg="add del">
        <pc:chgData name="Alessandro Ortis" userId="dcdc90ed-3509-45f7-ac48-ad038638580b" providerId="ADAL" clId="{5993339B-B066-4C9F-9B1D-1DD6C667FB81}" dt="2022-05-11T08:26:16.126" v="1035" actId="2696"/>
        <pc:sldMkLst>
          <pc:docMk/>
          <pc:sldMk cId="0" sldId="291"/>
        </pc:sldMkLst>
      </pc:sldChg>
      <pc:sldChg chg="add del">
        <pc:chgData name="Alessandro Ortis" userId="dcdc90ed-3509-45f7-ac48-ad038638580b" providerId="ADAL" clId="{5993339B-B066-4C9F-9B1D-1DD6C667FB81}" dt="2022-05-11T08:26:16.126" v="1035" actId="2696"/>
        <pc:sldMkLst>
          <pc:docMk/>
          <pc:sldMk cId="0" sldId="292"/>
        </pc:sldMkLst>
      </pc:sldChg>
      <pc:sldChg chg="add del">
        <pc:chgData name="Alessandro Ortis" userId="dcdc90ed-3509-45f7-ac48-ad038638580b" providerId="ADAL" clId="{5993339B-B066-4C9F-9B1D-1DD6C667FB81}" dt="2022-05-11T08:26:16.126" v="1035" actId="2696"/>
        <pc:sldMkLst>
          <pc:docMk/>
          <pc:sldMk cId="0" sldId="293"/>
        </pc:sldMkLst>
      </pc:sldChg>
      <pc:sldChg chg="add del">
        <pc:chgData name="Alessandro Ortis" userId="dcdc90ed-3509-45f7-ac48-ad038638580b" providerId="ADAL" clId="{5993339B-B066-4C9F-9B1D-1DD6C667FB81}" dt="2022-05-11T08:26:16.126" v="1035" actId="2696"/>
        <pc:sldMkLst>
          <pc:docMk/>
          <pc:sldMk cId="0" sldId="294"/>
        </pc:sldMkLst>
      </pc:sldChg>
      <pc:sldChg chg="add del">
        <pc:chgData name="Alessandro Ortis" userId="dcdc90ed-3509-45f7-ac48-ad038638580b" providerId="ADAL" clId="{5993339B-B066-4C9F-9B1D-1DD6C667FB81}" dt="2022-05-11T08:26:16.126" v="1035" actId="2696"/>
        <pc:sldMkLst>
          <pc:docMk/>
          <pc:sldMk cId="0" sldId="295"/>
        </pc:sldMkLst>
      </pc:sldChg>
      <pc:sldChg chg="add del">
        <pc:chgData name="Alessandro Ortis" userId="dcdc90ed-3509-45f7-ac48-ad038638580b" providerId="ADAL" clId="{5993339B-B066-4C9F-9B1D-1DD6C667FB81}" dt="2022-05-11T08:26:16.126" v="1035" actId="2696"/>
        <pc:sldMkLst>
          <pc:docMk/>
          <pc:sldMk cId="0" sldId="296"/>
        </pc:sldMkLst>
      </pc:sldChg>
      <pc:sldChg chg="add del">
        <pc:chgData name="Alessandro Ortis" userId="dcdc90ed-3509-45f7-ac48-ad038638580b" providerId="ADAL" clId="{5993339B-B066-4C9F-9B1D-1DD6C667FB81}" dt="2022-05-11T08:26:16.126" v="1035" actId="2696"/>
        <pc:sldMkLst>
          <pc:docMk/>
          <pc:sldMk cId="0" sldId="297"/>
        </pc:sldMkLst>
      </pc:sldChg>
      <pc:sldChg chg="add del">
        <pc:chgData name="Alessandro Ortis" userId="dcdc90ed-3509-45f7-ac48-ad038638580b" providerId="ADAL" clId="{5993339B-B066-4C9F-9B1D-1DD6C667FB81}" dt="2022-05-11T08:26:16.126" v="1035" actId="2696"/>
        <pc:sldMkLst>
          <pc:docMk/>
          <pc:sldMk cId="0" sldId="298"/>
        </pc:sldMkLst>
      </pc:sldChg>
      <pc:sldChg chg="add del">
        <pc:chgData name="Alessandro Ortis" userId="dcdc90ed-3509-45f7-ac48-ad038638580b" providerId="ADAL" clId="{5993339B-B066-4C9F-9B1D-1DD6C667FB81}" dt="2022-05-11T08:26:16.126" v="1035" actId="2696"/>
        <pc:sldMkLst>
          <pc:docMk/>
          <pc:sldMk cId="0" sldId="299"/>
        </pc:sldMkLst>
      </pc:sldChg>
      <pc:sldChg chg="add del">
        <pc:chgData name="Alessandro Ortis" userId="dcdc90ed-3509-45f7-ac48-ad038638580b" providerId="ADAL" clId="{5993339B-B066-4C9F-9B1D-1DD6C667FB81}" dt="2022-05-11T08:26:16.126" v="1035" actId="2696"/>
        <pc:sldMkLst>
          <pc:docMk/>
          <pc:sldMk cId="0" sldId="314"/>
        </pc:sldMkLst>
      </pc:sldChg>
      <pc:sldChg chg="add del">
        <pc:chgData name="Alessandro Ortis" userId="dcdc90ed-3509-45f7-ac48-ad038638580b" providerId="ADAL" clId="{5993339B-B066-4C9F-9B1D-1DD6C667FB81}" dt="2022-05-11T08:26:16.126" v="1035" actId="2696"/>
        <pc:sldMkLst>
          <pc:docMk/>
          <pc:sldMk cId="983059241" sldId="315"/>
        </pc:sldMkLst>
      </pc:sldChg>
      <pc:sldChg chg="modSp new mod">
        <pc:chgData name="Alessandro Ortis" userId="dcdc90ed-3509-45f7-ac48-ad038638580b" providerId="ADAL" clId="{5993339B-B066-4C9F-9B1D-1DD6C667FB81}" dt="2022-05-11T08:25:53.644" v="1033" actId="20577"/>
        <pc:sldMkLst>
          <pc:docMk/>
          <pc:sldMk cId="14626358" sldId="316"/>
        </pc:sldMkLst>
        <pc:spChg chg="mod">
          <ac:chgData name="Alessandro Ortis" userId="dcdc90ed-3509-45f7-ac48-ad038638580b" providerId="ADAL" clId="{5993339B-B066-4C9F-9B1D-1DD6C667FB81}" dt="2022-05-11T06:18:40.069" v="66" actId="20577"/>
          <ac:spMkLst>
            <pc:docMk/>
            <pc:sldMk cId="14626358" sldId="316"/>
            <ac:spMk id="2" creationId="{CF304E86-F2DA-4011-F388-A8A9A0DE6DFB}"/>
          </ac:spMkLst>
        </pc:spChg>
        <pc:spChg chg="mod">
          <ac:chgData name="Alessandro Ortis" userId="dcdc90ed-3509-45f7-ac48-ad038638580b" providerId="ADAL" clId="{5993339B-B066-4C9F-9B1D-1DD6C667FB81}" dt="2022-05-11T08:25:53.644" v="1033" actId="20577"/>
          <ac:spMkLst>
            <pc:docMk/>
            <pc:sldMk cId="14626358" sldId="316"/>
            <ac:spMk id="3" creationId="{B1F9A03C-2D10-D1A3-BE89-60DCA9BA0B41}"/>
          </ac:spMkLst>
        </pc:spChg>
      </pc:sldChg>
      <pc:sldChg chg="modSp add mod">
        <pc:chgData name="Alessandro Ortis" userId="dcdc90ed-3509-45f7-ac48-ad038638580b" providerId="ADAL" clId="{5993339B-B066-4C9F-9B1D-1DD6C667FB81}" dt="2022-05-11T06:24:22.696" v="1028" actId="20577"/>
        <pc:sldMkLst>
          <pc:docMk/>
          <pc:sldMk cId="3009786371" sldId="317"/>
        </pc:sldMkLst>
        <pc:spChg chg="mod">
          <ac:chgData name="Alessandro Ortis" userId="dcdc90ed-3509-45f7-ac48-ad038638580b" providerId="ADAL" clId="{5993339B-B066-4C9F-9B1D-1DD6C667FB81}" dt="2022-05-11T06:24:22.696" v="1028" actId="20577"/>
          <ac:spMkLst>
            <pc:docMk/>
            <pc:sldMk cId="3009786371" sldId="317"/>
            <ac:spMk id="2" creationId="{CF304E86-F2DA-4011-F388-A8A9A0DE6DFB}"/>
          </ac:spMkLst>
        </pc:spChg>
        <pc:spChg chg="mod">
          <ac:chgData name="Alessandro Ortis" userId="dcdc90ed-3509-45f7-ac48-ad038638580b" providerId="ADAL" clId="{5993339B-B066-4C9F-9B1D-1DD6C667FB81}" dt="2022-05-11T06:22:37.448" v="1023" actId="20577"/>
          <ac:spMkLst>
            <pc:docMk/>
            <pc:sldMk cId="3009786371" sldId="317"/>
            <ac:spMk id="3" creationId="{B1F9A03C-2D10-D1A3-BE89-60DCA9BA0B41}"/>
          </ac:spMkLst>
        </pc:spChg>
      </pc:sldChg>
    </pc:docChg>
  </pc:docChgLst>
  <pc:docChgLst>
    <pc:chgData name="Alessandro Ortis" userId="dcdc90ed-3509-45f7-ac48-ad038638580b" providerId="ADAL" clId="{DC2E16EE-1E16-4B84-80E3-2850D7BBCD84}"/>
    <pc:docChg chg="undo redo custSel addSld delSld modSld sldOrd">
      <pc:chgData name="Alessandro Ortis" userId="dcdc90ed-3509-45f7-ac48-ad038638580b" providerId="ADAL" clId="{DC2E16EE-1E16-4B84-80E3-2850D7BBCD84}" dt="2021-02-04T14:40:29.257" v="2369" actId="122"/>
      <pc:docMkLst>
        <pc:docMk/>
      </pc:docMkLst>
      <pc:sldChg chg="delSp modSp mod">
        <pc:chgData name="Alessandro Ortis" userId="dcdc90ed-3509-45f7-ac48-ad038638580b" providerId="ADAL" clId="{DC2E16EE-1E16-4B84-80E3-2850D7BBCD84}" dt="2021-02-04T14:40:21.031" v="2368" actId="1076"/>
        <pc:sldMkLst>
          <pc:docMk/>
          <pc:sldMk cId="0" sldId="256"/>
        </pc:sldMkLst>
        <pc:spChg chg="mod">
          <ac:chgData name="Alessandro Ortis" userId="dcdc90ed-3509-45f7-ac48-ad038638580b" providerId="ADAL" clId="{DC2E16EE-1E16-4B84-80E3-2850D7BBCD84}" dt="2021-02-01T15:46:02.306" v="81" actId="20577"/>
          <ac:spMkLst>
            <pc:docMk/>
            <pc:sldMk cId="0" sldId="256"/>
            <ac:spMk id="3073" creationId="{D8E02409-99EA-4A61-B135-7A6427B120FC}"/>
          </ac:spMkLst>
        </pc:spChg>
        <pc:spChg chg="mod">
          <ac:chgData name="Alessandro Ortis" userId="dcdc90ed-3509-45f7-ac48-ad038638580b" providerId="ADAL" clId="{DC2E16EE-1E16-4B84-80E3-2850D7BBCD84}" dt="2021-02-04T14:40:04.807" v="2367" actId="14100"/>
          <ac:spMkLst>
            <pc:docMk/>
            <pc:sldMk cId="0" sldId="256"/>
            <ac:spMk id="3080" creationId="{6FF1373D-FB8C-4158-987C-B864C0F430A3}"/>
          </ac:spMkLst>
        </pc:spChg>
        <pc:spChg chg="del mod">
          <ac:chgData name="Alessandro Ortis" userId="dcdc90ed-3509-45f7-ac48-ad038638580b" providerId="ADAL" clId="{DC2E16EE-1E16-4B84-80E3-2850D7BBCD84}" dt="2021-02-01T15:46:03.583" v="83"/>
          <ac:spMkLst>
            <pc:docMk/>
            <pc:sldMk cId="0" sldId="256"/>
            <ac:spMk id="3083" creationId="{07F96F25-4097-407F-94B6-CF20FB66181C}"/>
          </ac:spMkLst>
        </pc:spChg>
        <pc:picChg chg="mod">
          <ac:chgData name="Alessandro Ortis" userId="dcdc90ed-3509-45f7-ac48-ad038638580b" providerId="ADAL" clId="{DC2E16EE-1E16-4B84-80E3-2850D7BBCD84}" dt="2021-02-04T14:40:21.031" v="2368" actId="1076"/>
          <ac:picMkLst>
            <pc:docMk/>
            <pc:sldMk cId="0" sldId="256"/>
            <ac:picMk id="3084" creationId="{5686F35E-B082-481C-9199-EDC6C0E385F1}"/>
          </ac:picMkLst>
        </pc:picChg>
      </pc:sldChg>
      <pc:sldChg chg="modSp mod">
        <pc:chgData name="Alessandro Ortis" userId="dcdc90ed-3509-45f7-ac48-ad038638580b" providerId="ADAL" clId="{DC2E16EE-1E16-4B84-80E3-2850D7BBCD84}" dt="2021-02-04T14:40:29.257" v="2369" actId="122"/>
        <pc:sldMkLst>
          <pc:docMk/>
          <pc:sldMk cId="0" sldId="279"/>
        </pc:sldMkLst>
        <pc:spChg chg="mod">
          <ac:chgData name="Alessandro Ortis" userId="dcdc90ed-3509-45f7-ac48-ad038638580b" providerId="ADAL" clId="{DC2E16EE-1E16-4B84-80E3-2850D7BBCD84}" dt="2021-02-01T15:47:36.913" v="95" actId="20577"/>
          <ac:spMkLst>
            <pc:docMk/>
            <pc:sldMk cId="0" sldId="279"/>
            <ac:spMk id="50178" creationId="{3A1D38E7-760B-4353-889B-1CB871DC7E2B}"/>
          </ac:spMkLst>
        </pc:spChg>
        <pc:spChg chg="mod">
          <ac:chgData name="Alessandro Ortis" userId="dcdc90ed-3509-45f7-ac48-ad038638580b" providerId="ADAL" clId="{DC2E16EE-1E16-4B84-80E3-2850D7BBCD84}" dt="2021-02-02T08:56:42.197" v="114" actId="123"/>
          <ac:spMkLst>
            <pc:docMk/>
            <pc:sldMk cId="0" sldId="279"/>
            <ac:spMk id="50181" creationId="{866CFACF-C40A-49AB-83E0-27437528772A}"/>
          </ac:spMkLst>
        </pc:spChg>
        <pc:spChg chg="mod">
          <ac:chgData name="Alessandro Ortis" userId="dcdc90ed-3509-45f7-ac48-ad038638580b" providerId="ADAL" clId="{DC2E16EE-1E16-4B84-80E3-2850D7BBCD84}" dt="2021-02-04T14:40:29.257" v="2369" actId="122"/>
          <ac:spMkLst>
            <pc:docMk/>
            <pc:sldMk cId="0" sldId="279"/>
            <ac:spMk id="50182" creationId="{A576F264-8527-4742-BBA7-C96A26986A79}"/>
          </ac:spMkLst>
        </pc:spChg>
        <pc:spChg chg="mod">
          <ac:chgData name="Alessandro Ortis" userId="dcdc90ed-3509-45f7-ac48-ad038638580b" providerId="ADAL" clId="{DC2E16EE-1E16-4B84-80E3-2850D7BBCD84}" dt="2021-02-01T16:07:21.853" v="103" actId="20577"/>
          <ac:spMkLst>
            <pc:docMk/>
            <pc:sldMk cId="0" sldId="279"/>
            <ac:spMk id="50185" creationId="{24EB449D-83CB-4772-A221-925963DC140D}"/>
          </ac:spMkLst>
        </pc:spChg>
        <pc:picChg chg="mod">
          <ac:chgData name="Alessandro Ortis" userId="dcdc90ed-3509-45f7-ac48-ad038638580b" providerId="ADAL" clId="{DC2E16EE-1E16-4B84-80E3-2850D7BBCD84}" dt="2021-02-01T16:07:25.228" v="104" actId="1076"/>
          <ac:picMkLst>
            <pc:docMk/>
            <pc:sldMk cId="0" sldId="279"/>
            <ac:picMk id="50186" creationId="{12D72CB2-BF97-4F18-96C6-2711BF4DDE11}"/>
          </ac:picMkLst>
        </pc:picChg>
      </pc:sldChg>
      <pc:sldChg chg="modSp mod">
        <pc:chgData name="Alessandro Ortis" userId="dcdc90ed-3509-45f7-ac48-ad038638580b" providerId="ADAL" clId="{DC2E16EE-1E16-4B84-80E3-2850D7BBCD84}" dt="2021-02-02T15:33:00.739" v="1337" actId="313"/>
        <pc:sldMkLst>
          <pc:docMk/>
          <pc:sldMk cId="0" sldId="289"/>
        </pc:sldMkLst>
        <pc:spChg chg="mod">
          <ac:chgData name="Alessandro Ortis" userId="dcdc90ed-3509-45f7-ac48-ad038638580b" providerId="ADAL" clId="{DC2E16EE-1E16-4B84-80E3-2850D7BBCD84}" dt="2021-02-02T15:31:32.546" v="1305" actId="20577"/>
          <ac:spMkLst>
            <pc:docMk/>
            <pc:sldMk cId="0" sldId="289"/>
            <ac:spMk id="77826" creationId="{7FA9E1CC-92A0-4D42-8128-30306F7CDCB6}"/>
          </ac:spMkLst>
        </pc:spChg>
        <pc:spChg chg="mod">
          <ac:chgData name="Alessandro Ortis" userId="dcdc90ed-3509-45f7-ac48-ad038638580b" providerId="ADAL" clId="{DC2E16EE-1E16-4B84-80E3-2850D7BBCD84}" dt="2021-02-02T15:33:00.739" v="1337" actId="313"/>
          <ac:spMkLst>
            <pc:docMk/>
            <pc:sldMk cId="0" sldId="289"/>
            <ac:spMk id="77830" creationId="{3EEB8755-42E2-4E31-9944-A001B853074C}"/>
          </ac:spMkLst>
        </pc:spChg>
      </pc:sldChg>
      <pc:sldChg chg="modSp mod">
        <pc:chgData name="Alessandro Ortis" userId="dcdc90ed-3509-45f7-ac48-ad038638580b" providerId="ADAL" clId="{DC2E16EE-1E16-4B84-80E3-2850D7BBCD84}" dt="2021-02-02T08:59:43.257" v="124" actId="6549"/>
        <pc:sldMkLst>
          <pc:docMk/>
          <pc:sldMk cId="0" sldId="296"/>
        </pc:sldMkLst>
        <pc:spChg chg="mod">
          <ac:chgData name="Alessandro Ortis" userId="dcdc90ed-3509-45f7-ac48-ad038638580b" providerId="ADAL" clId="{DC2E16EE-1E16-4B84-80E3-2850D7BBCD84}" dt="2021-02-02T08:56:59.073" v="115" actId="20577"/>
          <ac:spMkLst>
            <pc:docMk/>
            <pc:sldMk cId="0" sldId="296"/>
            <ac:spMk id="92162" creationId="{1F66628D-9E5B-4DCD-B742-EE0A82320368}"/>
          </ac:spMkLst>
        </pc:spChg>
        <pc:spChg chg="mod">
          <ac:chgData name="Alessandro Ortis" userId="dcdc90ed-3509-45f7-ac48-ad038638580b" providerId="ADAL" clId="{DC2E16EE-1E16-4B84-80E3-2850D7BBCD84}" dt="2021-02-02T08:57:14.559" v="120" actId="120"/>
          <ac:spMkLst>
            <pc:docMk/>
            <pc:sldMk cId="0" sldId="296"/>
            <ac:spMk id="92163" creationId="{3B5AD3D1-7065-425C-A2B5-7F114C08D9CD}"/>
          </ac:spMkLst>
        </pc:spChg>
        <pc:spChg chg="mod">
          <ac:chgData name="Alessandro Ortis" userId="dcdc90ed-3509-45f7-ac48-ad038638580b" providerId="ADAL" clId="{DC2E16EE-1E16-4B84-80E3-2850D7BBCD84}" dt="2021-02-02T08:59:43.257" v="124" actId="6549"/>
          <ac:spMkLst>
            <pc:docMk/>
            <pc:sldMk cId="0" sldId="296"/>
            <ac:spMk id="92170" creationId="{C267FF83-A3B2-40F2-8E7B-D188A624122D}"/>
          </ac:spMkLst>
        </pc:spChg>
      </pc:sldChg>
      <pc:sldChg chg="modSp mod">
        <pc:chgData name="Alessandro Ortis" userId="dcdc90ed-3509-45f7-ac48-ad038638580b" providerId="ADAL" clId="{DC2E16EE-1E16-4B84-80E3-2850D7BBCD84}" dt="2021-02-02T14:51:25.241" v="181" actId="20577"/>
        <pc:sldMkLst>
          <pc:docMk/>
          <pc:sldMk cId="0" sldId="297"/>
        </pc:sldMkLst>
        <pc:spChg chg="mod">
          <ac:chgData name="Alessandro Ortis" userId="dcdc90ed-3509-45f7-ac48-ad038638580b" providerId="ADAL" clId="{DC2E16EE-1E16-4B84-80E3-2850D7BBCD84}" dt="2021-02-02T09:00:00.879" v="125" actId="20577"/>
          <ac:spMkLst>
            <pc:docMk/>
            <pc:sldMk cId="0" sldId="297"/>
            <ac:spMk id="94210" creationId="{4D3A4E65-E036-44C4-9FA4-C751B5756026}"/>
          </ac:spMkLst>
        </pc:spChg>
        <pc:spChg chg="mod">
          <ac:chgData name="Alessandro Ortis" userId="dcdc90ed-3509-45f7-ac48-ad038638580b" providerId="ADAL" clId="{DC2E16EE-1E16-4B84-80E3-2850D7BBCD84}" dt="2021-02-02T09:00:08.800" v="127" actId="20577"/>
          <ac:spMkLst>
            <pc:docMk/>
            <pc:sldMk cId="0" sldId="297"/>
            <ac:spMk id="94223" creationId="{A78BAF2F-ECEC-46DD-96A7-23C6469B856C}"/>
          </ac:spMkLst>
        </pc:spChg>
        <pc:spChg chg="mod">
          <ac:chgData name="Alessandro Ortis" userId="dcdc90ed-3509-45f7-ac48-ad038638580b" providerId="ADAL" clId="{DC2E16EE-1E16-4B84-80E3-2850D7BBCD84}" dt="2021-02-02T14:51:25.241" v="181" actId="20577"/>
          <ac:spMkLst>
            <pc:docMk/>
            <pc:sldMk cId="0" sldId="297"/>
            <ac:spMk id="94225" creationId="{33C7807A-477F-4A0F-A179-3616B2970709}"/>
          </ac:spMkLst>
        </pc:spChg>
      </pc:sldChg>
      <pc:sldChg chg="modSp mod">
        <pc:chgData name="Alessandro Ortis" userId="dcdc90ed-3509-45f7-ac48-ad038638580b" providerId="ADAL" clId="{DC2E16EE-1E16-4B84-80E3-2850D7BBCD84}" dt="2021-02-02T15:23:29.902" v="424" actId="20577"/>
        <pc:sldMkLst>
          <pc:docMk/>
          <pc:sldMk cId="0" sldId="298"/>
        </pc:sldMkLst>
        <pc:spChg chg="mod">
          <ac:chgData name="Alessandro Ortis" userId="dcdc90ed-3509-45f7-ac48-ad038638580b" providerId="ADAL" clId="{DC2E16EE-1E16-4B84-80E3-2850D7BBCD84}" dt="2021-02-02T14:51:58.114" v="182" actId="20577"/>
          <ac:spMkLst>
            <pc:docMk/>
            <pc:sldMk cId="0" sldId="298"/>
            <ac:spMk id="96258" creationId="{8F85C8CD-CCCC-4423-AB10-B369DD8C0A50}"/>
          </ac:spMkLst>
        </pc:spChg>
        <pc:spChg chg="mod">
          <ac:chgData name="Alessandro Ortis" userId="dcdc90ed-3509-45f7-ac48-ad038638580b" providerId="ADAL" clId="{DC2E16EE-1E16-4B84-80E3-2850D7BBCD84}" dt="2021-02-02T15:23:29.902" v="424" actId="20577"/>
          <ac:spMkLst>
            <pc:docMk/>
            <pc:sldMk cId="0" sldId="298"/>
            <ac:spMk id="96267" creationId="{1A61FEFF-E153-4B29-9C3C-A1B811B7E1E5}"/>
          </ac:spMkLst>
        </pc:spChg>
        <pc:picChg chg="mod">
          <ac:chgData name="Alessandro Ortis" userId="dcdc90ed-3509-45f7-ac48-ad038638580b" providerId="ADAL" clId="{DC2E16EE-1E16-4B84-80E3-2850D7BBCD84}" dt="2021-02-02T14:54:41.746" v="268" actId="1076"/>
          <ac:picMkLst>
            <pc:docMk/>
            <pc:sldMk cId="0" sldId="298"/>
            <ac:picMk id="96268" creationId="{51DC1AD6-4B77-497B-ACE2-1F5C4DCC2A3F}"/>
          </ac:picMkLst>
        </pc:picChg>
      </pc:sldChg>
      <pc:sldChg chg="modSp mod">
        <pc:chgData name="Alessandro Ortis" userId="dcdc90ed-3509-45f7-ac48-ad038638580b" providerId="ADAL" clId="{DC2E16EE-1E16-4B84-80E3-2850D7BBCD84}" dt="2021-02-02T15:35:55.328" v="1399" actId="1076"/>
        <pc:sldMkLst>
          <pc:docMk/>
          <pc:sldMk cId="0" sldId="299"/>
        </pc:sldMkLst>
        <pc:spChg chg="mod">
          <ac:chgData name="Alessandro Ortis" userId="dcdc90ed-3509-45f7-ac48-ad038638580b" providerId="ADAL" clId="{DC2E16EE-1E16-4B84-80E3-2850D7BBCD84}" dt="2021-02-02T15:35:03.018" v="1385" actId="20577"/>
          <ac:spMkLst>
            <pc:docMk/>
            <pc:sldMk cId="0" sldId="299"/>
            <ac:spMk id="98306" creationId="{153F5A14-3C82-4F1C-82B5-9DE1BA8DC247}"/>
          </ac:spMkLst>
        </pc:spChg>
        <pc:spChg chg="mod">
          <ac:chgData name="Alessandro Ortis" userId="dcdc90ed-3509-45f7-ac48-ad038638580b" providerId="ADAL" clId="{DC2E16EE-1E16-4B84-80E3-2850D7BBCD84}" dt="2021-02-02T15:35:20.519" v="1392" actId="20577"/>
          <ac:spMkLst>
            <pc:docMk/>
            <pc:sldMk cId="0" sldId="299"/>
            <ac:spMk id="98307" creationId="{F1FB2988-07ED-4130-A1DC-6EE6B3B3CACA}"/>
          </ac:spMkLst>
        </pc:spChg>
        <pc:spChg chg="mod">
          <ac:chgData name="Alessandro Ortis" userId="dcdc90ed-3509-45f7-ac48-ad038638580b" providerId="ADAL" clId="{DC2E16EE-1E16-4B84-80E3-2850D7BBCD84}" dt="2021-02-02T15:35:41.537" v="1395" actId="6549"/>
          <ac:spMkLst>
            <pc:docMk/>
            <pc:sldMk cId="0" sldId="299"/>
            <ac:spMk id="98316" creationId="{29EC7670-19EA-49DD-A0CD-62C5B8451254}"/>
          </ac:spMkLst>
        </pc:spChg>
        <pc:picChg chg="mod">
          <ac:chgData name="Alessandro Ortis" userId="dcdc90ed-3509-45f7-ac48-ad038638580b" providerId="ADAL" clId="{DC2E16EE-1E16-4B84-80E3-2850D7BBCD84}" dt="2021-02-02T15:35:55.328" v="1399" actId="1076"/>
          <ac:picMkLst>
            <pc:docMk/>
            <pc:sldMk cId="0" sldId="299"/>
            <ac:picMk id="98318" creationId="{FC139D13-864B-4961-A481-A63A45AB2D7B}"/>
          </ac:picMkLst>
        </pc:picChg>
      </pc:sldChg>
      <pc:sldChg chg="modSp mod">
        <pc:chgData name="Alessandro Ortis" userId="dcdc90ed-3509-45f7-ac48-ad038638580b" providerId="ADAL" clId="{DC2E16EE-1E16-4B84-80E3-2850D7BBCD84}" dt="2021-02-02T15:34:09.298" v="1384" actId="20577"/>
        <pc:sldMkLst>
          <pc:docMk/>
          <pc:sldMk cId="0" sldId="301"/>
        </pc:sldMkLst>
        <pc:spChg chg="mod">
          <ac:chgData name="Alessandro Ortis" userId="dcdc90ed-3509-45f7-ac48-ad038638580b" providerId="ADAL" clId="{DC2E16EE-1E16-4B84-80E3-2850D7BBCD84}" dt="2021-02-02T15:33:16.306" v="1338" actId="20577"/>
          <ac:spMkLst>
            <pc:docMk/>
            <pc:sldMk cId="0" sldId="301"/>
            <ac:spMk id="77826" creationId="{FF5B5DAF-5BB0-47C3-B5D9-37DF933F16E3}"/>
          </ac:spMkLst>
        </pc:spChg>
        <pc:spChg chg="mod">
          <ac:chgData name="Alessandro Ortis" userId="dcdc90ed-3509-45f7-ac48-ad038638580b" providerId="ADAL" clId="{DC2E16EE-1E16-4B84-80E3-2850D7BBCD84}" dt="2021-02-02T15:34:09.298" v="1384" actId="20577"/>
          <ac:spMkLst>
            <pc:docMk/>
            <pc:sldMk cId="0" sldId="301"/>
            <ac:spMk id="77830" creationId="{CD11C347-2777-4ED3-A5DB-4D91010658AC}"/>
          </ac:spMkLst>
        </pc:spChg>
      </pc:sldChg>
      <pc:sldChg chg="modSp mod">
        <pc:chgData name="Alessandro Ortis" userId="dcdc90ed-3509-45f7-ac48-ad038638580b" providerId="ADAL" clId="{DC2E16EE-1E16-4B84-80E3-2850D7BBCD84}" dt="2021-02-02T15:43:17.887" v="1575" actId="20577"/>
        <pc:sldMkLst>
          <pc:docMk/>
          <pc:sldMk cId="0" sldId="302"/>
        </pc:sldMkLst>
        <pc:spChg chg="mod">
          <ac:chgData name="Alessandro Ortis" userId="dcdc90ed-3509-45f7-ac48-ad038638580b" providerId="ADAL" clId="{DC2E16EE-1E16-4B84-80E3-2850D7BBCD84}" dt="2021-02-02T15:36:34.929" v="1400" actId="20577"/>
          <ac:spMkLst>
            <pc:docMk/>
            <pc:sldMk cId="0" sldId="302"/>
            <ac:spMk id="98306" creationId="{686F158F-830F-4F07-8B7A-C0592E1C9D12}"/>
          </ac:spMkLst>
        </pc:spChg>
        <pc:spChg chg="mod">
          <ac:chgData name="Alessandro Ortis" userId="dcdc90ed-3509-45f7-ac48-ad038638580b" providerId="ADAL" clId="{DC2E16EE-1E16-4B84-80E3-2850D7BBCD84}" dt="2021-02-02T15:36:54.601" v="1410" actId="20577"/>
          <ac:spMkLst>
            <pc:docMk/>
            <pc:sldMk cId="0" sldId="302"/>
            <ac:spMk id="98307" creationId="{DBCF2E26-DFFE-409B-8EF8-71EB14CAC0FD}"/>
          </ac:spMkLst>
        </pc:spChg>
        <pc:spChg chg="mod">
          <ac:chgData name="Alessandro Ortis" userId="dcdc90ed-3509-45f7-ac48-ad038638580b" providerId="ADAL" clId="{DC2E16EE-1E16-4B84-80E3-2850D7BBCD84}" dt="2021-02-02T15:43:17.887" v="1575" actId="20577"/>
          <ac:spMkLst>
            <pc:docMk/>
            <pc:sldMk cId="0" sldId="302"/>
            <ac:spMk id="98316" creationId="{449F5A1C-CB7E-4A1A-B59B-DE2F072B85B5}"/>
          </ac:spMkLst>
        </pc:spChg>
      </pc:sldChg>
      <pc:sldChg chg="modSp mod modShow">
        <pc:chgData name="Alessandro Ortis" userId="dcdc90ed-3509-45f7-ac48-ad038638580b" providerId="ADAL" clId="{DC2E16EE-1E16-4B84-80E3-2850D7BBCD84}" dt="2021-02-03T15:15:56.339" v="1577" actId="729"/>
        <pc:sldMkLst>
          <pc:docMk/>
          <pc:sldMk cId="0" sldId="303"/>
        </pc:sldMkLst>
        <pc:spChg chg="mod">
          <ac:chgData name="Alessandro Ortis" userId="dcdc90ed-3509-45f7-ac48-ad038638580b" providerId="ADAL" clId="{DC2E16EE-1E16-4B84-80E3-2850D7BBCD84}" dt="2021-02-02T15:55:52.560" v="1576" actId="20577"/>
          <ac:spMkLst>
            <pc:docMk/>
            <pc:sldMk cId="0" sldId="303"/>
            <ac:spMk id="100362" creationId="{3F13317A-F752-4452-83E3-0CC708384DDC}"/>
          </ac:spMkLst>
        </pc:spChg>
      </pc:sldChg>
      <pc:sldChg chg="modSp mod modShow">
        <pc:chgData name="Alessandro Ortis" userId="dcdc90ed-3509-45f7-ac48-ad038638580b" providerId="ADAL" clId="{DC2E16EE-1E16-4B84-80E3-2850D7BBCD84}" dt="2021-02-04T14:38:35.405" v="2356" actId="729"/>
        <pc:sldMkLst>
          <pc:docMk/>
          <pc:sldMk cId="0" sldId="304"/>
        </pc:sldMkLst>
        <pc:spChg chg="mod">
          <ac:chgData name="Alessandro Ortis" userId="dcdc90ed-3509-45f7-ac48-ad038638580b" providerId="ADAL" clId="{DC2E16EE-1E16-4B84-80E3-2850D7BBCD84}" dt="2021-02-01T15:43:49.194" v="52" actId="27636"/>
          <ac:spMkLst>
            <pc:docMk/>
            <pc:sldMk cId="0" sldId="304"/>
            <ac:spMk id="2" creationId="{102B2754-7B60-4C53-97C0-AF53C88E7F7A}"/>
          </ac:spMkLst>
        </pc:spChg>
        <pc:spChg chg="mod">
          <ac:chgData name="Alessandro Ortis" userId="dcdc90ed-3509-45f7-ac48-ad038638580b" providerId="ADAL" clId="{DC2E16EE-1E16-4B84-80E3-2850D7BBCD84}" dt="2021-02-01T15:43:49.201" v="53" actId="27636"/>
          <ac:spMkLst>
            <pc:docMk/>
            <pc:sldMk cId="0" sldId="304"/>
            <ac:spMk id="3" creationId="{6BC43853-E879-461B-B114-421B783250B1}"/>
          </ac:spMkLst>
        </pc:spChg>
      </pc:sldChg>
      <pc:sldChg chg="modSp mod">
        <pc:chgData name="Alessandro Ortis" userId="dcdc90ed-3509-45f7-ac48-ad038638580b" providerId="ADAL" clId="{DC2E16EE-1E16-4B84-80E3-2850D7BBCD84}" dt="2021-02-02T14:53:12.936" v="195" actId="20577"/>
        <pc:sldMkLst>
          <pc:docMk/>
          <pc:sldMk cId="0" sldId="314"/>
        </pc:sldMkLst>
        <pc:spChg chg="mod">
          <ac:chgData name="Alessandro Ortis" userId="dcdc90ed-3509-45f7-ac48-ad038638580b" providerId="ADAL" clId="{DC2E16EE-1E16-4B84-80E3-2850D7BBCD84}" dt="2021-02-02T14:53:12.936" v="195" actId="20577"/>
          <ac:spMkLst>
            <pc:docMk/>
            <pc:sldMk cId="0" sldId="314"/>
            <ac:spMk id="2" creationId="{00000000-0000-0000-0000-000000000000}"/>
          </ac:spMkLst>
        </pc:spChg>
      </pc:sldChg>
      <pc:sldChg chg="delSp modSp add mod">
        <pc:chgData name="Alessandro Ortis" userId="dcdc90ed-3509-45f7-ac48-ad038638580b" providerId="ADAL" clId="{DC2E16EE-1E16-4B84-80E3-2850D7BBCD84}" dt="2021-02-02T15:24:01.013" v="506" actId="478"/>
        <pc:sldMkLst>
          <pc:docMk/>
          <pc:sldMk cId="640541190" sldId="315"/>
        </pc:sldMkLst>
        <pc:spChg chg="mod">
          <ac:chgData name="Alessandro Ortis" userId="dcdc90ed-3509-45f7-ac48-ad038638580b" providerId="ADAL" clId="{DC2E16EE-1E16-4B84-80E3-2850D7BBCD84}" dt="2021-02-02T15:23:59.984" v="505" actId="1076"/>
          <ac:spMkLst>
            <pc:docMk/>
            <pc:sldMk cId="640541190" sldId="315"/>
            <ac:spMk id="96267" creationId="{1A61FEFF-E153-4B29-9C3C-A1B811B7E1E5}"/>
          </ac:spMkLst>
        </pc:spChg>
        <pc:picChg chg="del">
          <ac:chgData name="Alessandro Ortis" userId="dcdc90ed-3509-45f7-ac48-ad038638580b" providerId="ADAL" clId="{DC2E16EE-1E16-4B84-80E3-2850D7BBCD84}" dt="2021-02-02T15:24:01.013" v="506" actId="478"/>
          <ac:picMkLst>
            <pc:docMk/>
            <pc:sldMk cId="640541190" sldId="315"/>
            <ac:picMk id="96268" creationId="{51DC1AD6-4B77-497B-ACE2-1F5C4DCC2A3F}"/>
          </ac:picMkLst>
        </pc:picChg>
      </pc:sldChg>
      <pc:sldChg chg="addSp modSp add mod">
        <pc:chgData name="Alessandro Ortis" userId="dcdc90ed-3509-45f7-ac48-ad038638580b" providerId="ADAL" clId="{DC2E16EE-1E16-4B84-80E3-2850D7BBCD84}" dt="2021-02-02T15:26:31.205" v="790" actId="20577"/>
        <pc:sldMkLst>
          <pc:docMk/>
          <pc:sldMk cId="3142013625" sldId="316"/>
        </pc:sldMkLst>
        <pc:spChg chg="add mod">
          <ac:chgData name="Alessandro Ortis" userId="dcdc90ed-3509-45f7-ac48-ad038638580b" providerId="ADAL" clId="{DC2E16EE-1E16-4B84-80E3-2850D7BBCD84}" dt="2021-02-02T15:24:33.489" v="522"/>
          <ac:spMkLst>
            <pc:docMk/>
            <pc:sldMk cId="3142013625" sldId="316"/>
            <ac:spMk id="5" creationId="{A8898B1E-3A34-4480-90BC-5F3CE2ADDC05}"/>
          </ac:spMkLst>
        </pc:spChg>
        <pc:spChg chg="add mod">
          <ac:chgData name="Alessandro Ortis" userId="dcdc90ed-3509-45f7-ac48-ad038638580b" providerId="ADAL" clId="{DC2E16EE-1E16-4B84-80E3-2850D7BBCD84}" dt="2021-02-02T15:25:55.676" v="734" actId="14100"/>
          <ac:spMkLst>
            <pc:docMk/>
            <pc:sldMk cId="3142013625" sldId="316"/>
            <ac:spMk id="7" creationId="{9DC1386F-18BD-4C68-8B80-4A74EEF4E6B5}"/>
          </ac:spMkLst>
        </pc:spChg>
        <pc:spChg chg="add mod">
          <ac:chgData name="Alessandro Ortis" userId="dcdc90ed-3509-45f7-ac48-ad038638580b" providerId="ADAL" clId="{DC2E16EE-1E16-4B84-80E3-2850D7BBCD84}" dt="2021-02-02T15:26:31.205" v="790" actId="20577"/>
          <ac:spMkLst>
            <pc:docMk/>
            <pc:sldMk cId="3142013625" sldId="316"/>
            <ac:spMk id="9" creationId="{BD7CE99D-5FCB-4408-B3A1-380B9C2DF9CC}"/>
          </ac:spMkLst>
        </pc:spChg>
      </pc:sldChg>
      <pc:sldChg chg="addSp modSp add mod">
        <pc:chgData name="Alessandro Ortis" userId="dcdc90ed-3509-45f7-ac48-ad038638580b" providerId="ADAL" clId="{DC2E16EE-1E16-4B84-80E3-2850D7BBCD84}" dt="2021-02-02T15:28:57.294" v="959" actId="1076"/>
        <pc:sldMkLst>
          <pc:docMk/>
          <pc:sldMk cId="3267303769" sldId="317"/>
        </pc:sldMkLst>
        <pc:spChg chg="add mod">
          <ac:chgData name="Alessandro Ortis" userId="dcdc90ed-3509-45f7-ac48-ad038638580b" providerId="ADAL" clId="{DC2E16EE-1E16-4B84-80E3-2850D7BBCD84}" dt="2021-02-02T15:28:57.294" v="959" actId="1076"/>
          <ac:spMkLst>
            <pc:docMk/>
            <pc:sldMk cId="3267303769" sldId="317"/>
            <ac:spMk id="5" creationId="{6A3338A7-01C3-4D41-989C-C3EFC03616EB}"/>
          </ac:spMkLst>
        </pc:spChg>
        <pc:spChg chg="mod">
          <ac:chgData name="Alessandro Ortis" userId="dcdc90ed-3509-45f7-ac48-ad038638580b" providerId="ADAL" clId="{DC2E16EE-1E16-4B84-80E3-2850D7BBCD84}" dt="2021-02-02T15:28:52.804" v="958" actId="20577"/>
          <ac:spMkLst>
            <pc:docMk/>
            <pc:sldMk cId="3267303769" sldId="317"/>
            <ac:spMk id="96267" creationId="{1A61FEFF-E153-4B29-9C3C-A1B811B7E1E5}"/>
          </ac:spMkLst>
        </pc:spChg>
      </pc:sldChg>
      <pc:sldChg chg="addSp modSp add mod">
        <pc:chgData name="Alessandro Ortis" userId="dcdc90ed-3509-45f7-ac48-ad038638580b" providerId="ADAL" clId="{DC2E16EE-1E16-4B84-80E3-2850D7BBCD84}" dt="2021-02-02T15:31:24.041" v="1304" actId="123"/>
        <pc:sldMkLst>
          <pc:docMk/>
          <pc:sldMk cId="4167153210" sldId="318"/>
        </pc:sldMkLst>
        <pc:spChg chg="mod">
          <ac:chgData name="Alessandro Ortis" userId="dcdc90ed-3509-45f7-ac48-ad038638580b" providerId="ADAL" clId="{DC2E16EE-1E16-4B84-80E3-2850D7BBCD84}" dt="2021-02-02T15:30:02.614" v="979" actId="20577"/>
          <ac:spMkLst>
            <pc:docMk/>
            <pc:sldMk cId="4167153210" sldId="318"/>
            <ac:spMk id="5" creationId="{6A3338A7-01C3-4D41-989C-C3EFC03616EB}"/>
          </ac:spMkLst>
        </pc:spChg>
        <pc:spChg chg="add mod">
          <ac:chgData name="Alessandro Ortis" userId="dcdc90ed-3509-45f7-ac48-ad038638580b" providerId="ADAL" clId="{DC2E16EE-1E16-4B84-80E3-2850D7BBCD84}" dt="2021-02-02T15:31:24.041" v="1304" actId="123"/>
          <ac:spMkLst>
            <pc:docMk/>
            <pc:sldMk cId="4167153210" sldId="318"/>
            <ac:spMk id="6" creationId="{1F9A599E-74BF-469B-A551-3D5D4C109ECC}"/>
          </ac:spMkLst>
        </pc:spChg>
      </pc:sldChg>
      <pc:sldChg chg="modSp add mod ord">
        <pc:chgData name="Alessandro Ortis" userId="dcdc90ed-3509-45f7-ac48-ad038638580b" providerId="ADAL" clId="{DC2E16EE-1E16-4B84-80E3-2850D7BBCD84}" dt="2021-02-03T15:25:01.714" v="2355" actId="114"/>
        <pc:sldMkLst>
          <pc:docMk/>
          <pc:sldMk cId="2782773637" sldId="319"/>
        </pc:sldMkLst>
        <pc:spChg chg="mod">
          <ac:chgData name="Alessandro Ortis" userId="dcdc90ed-3509-45f7-ac48-ad038638580b" providerId="ADAL" clId="{DC2E16EE-1E16-4B84-80E3-2850D7BBCD84}" dt="2021-02-03T15:16:58.139" v="1642" actId="20577"/>
          <ac:spMkLst>
            <pc:docMk/>
            <pc:sldMk cId="2782773637" sldId="319"/>
            <ac:spMk id="98306" creationId="{686F158F-830F-4F07-8B7A-C0592E1C9D12}"/>
          </ac:spMkLst>
        </pc:spChg>
        <pc:spChg chg="mod">
          <ac:chgData name="Alessandro Ortis" userId="dcdc90ed-3509-45f7-ac48-ad038638580b" providerId="ADAL" clId="{DC2E16EE-1E16-4B84-80E3-2850D7BBCD84}" dt="2021-02-03T15:18:11.852" v="1793" actId="20577"/>
          <ac:spMkLst>
            <pc:docMk/>
            <pc:sldMk cId="2782773637" sldId="319"/>
            <ac:spMk id="98307" creationId="{DBCF2E26-DFFE-409B-8EF8-71EB14CAC0FD}"/>
          </ac:spMkLst>
        </pc:spChg>
        <pc:spChg chg="mod">
          <ac:chgData name="Alessandro Ortis" userId="dcdc90ed-3509-45f7-ac48-ad038638580b" providerId="ADAL" clId="{DC2E16EE-1E16-4B84-80E3-2850D7BBCD84}" dt="2021-02-03T15:25:01.714" v="2355" actId="114"/>
          <ac:spMkLst>
            <pc:docMk/>
            <pc:sldMk cId="2782773637" sldId="319"/>
            <ac:spMk id="98316" creationId="{449F5A1C-CB7E-4A1A-B59B-DE2F072B85B5}"/>
          </ac:spMkLst>
        </pc:spChg>
      </pc:sldChg>
      <pc:sldChg chg="add del">
        <pc:chgData name="Alessandro Ortis" userId="dcdc90ed-3509-45f7-ac48-ad038638580b" providerId="ADAL" clId="{DC2E16EE-1E16-4B84-80E3-2850D7BBCD84}" dt="2021-02-01T15:46:12.549" v="94" actId="47"/>
        <pc:sldMkLst>
          <pc:docMk/>
          <pc:sldMk cId="110824317" sldId="401"/>
        </pc:sldMkLst>
      </pc:sldChg>
      <pc:sldChg chg="add del">
        <pc:chgData name="Alessandro Ortis" userId="dcdc90ed-3509-45f7-ac48-ad038638580b" providerId="ADAL" clId="{DC2E16EE-1E16-4B84-80E3-2850D7BBCD84}" dt="2021-02-01T15:43:44.605" v="51" actId="47"/>
        <pc:sldMkLst>
          <pc:docMk/>
          <pc:sldMk cId="2677861499" sldId="403"/>
        </pc:sldMkLst>
      </pc:sldChg>
      <pc:sldChg chg="add del">
        <pc:chgData name="Alessandro Ortis" userId="dcdc90ed-3509-45f7-ac48-ad038638580b" providerId="ADAL" clId="{DC2E16EE-1E16-4B84-80E3-2850D7BBCD84}" dt="2021-02-01T15:43:44.605" v="51" actId="47"/>
        <pc:sldMkLst>
          <pc:docMk/>
          <pc:sldMk cId="1297925216" sldId="433"/>
        </pc:sldMkLst>
      </pc:sldChg>
      <pc:sldChg chg="add del">
        <pc:chgData name="Alessandro Ortis" userId="dcdc90ed-3509-45f7-ac48-ad038638580b" providerId="ADAL" clId="{DC2E16EE-1E16-4B84-80E3-2850D7BBCD84}" dt="2021-02-01T15:43:44.605" v="51" actId="47"/>
        <pc:sldMkLst>
          <pc:docMk/>
          <pc:sldMk cId="561898981" sldId="442"/>
        </pc:sldMkLst>
      </pc:sldChg>
      <pc:sldChg chg="add del">
        <pc:chgData name="Alessandro Ortis" userId="dcdc90ed-3509-45f7-ac48-ad038638580b" providerId="ADAL" clId="{DC2E16EE-1E16-4B84-80E3-2850D7BBCD84}" dt="2021-02-01T15:43:44.605" v="51" actId="47"/>
        <pc:sldMkLst>
          <pc:docMk/>
          <pc:sldMk cId="489148324" sldId="443"/>
        </pc:sldMkLst>
      </pc:sldChg>
      <pc:sldChg chg="add del">
        <pc:chgData name="Alessandro Ortis" userId="dcdc90ed-3509-45f7-ac48-ad038638580b" providerId="ADAL" clId="{DC2E16EE-1E16-4B84-80E3-2850D7BBCD84}" dt="2021-02-01T15:43:44.605" v="51" actId="47"/>
        <pc:sldMkLst>
          <pc:docMk/>
          <pc:sldMk cId="775332440" sldId="444"/>
        </pc:sldMkLst>
      </pc:sldChg>
      <pc:sldChg chg="add del">
        <pc:chgData name="Alessandro Ortis" userId="dcdc90ed-3509-45f7-ac48-ad038638580b" providerId="ADAL" clId="{DC2E16EE-1E16-4B84-80E3-2850D7BBCD84}" dt="2021-02-01T15:43:44.605" v="51" actId="47"/>
        <pc:sldMkLst>
          <pc:docMk/>
          <pc:sldMk cId="226080377" sldId="445"/>
        </pc:sldMkLst>
      </pc:sldChg>
      <pc:sldChg chg="add del">
        <pc:chgData name="Alessandro Ortis" userId="dcdc90ed-3509-45f7-ac48-ad038638580b" providerId="ADAL" clId="{DC2E16EE-1E16-4B84-80E3-2850D7BBCD84}" dt="2021-02-01T15:43:44.605" v="51" actId="47"/>
        <pc:sldMkLst>
          <pc:docMk/>
          <pc:sldMk cId="2570484623" sldId="446"/>
        </pc:sldMkLst>
      </pc:sldChg>
      <pc:sldChg chg="add del">
        <pc:chgData name="Alessandro Ortis" userId="dcdc90ed-3509-45f7-ac48-ad038638580b" providerId="ADAL" clId="{DC2E16EE-1E16-4B84-80E3-2850D7BBCD84}" dt="2021-02-01T15:43:44.605" v="51" actId="47"/>
        <pc:sldMkLst>
          <pc:docMk/>
          <pc:sldMk cId="163954196" sldId="447"/>
        </pc:sldMkLst>
      </pc:sldChg>
      <pc:sldChg chg="add del">
        <pc:chgData name="Alessandro Ortis" userId="dcdc90ed-3509-45f7-ac48-ad038638580b" providerId="ADAL" clId="{DC2E16EE-1E16-4B84-80E3-2850D7BBCD84}" dt="2021-02-01T15:43:44.605" v="51" actId="47"/>
        <pc:sldMkLst>
          <pc:docMk/>
          <pc:sldMk cId="3034174441" sldId="448"/>
        </pc:sldMkLst>
      </pc:sldChg>
      <pc:sldChg chg="add del">
        <pc:chgData name="Alessandro Ortis" userId="dcdc90ed-3509-45f7-ac48-ad038638580b" providerId="ADAL" clId="{DC2E16EE-1E16-4B84-80E3-2850D7BBCD84}" dt="2021-02-01T15:43:44.605" v="51" actId="47"/>
        <pc:sldMkLst>
          <pc:docMk/>
          <pc:sldMk cId="1463552303" sldId="449"/>
        </pc:sldMkLst>
      </pc:sldChg>
      <pc:sldChg chg="add del">
        <pc:chgData name="Alessandro Ortis" userId="dcdc90ed-3509-45f7-ac48-ad038638580b" providerId="ADAL" clId="{DC2E16EE-1E16-4B84-80E3-2850D7BBCD84}" dt="2021-02-01T15:43:44.605" v="51" actId="47"/>
        <pc:sldMkLst>
          <pc:docMk/>
          <pc:sldMk cId="2017080467" sldId="450"/>
        </pc:sldMkLst>
      </pc:sldChg>
      <pc:sldChg chg="add del">
        <pc:chgData name="Alessandro Ortis" userId="dcdc90ed-3509-45f7-ac48-ad038638580b" providerId="ADAL" clId="{DC2E16EE-1E16-4B84-80E3-2850D7BBCD84}" dt="2021-02-01T15:43:44.605" v="51" actId="47"/>
        <pc:sldMkLst>
          <pc:docMk/>
          <pc:sldMk cId="1215440402" sldId="451"/>
        </pc:sldMkLst>
      </pc:sldChg>
      <pc:sldChg chg="add del">
        <pc:chgData name="Alessandro Ortis" userId="dcdc90ed-3509-45f7-ac48-ad038638580b" providerId="ADAL" clId="{DC2E16EE-1E16-4B84-80E3-2850D7BBCD84}" dt="2021-02-01T15:43:44.605" v="51" actId="47"/>
        <pc:sldMkLst>
          <pc:docMk/>
          <pc:sldMk cId="3532838355" sldId="453"/>
        </pc:sldMkLst>
      </pc:sldChg>
      <pc:sldChg chg="add del">
        <pc:chgData name="Alessandro Ortis" userId="dcdc90ed-3509-45f7-ac48-ad038638580b" providerId="ADAL" clId="{DC2E16EE-1E16-4B84-80E3-2850D7BBCD84}" dt="2021-02-01T15:43:44.605" v="51" actId="47"/>
        <pc:sldMkLst>
          <pc:docMk/>
          <pc:sldMk cId="3913407585" sldId="454"/>
        </pc:sldMkLst>
      </pc:sldChg>
      <pc:sldChg chg="add del">
        <pc:chgData name="Alessandro Ortis" userId="dcdc90ed-3509-45f7-ac48-ad038638580b" providerId="ADAL" clId="{DC2E16EE-1E16-4B84-80E3-2850D7BBCD84}" dt="2021-02-01T15:43:44.605" v="51" actId="47"/>
        <pc:sldMkLst>
          <pc:docMk/>
          <pc:sldMk cId="1884095941" sldId="455"/>
        </pc:sldMkLst>
      </pc:sldChg>
      <pc:sldChg chg="add del">
        <pc:chgData name="Alessandro Ortis" userId="dcdc90ed-3509-45f7-ac48-ad038638580b" providerId="ADAL" clId="{DC2E16EE-1E16-4B84-80E3-2850D7BBCD84}" dt="2021-02-01T15:43:44.605" v="51" actId="47"/>
        <pc:sldMkLst>
          <pc:docMk/>
          <pc:sldMk cId="2047026166" sldId="456"/>
        </pc:sldMkLst>
      </pc:sldChg>
      <pc:sldChg chg="add del">
        <pc:chgData name="Alessandro Ortis" userId="dcdc90ed-3509-45f7-ac48-ad038638580b" providerId="ADAL" clId="{DC2E16EE-1E16-4B84-80E3-2850D7BBCD84}" dt="2021-02-01T15:43:44.605" v="51" actId="47"/>
        <pc:sldMkLst>
          <pc:docMk/>
          <pc:sldMk cId="1674079126" sldId="457"/>
        </pc:sldMkLst>
      </pc:sldChg>
      <pc:sldChg chg="add del">
        <pc:chgData name="Alessandro Ortis" userId="dcdc90ed-3509-45f7-ac48-ad038638580b" providerId="ADAL" clId="{DC2E16EE-1E16-4B84-80E3-2850D7BBCD84}" dt="2021-02-01T15:43:44.605" v="51" actId="47"/>
        <pc:sldMkLst>
          <pc:docMk/>
          <pc:sldMk cId="2377568868" sldId="458"/>
        </pc:sldMkLst>
      </pc:sldChg>
      <pc:sldChg chg="add del">
        <pc:chgData name="Alessandro Ortis" userId="dcdc90ed-3509-45f7-ac48-ad038638580b" providerId="ADAL" clId="{DC2E16EE-1E16-4B84-80E3-2850D7BBCD84}" dt="2021-02-01T15:43:44.605" v="51" actId="47"/>
        <pc:sldMkLst>
          <pc:docMk/>
          <pc:sldMk cId="2723419457" sldId="459"/>
        </pc:sldMkLst>
      </pc:sldChg>
      <pc:sldChg chg="add del">
        <pc:chgData name="Alessandro Ortis" userId="dcdc90ed-3509-45f7-ac48-ad038638580b" providerId="ADAL" clId="{DC2E16EE-1E16-4B84-80E3-2850D7BBCD84}" dt="2021-02-01T15:43:44.605" v="51" actId="47"/>
        <pc:sldMkLst>
          <pc:docMk/>
          <pc:sldMk cId="2323470903" sldId="460"/>
        </pc:sldMkLst>
      </pc:sldChg>
      <pc:sldChg chg="add del">
        <pc:chgData name="Alessandro Ortis" userId="dcdc90ed-3509-45f7-ac48-ad038638580b" providerId="ADAL" clId="{DC2E16EE-1E16-4B84-80E3-2850D7BBCD84}" dt="2021-02-01T15:43:44.605" v="51" actId="47"/>
        <pc:sldMkLst>
          <pc:docMk/>
          <pc:sldMk cId="1111003113" sldId="461"/>
        </pc:sldMkLst>
      </pc:sldChg>
      <pc:sldChg chg="add del">
        <pc:chgData name="Alessandro Ortis" userId="dcdc90ed-3509-45f7-ac48-ad038638580b" providerId="ADAL" clId="{DC2E16EE-1E16-4B84-80E3-2850D7BBCD84}" dt="2021-02-01T15:43:44.605" v="51" actId="47"/>
        <pc:sldMkLst>
          <pc:docMk/>
          <pc:sldMk cId="961591116" sldId="463"/>
        </pc:sldMkLst>
      </pc:sldChg>
      <pc:sldChg chg="add del">
        <pc:chgData name="Alessandro Ortis" userId="dcdc90ed-3509-45f7-ac48-ad038638580b" providerId="ADAL" clId="{DC2E16EE-1E16-4B84-80E3-2850D7BBCD84}" dt="2021-02-01T15:43:44.605" v="51" actId="47"/>
        <pc:sldMkLst>
          <pc:docMk/>
          <pc:sldMk cId="3820799036" sldId="464"/>
        </pc:sldMkLst>
      </pc:sldChg>
      <pc:sldChg chg="add del">
        <pc:chgData name="Alessandro Ortis" userId="dcdc90ed-3509-45f7-ac48-ad038638580b" providerId="ADAL" clId="{DC2E16EE-1E16-4B84-80E3-2850D7BBCD84}" dt="2021-02-01T15:43:44.605" v="51" actId="47"/>
        <pc:sldMkLst>
          <pc:docMk/>
          <pc:sldMk cId="3099797885" sldId="465"/>
        </pc:sldMkLst>
      </pc:sldChg>
      <pc:sldChg chg="add del">
        <pc:chgData name="Alessandro Ortis" userId="dcdc90ed-3509-45f7-ac48-ad038638580b" providerId="ADAL" clId="{DC2E16EE-1E16-4B84-80E3-2850D7BBCD84}" dt="2021-02-01T15:43:44.605" v="51" actId="47"/>
        <pc:sldMkLst>
          <pc:docMk/>
          <pc:sldMk cId="3000327013" sldId="466"/>
        </pc:sldMkLst>
      </pc:sldChg>
      <pc:sldChg chg="add del">
        <pc:chgData name="Alessandro Ortis" userId="dcdc90ed-3509-45f7-ac48-ad038638580b" providerId="ADAL" clId="{DC2E16EE-1E16-4B84-80E3-2850D7BBCD84}" dt="2021-02-01T15:43:44.605" v="51" actId="47"/>
        <pc:sldMkLst>
          <pc:docMk/>
          <pc:sldMk cId="2090478240" sldId="467"/>
        </pc:sldMkLst>
      </pc:sldChg>
      <pc:sldChg chg="add del">
        <pc:chgData name="Alessandro Ortis" userId="dcdc90ed-3509-45f7-ac48-ad038638580b" providerId="ADAL" clId="{DC2E16EE-1E16-4B84-80E3-2850D7BBCD84}" dt="2021-02-01T15:43:44.605" v="51" actId="47"/>
        <pc:sldMkLst>
          <pc:docMk/>
          <pc:sldMk cId="2385781812" sldId="468"/>
        </pc:sldMkLst>
      </pc:sldChg>
      <pc:sldChg chg="add del">
        <pc:chgData name="Alessandro Ortis" userId="dcdc90ed-3509-45f7-ac48-ad038638580b" providerId="ADAL" clId="{DC2E16EE-1E16-4B84-80E3-2850D7BBCD84}" dt="2021-02-01T15:43:44.605" v="51" actId="47"/>
        <pc:sldMkLst>
          <pc:docMk/>
          <pc:sldMk cId="4271573423" sldId="469"/>
        </pc:sldMkLst>
      </pc:sldChg>
      <pc:sldChg chg="add del">
        <pc:chgData name="Alessandro Ortis" userId="dcdc90ed-3509-45f7-ac48-ad038638580b" providerId="ADAL" clId="{DC2E16EE-1E16-4B84-80E3-2850D7BBCD84}" dt="2021-02-01T15:43:44.605" v="51" actId="47"/>
        <pc:sldMkLst>
          <pc:docMk/>
          <pc:sldMk cId="145063071" sldId="470"/>
        </pc:sldMkLst>
      </pc:sldChg>
      <pc:sldChg chg="add del">
        <pc:chgData name="Alessandro Ortis" userId="dcdc90ed-3509-45f7-ac48-ad038638580b" providerId="ADAL" clId="{DC2E16EE-1E16-4B84-80E3-2850D7BBCD84}" dt="2021-02-01T15:43:44.605" v="51" actId="47"/>
        <pc:sldMkLst>
          <pc:docMk/>
          <pc:sldMk cId="3426813376" sldId="471"/>
        </pc:sldMkLst>
      </pc:sldChg>
      <pc:sldChg chg="add del">
        <pc:chgData name="Alessandro Ortis" userId="dcdc90ed-3509-45f7-ac48-ad038638580b" providerId="ADAL" clId="{DC2E16EE-1E16-4B84-80E3-2850D7BBCD84}" dt="2021-02-01T15:43:44.605" v="51" actId="47"/>
        <pc:sldMkLst>
          <pc:docMk/>
          <pc:sldMk cId="2070066265" sldId="472"/>
        </pc:sldMkLst>
      </pc:sldChg>
      <pc:sldChg chg="add del">
        <pc:chgData name="Alessandro Ortis" userId="dcdc90ed-3509-45f7-ac48-ad038638580b" providerId="ADAL" clId="{DC2E16EE-1E16-4B84-80E3-2850D7BBCD84}" dt="2021-02-01T15:43:44.605" v="51" actId="47"/>
        <pc:sldMkLst>
          <pc:docMk/>
          <pc:sldMk cId="2585077416" sldId="473"/>
        </pc:sldMkLst>
      </pc:sldChg>
      <pc:sldChg chg="add del">
        <pc:chgData name="Alessandro Ortis" userId="dcdc90ed-3509-45f7-ac48-ad038638580b" providerId="ADAL" clId="{DC2E16EE-1E16-4B84-80E3-2850D7BBCD84}" dt="2021-02-01T15:43:44.605" v="51" actId="47"/>
        <pc:sldMkLst>
          <pc:docMk/>
          <pc:sldMk cId="2800774404" sldId="474"/>
        </pc:sldMkLst>
      </pc:sldChg>
      <pc:sldChg chg="add del">
        <pc:chgData name="Alessandro Ortis" userId="dcdc90ed-3509-45f7-ac48-ad038638580b" providerId="ADAL" clId="{DC2E16EE-1E16-4B84-80E3-2850D7BBCD84}" dt="2021-02-01T15:43:44.605" v="51" actId="47"/>
        <pc:sldMkLst>
          <pc:docMk/>
          <pc:sldMk cId="2682793998" sldId="475"/>
        </pc:sldMkLst>
      </pc:sldChg>
      <pc:sldChg chg="add del">
        <pc:chgData name="Alessandro Ortis" userId="dcdc90ed-3509-45f7-ac48-ad038638580b" providerId="ADAL" clId="{DC2E16EE-1E16-4B84-80E3-2850D7BBCD84}" dt="2021-02-01T15:43:44.605" v="51" actId="47"/>
        <pc:sldMkLst>
          <pc:docMk/>
          <pc:sldMk cId="222707301" sldId="476"/>
        </pc:sldMkLst>
      </pc:sldChg>
      <pc:sldChg chg="add del">
        <pc:chgData name="Alessandro Ortis" userId="dcdc90ed-3509-45f7-ac48-ad038638580b" providerId="ADAL" clId="{DC2E16EE-1E16-4B84-80E3-2850D7BBCD84}" dt="2021-02-01T15:43:44.605" v="51" actId="47"/>
        <pc:sldMkLst>
          <pc:docMk/>
          <pc:sldMk cId="320894558" sldId="477"/>
        </pc:sldMkLst>
      </pc:sldChg>
      <pc:sldChg chg="add del">
        <pc:chgData name="Alessandro Ortis" userId="dcdc90ed-3509-45f7-ac48-ad038638580b" providerId="ADAL" clId="{DC2E16EE-1E16-4B84-80E3-2850D7BBCD84}" dt="2021-02-01T15:43:44.605" v="51" actId="47"/>
        <pc:sldMkLst>
          <pc:docMk/>
          <pc:sldMk cId="376818332" sldId="478"/>
        </pc:sldMkLst>
      </pc:sldChg>
      <pc:sldChg chg="add del">
        <pc:chgData name="Alessandro Ortis" userId="dcdc90ed-3509-45f7-ac48-ad038638580b" providerId="ADAL" clId="{DC2E16EE-1E16-4B84-80E3-2850D7BBCD84}" dt="2021-02-01T15:43:44.605" v="51" actId="47"/>
        <pc:sldMkLst>
          <pc:docMk/>
          <pc:sldMk cId="1427993859" sldId="479"/>
        </pc:sldMkLst>
      </pc:sldChg>
      <pc:sldChg chg="add del">
        <pc:chgData name="Alessandro Ortis" userId="dcdc90ed-3509-45f7-ac48-ad038638580b" providerId="ADAL" clId="{DC2E16EE-1E16-4B84-80E3-2850D7BBCD84}" dt="2021-02-01T15:43:44.605" v="51" actId="47"/>
        <pc:sldMkLst>
          <pc:docMk/>
          <pc:sldMk cId="888940087" sldId="480"/>
        </pc:sldMkLst>
      </pc:sldChg>
      <pc:sldChg chg="add del">
        <pc:chgData name="Alessandro Ortis" userId="dcdc90ed-3509-45f7-ac48-ad038638580b" providerId="ADAL" clId="{DC2E16EE-1E16-4B84-80E3-2850D7BBCD84}" dt="2021-02-01T15:43:44.605" v="51" actId="47"/>
        <pc:sldMkLst>
          <pc:docMk/>
          <pc:sldMk cId="484938038" sldId="481"/>
        </pc:sldMkLst>
      </pc:sldChg>
      <pc:sldChg chg="add del">
        <pc:chgData name="Alessandro Ortis" userId="dcdc90ed-3509-45f7-ac48-ad038638580b" providerId="ADAL" clId="{DC2E16EE-1E16-4B84-80E3-2850D7BBCD84}" dt="2021-02-01T15:43:44.605" v="51" actId="47"/>
        <pc:sldMkLst>
          <pc:docMk/>
          <pc:sldMk cId="3637671567" sldId="482"/>
        </pc:sldMkLst>
      </pc:sldChg>
      <pc:sldChg chg="add del">
        <pc:chgData name="Alessandro Ortis" userId="dcdc90ed-3509-45f7-ac48-ad038638580b" providerId="ADAL" clId="{DC2E16EE-1E16-4B84-80E3-2850D7BBCD84}" dt="2021-02-01T15:43:44.605" v="51" actId="47"/>
        <pc:sldMkLst>
          <pc:docMk/>
          <pc:sldMk cId="3322044085" sldId="483"/>
        </pc:sldMkLst>
      </pc:sldChg>
      <pc:sldChg chg="add del">
        <pc:chgData name="Alessandro Ortis" userId="dcdc90ed-3509-45f7-ac48-ad038638580b" providerId="ADAL" clId="{DC2E16EE-1E16-4B84-80E3-2850D7BBCD84}" dt="2021-02-01T15:43:44.605" v="51" actId="47"/>
        <pc:sldMkLst>
          <pc:docMk/>
          <pc:sldMk cId="3589054688" sldId="485"/>
        </pc:sldMkLst>
      </pc:sldChg>
      <pc:sldChg chg="add del">
        <pc:chgData name="Alessandro Ortis" userId="dcdc90ed-3509-45f7-ac48-ad038638580b" providerId="ADAL" clId="{DC2E16EE-1E16-4B84-80E3-2850D7BBCD84}" dt="2021-02-01T15:43:44.605" v="51" actId="47"/>
        <pc:sldMkLst>
          <pc:docMk/>
          <pc:sldMk cId="3823539820" sldId="486"/>
        </pc:sldMkLst>
      </pc:sldChg>
      <pc:sldChg chg="add del">
        <pc:chgData name="Alessandro Ortis" userId="dcdc90ed-3509-45f7-ac48-ad038638580b" providerId="ADAL" clId="{DC2E16EE-1E16-4B84-80E3-2850D7BBCD84}" dt="2021-02-01T15:43:44.605" v="51" actId="47"/>
        <pc:sldMkLst>
          <pc:docMk/>
          <pc:sldMk cId="345036613" sldId="487"/>
        </pc:sldMkLst>
      </pc:sldChg>
      <pc:sldChg chg="add del">
        <pc:chgData name="Alessandro Ortis" userId="dcdc90ed-3509-45f7-ac48-ad038638580b" providerId="ADAL" clId="{DC2E16EE-1E16-4B84-80E3-2850D7BBCD84}" dt="2021-02-01T15:43:44.605" v="51" actId="47"/>
        <pc:sldMkLst>
          <pc:docMk/>
          <pc:sldMk cId="3280575804" sldId="488"/>
        </pc:sldMkLst>
      </pc:sldChg>
      <pc:sldChg chg="add del">
        <pc:chgData name="Alessandro Ortis" userId="dcdc90ed-3509-45f7-ac48-ad038638580b" providerId="ADAL" clId="{DC2E16EE-1E16-4B84-80E3-2850D7BBCD84}" dt="2021-02-01T15:43:44.605" v="51" actId="47"/>
        <pc:sldMkLst>
          <pc:docMk/>
          <pc:sldMk cId="2381825045" sldId="489"/>
        </pc:sldMkLst>
      </pc:sldChg>
      <pc:sldChg chg="add del">
        <pc:chgData name="Alessandro Ortis" userId="dcdc90ed-3509-45f7-ac48-ad038638580b" providerId="ADAL" clId="{DC2E16EE-1E16-4B84-80E3-2850D7BBCD84}" dt="2021-02-01T15:43:44.605" v="51" actId="47"/>
        <pc:sldMkLst>
          <pc:docMk/>
          <pc:sldMk cId="2032821186" sldId="490"/>
        </pc:sldMkLst>
      </pc:sldChg>
      <pc:sldChg chg="add del">
        <pc:chgData name="Alessandro Ortis" userId="dcdc90ed-3509-45f7-ac48-ad038638580b" providerId="ADAL" clId="{DC2E16EE-1E16-4B84-80E3-2850D7BBCD84}" dt="2021-02-01T15:43:44.605" v="51" actId="47"/>
        <pc:sldMkLst>
          <pc:docMk/>
          <pc:sldMk cId="991005081" sldId="491"/>
        </pc:sldMkLst>
      </pc:sldChg>
      <pc:sldChg chg="add del">
        <pc:chgData name="Alessandro Ortis" userId="dcdc90ed-3509-45f7-ac48-ad038638580b" providerId="ADAL" clId="{DC2E16EE-1E16-4B84-80E3-2850D7BBCD84}" dt="2021-02-01T15:43:44.605" v="51" actId="47"/>
        <pc:sldMkLst>
          <pc:docMk/>
          <pc:sldMk cId="3294595861" sldId="493"/>
        </pc:sldMkLst>
      </pc:sldChg>
      <pc:sldChg chg="add del">
        <pc:chgData name="Alessandro Ortis" userId="dcdc90ed-3509-45f7-ac48-ad038638580b" providerId="ADAL" clId="{DC2E16EE-1E16-4B84-80E3-2850D7BBCD84}" dt="2021-02-01T15:43:44.605" v="51" actId="47"/>
        <pc:sldMkLst>
          <pc:docMk/>
          <pc:sldMk cId="3338397767" sldId="494"/>
        </pc:sldMkLst>
      </pc:sldChg>
      <pc:sldChg chg="add del">
        <pc:chgData name="Alessandro Ortis" userId="dcdc90ed-3509-45f7-ac48-ad038638580b" providerId="ADAL" clId="{DC2E16EE-1E16-4B84-80E3-2850D7BBCD84}" dt="2021-02-01T15:43:44.605" v="51" actId="47"/>
        <pc:sldMkLst>
          <pc:docMk/>
          <pc:sldMk cId="3831860732" sldId="496"/>
        </pc:sldMkLst>
      </pc:sldChg>
      <pc:sldChg chg="add del">
        <pc:chgData name="Alessandro Ortis" userId="dcdc90ed-3509-45f7-ac48-ad038638580b" providerId="ADAL" clId="{DC2E16EE-1E16-4B84-80E3-2850D7BBCD84}" dt="2021-02-01T15:43:44.605" v="51" actId="47"/>
        <pc:sldMkLst>
          <pc:docMk/>
          <pc:sldMk cId="4239631944" sldId="497"/>
        </pc:sldMkLst>
      </pc:sldChg>
      <pc:sldChg chg="add del">
        <pc:chgData name="Alessandro Ortis" userId="dcdc90ed-3509-45f7-ac48-ad038638580b" providerId="ADAL" clId="{DC2E16EE-1E16-4B84-80E3-2850D7BBCD84}" dt="2021-02-01T15:43:44.605" v="51" actId="47"/>
        <pc:sldMkLst>
          <pc:docMk/>
          <pc:sldMk cId="4015553009" sldId="498"/>
        </pc:sldMkLst>
      </pc:sldChg>
      <pc:sldChg chg="add del">
        <pc:chgData name="Alessandro Ortis" userId="dcdc90ed-3509-45f7-ac48-ad038638580b" providerId="ADAL" clId="{DC2E16EE-1E16-4B84-80E3-2850D7BBCD84}" dt="2021-02-01T15:43:44.605" v="51" actId="47"/>
        <pc:sldMkLst>
          <pc:docMk/>
          <pc:sldMk cId="286473319" sldId="499"/>
        </pc:sldMkLst>
      </pc:sldChg>
      <pc:sldChg chg="add del">
        <pc:chgData name="Alessandro Ortis" userId="dcdc90ed-3509-45f7-ac48-ad038638580b" providerId="ADAL" clId="{DC2E16EE-1E16-4B84-80E3-2850D7BBCD84}" dt="2021-02-01T15:43:44.605" v="51" actId="47"/>
        <pc:sldMkLst>
          <pc:docMk/>
          <pc:sldMk cId="3366500922" sldId="500"/>
        </pc:sldMkLst>
      </pc:sldChg>
      <pc:sldChg chg="add del">
        <pc:chgData name="Alessandro Ortis" userId="dcdc90ed-3509-45f7-ac48-ad038638580b" providerId="ADAL" clId="{DC2E16EE-1E16-4B84-80E3-2850D7BBCD84}" dt="2021-02-01T15:43:44.605" v="51" actId="47"/>
        <pc:sldMkLst>
          <pc:docMk/>
          <pc:sldMk cId="3464881188" sldId="501"/>
        </pc:sldMkLst>
      </pc:sldChg>
      <pc:sldChg chg="add del">
        <pc:chgData name="Alessandro Ortis" userId="dcdc90ed-3509-45f7-ac48-ad038638580b" providerId="ADAL" clId="{DC2E16EE-1E16-4B84-80E3-2850D7BBCD84}" dt="2021-02-01T15:43:44.605" v="51" actId="47"/>
        <pc:sldMkLst>
          <pc:docMk/>
          <pc:sldMk cId="147820859" sldId="502"/>
        </pc:sldMkLst>
      </pc:sldChg>
      <pc:sldChg chg="add del">
        <pc:chgData name="Alessandro Ortis" userId="dcdc90ed-3509-45f7-ac48-ad038638580b" providerId="ADAL" clId="{DC2E16EE-1E16-4B84-80E3-2850D7BBCD84}" dt="2021-02-01T15:43:44.605" v="51" actId="47"/>
        <pc:sldMkLst>
          <pc:docMk/>
          <pc:sldMk cId="453728460" sldId="503"/>
        </pc:sldMkLst>
      </pc:sldChg>
      <pc:sldChg chg="add del">
        <pc:chgData name="Alessandro Ortis" userId="dcdc90ed-3509-45f7-ac48-ad038638580b" providerId="ADAL" clId="{DC2E16EE-1E16-4B84-80E3-2850D7BBCD84}" dt="2021-02-01T15:43:44.605" v="51" actId="47"/>
        <pc:sldMkLst>
          <pc:docMk/>
          <pc:sldMk cId="2212992522" sldId="504"/>
        </pc:sldMkLst>
      </pc:sldChg>
      <pc:sldChg chg="add del">
        <pc:chgData name="Alessandro Ortis" userId="dcdc90ed-3509-45f7-ac48-ad038638580b" providerId="ADAL" clId="{DC2E16EE-1E16-4B84-80E3-2850D7BBCD84}" dt="2021-02-01T15:43:44.605" v="51" actId="47"/>
        <pc:sldMkLst>
          <pc:docMk/>
          <pc:sldMk cId="3207072028" sldId="505"/>
        </pc:sldMkLst>
      </pc:sldChg>
      <pc:sldChg chg="add del">
        <pc:chgData name="Alessandro Ortis" userId="dcdc90ed-3509-45f7-ac48-ad038638580b" providerId="ADAL" clId="{DC2E16EE-1E16-4B84-80E3-2850D7BBCD84}" dt="2021-02-01T15:43:44.605" v="51" actId="47"/>
        <pc:sldMkLst>
          <pc:docMk/>
          <pc:sldMk cId="3592146847" sldId="506"/>
        </pc:sldMkLst>
      </pc:sldChg>
      <pc:sldChg chg="add del">
        <pc:chgData name="Alessandro Ortis" userId="dcdc90ed-3509-45f7-ac48-ad038638580b" providerId="ADAL" clId="{DC2E16EE-1E16-4B84-80E3-2850D7BBCD84}" dt="2021-02-01T15:43:44.605" v="51" actId="47"/>
        <pc:sldMkLst>
          <pc:docMk/>
          <pc:sldMk cId="3761837333" sldId="507"/>
        </pc:sldMkLst>
      </pc:sldChg>
      <pc:sldChg chg="add del">
        <pc:chgData name="Alessandro Ortis" userId="dcdc90ed-3509-45f7-ac48-ad038638580b" providerId="ADAL" clId="{DC2E16EE-1E16-4B84-80E3-2850D7BBCD84}" dt="2021-02-01T15:43:44.605" v="51" actId="47"/>
        <pc:sldMkLst>
          <pc:docMk/>
          <pc:sldMk cId="2476401771" sldId="508"/>
        </pc:sldMkLst>
      </pc:sldChg>
      <pc:sldChg chg="add del">
        <pc:chgData name="Alessandro Ortis" userId="dcdc90ed-3509-45f7-ac48-ad038638580b" providerId="ADAL" clId="{DC2E16EE-1E16-4B84-80E3-2850D7BBCD84}" dt="2021-02-01T15:43:44.605" v="51" actId="47"/>
        <pc:sldMkLst>
          <pc:docMk/>
          <pc:sldMk cId="3826061629" sldId="509"/>
        </pc:sldMkLst>
      </pc:sldChg>
      <pc:sldChg chg="add del">
        <pc:chgData name="Alessandro Ortis" userId="dcdc90ed-3509-45f7-ac48-ad038638580b" providerId="ADAL" clId="{DC2E16EE-1E16-4B84-80E3-2850D7BBCD84}" dt="2021-02-01T15:43:44.605" v="51" actId="47"/>
        <pc:sldMkLst>
          <pc:docMk/>
          <pc:sldMk cId="3168944828" sldId="510"/>
        </pc:sldMkLst>
      </pc:sldChg>
      <pc:sldChg chg="add del">
        <pc:chgData name="Alessandro Ortis" userId="dcdc90ed-3509-45f7-ac48-ad038638580b" providerId="ADAL" clId="{DC2E16EE-1E16-4B84-80E3-2850D7BBCD84}" dt="2021-02-01T15:43:44.605" v="51" actId="47"/>
        <pc:sldMkLst>
          <pc:docMk/>
          <pc:sldMk cId="3266203508" sldId="511"/>
        </pc:sldMkLst>
      </pc:sldChg>
      <pc:sldChg chg="add del">
        <pc:chgData name="Alessandro Ortis" userId="dcdc90ed-3509-45f7-ac48-ad038638580b" providerId="ADAL" clId="{DC2E16EE-1E16-4B84-80E3-2850D7BBCD84}" dt="2021-02-01T15:43:44.605" v="51" actId="47"/>
        <pc:sldMkLst>
          <pc:docMk/>
          <pc:sldMk cId="3056296756" sldId="513"/>
        </pc:sldMkLst>
      </pc:sldChg>
      <pc:sldChg chg="add del">
        <pc:chgData name="Alessandro Ortis" userId="dcdc90ed-3509-45f7-ac48-ad038638580b" providerId="ADAL" clId="{DC2E16EE-1E16-4B84-80E3-2850D7BBCD84}" dt="2021-02-01T15:43:44.605" v="51" actId="47"/>
        <pc:sldMkLst>
          <pc:docMk/>
          <pc:sldMk cId="2609987557" sldId="514"/>
        </pc:sldMkLst>
      </pc:sldChg>
      <pc:sldChg chg="add del">
        <pc:chgData name="Alessandro Ortis" userId="dcdc90ed-3509-45f7-ac48-ad038638580b" providerId="ADAL" clId="{DC2E16EE-1E16-4B84-80E3-2850D7BBCD84}" dt="2021-02-01T15:43:44.605" v="51" actId="47"/>
        <pc:sldMkLst>
          <pc:docMk/>
          <pc:sldMk cId="660749410" sldId="515"/>
        </pc:sldMkLst>
      </pc:sldChg>
    </pc:docChg>
  </pc:docChgLst>
  <pc:docChgLst>
    <pc:chgData name="Alessandro Ortis" userId="dcdc90ed-3509-45f7-ac48-ad038638580b" providerId="ADAL" clId="{C0B2AA45-2A57-48E7-AD45-60C692039D51}"/>
    <pc:docChg chg="undo custSel addSld delSld modSld">
      <pc:chgData name="Alessandro Ortis" userId="dcdc90ed-3509-45f7-ac48-ad038638580b" providerId="ADAL" clId="{C0B2AA45-2A57-48E7-AD45-60C692039D51}" dt="2021-04-26T09:24:38.432" v="2113" actId="20577"/>
      <pc:docMkLst>
        <pc:docMk/>
      </pc:docMkLst>
      <pc:sldChg chg="del">
        <pc:chgData name="Alessandro Ortis" userId="dcdc90ed-3509-45f7-ac48-ad038638580b" providerId="ADAL" clId="{C0B2AA45-2A57-48E7-AD45-60C692039D51}" dt="2021-04-20T14:15:13.521" v="43" actId="47"/>
        <pc:sldMkLst>
          <pc:docMk/>
          <pc:sldMk cId="0" sldId="295"/>
        </pc:sldMkLst>
      </pc:sldChg>
      <pc:sldChg chg="addSp modSp mod">
        <pc:chgData name="Alessandro Ortis" userId="dcdc90ed-3509-45f7-ac48-ad038638580b" providerId="ADAL" clId="{C0B2AA45-2A57-48E7-AD45-60C692039D51}" dt="2021-04-26T08:06:14.227" v="2090" actId="1076"/>
        <pc:sldMkLst>
          <pc:docMk/>
          <pc:sldMk cId="1144034358" sldId="405"/>
        </pc:sldMkLst>
        <pc:spChg chg="add mod">
          <ac:chgData name="Alessandro Ortis" userId="dcdc90ed-3509-45f7-ac48-ad038638580b" providerId="ADAL" clId="{C0B2AA45-2A57-48E7-AD45-60C692039D51}" dt="2021-04-26T08:06:03.167" v="2086" actId="1038"/>
          <ac:spMkLst>
            <pc:docMk/>
            <pc:sldMk cId="1144034358" sldId="405"/>
            <ac:spMk id="2" creationId="{512A3DEA-EB28-4E5E-AA64-DEA41F356FCE}"/>
          </ac:spMkLst>
        </pc:spChg>
        <pc:spChg chg="mod">
          <ac:chgData name="Alessandro Ortis" userId="dcdc90ed-3509-45f7-ac48-ad038638580b" providerId="ADAL" clId="{C0B2AA45-2A57-48E7-AD45-60C692039D51}" dt="2021-04-20T14:11:39.744" v="13" actId="20577"/>
          <ac:spMkLst>
            <pc:docMk/>
            <pc:sldMk cId="1144034358" sldId="405"/>
            <ac:spMk id="6" creationId="{258080D9-E5F6-4148-86FF-A70D111E8BAA}"/>
          </ac:spMkLst>
        </pc:spChg>
        <pc:spChg chg="add mod">
          <ac:chgData name="Alessandro Ortis" userId="dcdc90ed-3509-45f7-ac48-ad038638580b" providerId="ADAL" clId="{C0B2AA45-2A57-48E7-AD45-60C692039D51}" dt="2021-04-26T08:06:09.078" v="2088" actId="1076"/>
          <ac:spMkLst>
            <pc:docMk/>
            <pc:sldMk cId="1144034358" sldId="405"/>
            <ac:spMk id="9" creationId="{D672B986-F919-42D3-948D-A4B358B4B63D}"/>
          </ac:spMkLst>
        </pc:spChg>
        <pc:spChg chg="add mod">
          <ac:chgData name="Alessandro Ortis" userId="dcdc90ed-3509-45f7-ac48-ad038638580b" providerId="ADAL" clId="{C0B2AA45-2A57-48E7-AD45-60C692039D51}" dt="2021-04-26T08:06:14.227" v="2090" actId="1076"/>
          <ac:spMkLst>
            <pc:docMk/>
            <pc:sldMk cId="1144034358" sldId="405"/>
            <ac:spMk id="10" creationId="{908C6DB3-F665-4AA4-8593-0B86FA5BA0A1}"/>
          </ac:spMkLst>
        </pc:spChg>
      </pc:sldChg>
      <pc:sldChg chg="modSp mod">
        <pc:chgData name="Alessandro Ortis" userId="dcdc90ed-3509-45f7-ac48-ad038638580b" providerId="ADAL" clId="{C0B2AA45-2A57-48E7-AD45-60C692039D51}" dt="2021-04-20T14:13:01.573" v="39" actId="6549"/>
        <pc:sldMkLst>
          <pc:docMk/>
          <pc:sldMk cId="1977699529" sldId="407"/>
        </pc:sldMkLst>
        <pc:spChg chg="mod">
          <ac:chgData name="Alessandro Ortis" userId="dcdc90ed-3509-45f7-ac48-ad038638580b" providerId="ADAL" clId="{C0B2AA45-2A57-48E7-AD45-60C692039D51}" dt="2021-04-20T14:13:01.573" v="39" actId="6549"/>
          <ac:spMkLst>
            <pc:docMk/>
            <pc:sldMk cId="1977699529" sldId="407"/>
            <ac:spMk id="176137" creationId="{25A11B01-42AD-45AC-8FE2-3B4990ACF797}"/>
          </ac:spMkLst>
        </pc:spChg>
      </pc:sldChg>
      <pc:sldChg chg="modSp mod">
        <pc:chgData name="Alessandro Ortis" userId="dcdc90ed-3509-45f7-ac48-ad038638580b" providerId="ADAL" clId="{C0B2AA45-2A57-48E7-AD45-60C692039D51}" dt="2021-04-26T09:24:31.846" v="2102" actId="20577"/>
        <pc:sldMkLst>
          <pc:docMk/>
          <pc:sldMk cId="1715010115" sldId="410"/>
        </pc:sldMkLst>
        <pc:spChg chg="mod">
          <ac:chgData name="Alessandro Ortis" userId="dcdc90ed-3509-45f7-ac48-ad038638580b" providerId="ADAL" clId="{C0B2AA45-2A57-48E7-AD45-60C692039D51}" dt="2021-04-26T09:24:31.846" v="2102" actId="20577"/>
          <ac:spMkLst>
            <pc:docMk/>
            <pc:sldMk cId="1715010115" sldId="410"/>
            <ac:spMk id="9" creationId="{214797AA-1E06-40F3-9082-FA8674EAD136}"/>
          </ac:spMkLst>
        </pc:spChg>
      </pc:sldChg>
      <pc:sldChg chg="modSp mod">
        <pc:chgData name="Alessandro Ortis" userId="dcdc90ed-3509-45f7-ac48-ad038638580b" providerId="ADAL" clId="{C0B2AA45-2A57-48E7-AD45-60C692039D51}" dt="2021-04-26T09:24:38.432" v="2113" actId="20577"/>
        <pc:sldMkLst>
          <pc:docMk/>
          <pc:sldMk cId="644021039" sldId="411"/>
        </pc:sldMkLst>
        <pc:spChg chg="mod">
          <ac:chgData name="Alessandro Ortis" userId="dcdc90ed-3509-45f7-ac48-ad038638580b" providerId="ADAL" clId="{C0B2AA45-2A57-48E7-AD45-60C692039D51}" dt="2021-04-26T09:24:38.432" v="2113" actId="20577"/>
          <ac:spMkLst>
            <pc:docMk/>
            <pc:sldMk cId="644021039" sldId="411"/>
            <ac:spMk id="9" creationId="{214797AA-1E06-40F3-9082-FA8674EAD136}"/>
          </ac:spMkLst>
        </pc:spChg>
      </pc:sldChg>
      <pc:sldChg chg="modSp mod">
        <pc:chgData name="Alessandro Ortis" userId="dcdc90ed-3509-45f7-ac48-ad038638580b" providerId="ADAL" clId="{C0B2AA45-2A57-48E7-AD45-60C692039D51}" dt="2021-04-20T14:14:14.584" v="41" actId="20577"/>
        <pc:sldMkLst>
          <pc:docMk/>
          <pc:sldMk cId="2458999474" sldId="413"/>
        </pc:sldMkLst>
        <pc:spChg chg="mod">
          <ac:chgData name="Alessandro Ortis" userId="dcdc90ed-3509-45f7-ac48-ad038638580b" providerId="ADAL" clId="{C0B2AA45-2A57-48E7-AD45-60C692039D51}" dt="2021-04-20T14:14:14.584" v="41" actId="20577"/>
          <ac:spMkLst>
            <pc:docMk/>
            <pc:sldMk cId="2458999474" sldId="413"/>
            <ac:spMk id="9" creationId="{214797AA-1E06-40F3-9082-FA8674EAD136}"/>
          </ac:spMkLst>
        </pc:spChg>
      </pc:sldChg>
      <pc:sldChg chg="mod modShow">
        <pc:chgData name="Alessandro Ortis" userId="dcdc90ed-3509-45f7-ac48-ad038638580b" providerId="ADAL" clId="{C0B2AA45-2A57-48E7-AD45-60C692039D51}" dt="2021-04-20T14:14:42.318" v="42" actId="729"/>
        <pc:sldMkLst>
          <pc:docMk/>
          <pc:sldMk cId="1297251117" sldId="414"/>
        </pc:sldMkLst>
      </pc:sldChg>
      <pc:sldChg chg="delSp modSp mod modShow">
        <pc:chgData name="Alessandro Ortis" userId="dcdc90ed-3509-45f7-ac48-ad038638580b" providerId="ADAL" clId="{C0B2AA45-2A57-48E7-AD45-60C692039D51}" dt="2021-04-20T15:08:02.188" v="2081" actId="20577"/>
        <pc:sldMkLst>
          <pc:docMk/>
          <pc:sldMk cId="166479949" sldId="424"/>
        </pc:sldMkLst>
        <pc:spChg chg="del mod">
          <ac:chgData name="Alessandro Ortis" userId="dcdc90ed-3509-45f7-ac48-ad038638580b" providerId="ADAL" clId="{C0B2AA45-2A57-48E7-AD45-60C692039D51}" dt="2021-04-20T14:34:56.876" v="438" actId="478"/>
          <ac:spMkLst>
            <pc:docMk/>
            <pc:sldMk cId="166479949" sldId="424"/>
            <ac:spMk id="4" creationId="{4B9BE565-A0FE-40FC-8CFE-7A9942C03498}"/>
          </ac:spMkLst>
        </pc:spChg>
        <pc:spChg chg="mod">
          <ac:chgData name="Alessandro Ortis" userId="dcdc90ed-3509-45f7-ac48-ad038638580b" providerId="ADAL" clId="{C0B2AA45-2A57-48E7-AD45-60C692039D51}" dt="2021-04-20T14:42:40.219" v="692" actId="20577"/>
          <ac:spMkLst>
            <pc:docMk/>
            <pc:sldMk cId="166479949" sldId="424"/>
            <ac:spMk id="6" creationId="{33A00F08-9322-4BFA-A5C1-11E4584D74AE}"/>
          </ac:spMkLst>
        </pc:spChg>
        <pc:spChg chg="mod">
          <ac:chgData name="Alessandro Ortis" userId="dcdc90ed-3509-45f7-ac48-ad038638580b" providerId="ADAL" clId="{C0B2AA45-2A57-48E7-AD45-60C692039D51}" dt="2021-04-20T15:08:02.188" v="2081" actId="20577"/>
          <ac:spMkLst>
            <pc:docMk/>
            <pc:sldMk cId="166479949" sldId="424"/>
            <ac:spMk id="8" creationId="{819271F6-BDEE-4BCF-8814-0180540D807C}"/>
          </ac:spMkLst>
        </pc:spChg>
      </pc:sldChg>
      <pc:sldChg chg="modSp mod">
        <pc:chgData name="Alessandro Ortis" userId="dcdc90ed-3509-45f7-ac48-ad038638580b" providerId="ADAL" clId="{C0B2AA45-2A57-48E7-AD45-60C692039D51}" dt="2021-04-20T15:16:49.266" v="2083" actId="20577"/>
        <pc:sldMkLst>
          <pc:docMk/>
          <pc:sldMk cId="1778699822" sldId="426"/>
        </pc:sldMkLst>
        <pc:graphicFrameChg chg="modGraphic">
          <ac:chgData name="Alessandro Ortis" userId="dcdc90ed-3509-45f7-ac48-ad038638580b" providerId="ADAL" clId="{C0B2AA45-2A57-48E7-AD45-60C692039D51}" dt="2021-04-20T15:16:49.266" v="2083" actId="20577"/>
          <ac:graphicFrameMkLst>
            <pc:docMk/>
            <pc:sldMk cId="1778699822" sldId="426"/>
            <ac:graphicFrameMk id="6" creationId="{90CBCBB1-7115-42DE-BCA8-68DF29239E05}"/>
          </ac:graphicFrameMkLst>
        </pc:graphicFrameChg>
      </pc:sldChg>
      <pc:sldChg chg="modSp add mod modShow">
        <pc:chgData name="Alessandro Ortis" userId="dcdc90ed-3509-45f7-ac48-ad038638580b" providerId="ADAL" clId="{C0B2AA45-2A57-48E7-AD45-60C692039D51}" dt="2021-04-20T15:07:57.132" v="2079" actId="729"/>
        <pc:sldMkLst>
          <pc:docMk/>
          <pc:sldMk cId="104044634" sldId="428"/>
        </pc:sldMkLst>
        <pc:spChg chg="mod">
          <ac:chgData name="Alessandro Ortis" userId="dcdc90ed-3509-45f7-ac48-ad038638580b" providerId="ADAL" clId="{C0B2AA45-2A57-48E7-AD45-60C692039D51}" dt="2021-04-20T14:52:29.335" v="1701" actId="6549"/>
          <ac:spMkLst>
            <pc:docMk/>
            <pc:sldMk cId="104044634" sldId="428"/>
            <ac:spMk id="6" creationId="{33A00F08-9322-4BFA-A5C1-11E4584D74AE}"/>
          </ac:spMkLst>
        </pc:spChg>
        <pc:spChg chg="mod">
          <ac:chgData name="Alessandro Ortis" userId="dcdc90ed-3509-45f7-ac48-ad038638580b" providerId="ADAL" clId="{C0B2AA45-2A57-48E7-AD45-60C692039D51}" dt="2021-04-20T14:42:53.031" v="699" actId="20577"/>
          <ac:spMkLst>
            <pc:docMk/>
            <pc:sldMk cId="104044634" sldId="428"/>
            <ac:spMk id="8" creationId="{819271F6-BDEE-4BCF-8814-0180540D807C}"/>
          </ac:spMkLst>
        </pc:spChg>
      </pc:sldChg>
      <pc:sldChg chg="modSp add mod modShow">
        <pc:chgData name="Alessandro Ortis" userId="dcdc90ed-3509-45f7-ac48-ad038638580b" providerId="ADAL" clId="{C0B2AA45-2A57-48E7-AD45-60C692039D51}" dt="2021-04-20T15:07:57.132" v="2079" actId="729"/>
        <pc:sldMkLst>
          <pc:docMk/>
          <pc:sldMk cId="1392611129" sldId="429"/>
        </pc:sldMkLst>
        <pc:spChg chg="mod">
          <ac:chgData name="Alessandro Ortis" userId="dcdc90ed-3509-45f7-ac48-ad038638580b" providerId="ADAL" clId="{C0B2AA45-2A57-48E7-AD45-60C692039D51}" dt="2021-04-20T14:54:08.424" v="2078" actId="404"/>
          <ac:spMkLst>
            <pc:docMk/>
            <pc:sldMk cId="1392611129" sldId="429"/>
            <ac:spMk id="6" creationId="{33A00F08-9322-4BFA-A5C1-11E4584D74AE}"/>
          </ac:spMkLst>
        </pc:spChg>
        <pc:spChg chg="mod">
          <ac:chgData name="Alessandro Ortis" userId="dcdc90ed-3509-45f7-ac48-ad038638580b" providerId="ADAL" clId="{C0B2AA45-2A57-48E7-AD45-60C692039D51}" dt="2021-04-20T14:52:52.736" v="1781" actId="20577"/>
          <ac:spMkLst>
            <pc:docMk/>
            <pc:sldMk cId="1392611129" sldId="429"/>
            <ac:spMk id="8" creationId="{819271F6-BDEE-4BCF-8814-0180540D807C}"/>
          </ac:spMkLst>
        </pc:spChg>
      </pc:sldChg>
    </pc:docChg>
  </pc:docChgLst>
  <pc:docChgLst>
    <pc:chgData name="Alessandro Ortis" userId="dcdc90ed-3509-45f7-ac48-ad038638580b" providerId="ADAL" clId="{FC25FC09-5746-4510-9F18-701AAFBE41D2}"/>
    <pc:docChg chg="undo custSel addSld delSld modSld sldOrd">
      <pc:chgData name="Alessandro Ortis" userId="dcdc90ed-3509-45f7-ac48-ad038638580b" providerId="ADAL" clId="{FC25FC09-5746-4510-9F18-701AAFBE41D2}" dt="2021-03-12T15:32:01.031" v="5492" actId="20577"/>
      <pc:docMkLst>
        <pc:docMk/>
      </pc:docMkLst>
      <pc:sldChg chg="add del">
        <pc:chgData name="Alessandro Ortis" userId="dcdc90ed-3509-45f7-ac48-ad038638580b" providerId="ADAL" clId="{FC25FC09-5746-4510-9F18-701AAFBE41D2}" dt="2021-03-10T15:42:48.265" v="201" actId="47"/>
        <pc:sldMkLst>
          <pc:docMk/>
          <pc:sldMk cId="0" sldId="256"/>
        </pc:sldMkLst>
      </pc:sldChg>
      <pc:sldChg chg="modSp add del mod">
        <pc:chgData name="Alessandro Ortis" userId="dcdc90ed-3509-45f7-ac48-ad038638580b" providerId="ADAL" clId="{FC25FC09-5746-4510-9F18-701AAFBE41D2}" dt="2021-03-11T09:26:55.623" v="989" actId="2711"/>
        <pc:sldMkLst>
          <pc:docMk/>
          <pc:sldMk cId="0" sldId="279"/>
        </pc:sldMkLst>
        <pc:spChg chg="mod">
          <ac:chgData name="Alessandro Ortis" userId="dcdc90ed-3509-45f7-ac48-ad038638580b" providerId="ADAL" clId="{FC25FC09-5746-4510-9F18-701AAFBE41D2}" dt="2021-03-11T09:26:45.844" v="988" actId="2711"/>
          <ac:spMkLst>
            <pc:docMk/>
            <pc:sldMk cId="0" sldId="279"/>
            <ac:spMk id="50178" creationId="{CB840C27-CC37-4C88-B73E-60EECA52D4ED}"/>
          </ac:spMkLst>
        </pc:spChg>
        <pc:spChg chg="mod">
          <ac:chgData name="Alessandro Ortis" userId="dcdc90ed-3509-45f7-ac48-ad038638580b" providerId="ADAL" clId="{FC25FC09-5746-4510-9F18-701AAFBE41D2}" dt="2021-03-11T09:26:45.844" v="988" actId="2711"/>
          <ac:spMkLst>
            <pc:docMk/>
            <pc:sldMk cId="0" sldId="279"/>
            <ac:spMk id="50184" creationId="{468EEF83-14D5-407A-9D03-2CEFFCADA5A8}"/>
          </ac:spMkLst>
        </pc:spChg>
        <pc:spChg chg="mod">
          <ac:chgData name="Alessandro Ortis" userId="dcdc90ed-3509-45f7-ac48-ad038638580b" providerId="ADAL" clId="{FC25FC09-5746-4510-9F18-701AAFBE41D2}" dt="2021-03-11T09:26:45.844" v="988" actId="2711"/>
          <ac:spMkLst>
            <pc:docMk/>
            <pc:sldMk cId="0" sldId="279"/>
            <ac:spMk id="50187" creationId="{253FBBD0-6A93-4267-B60F-6B2646A95A5B}"/>
          </ac:spMkLst>
        </pc:spChg>
        <pc:spChg chg="mod">
          <ac:chgData name="Alessandro Ortis" userId="dcdc90ed-3509-45f7-ac48-ad038638580b" providerId="ADAL" clId="{FC25FC09-5746-4510-9F18-701AAFBE41D2}" dt="2021-03-11T09:26:55.623" v="989" actId="2711"/>
          <ac:spMkLst>
            <pc:docMk/>
            <pc:sldMk cId="0" sldId="279"/>
            <ac:spMk id="50194" creationId="{173741BA-8B33-4554-9D47-065B7295DEEB}"/>
          </ac:spMkLst>
        </pc:spChg>
      </pc:sldChg>
      <pc:sldChg chg="modSp add mod">
        <pc:chgData name="Alessandro Ortis" userId="dcdc90ed-3509-45f7-ac48-ad038638580b" providerId="ADAL" clId="{FC25FC09-5746-4510-9F18-701AAFBE41D2}" dt="2021-03-11T09:27:18.111" v="992" actId="2711"/>
        <pc:sldMkLst>
          <pc:docMk/>
          <pc:sldMk cId="0" sldId="280"/>
        </pc:sldMkLst>
        <pc:spChg chg="mod">
          <ac:chgData name="Alessandro Ortis" userId="dcdc90ed-3509-45f7-ac48-ad038638580b" providerId="ADAL" clId="{FC25FC09-5746-4510-9F18-701AAFBE41D2}" dt="2021-03-11T09:27:11.680" v="991" actId="2711"/>
          <ac:spMkLst>
            <pc:docMk/>
            <pc:sldMk cId="0" sldId="280"/>
            <ac:spMk id="174082" creationId="{317DAD46-A7A5-4E6F-84C2-21FF9D02E83E}"/>
          </ac:spMkLst>
        </pc:spChg>
        <pc:spChg chg="mod">
          <ac:chgData name="Alessandro Ortis" userId="dcdc90ed-3509-45f7-ac48-ad038638580b" providerId="ADAL" clId="{FC25FC09-5746-4510-9F18-701AAFBE41D2}" dt="2021-03-10T15:46:21.439" v="233" actId="1076"/>
          <ac:spMkLst>
            <pc:docMk/>
            <pc:sldMk cId="0" sldId="280"/>
            <ac:spMk id="174083" creationId="{53E8D610-02DB-4855-8262-C62EDD21655F}"/>
          </ac:spMkLst>
        </pc:spChg>
        <pc:spChg chg="mod">
          <ac:chgData name="Alessandro Ortis" userId="dcdc90ed-3509-45f7-ac48-ad038638580b" providerId="ADAL" clId="{FC25FC09-5746-4510-9F18-701AAFBE41D2}" dt="2021-03-11T09:27:04.793" v="990" actId="2711"/>
          <ac:spMkLst>
            <pc:docMk/>
            <pc:sldMk cId="0" sldId="280"/>
            <ac:spMk id="174085" creationId="{5EC6F68F-1472-4D9B-B71C-68BB3175B95B}"/>
          </ac:spMkLst>
        </pc:spChg>
        <pc:spChg chg="mod">
          <ac:chgData name="Alessandro Ortis" userId="dcdc90ed-3509-45f7-ac48-ad038638580b" providerId="ADAL" clId="{FC25FC09-5746-4510-9F18-701AAFBE41D2}" dt="2021-03-11T09:27:18.111" v="992" actId="2711"/>
          <ac:spMkLst>
            <pc:docMk/>
            <pc:sldMk cId="0" sldId="280"/>
            <ac:spMk id="174091" creationId="{65E15D96-9C22-4188-9131-D61F695BCED5}"/>
          </ac:spMkLst>
        </pc:spChg>
      </pc:sldChg>
      <pc:sldChg chg="modSp add mod">
        <pc:chgData name="Alessandro Ortis" userId="dcdc90ed-3509-45f7-ac48-ad038638580b" providerId="ADAL" clId="{FC25FC09-5746-4510-9F18-701AAFBE41D2}" dt="2021-03-11T09:28:23.141" v="1004" actId="14100"/>
        <pc:sldMkLst>
          <pc:docMk/>
          <pc:sldMk cId="0" sldId="281"/>
        </pc:sldMkLst>
        <pc:spChg chg="mod">
          <ac:chgData name="Alessandro Ortis" userId="dcdc90ed-3509-45f7-ac48-ad038638580b" providerId="ADAL" clId="{FC25FC09-5746-4510-9F18-701AAFBE41D2}" dt="2021-03-11T09:27:39.611" v="995" actId="2711"/>
          <ac:spMkLst>
            <pc:docMk/>
            <pc:sldMk cId="0" sldId="281"/>
            <ac:spMk id="176130" creationId="{F79D8FD5-F8B5-47B9-9D75-6F88048585F9}"/>
          </ac:spMkLst>
        </pc:spChg>
        <pc:spChg chg="mod">
          <ac:chgData name="Alessandro Ortis" userId="dcdc90ed-3509-45f7-ac48-ad038638580b" providerId="ADAL" clId="{FC25FC09-5746-4510-9F18-701AAFBE41D2}" dt="2021-03-11T09:27:33.999" v="994" actId="2711"/>
          <ac:spMkLst>
            <pc:docMk/>
            <pc:sldMk cId="0" sldId="281"/>
            <ac:spMk id="176135" creationId="{33235747-2B3E-4E67-A12B-685C5B8C274D}"/>
          </ac:spMkLst>
        </pc:spChg>
        <pc:spChg chg="mod">
          <ac:chgData name="Alessandro Ortis" userId="dcdc90ed-3509-45f7-ac48-ad038638580b" providerId="ADAL" clId="{FC25FC09-5746-4510-9F18-701AAFBE41D2}" dt="2021-03-11T09:28:09.480" v="1001" actId="2711"/>
          <ac:spMkLst>
            <pc:docMk/>
            <pc:sldMk cId="0" sldId="281"/>
            <ac:spMk id="176137" creationId="{586E8B01-1B25-475A-A0FF-97F7C6A477B1}"/>
          </ac:spMkLst>
        </pc:spChg>
        <pc:spChg chg="mod">
          <ac:chgData name="Alessandro Ortis" userId="dcdc90ed-3509-45f7-ac48-ad038638580b" providerId="ADAL" clId="{FC25FC09-5746-4510-9F18-701AAFBE41D2}" dt="2021-03-11T09:28:23.141" v="1004" actId="14100"/>
          <ac:spMkLst>
            <pc:docMk/>
            <pc:sldMk cId="0" sldId="281"/>
            <ac:spMk id="176138" creationId="{5F2FE6F0-607F-402E-96FD-4ECB7FC4F01E}"/>
          </ac:spMkLst>
        </pc:spChg>
      </pc:sldChg>
      <pc:sldChg chg="modSp add mod">
        <pc:chgData name="Alessandro Ortis" userId="dcdc90ed-3509-45f7-ac48-ad038638580b" providerId="ADAL" clId="{FC25FC09-5746-4510-9F18-701AAFBE41D2}" dt="2021-03-11T09:28:32.879" v="1009" actId="2711"/>
        <pc:sldMkLst>
          <pc:docMk/>
          <pc:sldMk cId="0" sldId="282"/>
        </pc:sldMkLst>
        <pc:spChg chg="mod">
          <ac:chgData name="Alessandro Ortis" userId="dcdc90ed-3509-45f7-ac48-ad038638580b" providerId="ADAL" clId="{FC25FC09-5746-4510-9F18-701AAFBE41D2}" dt="2021-03-10T15:47:47.934" v="239" actId="1076"/>
          <ac:spMkLst>
            <pc:docMk/>
            <pc:sldMk cId="0" sldId="282"/>
            <ac:spMk id="4" creationId="{BCBE835A-0C95-453D-84AB-487702A80433}"/>
          </ac:spMkLst>
        </pc:spChg>
        <pc:spChg chg="mod">
          <ac:chgData name="Alessandro Ortis" userId="dcdc90ed-3509-45f7-ac48-ad038638580b" providerId="ADAL" clId="{FC25FC09-5746-4510-9F18-701AAFBE41D2}" dt="2021-03-11T09:28:27.528" v="1006" actId="27636"/>
          <ac:spMkLst>
            <pc:docMk/>
            <pc:sldMk cId="0" sldId="282"/>
            <ac:spMk id="178178" creationId="{F0D39BA7-16C9-4D4E-8E54-01A26DA14FDB}"/>
          </ac:spMkLst>
        </pc:spChg>
        <pc:spChg chg="mod">
          <ac:chgData name="Alessandro Ortis" userId="dcdc90ed-3509-45f7-ac48-ad038638580b" providerId="ADAL" clId="{FC25FC09-5746-4510-9F18-701AAFBE41D2}" dt="2021-03-11T09:28:32.879" v="1009" actId="2711"/>
          <ac:spMkLst>
            <pc:docMk/>
            <pc:sldMk cId="0" sldId="282"/>
            <ac:spMk id="178184" creationId="{635F9312-ED32-441D-B8A5-F8E0B934C109}"/>
          </ac:spMkLst>
        </pc:spChg>
        <pc:spChg chg="mod">
          <ac:chgData name="Alessandro Ortis" userId="dcdc90ed-3509-45f7-ac48-ad038638580b" providerId="ADAL" clId="{FC25FC09-5746-4510-9F18-701AAFBE41D2}" dt="2021-03-10T15:47:53.065" v="240" actId="1076"/>
          <ac:spMkLst>
            <pc:docMk/>
            <pc:sldMk cId="0" sldId="282"/>
            <ac:spMk id="178186" creationId="{B6DB76DF-5E87-43EE-9A2F-1B58CC32B6C0}"/>
          </ac:spMkLst>
        </pc:spChg>
        <pc:picChg chg="mod">
          <ac:chgData name="Alessandro Ortis" userId="dcdc90ed-3509-45f7-ac48-ad038638580b" providerId="ADAL" clId="{FC25FC09-5746-4510-9F18-701AAFBE41D2}" dt="2021-03-10T15:47:46.219" v="238" actId="1076"/>
          <ac:picMkLst>
            <pc:docMk/>
            <pc:sldMk cId="0" sldId="282"/>
            <ac:picMk id="178185" creationId="{6C4D903E-DCD6-4404-A2E1-5B4188B4627A}"/>
          </ac:picMkLst>
        </pc:picChg>
        <pc:cxnChg chg="mod">
          <ac:chgData name="Alessandro Ortis" userId="dcdc90ed-3509-45f7-ac48-ad038638580b" providerId="ADAL" clId="{FC25FC09-5746-4510-9F18-701AAFBE41D2}" dt="2021-03-10T15:47:57.570" v="242" actId="14100"/>
          <ac:cxnSpMkLst>
            <pc:docMk/>
            <pc:sldMk cId="0" sldId="282"/>
            <ac:cxnSpMk id="3" creationId="{7DAF42E0-A188-4A55-BCC3-D75CADC59495}"/>
          </ac:cxnSpMkLst>
        </pc:cxnChg>
      </pc:sldChg>
      <pc:sldChg chg="modSp add mod">
        <pc:chgData name="Alessandro Ortis" userId="dcdc90ed-3509-45f7-ac48-ad038638580b" providerId="ADAL" clId="{FC25FC09-5746-4510-9F18-701AAFBE41D2}" dt="2021-03-11T09:29:03.902" v="1012" actId="2711"/>
        <pc:sldMkLst>
          <pc:docMk/>
          <pc:sldMk cId="0" sldId="283"/>
        </pc:sldMkLst>
        <pc:spChg chg="mod">
          <ac:chgData name="Alessandro Ortis" userId="dcdc90ed-3509-45f7-ac48-ad038638580b" providerId="ADAL" clId="{FC25FC09-5746-4510-9F18-701AAFBE41D2}" dt="2021-03-11T09:28:54.382" v="1010" actId="2711"/>
          <ac:spMkLst>
            <pc:docMk/>
            <pc:sldMk cId="0" sldId="283"/>
            <ac:spMk id="180226" creationId="{1314B38F-3BF3-4FD9-8504-FFBF18C81477}"/>
          </ac:spMkLst>
        </pc:spChg>
        <pc:spChg chg="mod">
          <ac:chgData name="Alessandro Ortis" userId="dcdc90ed-3509-45f7-ac48-ad038638580b" providerId="ADAL" clId="{FC25FC09-5746-4510-9F18-701AAFBE41D2}" dt="2021-03-11T09:28:54.382" v="1010" actId="2711"/>
          <ac:spMkLst>
            <pc:docMk/>
            <pc:sldMk cId="0" sldId="283"/>
            <ac:spMk id="180228" creationId="{16AF8081-61EA-4500-9E2A-38A818ECD9F5}"/>
          </ac:spMkLst>
        </pc:spChg>
        <pc:spChg chg="mod">
          <ac:chgData name="Alessandro Ortis" userId="dcdc90ed-3509-45f7-ac48-ad038638580b" providerId="ADAL" clId="{FC25FC09-5746-4510-9F18-701AAFBE41D2}" dt="2021-03-11T09:28:54.382" v="1010" actId="2711"/>
          <ac:spMkLst>
            <pc:docMk/>
            <pc:sldMk cId="0" sldId="283"/>
            <ac:spMk id="180231" creationId="{4F54220E-68FB-4E5C-8636-B76E57266832}"/>
          </ac:spMkLst>
        </pc:spChg>
        <pc:spChg chg="mod">
          <ac:chgData name="Alessandro Ortis" userId="dcdc90ed-3509-45f7-ac48-ad038638580b" providerId="ADAL" clId="{FC25FC09-5746-4510-9F18-701AAFBE41D2}" dt="2021-03-11T09:29:03.902" v="1012" actId="2711"/>
          <ac:spMkLst>
            <pc:docMk/>
            <pc:sldMk cId="0" sldId="283"/>
            <ac:spMk id="180232" creationId="{D2B0B7C3-243B-4F05-AF9D-4A97BD6F3F71}"/>
          </ac:spMkLst>
        </pc:spChg>
      </pc:sldChg>
      <pc:sldChg chg="modSp add mod">
        <pc:chgData name="Alessandro Ortis" userId="dcdc90ed-3509-45f7-ac48-ad038638580b" providerId="ADAL" clId="{FC25FC09-5746-4510-9F18-701AAFBE41D2}" dt="2021-03-11T09:29:23.792" v="1015" actId="2711"/>
        <pc:sldMkLst>
          <pc:docMk/>
          <pc:sldMk cId="0" sldId="284"/>
        </pc:sldMkLst>
        <pc:spChg chg="mod">
          <ac:chgData name="Alessandro Ortis" userId="dcdc90ed-3509-45f7-ac48-ad038638580b" providerId="ADAL" clId="{FC25FC09-5746-4510-9F18-701AAFBE41D2}" dt="2021-03-11T09:29:23.792" v="1015" actId="2711"/>
          <ac:spMkLst>
            <pc:docMk/>
            <pc:sldMk cId="0" sldId="284"/>
            <ac:spMk id="190467" creationId="{984CCC67-6D34-4151-8326-94FFB094966D}"/>
          </ac:spMkLst>
        </pc:spChg>
        <pc:spChg chg="mod">
          <ac:chgData name="Alessandro Ortis" userId="dcdc90ed-3509-45f7-ac48-ad038638580b" providerId="ADAL" clId="{FC25FC09-5746-4510-9F18-701AAFBE41D2}" dt="2021-03-11T09:29:23.792" v="1015" actId="2711"/>
          <ac:spMkLst>
            <pc:docMk/>
            <pc:sldMk cId="0" sldId="284"/>
            <ac:spMk id="190468" creationId="{3ACCBE77-9458-493B-8620-2BB9A6556187}"/>
          </ac:spMkLst>
        </pc:spChg>
        <pc:spChg chg="mod">
          <ac:chgData name="Alessandro Ortis" userId="dcdc90ed-3509-45f7-ac48-ad038638580b" providerId="ADAL" clId="{FC25FC09-5746-4510-9F18-701AAFBE41D2}" dt="2021-03-10T15:51:15.526" v="303" actId="20577"/>
          <ac:spMkLst>
            <pc:docMk/>
            <pc:sldMk cId="0" sldId="284"/>
            <ac:spMk id="190471" creationId="{FC866F67-8E8B-4315-A6BF-434B1EABA6CE}"/>
          </ac:spMkLst>
        </pc:spChg>
        <pc:spChg chg="mod">
          <ac:chgData name="Alessandro Ortis" userId="dcdc90ed-3509-45f7-ac48-ad038638580b" providerId="ADAL" clId="{FC25FC09-5746-4510-9F18-701AAFBE41D2}" dt="2021-03-11T09:29:23.792" v="1015" actId="2711"/>
          <ac:spMkLst>
            <pc:docMk/>
            <pc:sldMk cId="0" sldId="284"/>
            <ac:spMk id="190472" creationId="{256238AD-D3C6-45D4-BB62-0F69C7105251}"/>
          </ac:spMkLst>
        </pc:spChg>
        <pc:spChg chg="mod">
          <ac:chgData name="Alessandro Ortis" userId="dcdc90ed-3509-45f7-ac48-ad038638580b" providerId="ADAL" clId="{FC25FC09-5746-4510-9F18-701AAFBE41D2}" dt="2021-03-10T15:51:39.902" v="305" actId="20577"/>
          <ac:spMkLst>
            <pc:docMk/>
            <pc:sldMk cId="0" sldId="284"/>
            <ac:spMk id="190473" creationId="{90AB7419-9CED-4DBC-B897-0D22C5684BF1}"/>
          </ac:spMkLst>
        </pc:spChg>
      </pc:sldChg>
      <pc:sldChg chg="addSp delSp modSp add del mod">
        <pc:chgData name="Alessandro Ortis" userId="dcdc90ed-3509-45f7-ac48-ad038638580b" providerId="ADAL" clId="{FC25FC09-5746-4510-9F18-701AAFBE41D2}" dt="2021-03-11T09:29:44.246" v="1017" actId="2711"/>
        <pc:sldMkLst>
          <pc:docMk/>
          <pc:sldMk cId="0" sldId="285"/>
        </pc:sldMkLst>
        <pc:spChg chg="add mod">
          <ac:chgData name="Alessandro Ortis" userId="dcdc90ed-3509-45f7-ac48-ad038638580b" providerId="ADAL" clId="{FC25FC09-5746-4510-9F18-701AAFBE41D2}" dt="2021-03-10T16:05:03.280" v="761" actId="1076"/>
          <ac:spMkLst>
            <pc:docMk/>
            <pc:sldMk cId="0" sldId="285"/>
            <ac:spMk id="7" creationId="{C01F1240-FB99-43A6-8A94-B218A27B1154}"/>
          </ac:spMkLst>
        </pc:spChg>
        <pc:spChg chg="mod">
          <ac:chgData name="Alessandro Ortis" userId="dcdc90ed-3509-45f7-ac48-ad038638580b" providerId="ADAL" clId="{FC25FC09-5746-4510-9F18-701AAFBE41D2}" dt="2021-03-11T09:29:44.246" v="1017" actId="2711"/>
          <ac:spMkLst>
            <pc:docMk/>
            <pc:sldMk cId="0" sldId="285"/>
            <ac:spMk id="192514" creationId="{450F73CF-D99F-40B1-A823-9B73AF09EB2E}"/>
          </ac:spMkLst>
        </pc:spChg>
        <pc:spChg chg="mod">
          <ac:chgData name="Alessandro Ortis" userId="dcdc90ed-3509-45f7-ac48-ad038638580b" providerId="ADAL" clId="{FC25FC09-5746-4510-9F18-701AAFBE41D2}" dt="2021-03-11T09:29:44.246" v="1017" actId="2711"/>
          <ac:spMkLst>
            <pc:docMk/>
            <pc:sldMk cId="0" sldId="285"/>
            <ac:spMk id="192515" creationId="{833DEEFA-1BE0-4755-B68B-3FA93F7962B5}"/>
          </ac:spMkLst>
        </pc:spChg>
        <pc:spChg chg="del">
          <ac:chgData name="Alessandro Ortis" userId="dcdc90ed-3509-45f7-ac48-ad038638580b" providerId="ADAL" clId="{FC25FC09-5746-4510-9F18-701AAFBE41D2}" dt="2021-03-10T15:55:24.660" v="314" actId="478"/>
          <ac:spMkLst>
            <pc:docMk/>
            <pc:sldMk cId="0" sldId="285"/>
            <ac:spMk id="192517" creationId="{52C6369D-EDE6-41DE-AFB4-1DED8D24106A}"/>
          </ac:spMkLst>
        </pc:spChg>
        <pc:spChg chg="del">
          <ac:chgData name="Alessandro Ortis" userId="dcdc90ed-3509-45f7-ac48-ad038638580b" providerId="ADAL" clId="{FC25FC09-5746-4510-9F18-701AAFBE41D2}" dt="2021-03-10T16:01:07.437" v="491" actId="478"/>
          <ac:spMkLst>
            <pc:docMk/>
            <pc:sldMk cId="0" sldId="285"/>
            <ac:spMk id="192518" creationId="{787BCD56-2F41-4260-A77D-8C72B6AD6BB7}"/>
          </ac:spMkLst>
        </pc:spChg>
      </pc:sldChg>
      <pc:sldChg chg="addSp delSp modSp add mod">
        <pc:chgData name="Alessandro Ortis" userId="dcdc90ed-3509-45f7-ac48-ad038638580b" providerId="ADAL" clId="{FC25FC09-5746-4510-9F18-701AAFBE41D2}" dt="2021-03-11T09:29:56.792" v="1019" actId="2711"/>
        <pc:sldMkLst>
          <pc:docMk/>
          <pc:sldMk cId="0" sldId="286"/>
        </pc:sldMkLst>
        <pc:spChg chg="add mod">
          <ac:chgData name="Alessandro Ortis" userId="dcdc90ed-3509-45f7-ac48-ad038638580b" providerId="ADAL" clId="{FC25FC09-5746-4510-9F18-701AAFBE41D2}" dt="2021-03-10T16:01:59.418" v="507" actId="1076"/>
          <ac:spMkLst>
            <pc:docMk/>
            <pc:sldMk cId="0" sldId="286"/>
            <ac:spMk id="3" creationId="{DB45567D-1C6C-419A-9A3E-A6933BB1C458}"/>
          </ac:spMkLst>
        </pc:spChg>
        <pc:spChg chg="add del">
          <ac:chgData name="Alessandro Ortis" userId="dcdc90ed-3509-45f7-ac48-ad038638580b" providerId="ADAL" clId="{FC25FC09-5746-4510-9F18-701AAFBE41D2}" dt="2021-03-10T16:01:22.527" v="495" actId="22"/>
          <ac:spMkLst>
            <pc:docMk/>
            <pc:sldMk cId="0" sldId="286"/>
            <ac:spMk id="6" creationId="{3ED0FFC1-2648-4365-BFC0-FD8D6CB2613A}"/>
          </ac:spMkLst>
        </pc:spChg>
        <pc:spChg chg="mod">
          <ac:chgData name="Alessandro Ortis" userId="dcdc90ed-3509-45f7-ac48-ad038638580b" providerId="ADAL" clId="{FC25FC09-5746-4510-9F18-701AAFBE41D2}" dt="2021-03-11T09:29:56.792" v="1019" actId="2711"/>
          <ac:spMkLst>
            <pc:docMk/>
            <pc:sldMk cId="0" sldId="286"/>
            <ac:spMk id="194562" creationId="{54D1B232-4BA9-447C-84D2-BCA224ADD4AB}"/>
          </ac:spMkLst>
        </pc:spChg>
        <pc:spChg chg="mod">
          <ac:chgData name="Alessandro Ortis" userId="dcdc90ed-3509-45f7-ac48-ad038638580b" providerId="ADAL" clId="{FC25FC09-5746-4510-9F18-701AAFBE41D2}" dt="2021-03-11T09:29:56.792" v="1019" actId="2711"/>
          <ac:spMkLst>
            <pc:docMk/>
            <pc:sldMk cId="0" sldId="286"/>
            <ac:spMk id="194563" creationId="{E41676E1-BABA-4C49-818C-4591A450FE77}"/>
          </ac:spMkLst>
        </pc:spChg>
        <pc:spChg chg="mod">
          <ac:chgData name="Alessandro Ortis" userId="dcdc90ed-3509-45f7-ac48-ad038638580b" providerId="ADAL" clId="{FC25FC09-5746-4510-9F18-701AAFBE41D2}" dt="2021-03-10T16:01:57.242" v="506" actId="14100"/>
          <ac:spMkLst>
            <pc:docMk/>
            <pc:sldMk cId="0" sldId="286"/>
            <ac:spMk id="194567" creationId="{D04E1246-DCC8-4309-B229-EE38C76A7BCE}"/>
          </ac:spMkLst>
        </pc:spChg>
      </pc:sldChg>
      <pc:sldChg chg="modSp add mod">
        <pc:chgData name="Alessandro Ortis" userId="dcdc90ed-3509-45f7-ac48-ad038638580b" providerId="ADAL" clId="{FC25FC09-5746-4510-9F18-701AAFBE41D2}" dt="2021-03-11T09:30:16.728" v="1022" actId="2711"/>
        <pc:sldMkLst>
          <pc:docMk/>
          <pc:sldMk cId="0" sldId="287"/>
        </pc:sldMkLst>
        <pc:spChg chg="mod">
          <ac:chgData name="Alessandro Ortis" userId="dcdc90ed-3509-45f7-ac48-ad038638580b" providerId="ADAL" clId="{FC25FC09-5746-4510-9F18-701AAFBE41D2}" dt="2021-03-11T09:30:16.728" v="1022" actId="2711"/>
          <ac:spMkLst>
            <pc:docMk/>
            <pc:sldMk cId="0" sldId="287"/>
            <ac:spMk id="6" creationId="{E1F2AFD8-4501-40E4-97F5-298A499F73B6}"/>
          </ac:spMkLst>
        </pc:spChg>
        <pc:spChg chg="mod">
          <ac:chgData name="Alessandro Ortis" userId="dcdc90ed-3509-45f7-ac48-ad038638580b" providerId="ADAL" clId="{FC25FC09-5746-4510-9F18-701AAFBE41D2}" dt="2021-03-11T09:30:10.696" v="1021" actId="2711"/>
          <ac:spMkLst>
            <pc:docMk/>
            <pc:sldMk cId="0" sldId="287"/>
            <ac:spMk id="196610" creationId="{3A9B62D4-3265-407A-BC2D-3A3BCE44C7C1}"/>
          </ac:spMkLst>
        </pc:spChg>
        <pc:spChg chg="mod">
          <ac:chgData name="Alessandro Ortis" userId="dcdc90ed-3509-45f7-ac48-ad038638580b" providerId="ADAL" clId="{FC25FC09-5746-4510-9F18-701AAFBE41D2}" dt="2021-03-11T09:30:10.696" v="1021" actId="2711"/>
          <ac:spMkLst>
            <pc:docMk/>
            <pc:sldMk cId="0" sldId="287"/>
            <ac:spMk id="196611" creationId="{F49D0D20-892E-42C0-BC89-F350C916C96D}"/>
          </ac:spMkLst>
        </pc:spChg>
        <pc:spChg chg="mod">
          <ac:chgData name="Alessandro Ortis" userId="dcdc90ed-3509-45f7-ac48-ad038638580b" providerId="ADAL" clId="{FC25FC09-5746-4510-9F18-701AAFBE41D2}" dt="2021-03-10T16:06:23.863" v="772" actId="1076"/>
          <ac:spMkLst>
            <pc:docMk/>
            <pc:sldMk cId="0" sldId="287"/>
            <ac:spMk id="196612" creationId="{A453FDF7-1556-4956-80A7-F64F193A8E5B}"/>
          </ac:spMkLst>
        </pc:spChg>
        <pc:spChg chg="mod">
          <ac:chgData name="Alessandro Ortis" userId="dcdc90ed-3509-45f7-ac48-ad038638580b" providerId="ADAL" clId="{FC25FC09-5746-4510-9F18-701AAFBE41D2}" dt="2021-03-10T16:06:26.065" v="773" actId="1076"/>
          <ac:spMkLst>
            <pc:docMk/>
            <pc:sldMk cId="0" sldId="287"/>
            <ac:spMk id="196615" creationId="{12FF0420-022B-46DB-A80B-3F35669B4CEA}"/>
          </ac:spMkLst>
        </pc:spChg>
      </pc:sldChg>
      <pc:sldChg chg="addSp modSp add mod modAnim">
        <pc:chgData name="Alessandro Ortis" userId="dcdc90ed-3509-45f7-ac48-ad038638580b" providerId="ADAL" clId="{FC25FC09-5746-4510-9F18-701AAFBE41D2}" dt="2021-03-11T09:30:33.813" v="1023" actId="2711"/>
        <pc:sldMkLst>
          <pc:docMk/>
          <pc:sldMk cId="0" sldId="288"/>
        </pc:sldMkLst>
        <pc:spChg chg="add mod">
          <ac:chgData name="Alessandro Ortis" userId="dcdc90ed-3509-45f7-ac48-ad038638580b" providerId="ADAL" clId="{FC25FC09-5746-4510-9F18-701AAFBE41D2}" dt="2021-03-11T09:30:33.813" v="1023" actId="2711"/>
          <ac:spMkLst>
            <pc:docMk/>
            <pc:sldMk cId="0" sldId="288"/>
            <ac:spMk id="6" creationId="{CC7890B9-26D6-4559-92E0-5D6961C2473F}"/>
          </ac:spMkLst>
        </pc:spChg>
        <pc:spChg chg="mod">
          <ac:chgData name="Alessandro Ortis" userId="dcdc90ed-3509-45f7-ac48-ad038638580b" providerId="ADAL" clId="{FC25FC09-5746-4510-9F18-701AAFBE41D2}" dt="2021-03-11T09:30:33.813" v="1023" actId="2711"/>
          <ac:spMkLst>
            <pc:docMk/>
            <pc:sldMk cId="0" sldId="288"/>
            <ac:spMk id="198658" creationId="{96FF3DA6-1907-4D80-8E61-376428A7A39A}"/>
          </ac:spMkLst>
        </pc:spChg>
        <pc:spChg chg="mod">
          <ac:chgData name="Alessandro Ortis" userId="dcdc90ed-3509-45f7-ac48-ad038638580b" providerId="ADAL" clId="{FC25FC09-5746-4510-9F18-701AAFBE41D2}" dt="2021-03-11T09:30:33.813" v="1023" actId="2711"/>
          <ac:spMkLst>
            <pc:docMk/>
            <pc:sldMk cId="0" sldId="288"/>
            <ac:spMk id="198659" creationId="{06A38889-250C-4797-B3C5-883FB3240FDF}"/>
          </ac:spMkLst>
        </pc:spChg>
        <pc:spChg chg="mod">
          <ac:chgData name="Alessandro Ortis" userId="dcdc90ed-3509-45f7-ac48-ad038638580b" providerId="ADAL" clId="{FC25FC09-5746-4510-9F18-701AAFBE41D2}" dt="2021-03-10T16:07:42.819" v="797" actId="20577"/>
          <ac:spMkLst>
            <pc:docMk/>
            <pc:sldMk cId="0" sldId="288"/>
            <ac:spMk id="198660" creationId="{AED1EA4D-EA47-4D71-8211-F9241F26D193}"/>
          </ac:spMkLst>
        </pc:spChg>
        <pc:spChg chg="mod">
          <ac:chgData name="Alessandro Ortis" userId="dcdc90ed-3509-45f7-ac48-ad038638580b" providerId="ADAL" clId="{FC25FC09-5746-4510-9F18-701AAFBE41D2}" dt="2021-03-10T16:07:16.487" v="784" actId="6549"/>
          <ac:spMkLst>
            <pc:docMk/>
            <pc:sldMk cId="0" sldId="288"/>
            <ac:spMk id="198662" creationId="{6E1E6987-2834-4882-9264-69188BEE6145}"/>
          </ac:spMkLst>
        </pc:spChg>
      </pc:sldChg>
      <pc:sldChg chg="modSp add mod modShow">
        <pc:chgData name="Alessandro Ortis" userId="dcdc90ed-3509-45f7-ac48-ad038638580b" providerId="ADAL" clId="{FC25FC09-5746-4510-9F18-701AAFBE41D2}" dt="2021-03-11T09:30:46.795" v="1027" actId="14100"/>
        <pc:sldMkLst>
          <pc:docMk/>
          <pc:sldMk cId="0" sldId="289"/>
        </pc:sldMkLst>
        <pc:spChg chg="mod">
          <ac:chgData name="Alessandro Ortis" userId="dcdc90ed-3509-45f7-ac48-ad038638580b" providerId="ADAL" clId="{FC25FC09-5746-4510-9F18-701AAFBE41D2}" dt="2021-03-11T09:30:39.187" v="1024" actId="2711"/>
          <ac:spMkLst>
            <pc:docMk/>
            <pc:sldMk cId="0" sldId="289"/>
            <ac:spMk id="200706" creationId="{1BE98640-9902-4211-BC33-71BBA7BC21C3}"/>
          </ac:spMkLst>
        </pc:spChg>
        <pc:spChg chg="mod">
          <ac:chgData name="Alessandro Ortis" userId="dcdc90ed-3509-45f7-ac48-ad038638580b" providerId="ADAL" clId="{FC25FC09-5746-4510-9F18-701AAFBE41D2}" dt="2021-03-11T09:30:39.187" v="1024" actId="2711"/>
          <ac:spMkLst>
            <pc:docMk/>
            <pc:sldMk cId="0" sldId="289"/>
            <ac:spMk id="200707" creationId="{F163D9E9-FCC2-4CAE-A633-22FB52DF7B4E}"/>
          </ac:spMkLst>
        </pc:spChg>
        <pc:spChg chg="mod">
          <ac:chgData name="Alessandro Ortis" userId="dcdc90ed-3509-45f7-ac48-ad038638580b" providerId="ADAL" clId="{FC25FC09-5746-4510-9F18-701AAFBE41D2}" dt="2021-03-11T09:30:46.795" v="1027" actId="14100"/>
          <ac:spMkLst>
            <pc:docMk/>
            <pc:sldMk cId="0" sldId="289"/>
            <ac:spMk id="200709" creationId="{63913BF3-754E-4EF1-A052-4A5F2180896A}"/>
          </ac:spMkLst>
        </pc:spChg>
      </pc:sldChg>
      <pc:sldChg chg="modSp add mod">
        <pc:chgData name="Alessandro Ortis" userId="dcdc90ed-3509-45f7-ac48-ad038638580b" providerId="ADAL" clId="{FC25FC09-5746-4510-9F18-701AAFBE41D2}" dt="2021-03-11T09:30:55.356" v="1028" actId="2711"/>
        <pc:sldMkLst>
          <pc:docMk/>
          <pc:sldMk cId="0" sldId="290"/>
        </pc:sldMkLst>
        <pc:spChg chg="mod">
          <ac:chgData name="Alessandro Ortis" userId="dcdc90ed-3509-45f7-ac48-ad038638580b" providerId="ADAL" clId="{FC25FC09-5746-4510-9F18-701AAFBE41D2}" dt="2021-03-11T09:30:55.356" v="1028" actId="2711"/>
          <ac:spMkLst>
            <pc:docMk/>
            <pc:sldMk cId="0" sldId="290"/>
            <ac:spMk id="202754" creationId="{1F1FE14A-5651-4AAC-8CB9-28CFFE2A0A9B}"/>
          </ac:spMkLst>
        </pc:spChg>
        <pc:spChg chg="mod">
          <ac:chgData name="Alessandro Ortis" userId="dcdc90ed-3509-45f7-ac48-ad038638580b" providerId="ADAL" clId="{FC25FC09-5746-4510-9F18-701AAFBE41D2}" dt="2021-03-11T09:30:55.356" v="1028" actId="2711"/>
          <ac:spMkLst>
            <pc:docMk/>
            <pc:sldMk cId="0" sldId="290"/>
            <ac:spMk id="202755" creationId="{49D1118F-B61F-4F7D-8AB7-78D0B6C46150}"/>
          </ac:spMkLst>
        </pc:spChg>
        <pc:spChg chg="mod">
          <ac:chgData name="Alessandro Ortis" userId="dcdc90ed-3509-45f7-ac48-ad038638580b" providerId="ADAL" clId="{FC25FC09-5746-4510-9F18-701AAFBE41D2}" dt="2021-03-11T09:30:55.356" v="1028" actId="2711"/>
          <ac:spMkLst>
            <pc:docMk/>
            <pc:sldMk cId="0" sldId="290"/>
            <ac:spMk id="202757" creationId="{BE7769F0-1E5E-4D0D-B39C-28EAF4CE282B}"/>
          </ac:spMkLst>
        </pc:spChg>
      </pc:sldChg>
      <pc:sldChg chg="modSp add mod">
        <pc:chgData name="Alessandro Ortis" userId="dcdc90ed-3509-45f7-ac48-ad038638580b" providerId="ADAL" clId="{FC25FC09-5746-4510-9F18-701AAFBE41D2}" dt="2021-03-11T09:31:04.494" v="1030" actId="27636"/>
        <pc:sldMkLst>
          <pc:docMk/>
          <pc:sldMk cId="0" sldId="291"/>
        </pc:sldMkLst>
        <pc:spChg chg="mod">
          <ac:chgData name="Alessandro Ortis" userId="dcdc90ed-3509-45f7-ac48-ad038638580b" providerId="ADAL" clId="{FC25FC09-5746-4510-9F18-701AAFBE41D2}" dt="2021-03-11T09:31:04.494" v="1030" actId="27636"/>
          <ac:spMkLst>
            <pc:docMk/>
            <pc:sldMk cId="0" sldId="291"/>
            <ac:spMk id="204802" creationId="{427A0A74-44F3-45B0-B282-384BA78C759D}"/>
          </ac:spMkLst>
        </pc:spChg>
        <pc:spChg chg="mod">
          <ac:chgData name="Alessandro Ortis" userId="dcdc90ed-3509-45f7-ac48-ad038638580b" providerId="ADAL" clId="{FC25FC09-5746-4510-9F18-701AAFBE41D2}" dt="2021-03-11T09:31:04.454" v="1029" actId="2711"/>
          <ac:spMkLst>
            <pc:docMk/>
            <pc:sldMk cId="0" sldId="291"/>
            <ac:spMk id="204803" creationId="{AC415C69-5626-41F6-A09E-4CC882D61CD0}"/>
          </ac:spMkLst>
        </pc:spChg>
        <pc:spChg chg="mod">
          <ac:chgData name="Alessandro Ortis" userId="dcdc90ed-3509-45f7-ac48-ad038638580b" providerId="ADAL" clId="{FC25FC09-5746-4510-9F18-701AAFBE41D2}" dt="2021-03-11T09:31:04.454" v="1029" actId="2711"/>
          <ac:spMkLst>
            <pc:docMk/>
            <pc:sldMk cId="0" sldId="291"/>
            <ac:spMk id="204807" creationId="{04ACA393-AB56-4E5A-B0C1-05DE972F906C}"/>
          </ac:spMkLst>
        </pc:spChg>
      </pc:sldChg>
      <pc:sldChg chg="modSp add mod">
        <pc:chgData name="Alessandro Ortis" userId="dcdc90ed-3509-45f7-ac48-ad038638580b" providerId="ADAL" clId="{FC25FC09-5746-4510-9F18-701AAFBE41D2}" dt="2021-03-11T09:31:22.796" v="1035" actId="14100"/>
        <pc:sldMkLst>
          <pc:docMk/>
          <pc:sldMk cId="0" sldId="292"/>
        </pc:sldMkLst>
        <pc:spChg chg="mod">
          <ac:chgData name="Alessandro Ortis" userId="dcdc90ed-3509-45f7-ac48-ad038638580b" providerId="ADAL" clId="{FC25FC09-5746-4510-9F18-701AAFBE41D2}" dt="2021-03-11T09:31:10.331" v="1031" actId="2711"/>
          <ac:spMkLst>
            <pc:docMk/>
            <pc:sldMk cId="0" sldId="292"/>
            <ac:spMk id="206850" creationId="{1B4EE48C-E894-4B33-A006-20801ED29FF2}"/>
          </ac:spMkLst>
        </pc:spChg>
        <pc:spChg chg="mod">
          <ac:chgData name="Alessandro Ortis" userId="dcdc90ed-3509-45f7-ac48-ad038638580b" providerId="ADAL" clId="{FC25FC09-5746-4510-9F18-701AAFBE41D2}" dt="2021-03-11T09:31:18.729" v="1034" actId="14100"/>
          <ac:spMkLst>
            <pc:docMk/>
            <pc:sldMk cId="0" sldId="292"/>
            <ac:spMk id="206851" creationId="{8DCD3ABB-CCD7-4227-BD02-52F7FAD77814}"/>
          </ac:spMkLst>
        </pc:spChg>
        <pc:spChg chg="mod">
          <ac:chgData name="Alessandro Ortis" userId="dcdc90ed-3509-45f7-ac48-ad038638580b" providerId="ADAL" clId="{FC25FC09-5746-4510-9F18-701AAFBE41D2}" dt="2021-03-11T09:31:22.796" v="1035" actId="14100"/>
          <ac:spMkLst>
            <pc:docMk/>
            <pc:sldMk cId="0" sldId="292"/>
            <ac:spMk id="206854" creationId="{2C4C7D33-80C8-49A3-98F7-CAF0B94EBD96}"/>
          </ac:spMkLst>
        </pc:spChg>
        <pc:spChg chg="mod">
          <ac:chgData name="Alessandro Ortis" userId="dcdc90ed-3509-45f7-ac48-ad038638580b" providerId="ADAL" clId="{FC25FC09-5746-4510-9F18-701AAFBE41D2}" dt="2021-03-11T09:00:43.277" v="875" actId="14100"/>
          <ac:spMkLst>
            <pc:docMk/>
            <pc:sldMk cId="0" sldId="292"/>
            <ac:spMk id="206855" creationId="{819CA7C0-EA87-4095-8A05-C3E8C44FD3AF}"/>
          </ac:spMkLst>
        </pc:spChg>
        <pc:spChg chg="mod">
          <ac:chgData name="Alessandro Ortis" userId="dcdc90ed-3509-45f7-ac48-ad038638580b" providerId="ADAL" clId="{FC25FC09-5746-4510-9F18-701AAFBE41D2}" dt="2021-03-11T09:31:10.331" v="1031" actId="2711"/>
          <ac:spMkLst>
            <pc:docMk/>
            <pc:sldMk cId="0" sldId="292"/>
            <ac:spMk id="206856" creationId="{6ADA7C03-42AE-4257-9611-B3E0E14678E6}"/>
          </ac:spMkLst>
        </pc:spChg>
      </pc:sldChg>
      <pc:sldChg chg="modSp add mod">
        <pc:chgData name="Alessandro Ortis" userId="dcdc90ed-3509-45f7-ac48-ad038638580b" providerId="ADAL" clId="{FC25FC09-5746-4510-9F18-701AAFBE41D2}" dt="2021-03-11T15:32:08.053" v="4756" actId="208"/>
        <pc:sldMkLst>
          <pc:docMk/>
          <pc:sldMk cId="1114028167" sldId="293"/>
        </pc:sldMkLst>
        <pc:spChg chg="mod">
          <ac:chgData name="Alessandro Ortis" userId="dcdc90ed-3509-45f7-ac48-ad038638580b" providerId="ADAL" clId="{FC25FC09-5746-4510-9F18-701AAFBE41D2}" dt="2021-03-11T10:29:59.993" v="1755" actId="27636"/>
          <ac:spMkLst>
            <pc:docMk/>
            <pc:sldMk cId="1114028167" sldId="293"/>
            <ac:spMk id="208898" creationId="{8367A76C-062C-452A-ACD5-355A1ED8F2FF}"/>
          </ac:spMkLst>
        </pc:spChg>
        <pc:spChg chg="mod">
          <ac:chgData name="Alessandro Ortis" userId="dcdc90ed-3509-45f7-ac48-ad038638580b" providerId="ADAL" clId="{FC25FC09-5746-4510-9F18-701AAFBE41D2}" dt="2021-03-11T09:32:31.979" v="1051" actId="20577"/>
          <ac:spMkLst>
            <pc:docMk/>
            <pc:sldMk cId="1114028167" sldId="293"/>
            <ac:spMk id="208899" creationId="{54BD4A4D-FD2A-4E29-9B57-2A5E9578E326}"/>
          </ac:spMkLst>
        </pc:spChg>
        <pc:spChg chg="mod">
          <ac:chgData name="Alessandro Ortis" userId="dcdc90ed-3509-45f7-ac48-ad038638580b" providerId="ADAL" clId="{FC25FC09-5746-4510-9F18-701AAFBE41D2}" dt="2021-03-11T09:32:28.848" v="1050" actId="15"/>
          <ac:spMkLst>
            <pc:docMk/>
            <pc:sldMk cId="1114028167" sldId="293"/>
            <ac:spMk id="208900" creationId="{A7A11AEE-8023-4E56-841E-3B1E869BB86C}"/>
          </ac:spMkLst>
        </pc:spChg>
        <pc:spChg chg="mod">
          <ac:chgData name="Alessandro Ortis" userId="dcdc90ed-3509-45f7-ac48-ad038638580b" providerId="ADAL" clId="{FC25FC09-5746-4510-9F18-701AAFBE41D2}" dt="2021-03-11T15:32:08.053" v="4756" actId="208"/>
          <ac:spMkLst>
            <pc:docMk/>
            <pc:sldMk cId="1114028167" sldId="293"/>
            <ac:spMk id="208901" creationId="{87C80AEF-D07B-4C3C-8F22-D37CAE3DC876}"/>
          </ac:spMkLst>
        </pc:spChg>
      </pc:sldChg>
      <pc:sldChg chg="modSp add del mod">
        <pc:chgData name="Alessandro Ortis" userId="dcdc90ed-3509-45f7-ac48-ad038638580b" providerId="ADAL" clId="{FC25FC09-5746-4510-9F18-701AAFBE41D2}" dt="2021-03-10T15:42:43.936" v="200" actId="47"/>
        <pc:sldMkLst>
          <pc:docMk/>
          <pc:sldMk cId="0" sldId="294"/>
        </pc:sldMkLst>
        <pc:spChg chg="mod">
          <ac:chgData name="Alessandro Ortis" userId="dcdc90ed-3509-45f7-ac48-ad038638580b" providerId="ADAL" clId="{FC25FC09-5746-4510-9F18-701AAFBE41D2}" dt="2021-03-10T15:42:26.273" v="197" actId="27636"/>
          <ac:spMkLst>
            <pc:docMk/>
            <pc:sldMk cId="0" sldId="294"/>
            <ac:spMk id="3" creationId="{1FF14DEF-B8CD-4016-A8B9-B0073BFF1B53}"/>
          </ac:spMkLst>
        </pc:spChg>
      </pc:sldChg>
      <pc:sldChg chg="add del">
        <pc:chgData name="Alessandro Ortis" userId="dcdc90ed-3509-45f7-ac48-ad038638580b" providerId="ADAL" clId="{FC25FC09-5746-4510-9F18-701AAFBE41D2}" dt="2021-03-10T15:43:44.282" v="208" actId="47"/>
        <pc:sldMkLst>
          <pc:docMk/>
          <pc:sldMk cId="0" sldId="295"/>
        </pc:sldMkLst>
      </pc:sldChg>
      <pc:sldChg chg="modSp add del mod">
        <pc:chgData name="Alessandro Ortis" userId="dcdc90ed-3509-45f7-ac48-ad038638580b" providerId="ADAL" clId="{FC25FC09-5746-4510-9F18-701AAFBE41D2}" dt="2021-03-10T15:43:49.190" v="209" actId="47"/>
        <pc:sldMkLst>
          <pc:docMk/>
          <pc:sldMk cId="0" sldId="296"/>
        </pc:sldMkLst>
        <pc:spChg chg="mod">
          <ac:chgData name="Alessandro Ortis" userId="dcdc90ed-3509-45f7-ac48-ad038638580b" providerId="ADAL" clId="{FC25FC09-5746-4510-9F18-701AAFBE41D2}" dt="2021-03-10T15:42:26.336" v="198" actId="27636"/>
          <ac:spMkLst>
            <pc:docMk/>
            <pc:sldMk cId="0" sldId="296"/>
            <ac:spMk id="3" creationId="{F129BB14-342C-4858-A29C-E941FFD3E516}"/>
          </ac:spMkLst>
        </pc:spChg>
      </pc:sldChg>
      <pc:sldChg chg="add mod modShow">
        <pc:chgData name="Alessandro Ortis" userId="dcdc90ed-3509-45f7-ac48-ad038638580b" providerId="ADAL" clId="{FC25FC09-5746-4510-9F18-701AAFBE41D2}" dt="2021-03-10T15:48:25.435" v="246" actId="729"/>
        <pc:sldMkLst>
          <pc:docMk/>
          <pc:sldMk cId="0" sldId="297"/>
        </pc:sldMkLst>
      </pc:sldChg>
      <pc:sldChg chg="modSp add mod modAnim">
        <pc:chgData name="Alessandro Ortis" userId="dcdc90ed-3509-45f7-ac48-ad038638580b" providerId="ADAL" clId="{FC25FC09-5746-4510-9F18-701AAFBE41D2}" dt="2021-03-11T09:29:14.934" v="1014" actId="2711"/>
        <pc:sldMkLst>
          <pc:docMk/>
          <pc:sldMk cId="0" sldId="298"/>
        </pc:sldMkLst>
        <pc:spChg chg="mod">
          <ac:chgData name="Alessandro Ortis" userId="dcdc90ed-3509-45f7-ac48-ad038638580b" providerId="ADAL" clId="{FC25FC09-5746-4510-9F18-701AAFBE41D2}" dt="2021-03-10T15:49:29.711" v="269" actId="20577"/>
          <ac:spMkLst>
            <pc:docMk/>
            <pc:sldMk cId="0" sldId="298"/>
            <ac:spMk id="4" creationId="{82D5E613-4279-4AAD-98D9-55E09B5EB141}"/>
          </ac:spMkLst>
        </pc:spChg>
        <pc:spChg chg="mod">
          <ac:chgData name="Alessandro Ortis" userId="dcdc90ed-3509-45f7-ac48-ad038638580b" providerId="ADAL" clId="{FC25FC09-5746-4510-9F18-701AAFBE41D2}" dt="2021-03-11T09:29:14.934" v="1014" actId="2711"/>
          <ac:spMkLst>
            <pc:docMk/>
            <pc:sldMk cId="0" sldId="298"/>
            <ac:spMk id="6" creationId="{87583354-9ACA-4016-A13A-4911A9E064BB}"/>
          </ac:spMkLst>
        </pc:spChg>
        <pc:spChg chg="mod">
          <ac:chgData name="Alessandro Ortis" userId="dcdc90ed-3509-45f7-ac48-ad038638580b" providerId="ADAL" clId="{FC25FC09-5746-4510-9F18-701AAFBE41D2}" dt="2021-03-11T09:29:14.934" v="1014" actId="2711"/>
          <ac:spMkLst>
            <pc:docMk/>
            <pc:sldMk cId="0" sldId="298"/>
            <ac:spMk id="9" creationId="{6F63BA75-C5B9-4759-882A-C66A6AB47E4C}"/>
          </ac:spMkLst>
        </pc:spChg>
        <pc:spChg chg="mod">
          <ac:chgData name="Alessandro Ortis" userId="dcdc90ed-3509-45f7-ac48-ad038638580b" providerId="ADAL" clId="{FC25FC09-5746-4510-9F18-701AAFBE41D2}" dt="2021-03-11T09:29:14.934" v="1014" actId="2711"/>
          <ac:spMkLst>
            <pc:docMk/>
            <pc:sldMk cId="0" sldId="298"/>
            <ac:spMk id="10" creationId="{BDC0A3C0-786C-4ADD-97D8-D1ABA1786203}"/>
          </ac:spMkLst>
        </pc:spChg>
        <pc:cxnChg chg="mod">
          <ac:chgData name="Alessandro Ortis" userId="dcdc90ed-3509-45f7-ac48-ad038638580b" providerId="ADAL" clId="{FC25FC09-5746-4510-9F18-701AAFBE41D2}" dt="2021-03-10T15:49:14.975" v="258" actId="14100"/>
          <ac:cxnSpMkLst>
            <pc:docMk/>
            <pc:sldMk cId="0" sldId="298"/>
            <ac:cxnSpMk id="5" creationId="{C5868D40-CB33-460B-81C0-FC6EADF135C5}"/>
          </ac:cxnSpMkLst>
        </pc:cxnChg>
      </pc:sldChg>
      <pc:sldChg chg="modSp add mod">
        <pc:chgData name="Alessandro Ortis" userId="dcdc90ed-3509-45f7-ac48-ad038638580b" providerId="ADAL" clId="{FC25FC09-5746-4510-9F18-701AAFBE41D2}" dt="2021-03-11T09:29:31.289" v="1016" actId="2711"/>
        <pc:sldMkLst>
          <pc:docMk/>
          <pc:sldMk cId="0" sldId="299"/>
        </pc:sldMkLst>
        <pc:spChg chg="mod">
          <ac:chgData name="Alessandro Ortis" userId="dcdc90ed-3509-45f7-ac48-ad038638580b" providerId="ADAL" clId="{FC25FC09-5746-4510-9F18-701AAFBE41D2}" dt="2021-03-11T09:29:31.289" v="1016" actId="2711"/>
          <ac:spMkLst>
            <pc:docMk/>
            <pc:sldMk cId="0" sldId="299"/>
            <ac:spMk id="190467" creationId="{E3C6E0FA-95B0-489B-B791-105D423F9340}"/>
          </ac:spMkLst>
        </pc:spChg>
        <pc:spChg chg="mod">
          <ac:chgData name="Alessandro Ortis" userId="dcdc90ed-3509-45f7-ac48-ad038638580b" providerId="ADAL" clId="{FC25FC09-5746-4510-9F18-701AAFBE41D2}" dt="2021-03-11T09:29:31.289" v="1016" actId="2711"/>
          <ac:spMkLst>
            <pc:docMk/>
            <pc:sldMk cId="0" sldId="299"/>
            <ac:spMk id="190468" creationId="{98A7B0B3-285B-4A30-B237-E6A5A00D65CD}"/>
          </ac:spMkLst>
        </pc:spChg>
        <pc:spChg chg="mod">
          <ac:chgData name="Alessandro Ortis" userId="dcdc90ed-3509-45f7-ac48-ad038638580b" providerId="ADAL" clId="{FC25FC09-5746-4510-9F18-701AAFBE41D2}" dt="2021-03-10T15:52:14.819" v="308" actId="20577"/>
          <ac:spMkLst>
            <pc:docMk/>
            <pc:sldMk cId="0" sldId="299"/>
            <ac:spMk id="190471" creationId="{4F6C9C67-53B0-4004-AA9C-089E30824D61}"/>
          </ac:spMkLst>
        </pc:spChg>
      </pc:sldChg>
      <pc:sldChg chg="modSp add del mod">
        <pc:chgData name="Alessandro Ortis" userId="dcdc90ed-3509-45f7-ac48-ad038638580b" providerId="ADAL" clId="{FC25FC09-5746-4510-9F18-701AAFBE41D2}" dt="2021-03-11T09:29:49.209" v="1018" actId="2711"/>
        <pc:sldMkLst>
          <pc:docMk/>
          <pc:sldMk cId="0" sldId="300"/>
        </pc:sldMkLst>
        <pc:spChg chg="mod">
          <ac:chgData name="Alessandro Ortis" userId="dcdc90ed-3509-45f7-ac48-ad038638580b" providerId="ADAL" clId="{FC25FC09-5746-4510-9F18-701AAFBE41D2}" dt="2021-03-11T09:29:49.209" v="1018" actId="2711"/>
          <ac:spMkLst>
            <pc:docMk/>
            <pc:sldMk cId="0" sldId="300"/>
            <ac:spMk id="194562" creationId="{F986544B-3918-491C-BC90-1F6E387292AD}"/>
          </ac:spMkLst>
        </pc:spChg>
        <pc:spChg chg="mod">
          <ac:chgData name="Alessandro Ortis" userId="dcdc90ed-3509-45f7-ac48-ad038638580b" providerId="ADAL" clId="{FC25FC09-5746-4510-9F18-701AAFBE41D2}" dt="2021-03-11T09:29:49.209" v="1018" actId="2711"/>
          <ac:spMkLst>
            <pc:docMk/>
            <pc:sldMk cId="0" sldId="300"/>
            <ac:spMk id="194563" creationId="{8D64C2DB-5D2D-4592-B90B-6832659CC420}"/>
          </ac:spMkLst>
        </pc:spChg>
        <pc:spChg chg="mod">
          <ac:chgData name="Alessandro Ortis" userId="dcdc90ed-3509-45f7-ac48-ad038638580b" providerId="ADAL" clId="{FC25FC09-5746-4510-9F18-701AAFBE41D2}" dt="2021-03-10T16:00:56.513" v="490" actId="20577"/>
          <ac:spMkLst>
            <pc:docMk/>
            <pc:sldMk cId="0" sldId="300"/>
            <ac:spMk id="194564" creationId="{B781DB6A-7708-4A79-9190-49D83BE692FF}"/>
          </ac:spMkLst>
        </pc:spChg>
        <pc:spChg chg="mod">
          <ac:chgData name="Alessandro Ortis" userId="dcdc90ed-3509-45f7-ac48-ad038638580b" providerId="ADAL" clId="{FC25FC09-5746-4510-9F18-701AAFBE41D2}" dt="2021-03-11T09:29:49.209" v="1018" actId="2711"/>
          <ac:spMkLst>
            <pc:docMk/>
            <pc:sldMk cId="0" sldId="300"/>
            <ac:spMk id="194566" creationId="{BA98D2F3-858B-47E7-99B3-1CF38727CBA8}"/>
          </ac:spMkLst>
        </pc:spChg>
        <pc:spChg chg="mod">
          <ac:chgData name="Alessandro Ortis" userId="dcdc90ed-3509-45f7-ac48-ad038638580b" providerId="ADAL" clId="{FC25FC09-5746-4510-9F18-701AAFBE41D2}" dt="2021-03-11T09:29:49.209" v="1018" actId="2711"/>
          <ac:spMkLst>
            <pc:docMk/>
            <pc:sldMk cId="0" sldId="300"/>
            <ac:spMk id="194567" creationId="{686B14FD-88A4-4772-94A9-56E92D2D8BFC}"/>
          </ac:spMkLst>
        </pc:spChg>
      </pc:sldChg>
      <pc:sldChg chg="modSp add del mod">
        <pc:chgData name="Alessandro Ortis" userId="dcdc90ed-3509-45f7-ac48-ad038638580b" providerId="ADAL" clId="{FC25FC09-5746-4510-9F18-701AAFBE41D2}" dt="2021-03-10T15:42:26.368" v="199" actId="27636"/>
        <pc:sldMkLst>
          <pc:docMk/>
          <pc:sldMk cId="0" sldId="301"/>
        </pc:sldMkLst>
        <pc:spChg chg="mod">
          <ac:chgData name="Alessandro Ortis" userId="dcdc90ed-3509-45f7-ac48-ad038638580b" providerId="ADAL" clId="{FC25FC09-5746-4510-9F18-701AAFBE41D2}" dt="2021-03-10T15:42:26.368" v="199" actId="27636"/>
          <ac:spMkLst>
            <pc:docMk/>
            <pc:sldMk cId="0" sldId="301"/>
            <ac:spMk id="3" creationId="{2D05D368-CF3C-4420-A8DE-BF8FBC668FBB}"/>
          </ac:spMkLst>
        </pc:spChg>
      </pc:sldChg>
      <pc:sldChg chg="modSp add del mod ord modShow">
        <pc:chgData name="Alessandro Ortis" userId="dcdc90ed-3509-45f7-ac48-ad038638580b" providerId="ADAL" clId="{FC25FC09-5746-4510-9F18-701AAFBE41D2}" dt="2021-03-11T14:51:51.642" v="4656" actId="47"/>
        <pc:sldMkLst>
          <pc:docMk/>
          <pc:sldMk cId="0" sldId="302"/>
        </pc:sldMkLst>
        <pc:spChg chg="mod">
          <ac:chgData name="Alessandro Ortis" userId="dcdc90ed-3509-45f7-ac48-ad038638580b" providerId="ADAL" clId="{FC25FC09-5746-4510-9F18-701AAFBE41D2}" dt="2021-03-11T09:30:04.280" v="1020" actId="2711"/>
          <ac:spMkLst>
            <pc:docMk/>
            <pc:sldMk cId="0" sldId="302"/>
            <ac:spMk id="194562" creationId="{FB454C67-BC81-4A53-811A-49B680C2E5CE}"/>
          </ac:spMkLst>
        </pc:spChg>
        <pc:spChg chg="mod">
          <ac:chgData name="Alessandro Ortis" userId="dcdc90ed-3509-45f7-ac48-ad038638580b" providerId="ADAL" clId="{FC25FC09-5746-4510-9F18-701AAFBE41D2}" dt="2021-03-11T14:32:59.148" v="4266" actId="1076"/>
          <ac:spMkLst>
            <pc:docMk/>
            <pc:sldMk cId="0" sldId="302"/>
            <ac:spMk id="194563" creationId="{3FB007BF-D1D5-40F2-859C-0BE4650C1A09}"/>
          </ac:spMkLst>
        </pc:spChg>
        <pc:spChg chg="mod">
          <ac:chgData name="Alessandro Ortis" userId="dcdc90ed-3509-45f7-ac48-ad038638580b" providerId="ADAL" clId="{FC25FC09-5746-4510-9F18-701AAFBE41D2}" dt="2021-03-10T16:06:07.792" v="769" actId="20577"/>
          <ac:spMkLst>
            <pc:docMk/>
            <pc:sldMk cId="0" sldId="302"/>
            <ac:spMk id="194567" creationId="{B99F0F4E-141E-406F-8558-DC43B9F9ECDF}"/>
          </ac:spMkLst>
        </pc:spChg>
      </pc:sldChg>
      <pc:sldChg chg="del">
        <pc:chgData name="Alessandro Ortis" userId="dcdc90ed-3509-45f7-ac48-ad038638580b" providerId="ADAL" clId="{FC25FC09-5746-4510-9F18-701AAFBE41D2}" dt="2021-03-05T16:19:47.509" v="21" actId="47"/>
        <pc:sldMkLst>
          <pc:docMk/>
          <pc:sldMk cId="0" sldId="305"/>
        </pc:sldMkLst>
      </pc:sldChg>
      <pc:sldChg chg="del">
        <pc:chgData name="Alessandro Ortis" userId="dcdc90ed-3509-45f7-ac48-ad038638580b" providerId="ADAL" clId="{FC25FC09-5746-4510-9F18-701AAFBE41D2}" dt="2021-03-08T11:37:17.248" v="118" actId="47"/>
        <pc:sldMkLst>
          <pc:docMk/>
          <pc:sldMk cId="0" sldId="306"/>
        </pc:sldMkLst>
      </pc:sldChg>
      <pc:sldChg chg="del">
        <pc:chgData name="Alessandro Ortis" userId="dcdc90ed-3509-45f7-ac48-ad038638580b" providerId="ADAL" clId="{FC25FC09-5746-4510-9F18-701AAFBE41D2}" dt="2021-03-05T16:19:47.509" v="21" actId="47"/>
        <pc:sldMkLst>
          <pc:docMk/>
          <pc:sldMk cId="0" sldId="307"/>
        </pc:sldMkLst>
      </pc:sldChg>
      <pc:sldChg chg="del">
        <pc:chgData name="Alessandro Ortis" userId="dcdc90ed-3509-45f7-ac48-ad038638580b" providerId="ADAL" clId="{FC25FC09-5746-4510-9F18-701AAFBE41D2}" dt="2021-03-05T16:19:47.509" v="21" actId="47"/>
        <pc:sldMkLst>
          <pc:docMk/>
          <pc:sldMk cId="0" sldId="308"/>
        </pc:sldMkLst>
      </pc:sldChg>
      <pc:sldChg chg="delSp modSp mod">
        <pc:chgData name="Alessandro Ortis" userId="dcdc90ed-3509-45f7-ac48-ad038638580b" providerId="ADAL" clId="{FC25FC09-5746-4510-9F18-701AAFBE41D2}" dt="2021-03-08T11:35:45.138" v="47" actId="20577"/>
        <pc:sldMkLst>
          <pc:docMk/>
          <pc:sldMk cId="0" sldId="314"/>
        </pc:sldMkLst>
        <pc:spChg chg="mod">
          <ac:chgData name="Alessandro Ortis" userId="dcdc90ed-3509-45f7-ac48-ad038638580b" providerId="ADAL" clId="{FC25FC09-5746-4510-9F18-701AAFBE41D2}" dt="2021-03-08T11:35:45.138" v="47" actId="20577"/>
          <ac:spMkLst>
            <pc:docMk/>
            <pc:sldMk cId="0" sldId="314"/>
            <ac:spMk id="2" creationId="{00000000-0000-0000-0000-000000000000}"/>
          </ac:spMkLst>
        </pc:spChg>
        <pc:picChg chg="del">
          <ac:chgData name="Alessandro Ortis" userId="dcdc90ed-3509-45f7-ac48-ad038638580b" providerId="ADAL" clId="{FC25FC09-5746-4510-9F18-701AAFBE41D2}" dt="2021-03-05T16:19:26.663" v="16" actId="478"/>
          <ac:picMkLst>
            <pc:docMk/>
            <pc:sldMk cId="0" sldId="314"/>
            <ac:picMk id="1026" creationId="{00000000-0000-0000-0000-000000000000}"/>
          </ac:picMkLst>
        </pc:picChg>
      </pc:sldChg>
      <pc:sldChg chg="modSp mod">
        <pc:chgData name="Alessandro Ortis" userId="dcdc90ed-3509-45f7-ac48-ad038638580b" providerId="ADAL" clId="{FC25FC09-5746-4510-9F18-701AAFBE41D2}" dt="2021-03-08T11:37:09.931" v="50" actId="27636"/>
        <pc:sldMkLst>
          <pc:docMk/>
          <pc:sldMk cId="4143215581" sldId="315"/>
        </pc:sldMkLst>
        <pc:spChg chg="mod">
          <ac:chgData name="Alessandro Ortis" userId="dcdc90ed-3509-45f7-ac48-ad038638580b" providerId="ADAL" clId="{FC25FC09-5746-4510-9F18-701AAFBE41D2}" dt="2021-03-08T11:37:09.931" v="50" actId="27636"/>
          <ac:spMkLst>
            <pc:docMk/>
            <pc:sldMk cId="4143215581" sldId="315"/>
            <ac:spMk id="3" creationId="{00000000-0000-0000-0000-000000000000}"/>
          </ac:spMkLst>
        </pc:spChg>
      </pc:sldChg>
      <pc:sldChg chg="del">
        <pc:chgData name="Alessandro Ortis" userId="dcdc90ed-3509-45f7-ac48-ad038638580b" providerId="ADAL" clId="{FC25FC09-5746-4510-9F18-701AAFBE41D2}" dt="2021-03-05T16:19:47.509" v="21" actId="47"/>
        <pc:sldMkLst>
          <pc:docMk/>
          <pc:sldMk cId="1178180968" sldId="316"/>
        </pc:sldMkLst>
      </pc:sldChg>
      <pc:sldChg chg="modSp mod">
        <pc:chgData name="Alessandro Ortis" userId="dcdc90ed-3509-45f7-ac48-ad038638580b" providerId="ADAL" clId="{FC25FC09-5746-4510-9F18-701AAFBE41D2}" dt="2021-03-11T09:12:07.369" v="882" actId="113"/>
        <pc:sldMkLst>
          <pc:docMk/>
          <pc:sldMk cId="1318921938" sldId="321"/>
        </pc:sldMkLst>
        <pc:spChg chg="mod">
          <ac:chgData name="Alessandro Ortis" userId="dcdc90ed-3509-45f7-ac48-ad038638580b" providerId="ADAL" clId="{FC25FC09-5746-4510-9F18-701AAFBE41D2}" dt="2021-03-11T09:12:07.369" v="882" actId="113"/>
          <ac:spMkLst>
            <pc:docMk/>
            <pc:sldMk cId="1318921938" sldId="321"/>
            <ac:spMk id="4" creationId="{A2A9A91D-AA8F-4392-B13F-7C26EE47657F}"/>
          </ac:spMkLst>
        </pc:spChg>
      </pc:sldChg>
      <pc:sldChg chg="addSp delSp modSp mod">
        <pc:chgData name="Alessandro Ortis" userId="dcdc90ed-3509-45f7-ac48-ad038638580b" providerId="ADAL" clId="{FC25FC09-5746-4510-9F18-701AAFBE41D2}" dt="2021-03-08T11:44:59.041" v="150" actId="1036"/>
        <pc:sldMkLst>
          <pc:docMk/>
          <pc:sldMk cId="3480440903" sldId="323"/>
        </pc:sldMkLst>
        <pc:spChg chg="mod">
          <ac:chgData name="Alessandro Ortis" userId="dcdc90ed-3509-45f7-ac48-ad038638580b" providerId="ADAL" clId="{FC25FC09-5746-4510-9F18-701AAFBE41D2}" dt="2021-03-08T11:44:53.954" v="148" actId="20577"/>
          <ac:spMkLst>
            <pc:docMk/>
            <pc:sldMk cId="3480440903" sldId="323"/>
            <ac:spMk id="3" creationId="{00000000-0000-0000-0000-000000000000}"/>
          </ac:spMkLst>
        </pc:spChg>
        <pc:spChg chg="add mod">
          <ac:chgData name="Alessandro Ortis" userId="dcdc90ed-3509-45f7-ac48-ad038638580b" providerId="ADAL" clId="{FC25FC09-5746-4510-9F18-701AAFBE41D2}" dt="2021-03-08T11:44:59.041" v="150" actId="1036"/>
          <ac:spMkLst>
            <pc:docMk/>
            <pc:sldMk cId="3480440903" sldId="323"/>
            <ac:spMk id="4" creationId="{CC731D97-3889-497F-A13D-8B4F7E0D5572}"/>
          </ac:spMkLst>
        </pc:spChg>
        <pc:spChg chg="add mod">
          <ac:chgData name="Alessandro Ortis" userId="dcdc90ed-3509-45f7-ac48-ad038638580b" providerId="ADAL" clId="{FC25FC09-5746-4510-9F18-701AAFBE41D2}" dt="2021-03-08T11:44:59.041" v="150" actId="1036"/>
          <ac:spMkLst>
            <pc:docMk/>
            <pc:sldMk cId="3480440903" sldId="323"/>
            <ac:spMk id="5" creationId="{B1BA0926-FF6C-4A70-8BC4-F07A1AA511D3}"/>
          </ac:spMkLst>
        </pc:spChg>
        <pc:spChg chg="add mod">
          <ac:chgData name="Alessandro Ortis" userId="dcdc90ed-3509-45f7-ac48-ad038638580b" providerId="ADAL" clId="{FC25FC09-5746-4510-9F18-701AAFBE41D2}" dt="2021-03-08T11:44:59.041" v="150" actId="1036"/>
          <ac:spMkLst>
            <pc:docMk/>
            <pc:sldMk cId="3480440903" sldId="323"/>
            <ac:spMk id="6" creationId="{77596EC5-0619-448E-8140-0E577CAF7AA4}"/>
          </ac:spMkLst>
        </pc:spChg>
        <pc:picChg chg="add del mod">
          <ac:chgData name="Alessandro Ortis" userId="dcdc90ed-3509-45f7-ac48-ad038638580b" providerId="ADAL" clId="{FC25FC09-5746-4510-9F18-701AAFBE41D2}" dt="2021-03-08T11:40:29.287" v="131" actId="478"/>
          <ac:picMkLst>
            <pc:docMk/>
            <pc:sldMk cId="3480440903" sldId="323"/>
            <ac:picMk id="1026" creationId="{6AC39086-6387-4F11-A403-472E4323F4FA}"/>
          </ac:picMkLst>
        </pc:picChg>
        <pc:picChg chg="add mod">
          <ac:chgData name="Alessandro Ortis" userId="dcdc90ed-3509-45f7-ac48-ad038638580b" providerId="ADAL" clId="{FC25FC09-5746-4510-9F18-701AAFBE41D2}" dt="2021-03-08T11:44:59.041" v="150" actId="1036"/>
          <ac:picMkLst>
            <pc:docMk/>
            <pc:sldMk cId="3480440903" sldId="323"/>
            <ac:picMk id="1028" creationId="{B38DCBC2-AE63-4428-84BA-4DE0B6A4F143}"/>
          </ac:picMkLst>
        </pc:picChg>
        <pc:picChg chg="mod">
          <ac:chgData name="Alessandro Ortis" userId="dcdc90ed-3509-45f7-ac48-ad038638580b" providerId="ADAL" clId="{FC25FC09-5746-4510-9F18-701AAFBE41D2}" dt="2021-03-08T11:44:59.041" v="150" actId="1036"/>
          <ac:picMkLst>
            <pc:docMk/>
            <pc:sldMk cId="3480440903" sldId="323"/>
            <ac:picMk id="2050" creationId="{1CFCA115-F4CB-469B-A7CF-D80A6C0016F7}"/>
          </ac:picMkLst>
        </pc:picChg>
      </pc:sldChg>
      <pc:sldChg chg="modSp mod">
        <pc:chgData name="Alessandro Ortis" userId="dcdc90ed-3509-45f7-ac48-ad038638580b" providerId="ADAL" clId="{FC25FC09-5746-4510-9F18-701AAFBE41D2}" dt="2021-03-08T11:37:09.861" v="49" actId="27636"/>
        <pc:sldMkLst>
          <pc:docMk/>
          <pc:sldMk cId="1297038212" sldId="324"/>
        </pc:sldMkLst>
        <pc:spChg chg="mod">
          <ac:chgData name="Alessandro Ortis" userId="dcdc90ed-3509-45f7-ac48-ad038638580b" providerId="ADAL" clId="{FC25FC09-5746-4510-9F18-701AAFBE41D2}" dt="2021-03-08T11:37:09.842" v="48" actId="27636"/>
          <ac:spMkLst>
            <pc:docMk/>
            <pc:sldMk cId="1297038212" sldId="324"/>
            <ac:spMk id="2" creationId="{00000000-0000-0000-0000-000000000000}"/>
          </ac:spMkLst>
        </pc:spChg>
        <pc:spChg chg="mod">
          <ac:chgData name="Alessandro Ortis" userId="dcdc90ed-3509-45f7-ac48-ad038638580b" providerId="ADAL" clId="{FC25FC09-5746-4510-9F18-701AAFBE41D2}" dt="2021-03-08T11:37:09.861" v="49" actId="27636"/>
          <ac:spMkLst>
            <pc:docMk/>
            <pc:sldMk cId="1297038212" sldId="324"/>
            <ac:spMk id="3" creationId="{00000000-0000-0000-0000-000000000000}"/>
          </ac:spMkLst>
        </pc:spChg>
      </pc:sldChg>
      <pc:sldChg chg="modSp mod">
        <pc:chgData name="Alessandro Ortis" userId="dcdc90ed-3509-45f7-ac48-ad038638580b" providerId="ADAL" clId="{FC25FC09-5746-4510-9F18-701AAFBE41D2}" dt="2021-03-08T11:37:10.245" v="56" actId="27636"/>
        <pc:sldMkLst>
          <pc:docMk/>
          <pc:sldMk cId="3549187691" sldId="337"/>
        </pc:sldMkLst>
        <pc:spChg chg="mod">
          <ac:chgData name="Alessandro Ortis" userId="dcdc90ed-3509-45f7-ac48-ad038638580b" providerId="ADAL" clId="{FC25FC09-5746-4510-9F18-701AAFBE41D2}" dt="2021-03-08T11:37:10.245" v="56" actId="27636"/>
          <ac:spMkLst>
            <pc:docMk/>
            <pc:sldMk cId="3549187691" sldId="337"/>
            <ac:spMk id="4" creationId="{A2A9A91D-AA8F-4392-B13F-7C26EE47657F}"/>
          </ac:spMkLst>
        </pc:spChg>
      </pc:sldChg>
      <pc:sldChg chg="modSp mod">
        <pc:chgData name="Alessandro Ortis" userId="dcdc90ed-3509-45f7-ac48-ad038638580b" providerId="ADAL" clId="{FC25FC09-5746-4510-9F18-701AAFBE41D2}" dt="2021-03-08T11:37:10.191" v="55" actId="27636"/>
        <pc:sldMkLst>
          <pc:docMk/>
          <pc:sldMk cId="2865816139" sldId="338"/>
        </pc:sldMkLst>
        <pc:spChg chg="mod">
          <ac:chgData name="Alessandro Ortis" userId="dcdc90ed-3509-45f7-ac48-ad038638580b" providerId="ADAL" clId="{FC25FC09-5746-4510-9F18-701AAFBE41D2}" dt="2021-03-08T11:37:10.191" v="55" actId="27636"/>
          <ac:spMkLst>
            <pc:docMk/>
            <pc:sldMk cId="2865816139" sldId="338"/>
            <ac:spMk id="4" creationId="{A2A9A91D-AA8F-4392-B13F-7C26EE47657F}"/>
          </ac:spMkLst>
        </pc:spChg>
      </pc:sldChg>
      <pc:sldChg chg="modSp mod">
        <pc:chgData name="Alessandro Ortis" userId="dcdc90ed-3509-45f7-ac48-ad038638580b" providerId="ADAL" clId="{FC25FC09-5746-4510-9F18-701AAFBE41D2}" dt="2021-03-08T11:37:10.286" v="57" actId="27636"/>
        <pc:sldMkLst>
          <pc:docMk/>
          <pc:sldMk cId="100765716" sldId="339"/>
        </pc:sldMkLst>
        <pc:spChg chg="mod">
          <ac:chgData name="Alessandro Ortis" userId="dcdc90ed-3509-45f7-ac48-ad038638580b" providerId="ADAL" clId="{FC25FC09-5746-4510-9F18-701AAFBE41D2}" dt="2021-03-08T11:37:10.286" v="57" actId="27636"/>
          <ac:spMkLst>
            <pc:docMk/>
            <pc:sldMk cId="100765716" sldId="339"/>
            <ac:spMk id="4" creationId="{A2A9A91D-AA8F-4392-B13F-7C26EE47657F}"/>
          </ac:spMkLst>
        </pc:spChg>
      </pc:sldChg>
      <pc:sldChg chg="modSp mod">
        <pc:chgData name="Alessandro Ortis" userId="dcdc90ed-3509-45f7-ac48-ad038638580b" providerId="ADAL" clId="{FC25FC09-5746-4510-9F18-701AAFBE41D2}" dt="2021-03-08T11:37:10.337" v="58" actId="27636"/>
        <pc:sldMkLst>
          <pc:docMk/>
          <pc:sldMk cId="2624389146" sldId="340"/>
        </pc:sldMkLst>
        <pc:spChg chg="mod">
          <ac:chgData name="Alessandro Ortis" userId="dcdc90ed-3509-45f7-ac48-ad038638580b" providerId="ADAL" clId="{FC25FC09-5746-4510-9F18-701AAFBE41D2}" dt="2021-03-08T11:37:10.337" v="58" actId="27636"/>
          <ac:spMkLst>
            <pc:docMk/>
            <pc:sldMk cId="2624389146" sldId="340"/>
            <ac:spMk id="4" creationId="{A2A9A91D-AA8F-4392-B13F-7C26EE47657F}"/>
          </ac:spMkLst>
        </pc:spChg>
      </pc:sldChg>
      <pc:sldChg chg="modSp mod">
        <pc:chgData name="Alessandro Ortis" userId="dcdc90ed-3509-45f7-ac48-ad038638580b" providerId="ADAL" clId="{FC25FC09-5746-4510-9F18-701AAFBE41D2}" dt="2021-03-11T09:13:16.337" v="916" actId="27636"/>
        <pc:sldMkLst>
          <pc:docMk/>
          <pc:sldMk cId="521732395" sldId="342"/>
        </pc:sldMkLst>
        <pc:spChg chg="mod">
          <ac:chgData name="Alessandro Ortis" userId="dcdc90ed-3509-45f7-ac48-ad038638580b" providerId="ADAL" clId="{FC25FC09-5746-4510-9F18-701AAFBE41D2}" dt="2021-03-11T09:13:16.337" v="916" actId="27636"/>
          <ac:spMkLst>
            <pc:docMk/>
            <pc:sldMk cId="521732395" sldId="342"/>
            <ac:spMk id="2" creationId="{00000000-0000-0000-0000-000000000000}"/>
          </ac:spMkLst>
        </pc:spChg>
      </pc:sldChg>
      <pc:sldChg chg="modSp mod">
        <pc:chgData name="Alessandro Ortis" userId="dcdc90ed-3509-45f7-ac48-ad038638580b" providerId="ADAL" clId="{FC25FC09-5746-4510-9F18-701AAFBE41D2}" dt="2021-03-08T11:37:11.455" v="89" actId="27636"/>
        <pc:sldMkLst>
          <pc:docMk/>
          <pc:sldMk cId="3324450322" sldId="343"/>
        </pc:sldMkLst>
        <pc:spChg chg="mod">
          <ac:chgData name="Alessandro Ortis" userId="dcdc90ed-3509-45f7-ac48-ad038638580b" providerId="ADAL" clId="{FC25FC09-5746-4510-9F18-701AAFBE41D2}" dt="2021-03-08T11:37:11.455" v="89" actId="27636"/>
          <ac:spMkLst>
            <pc:docMk/>
            <pc:sldMk cId="3324450322" sldId="343"/>
            <ac:spMk id="5" creationId="{7D5B1907-E8F7-4716-B3B1-E8862E1D6D5C}"/>
          </ac:spMkLst>
        </pc:spChg>
      </pc:sldChg>
      <pc:sldChg chg="modSp mod">
        <pc:chgData name="Alessandro Ortis" userId="dcdc90ed-3509-45f7-ac48-ad038638580b" providerId="ADAL" clId="{FC25FC09-5746-4510-9F18-701AAFBE41D2}" dt="2021-03-11T09:13:51.207" v="924" actId="27636"/>
        <pc:sldMkLst>
          <pc:docMk/>
          <pc:sldMk cId="1228465337" sldId="344"/>
        </pc:sldMkLst>
        <pc:spChg chg="mod">
          <ac:chgData name="Alessandro Ortis" userId="dcdc90ed-3509-45f7-ac48-ad038638580b" providerId="ADAL" clId="{FC25FC09-5746-4510-9F18-701AAFBE41D2}" dt="2021-03-11T09:13:51.207" v="924" actId="27636"/>
          <ac:spMkLst>
            <pc:docMk/>
            <pc:sldMk cId="1228465337" sldId="344"/>
            <ac:spMk id="2" creationId="{00000000-0000-0000-0000-000000000000}"/>
          </ac:spMkLst>
        </pc:spChg>
        <pc:spChg chg="mod">
          <ac:chgData name="Alessandro Ortis" userId="dcdc90ed-3509-45f7-ac48-ad038638580b" providerId="ADAL" clId="{FC25FC09-5746-4510-9F18-701AAFBE41D2}" dt="2021-03-08T11:37:11.481" v="90" actId="27636"/>
          <ac:spMkLst>
            <pc:docMk/>
            <pc:sldMk cId="1228465337" sldId="344"/>
            <ac:spMk id="5" creationId="{7D5B1907-E8F7-4716-B3B1-E8862E1D6D5C}"/>
          </ac:spMkLst>
        </pc:spChg>
      </pc:sldChg>
      <pc:sldChg chg="del">
        <pc:chgData name="Alessandro Ortis" userId="dcdc90ed-3509-45f7-ac48-ad038638580b" providerId="ADAL" clId="{FC25FC09-5746-4510-9F18-701AAFBE41D2}" dt="2021-03-11T09:16:25.613" v="925" actId="47"/>
        <pc:sldMkLst>
          <pc:docMk/>
          <pc:sldMk cId="4061136204" sldId="346"/>
        </pc:sldMkLst>
      </pc:sldChg>
      <pc:sldChg chg="modSp mod">
        <pc:chgData name="Alessandro Ortis" userId="dcdc90ed-3509-45f7-ac48-ad038638580b" providerId="ADAL" clId="{FC25FC09-5746-4510-9F18-701AAFBE41D2}" dt="2021-03-08T11:37:11.569" v="92" actId="27636"/>
        <pc:sldMkLst>
          <pc:docMk/>
          <pc:sldMk cId="147571893" sldId="347"/>
        </pc:sldMkLst>
        <pc:spChg chg="mod">
          <ac:chgData name="Alessandro Ortis" userId="dcdc90ed-3509-45f7-ac48-ad038638580b" providerId="ADAL" clId="{FC25FC09-5746-4510-9F18-701AAFBE41D2}" dt="2021-03-08T11:37:11.569" v="92" actId="27636"/>
          <ac:spMkLst>
            <pc:docMk/>
            <pc:sldMk cId="147571893" sldId="347"/>
            <ac:spMk id="5" creationId="{7D5B1907-E8F7-4716-B3B1-E8862E1D6D5C}"/>
          </ac:spMkLst>
        </pc:spChg>
      </pc:sldChg>
      <pc:sldChg chg="modSp mod">
        <pc:chgData name="Alessandro Ortis" userId="dcdc90ed-3509-45f7-ac48-ad038638580b" providerId="ADAL" clId="{FC25FC09-5746-4510-9F18-701AAFBE41D2}" dt="2021-03-08T11:37:11.519" v="91" actId="27636"/>
        <pc:sldMkLst>
          <pc:docMk/>
          <pc:sldMk cId="4035406834" sldId="348"/>
        </pc:sldMkLst>
        <pc:spChg chg="mod">
          <ac:chgData name="Alessandro Ortis" userId="dcdc90ed-3509-45f7-ac48-ad038638580b" providerId="ADAL" clId="{FC25FC09-5746-4510-9F18-701AAFBE41D2}" dt="2021-03-08T11:37:11.519" v="91" actId="27636"/>
          <ac:spMkLst>
            <pc:docMk/>
            <pc:sldMk cId="4035406834" sldId="348"/>
            <ac:spMk id="5" creationId="{7D5B1907-E8F7-4716-B3B1-E8862E1D6D5C}"/>
          </ac:spMkLst>
        </pc:spChg>
      </pc:sldChg>
      <pc:sldChg chg="modSp mod">
        <pc:chgData name="Alessandro Ortis" userId="dcdc90ed-3509-45f7-ac48-ad038638580b" providerId="ADAL" clId="{FC25FC09-5746-4510-9F18-701AAFBE41D2}" dt="2021-03-11T09:13:21.428" v="920" actId="27636"/>
        <pc:sldMkLst>
          <pc:docMk/>
          <pc:sldMk cId="428712167" sldId="349"/>
        </pc:sldMkLst>
        <pc:spChg chg="mod">
          <ac:chgData name="Alessandro Ortis" userId="dcdc90ed-3509-45f7-ac48-ad038638580b" providerId="ADAL" clId="{FC25FC09-5746-4510-9F18-701AAFBE41D2}" dt="2021-03-11T09:13:21.428" v="920" actId="27636"/>
          <ac:spMkLst>
            <pc:docMk/>
            <pc:sldMk cId="428712167" sldId="349"/>
            <ac:spMk id="2" creationId="{00000000-0000-0000-0000-000000000000}"/>
          </ac:spMkLst>
        </pc:spChg>
        <pc:spChg chg="mod">
          <ac:chgData name="Alessandro Ortis" userId="dcdc90ed-3509-45f7-ac48-ad038638580b" providerId="ADAL" clId="{FC25FC09-5746-4510-9F18-701AAFBE41D2}" dt="2021-03-08T11:37:11.441" v="88" actId="27636"/>
          <ac:spMkLst>
            <pc:docMk/>
            <pc:sldMk cId="428712167" sldId="349"/>
            <ac:spMk id="5" creationId="{69B91C07-8F38-4BED-877D-74981E23FD5C}"/>
          </ac:spMkLst>
        </pc:spChg>
      </pc:sldChg>
      <pc:sldChg chg="modSp mod">
        <pc:chgData name="Alessandro Ortis" userId="dcdc90ed-3509-45f7-ac48-ad038638580b" providerId="ADAL" clId="{FC25FC09-5746-4510-9F18-701AAFBE41D2}" dt="2021-03-08T11:37:11.657" v="94" actId="27636"/>
        <pc:sldMkLst>
          <pc:docMk/>
          <pc:sldMk cId="2466995645" sldId="351"/>
        </pc:sldMkLst>
        <pc:spChg chg="mod">
          <ac:chgData name="Alessandro Ortis" userId="dcdc90ed-3509-45f7-ac48-ad038638580b" providerId="ADAL" clId="{FC25FC09-5746-4510-9F18-701AAFBE41D2}" dt="2021-03-08T11:37:11.657" v="94" actId="27636"/>
          <ac:spMkLst>
            <pc:docMk/>
            <pc:sldMk cId="2466995645" sldId="351"/>
            <ac:spMk id="5" creationId="{7D5B1907-E8F7-4716-B3B1-E8862E1D6D5C}"/>
          </ac:spMkLst>
        </pc:spChg>
      </pc:sldChg>
      <pc:sldChg chg="modSp mod">
        <pc:chgData name="Alessandro Ortis" userId="dcdc90ed-3509-45f7-ac48-ad038638580b" providerId="ADAL" clId="{FC25FC09-5746-4510-9F18-701AAFBE41D2}" dt="2021-03-08T11:37:11.600" v="93" actId="27636"/>
        <pc:sldMkLst>
          <pc:docMk/>
          <pc:sldMk cId="2940377582" sldId="352"/>
        </pc:sldMkLst>
        <pc:spChg chg="mod">
          <ac:chgData name="Alessandro Ortis" userId="dcdc90ed-3509-45f7-ac48-ad038638580b" providerId="ADAL" clId="{FC25FC09-5746-4510-9F18-701AAFBE41D2}" dt="2021-03-08T11:37:11.600" v="93" actId="27636"/>
          <ac:spMkLst>
            <pc:docMk/>
            <pc:sldMk cId="2940377582" sldId="352"/>
            <ac:spMk id="5" creationId="{7D5B1907-E8F7-4716-B3B1-E8862E1D6D5C}"/>
          </ac:spMkLst>
        </pc:spChg>
      </pc:sldChg>
      <pc:sldChg chg="modSp mod">
        <pc:chgData name="Alessandro Ortis" userId="dcdc90ed-3509-45f7-ac48-ad038638580b" providerId="ADAL" clId="{FC25FC09-5746-4510-9F18-701AAFBE41D2}" dt="2021-03-08T11:37:11.724" v="97" actId="27636"/>
        <pc:sldMkLst>
          <pc:docMk/>
          <pc:sldMk cId="4029956952" sldId="355"/>
        </pc:sldMkLst>
        <pc:spChg chg="mod">
          <ac:chgData name="Alessandro Ortis" userId="dcdc90ed-3509-45f7-ac48-ad038638580b" providerId="ADAL" clId="{FC25FC09-5746-4510-9F18-701AAFBE41D2}" dt="2021-03-08T11:37:11.724" v="97" actId="27636"/>
          <ac:spMkLst>
            <pc:docMk/>
            <pc:sldMk cId="4029956952" sldId="355"/>
            <ac:spMk id="5" creationId="{7D5B1907-E8F7-4716-B3B1-E8862E1D6D5C}"/>
          </ac:spMkLst>
        </pc:spChg>
      </pc:sldChg>
      <pc:sldChg chg="modSp mod">
        <pc:chgData name="Alessandro Ortis" userId="dcdc90ed-3509-45f7-ac48-ad038638580b" providerId="ADAL" clId="{FC25FC09-5746-4510-9F18-701AAFBE41D2}" dt="2021-03-08T11:37:11.688" v="96" actId="27636"/>
        <pc:sldMkLst>
          <pc:docMk/>
          <pc:sldMk cId="4210151119" sldId="356"/>
        </pc:sldMkLst>
        <pc:spChg chg="mod">
          <ac:chgData name="Alessandro Ortis" userId="dcdc90ed-3509-45f7-ac48-ad038638580b" providerId="ADAL" clId="{FC25FC09-5746-4510-9F18-701AAFBE41D2}" dt="2021-03-08T11:37:11.688" v="96" actId="27636"/>
          <ac:spMkLst>
            <pc:docMk/>
            <pc:sldMk cId="4210151119" sldId="356"/>
            <ac:spMk id="5" creationId="{7D5B1907-E8F7-4716-B3B1-E8862E1D6D5C}"/>
          </ac:spMkLst>
        </pc:spChg>
      </pc:sldChg>
      <pc:sldChg chg="modSp mod">
        <pc:chgData name="Alessandro Ortis" userId="dcdc90ed-3509-45f7-ac48-ad038638580b" providerId="ADAL" clId="{FC25FC09-5746-4510-9F18-701AAFBE41D2}" dt="2021-03-08T11:37:11.673" v="95" actId="27636"/>
        <pc:sldMkLst>
          <pc:docMk/>
          <pc:sldMk cId="991615029" sldId="357"/>
        </pc:sldMkLst>
        <pc:spChg chg="mod">
          <ac:chgData name="Alessandro Ortis" userId="dcdc90ed-3509-45f7-ac48-ad038638580b" providerId="ADAL" clId="{FC25FC09-5746-4510-9F18-701AAFBE41D2}" dt="2021-03-08T11:37:11.673" v="95" actId="27636"/>
          <ac:spMkLst>
            <pc:docMk/>
            <pc:sldMk cId="991615029" sldId="357"/>
            <ac:spMk id="5" creationId="{7D5B1907-E8F7-4716-B3B1-E8862E1D6D5C}"/>
          </ac:spMkLst>
        </pc:spChg>
      </pc:sldChg>
      <pc:sldChg chg="modSp mod">
        <pc:chgData name="Alessandro Ortis" userId="dcdc90ed-3509-45f7-ac48-ad038638580b" providerId="ADAL" clId="{FC25FC09-5746-4510-9F18-701AAFBE41D2}" dt="2021-03-08T11:37:11.830" v="99" actId="27636"/>
        <pc:sldMkLst>
          <pc:docMk/>
          <pc:sldMk cId="2112227675" sldId="362"/>
        </pc:sldMkLst>
        <pc:spChg chg="mod">
          <ac:chgData name="Alessandro Ortis" userId="dcdc90ed-3509-45f7-ac48-ad038638580b" providerId="ADAL" clId="{FC25FC09-5746-4510-9F18-701AAFBE41D2}" dt="2021-03-08T11:37:11.830" v="99" actId="27636"/>
          <ac:spMkLst>
            <pc:docMk/>
            <pc:sldMk cId="2112227675" sldId="362"/>
            <ac:spMk id="5" creationId="{7D5B1907-E8F7-4716-B3B1-E8862E1D6D5C}"/>
          </ac:spMkLst>
        </pc:spChg>
      </pc:sldChg>
      <pc:sldChg chg="modSp mod">
        <pc:chgData name="Alessandro Ortis" userId="dcdc90ed-3509-45f7-ac48-ad038638580b" providerId="ADAL" clId="{FC25FC09-5746-4510-9F18-701AAFBE41D2}" dt="2021-03-08T11:37:11.758" v="98" actId="27636"/>
        <pc:sldMkLst>
          <pc:docMk/>
          <pc:sldMk cId="222435001" sldId="363"/>
        </pc:sldMkLst>
        <pc:spChg chg="mod">
          <ac:chgData name="Alessandro Ortis" userId="dcdc90ed-3509-45f7-ac48-ad038638580b" providerId="ADAL" clId="{FC25FC09-5746-4510-9F18-701AAFBE41D2}" dt="2021-03-08T11:37:11.758" v="98" actId="27636"/>
          <ac:spMkLst>
            <pc:docMk/>
            <pc:sldMk cId="222435001" sldId="363"/>
            <ac:spMk id="5" creationId="{7D5B1907-E8F7-4716-B3B1-E8862E1D6D5C}"/>
          </ac:spMkLst>
        </pc:spChg>
      </pc:sldChg>
      <pc:sldChg chg="modSp mod">
        <pc:chgData name="Alessandro Ortis" userId="dcdc90ed-3509-45f7-ac48-ad038638580b" providerId="ADAL" clId="{FC25FC09-5746-4510-9F18-701AAFBE41D2}" dt="2021-03-08T11:37:11.975" v="102" actId="27636"/>
        <pc:sldMkLst>
          <pc:docMk/>
          <pc:sldMk cId="1523953854" sldId="365"/>
        </pc:sldMkLst>
        <pc:spChg chg="mod">
          <ac:chgData name="Alessandro Ortis" userId="dcdc90ed-3509-45f7-ac48-ad038638580b" providerId="ADAL" clId="{FC25FC09-5746-4510-9F18-701AAFBE41D2}" dt="2021-03-08T11:37:11.975" v="102" actId="27636"/>
          <ac:spMkLst>
            <pc:docMk/>
            <pc:sldMk cId="1523953854" sldId="365"/>
            <ac:spMk id="5" creationId="{7D5B1907-E8F7-4716-B3B1-E8862E1D6D5C}"/>
          </ac:spMkLst>
        </pc:spChg>
      </pc:sldChg>
      <pc:sldChg chg="modSp mod">
        <pc:chgData name="Alessandro Ortis" userId="dcdc90ed-3509-45f7-ac48-ad038638580b" providerId="ADAL" clId="{FC25FC09-5746-4510-9F18-701AAFBE41D2}" dt="2021-03-08T11:37:11.886" v="100" actId="27636"/>
        <pc:sldMkLst>
          <pc:docMk/>
          <pc:sldMk cId="3944378820" sldId="368"/>
        </pc:sldMkLst>
        <pc:spChg chg="mod">
          <ac:chgData name="Alessandro Ortis" userId="dcdc90ed-3509-45f7-ac48-ad038638580b" providerId="ADAL" clId="{FC25FC09-5746-4510-9F18-701AAFBE41D2}" dt="2021-03-08T11:37:11.886" v="100" actId="27636"/>
          <ac:spMkLst>
            <pc:docMk/>
            <pc:sldMk cId="3944378820" sldId="368"/>
            <ac:spMk id="5" creationId="{7D5B1907-E8F7-4716-B3B1-E8862E1D6D5C}"/>
          </ac:spMkLst>
        </pc:spChg>
      </pc:sldChg>
      <pc:sldChg chg="modSp mod">
        <pc:chgData name="Alessandro Ortis" userId="dcdc90ed-3509-45f7-ac48-ad038638580b" providerId="ADAL" clId="{FC25FC09-5746-4510-9F18-701AAFBE41D2}" dt="2021-03-08T11:37:12.009" v="103" actId="27636"/>
        <pc:sldMkLst>
          <pc:docMk/>
          <pc:sldMk cId="117896539" sldId="372"/>
        </pc:sldMkLst>
        <pc:spChg chg="mod">
          <ac:chgData name="Alessandro Ortis" userId="dcdc90ed-3509-45f7-ac48-ad038638580b" providerId="ADAL" clId="{FC25FC09-5746-4510-9F18-701AAFBE41D2}" dt="2021-03-08T11:37:12.009" v="103" actId="27636"/>
          <ac:spMkLst>
            <pc:docMk/>
            <pc:sldMk cId="117896539" sldId="372"/>
            <ac:spMk id="5" creationId="{7D5B1907-E8F7-4716-B3B1-E8862E1D6D5C}"/>
          </ac:spMkLst>
        </pc:spChg>
      </pc:sldChg>
      <pc:sldChg chg="modSp mod">
        <pc:chgData name="Alessandro Ortis" userId="dcdc90ed-3509-45f7-ac48-ad038638580b" providerId="ADAL" clId="{FC25FC09-5746-4510-9F18-701AAFBE41D2}" dt="2021-03-08T11:37:11.930" v="101" actId="27636"/>
        <pc:sldMkLst>
          <pc:docMk/>
          <pc:sldMk cId="2927296452" sldId="380"/>
        </pc:sldMkLst>
        <pc:spChg chg="mod">
          <ac:chgData name="Alessandro Ortis" userId="dcdc90ed-3509-45f7-ac48-ad038638580b" providerId="ADAL" clId="{FC25FC09-5746-4510-9F18-701AAFBE41D2}" dt="2021-03-08T11:37:11.930" v="101" actId="27636"/>
          <ac:spMkLst>
            <pc:docMk/>
            <pc:sldMk cId="2927296452" sldId="380"/>
            <ac:spMk id="5" creationId="{7D5B1907-E8F7-4716-B3B1-E8862E1D6D5C}"/>
          </ac:spMkLst>
        </pc:spChg>
      </pc:sldChg>
      <pc:sldChg chg="modSp mod modShow">
        <pc:chgData name="Alessandro Ortis" userId="dcdc90ed-3509-45f7-ac48-ad038638580b" providerId="ADAL" clId="{FC25FC09-5746-4510-9F18-701AAFBE41D2}" dt="2021-03-10T15:43:19.671" v="207" actId="1076"/>
        <pc:sldMkLst>
          <pc:docMk/>
          <pc:sldMk cId="3206927576" sldId="384"/>
        </pc:sldMkLst>
        <pc:spChg chg="mod">
          <ac:chgData name="Alessandro Ortis" userId="dcdc90ed-3509-45f7-ac48-ad038638580b" providerId="ADAL" clId="{FC25FC09-5746-4510-9F18-701AAFBE41D2}" dt="2021-03-10T15:43:19.671" v="207" actId="1076"/>
          <ac:spMkLst>
            <pc:docMk/>
            <pc:sldMk cId="3206927576" sldId="384"/>
            <ac:spMk id="5" creationId="{7D5B1907-E8F7-4716-B3B1-E8862E1D6D5C}"/>
          </ac:spMkLst>
        </pc:spChg>
      </pc:sldChg>
      <pc:sldChg chg="modSp mod">
        <pc:chgData name="Alessandro Ortis" userId="dcdc90ed-3509-45f7-ac48-ad038638580b" providerId="ADAL" clId="{FC25FC09-5746-4510-9F18-701AAFBE41D2}" dt="2021-03-08T11:37:12.057" v="104" actId="27636"/>
        <pc:sldMkLst>
          <pc:docMk/>
          <pc:sldMk cId="1607940453" sldId="385"/>
        </pc:sldMkLst>
        <pc:spChg chg="mod">
          <ac:chgData name="Alessandro Ortis" userId="dcdc90ed-3509-45f7-ac48-ad038638580b" providerId="ADAL" clId="{FC25FC09-5746-4510-9F18-701AAFBE41D2}" dt="2021-03-08T11:37:12.057" v="104" actId="27636"/>
          <ac:spMkLst>
            <pc:docMk/>
            <pc:sldMk cId="1607940453" sldId="385"/>
            <ac:spMk id="5" creationId="{7D5B1907-E8F7-4716-B3B1-E8862E1D6D5C}"/>
          </ac:spMkLst>
        </pc:spChg>
      </pc:sldChg>
      <pc:sldChg chg="modSp mod">
        <pc:chgData name="Alessandro Ortis" userId="dcdc90ed-3509-45f7-ac48-ad038638580b" providerId="ADAL" clId="{FC25FC09-5746-4510-9F18-701AAFBE41D2}" dt="2021-03-11T09:23:50.685" v="971" actId="20577"/>
        <pc:sldMkLst>
          <pc:docMk/>
          <pc:sldMk cId="3738923514" sldId="386"/>
        </pc:sldMkLst>
        <pc:spChg chg="mod">
          <ac:chgData name="Alessandro Ortis" userId="dcdc90ed-3509-45f7-ac48-ad038638580b" providerId="ADAL" clId="{FC25FC09-5746-4510-9F18-701AAFBE41D2}" dt="2021-03-11T09:23:50.685" v="971" actId="20577"/>
          <ac:spMkLst>
            <pc:docMk/>
            <pc:sldMk cId="3738923514" sldId="386"/>
            <ac:spMk id="5" creationId="{7D5B1907-E8F7-4716-B3B1-E8862E1D6D5C}"/>
          </ac:spMkLst>
        </pc:spChg>
      </pc:sldChg>
      <pc:sldChg chg="modSp mod">
        <pc:chgData name="Alessandro Ortis" userId="dcdc90ed-3509-45f7-ac48-ad038638580b" providerId="ADAL" clId="{FC25FC09-5746-4510-9F18-701AAFBE41D2}" dt="2021-03-08T11:37:12.157" v="106" actId="27636"/>
        <pc:sldMkLst>
          <pc:docMk/>
          <pc:sldMk cId="3663616890" sldId="387"/>
        </pc:sldMkLst>
        <pc:spChg chg="mod">
          <ac:chgData name="Alessandro Ortis" userId="dcdc90ed-3509-45f7-ac48-ad038638580b" providerId="ADAL" clId="{FC25FC09-5746-4510-9F18-701AAFBE41D2}" dt="2021-03-08T11:37:12.157" v="106" actId="27636"/>
          <ac:spMkLst>
            <pc:docMk/>
            <pc:sldMk cId="3663616890" sldId="387"/>
            <ac:spMk id="5" creationId="{7D5B1907-E8F7-4716-B3B1-E8862E1D6D5C}"/>
          </ac:spMkLst>
        </pc:spChg>
      </pc:sldChg>
      <pc:sldChg chg="modSp mod">
        <pc:chgData name="Alessandro Ortis" userId="dcdc90ed-3509-45f7-ac48-ad038638580b" providerId="ADAL" clId="{FC25FC09-5746-4510-9F18-701AAFBE41D2}" dt="2021-03-08T11:37:12.352" v="110" actId="27636"/>
        <pc:sldMkLst>
          <pc:docMk/>
          <pc:sldMk cId="2303998749" sldId="388"/>
        </pc:sldMkLst>
        <pc:spChg chg="mod">
          <ac:chgData name="Alessandro Ortis" userId="dcdc90ed-3509-45f7-ac48-ad038638580b" providerId="ADAL" clId="{FC25FC09-5746-4510-9F18-701AAFBE41D2}" dt="2021-03-08T11:37:12.352" v="110" actId="27636"/>
          <ac:spMkLst>
            <pc:docMk/>
            <pc:sldMk cId="2303998749" sldId="388"/>
            <ac:spMk id="5" creationId="{7D5B1907-E8F7-4716-B3B1-E8862E1D6D5C}"/>
          </ac:spMkLst>
        </pc:spChg>
      </pc:sldChg>
      <pc:sldChg chg="modSp mod">
        <pc:chgData name="Alessandro Ortis" userId="dcdc90ed-3509-45f7-ac48-ad038638580b" providerId="ADAL" clId="{FC25FC09-5746-4510-9F18-701AAFBE41D2}" dt="2021-03-08T11:37:12.207" v="107" actId="27636"/>
        <pc:sldMkLst>
          <pc:docMk/>
          <pc:sldMk cId="1728195989" sldId="389"/>
        </pc:sldMkLst>
        <pc:spChg chg="mod">
          <ac:chgData name="Alessandro Ortis" userId="dcdc90ed-3509-45f7-ac48-ad038638580b" providerId="ADAL" clId="{FC25FC09-5746-4510-9F18-701AAFBE41D2}" dt="2021-03-08T11:37:12.207" v="107" actId="27636"/>
          <ac:spMkLst>
            <pc:docMk/>
            <pc:sldMk cId="1728195989" sldId="389"/>
            <ac:spMk id="5" creationId="{7D5B1907-E8F7-4716-B3B1-E8862E1D6D5C}"/>
          </ac:spMkLst>
        </pc:spChg>
      </pc:sldChg>
      <pc:sldChg chg="modSp mod">
        <pc:chgData name="Alessandro Ortis" userId="dcdc90ed-3509-45f7-ac48-ad038638580b" providerId="ADAL" clId="{FC25FC09-5746-4510-9F18-701AAFBE41D2}" dt="2021-03-08T11:37:12.289" v="109" actId="27636"/>
        <pc:sldMkLst>
          <pc:docMk/>
          <pc:sldMk cId="1741903581" sldId="392"/>
        </pc:sldMkLst>
        <pc:spChg chg="mod">
          <ac:chgData name="Alessandro Ortis" userId="dcdc90ed-3509-45f7-ac48-ad038638580b" providerId="ADAL" clId="{FC25FC09-5746-4510-9F18-701AAFBE41D2}" dt="2021-03-08T11:37:12.289" v="109" actId="27636"/>
          <ac:spMkLst>
            <pc:docMk/>
            <pc:sldMk cId="1741903581" sldId="392"/>
            <ac:spMk id="5" creationId="{7D5B1907-E8F7-4716-B3B1-E8862E1D6D5C}"/>
          </ac:spMkLst>
        </pc:spChg>
      </pc:sldChg>
      <pc:sldChg chg="modSp mod">
        <pc:chgData name="Alessandro Ortis" userId="dcdc90ed-3509-45f7-ac48-ad038638580b" providerId="ADAL" clId="{FC25FC09-5746-4510-9F18-701AAFBE41D2}" dt="2021-03-08T11:37:12.232" v="108" actId="27636"/>
        <pc:sldMkLst>
          <pc:docMk/>
          <pc:sldMk cId="4104916194" sldId="393"/>
        </pc:sldMkLst>
        <pc:spChg chg="mod">
          <ac:chgData name="Alessandro Ortis" userId="dcdc90ed-3509-45f7-ac48-ad038638580b" providerId="ADAL" clId="{FC25FC09-5746-4510-9F18-701AAFBE41D2}" dt="2021-03-08T11:37:12.232" v="108" actId="27636"/>
          <ac:spMkLst>
            <pc:docMk/>
            <pc:sldMk cId="4104916194" sldId="393"/>
            <ac:spMk id="5" creationId="{7D5B1907-E8F7-4716-B3B1-E8862E1D6D5C}"/>
          </ac:spMkLst>
        </pc:spChg>
      </pc:sldChg>
      <pc:sldChg chg="modSp mod">
        <pc:chgData name="Alessandro Ortis" userId="dcdc90ed-3509-45f7-ac48-ad038638580b" providerId="ADAL" clId="{FC25FC09-5746-4510-9F18-701AAFBE41D2}" dt="2021-03-11T09:25:12.031" v="980" actId="1076"/>
        <pc:sldMkLst>
          <pc:docMk/>
          <pc:sldMk cId="2738048506" sldId="394"/>
        </pc:sldMkLst>
        <pc:spChg chg="mod">
          <ac:chgData name="Alessandro Ortis" userId="dcdc90ed-3509-45f7-ac48-ad038638580b" providerId="ADAL" clId="{FC25FC09-5746-4510-9F18-701AAFBE41D2}" dt="2021-03-11T09:25:12.031" v="980" actId="1076"/>
          <ac:spMkLst>
            <pc:docMk/>
            <pc:sldMk cId="2738048506" sldId="394"/>
            <ac:spMk id="5" creationId="{7D5B1907-E8F7-4716-B3B1-E8862E1D6D5C}"/>
          </ac:spMkLst>
        </pc:spChg>
      </pc:sldChg>
      <pc:sldChg chg="modSp mod">
        <pc:chgData name="Alessandro Ortis" userId="dcdc90ed-3509-45f7-ac48-ad038638580b" providerId="ADAL" clId="{FC25FC09-5746-4510-9F18-701AAFBE41D2}" dt="2021-03-11T09:26:14.810" v="985" actId="27636"/>
        <pc:sldMkLst>
          <pc:docMk/>
          <pc:sldMk cId="2198339724" sldId="398"/>
        </pc:sldMkLst>
        <pc:spChg chg="mod">
          <ac:chgData name="Alessandro Ortis" userId="dcdc90ed-3509-45f7-ac48-ad038638580b" providerId="ADAL" clId="{FC25FC09-5746-4510-9F18-701AAFBE41D2}" dt="2021-03-11T09:26:14.810" v="985" actId="27636"/>
          <ac:spMkLst>
            <pc:docMk/>
            <pc:sldMk cId="2198339724" sldId="398"/>
            <ac:spMk id="5" creationId="{7D5B1907-E8F7-4716-B3B1-E8862E1D6D5C}"/>
          </ac:spMkLst>
        </pc:spChg>
      </pc:sldChg>
      <pc:sldChg chg="modSp mod">
        <pc:chgData name="Alessandro Ortis" userId="dcdc90ed-3509-45f7-ac48-ad038638580b" providerId="ADAL" clId="{FC25FC09-5746-4510-9F18-701AAFBE41D2}" dt="2021-03-11T09:26:00.098" v="982" actId="14100"/>
        <pc:sldMkLst>
          <pc:docMk/>
          <pc:sldMk cId="333178415" sldId="399"/>
        </pc:sldMkLst>
        <pc:spChg chg="mod">
          <ac:chgData name="Alessandro Ortis" userId="dcdc90ed-3509-45f7-ac48-ad038638580b" providerId="ADAL" clId="{FC25FC09-5746-4510-9F18-701AAFBE41D2}" dt="2021-03-11T09:26:00.098" v="982" actId="14100"/>
          <ac:spMkLst>
            <pc:docMk/>
            <pc:sldMk cId="333178415" sldId="399"/>
            <ac:spMk id="5" creationId="{7D5B1907-E8F7-4716-B3B1-E8862E1D6D5C}"/>
          </ac:spMkLst>
        </pc:spChg>
      </pc:sldChg>
      <pc:sldChg chg="modSp mod">
        <pc:chgData name="Alessandro Ortis" userId="dcdc90ed-3509-45f7-ac48-ad038638580b" providerId="ADAL" clId="{FC25FC09-5746-4510-9F18-701AAFBE41D2}" dt="2021-03-08T11:37:12.750" v="117" actId="27636"/>
        <pc:sldMkLst>
          <pc:docMk/>
          <pc:sldMk cId="3105722580" sldId="402"/>
        </pc:sldMkLst>
        <pc:spChg chg="mod">
          <ac:chgData name="Alessandro Ortis" userId="dcdc90ed-3509-45f7-ac48-ad038638580b" providerId="ADAL" clId="{FC25FC09-5746-4510-9F18-701AAFBE41D2}" dt="2021-03-08T11:37:12.750" v="117" actId="27636"/>
          <ac:spMkLst>
            <pc:docMk/>
            <pc:sldMk cId="3105722580" sldId="402"/>
            <ac:spMk id="4" creationId="{0279965C-BDA6-4FD1-84AB-D56959800225}"/>
          </ac:spMkLst>
        </pc:spChg>
      </pc:sldChg>
      <pc:sldChg chg="modSp mod">
        <pc:chgData name="Alessandro Ortis" userId="dcdc90ed-3509-45f7-ac48-ad038638580b" providerId="ADAL" clId="{FC25FC09-5746-4510-9F18-701AAFBE41D2}" dt="2021-03-11T09:26:27.463" v="987" actId="27636"/>
        <pc:sldMkLst>
          <pc:docMk/>
          <pc:sldMk cId="3276835739" sldId="404"/>
        </pc:sldMkLst>
        <pc:spChg chg="mod">
          <ac:chgData name="Alessandro Ortis" userId="dcdc90ed-3509-45f7-ac48-ad038638580b" providerId="ADAL" clId="{FC25FC09-5746-4510-9F18-701AAFBE41D2}" dt="2021-03-11T09:26:27.463" v="987" actId="27636"/>
          <ac:spMkLst>
            <pc:docMk/>
            <pc:sldMk cId="3276835739" sldId="404"/>
            <ac:spMk id="5" creationId="{7D5B1907-E8F7-4716-B3B1-E8862E1D6D5C}"/>
          </ac:spMkLst>
        </pc:spChg>
      </pc:sldChg>
      <pc:sldChg chg="mod modShow">
        <pc:chgData name="Alessandro Ortis" userId="dcdc90ed-3509-45f7-ac48-ad038638580b" providerId="ADAL" clId="{FC25FC09-5746-4510-9F18-701AAFBE41D2}" dt="2021-03-08T11:45:38.928" v="151" actId="729"/>
        <pc:sldMkLst>
          <pc:docMk/>
          <pc:sldMk cId="1991232073" sldId="406"/>
        </pc:sldMkLst>
      </pc:sldChg>
      <pc:sldChg chg="modSp mod">
        <pc:chgData name="Alessandro Ortis" userId="dcdc90ed-3509-45f7-ac48-ad038638580b" providerId="ADAL" clId="{FC25FC09-5746-4510-9F18-701AAFBE41D2}" dt="2021-03-10T09:21:03.648" v="195" actId="1076"/>
        <pc:sldMkLst>
          <pc:docMk/>
          <pc:sldMk cId="710467007" sldId="424"/>
        </pc:sldMkLst>
        <pc:spChg chg="mod">
          <ac:chgData name="Alessandro Ortis" userId="dcdc90ed-3509-45f7-ac48-ad038638580b" providerId="ADAL" clId="{FC25FC09-5746-4510-9F18-701AAFBE41D2}" dt="2021-03-10T09:21:03.648" v="195" actId="1076"/>
          <ac:spMkLst>
            <pc:docMk/>
            <pc:sldMk cId="710467007" sldId="424"/>
            <ac:spMk id="5" creationId="{7D5B1907-E8F7-4716-B3B1-E8862E1D6D5C}"/>
          </ac:spMkLst>
        </pc:spChg>
      </pc:sldChg>
      <pc:sldChg chg="del">
        <pc:chgData name="Alessandro Ortis" userId="dcdc90ed-3509-45f7-ac48-ad038638580b" providerId="ADAL" clId="{FC25FC09-5746-4510-9F18-701AAFBE41D2}" dt="2021-03-10T09:20:58.465" v="194" actId="47"/>
        <pc:sldMkLst>
          <pc:docMk/>
          <pc:sldMk cId="1180058788" sldId="425"/>
        </pc:sldMkLst>
      </pc:sldChg>
      <pc:sldChg chg="modSp mod">
        <pc:chgData name="Alessandro Ortis" userId="dcdc90ed-3509-45f7-ac48-ad038638580b" providerId="ADAL" clId="{FC25FC09-5746-4510-9F18-701AAFBE41D2}" dt="2021-03-10T09:20:34.725" v="192" actId="27636"/>
        <pc:sldMkLst>
          <pc:docMk/>
          <pc:sldMk cId="204095390" sldId="426"/>
        </pc:sldMkLst>
        <pc:spChg chg="mod">
          <ac:chgData name="Alessandro Ortis" userId="dcdc90ed-3509-45f7-ac48-ad038638580b" providerId="ADAL" clId="{FC25FC09-5746-4510-9F18-701AAFBE41D2}" dt="2021-03-10T09:20:34.725" v="192" actId="27636"/>
          <ac:spMkLst>
            <pc:docMk/>
            <pc:sldMk cId="204095390" sldId="426"/>
            <ac:spMk id="5" creationId="{7D5B1907-E8F7-4716-B3B1-E8862E1D6D5C}"/>
          </ac:spMkLst>
        </pc:spChg>
      </pc:sldChg>
      <pc:sldChg chg="del">
        <pc:chgData name="Alessandro Ortis" userId="dcdc90ed-3509-45f7-ac48-ad038638580b" providerId="ADAL" clId="{FC25FC09-5746-4510-9F18-701AAFBE41D2}" dt="2021-03-10T09:20:27.934" v="190" actId="47"/>
        <pc:sldMkLst>
          <pc:docMk/>
          <pc:sldMk cId="3284158591" sldId="427"/>
        </pc:sldMkLst>
      </pc:sldChg>
      <pc:sldChg chg="modSp mod">
        <pc:chgData name="Alessandro Ortis" userId="dcdc90ed-3509-45f7-ac48-ad038638580b" providerId="ADAL" clId="{FC25FC09-5746-4510-9F18-701AAFBE41D2}" dt="2021-03-10T09:20:43.457" v="193" actId="14100"/>
        <pc:sldMkLst>
          <pc:docMk/>
          <pc:sldMk cId="406104214" sldId="428"/>
        </pc:sldMkLst>
        <pc:spChg chg="mod">
          <ac:chgData name="Alessandro Ortis" userId="dcdc90ed-3509-45f7-ac48-ad038638580b" providerId="ADAL" clId="{FC25FC09-5746-4510-9F18-701AAFBE41D2}" dt="2021-03-10T09:20:43.457" v="193" actId="14100"/>
          <ac:spMkLst>
            <pc:docMk/>
            <pc:sldMk cId="406104214" sldId="428"/>
            <ac:spMk id="5" creationId="{7D5B1907-E8F7-4716-B3B1-E8862E1D6D5C}"/>
          </ac:spMkLst>
        </pc:spChg>
      </pc:sldChg>
      <pc:sldChg chg="del">
        <pc:chgData name="Alessandro Ortis" userId="dcdc90ed-3509-45f7-ac48-ad038638580b" providerId="ADAL" clId="{FC25FC09-5746-4510-9F18-701AAFBE41D2}" dt="2021-03-08T11:46:58.420" v="189" actId="47"/>
        <pc:sldMkLst>
          <pc:docMk/>
          <pc:sldMk cId="4052244010" sldId="447"/>
        </pc:sldMkLst>
      </pc:sldChg>
      <pc:sldChg chg="modSp del mod">
        <pc:chgData name="Alessandro Ortis" userId="dcdc90ed-3509-45f7-ac48-ad038638580b" providerId="ADAL" clId="{FC25FC09-5746-4510-9F18-701AAFBE41D2}" dt="2021-03-08T11:46:58.420" v="189" actId="47"/>
        <pc:sldMkLst>
          <pc:docMk/>
          <pc:sldMk cId="1271064300" sldId="448"/>
        </pc:sldMkLst>
        <pc:spChg chg="mod">
          <ac:chgData name="Alessandro Ortis" userId="dcdc90ed-3509-45f7-ac48-ad038638580b" providerId="ADAL" clId="{FC25FC09-5746-4510-9F18-701AAFBE41D2}" dt="2021-03-08T11:37:10.780" v="68" actId="27636"/>
          <ac:spMkLst>
            <pc:docMk/>
            <pc:sldMk cId="1271064300" sldId="448"/>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3817723142" sldId="449"/>
        </pc:sldMkLst>
        <pc:spChg chg="mod">
          <ac:chgData name="Alessandro Ortis" userId="dcdc90ed-3509-45f7-ac48-ad038638580b" providerId="ADAL" clId="{FC25FC09-5746-4510-9F18-701AAFBE41D2}" dt="2021-03-08T11:37:10.685" v="66" actId="27636"/>
          <ac:spMkLst>
            <pc:docMk/>
            <pc:sldMk cId="3817723142" sldId="449"/>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489245237" sldId="450"/>
        </pc:sldMkLst>
        <pc:spChg chg="mod">
          <ac:chgData name="Alessandro Ortis" userId="dcdc90ed-3509-45f7-ac48-ad038638580b" providerId="ADAL" clId="{FC25FC09-5746-4510-9F18-701AAFBE41D2}" dt="2021-03-08T11:37:10.632" v="65" actId="27636"/>
          <ac:spMkLst>
            <pc:docMk/>
            <pc:sldMk cId="1489245237" sldId="450"/>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612414445" sldId="451"/>
        </pc:sldMkLst>
        <pc:spChg chg="mod">
          <ac:chgData name="Alessandro Ortis" userId="dcdc90ed-3509-45f7-ac48-ad038638580b" providerId="ADAL" clId="{FC25FC09-5746-4510-9F18-701AAFBE41D2}" dt="2021-03-08T11:37:10.582" v="64" actId="27636"/>
          <ac:spMkLst>
            <pc:docMk/>
            <pc:sldMk cId="1612414445" sldId="451"/>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643990287" sldId="452"/>
        </pc:sldMkLst>
        <pc:spChg chg="mod">
          <ac:chgData name="Alessandro Ortis" userId="dcdc90ed-3509-45f7-ac48-ad038638580b" providerId="ADAL" clId="{FC25FC09-5746-4510-9F18-701AAFBE41D2}" dt="2021-03-08T11:37:10.543" v="63" actId="27636"/>
          <ac:spMkLst>
            <pc:docMk/>
            <pc:sldMk cId="1643990287" sldId="452"/>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021782512" sldId="453"/>
        </pc:sldMkLst>
        <pc:spChg chg="mod">
          <ac:chgData name="Alessandro Ortis" userId="dcdc90ed-3509-45f7-ac48-ad038638580b" providerId="ADAL" clId="{FC25FC09-5746-4510-9F18-701AAFBE41D2}" dt="2021-03-08T11:37:10.513" v="62" actId="27636"/>
          <ac:spMkLst>
            <pc:docMk/>
            <pc:sldMk cId="1021782512" sldId="453"/>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942967744" sldId="454"/>
        </pc:sldMkLst>
        <pc:spChg chg="mod">
          <ac:chgData name="Alessandro Ortis" userId="dcdc90ed-3509-45f7-ac48-ad038638580b" providerId="ADAL" clId="{FC25FC09-5746-4510-9F18-701AAFBE41D2}" dt="2021-03-08T11:37:10.477" v="61" actId="27636"/>
          <ac:spMkLst>
            <pc:docMk/>
            <pc:sldMk cId="1942967744" sldId="454"/>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495224304" sldId="455"/>
        </pc:sldMkLst>
        <pc:spChg chg="mod">
          <ac:chgData name="Alessandro Ortis" userId="dcdc90ed-3509-45f7-ac48-ad038638580b" providerId="ADAL" clId="{FC25FC09-5746-4510-9F18-701AAFBE41D2}" dt="2021-03-08T11:37:10.455" v="60" actId="27636"/>
          <ac:spMkLst>
            <pc:docMk/>
            <pc:sldMk cId="495224304" sldId="455"/>
            <ac:spMk id="8" creationId="{44DC043F-2DA4-4BF9-8AFB-31F4F1D100AD}"/>
          </ac:spMkLst>
        </pc:spChg>
      </pc:sldChg>
      <pc:sldChg chg="del">
        <pc:chgData name="Alessandro Ortis" userId="dcdc90ed-3509-45f7-ac48-ad038638580b" providerId="ADAL" clId="{FC25FC09-5746-4510-9F18-701AAFBE41D2}" dt="2021-03-08T11:46:58.420" v="189" actId="47"/>
        <pc:sldMkLst>
          <pc:docMk/>
          <pc:sldMk cId="2593584708" sldId="456"/>
        </pc:sldMkLst>
      </pc:sldChg>
      <pc:sldChg chg="del">
        <pc:chgData name="Alessandro Ortis" userId="dcdc90ed-3509-45f7-ac48-ad038638580b" providerId="ADAL" clId="{FC25FC09-5746-4510-9F18-701AAFBE41D2}" dt="2021-03-08T11:46:58.420" v="189" actId="47"/>
        <pc:sldMkLst>
          <pc:docMk/>
          <pc:sldMk cId="2360869426" sldId="457"/>
        </pc:sldMkLst>
      </pc:sldChg>
      <pc:sldChg chg="modSp del mod">
        <pc:chgData name="Alessandro Ortis" userId="dcdc90ed-3509-45f7-ac48-ad038638580b" providerId="ADAL" clId="{FC25FC09-5746-4510-9F18-701AAFBE41D2}" dt="2021-03-08T11:46:58.420" v="189" actId="47"/>
        <pc:sldMkLst>
          <pc:docMk/>
          <pc:sldMk cId="1840320737" sldId="459"/>
        </pc:sldMkLst>
        <pc:spChg chg="mod">
          <ac:chgData name="Alessandro Ortis" userId="dcdc90ed-3509-45f7-ac48-ad038638580b" providerId="ADAL" clId="{FC25FC09-5746-4510-9F18-701AAFBE41D2}" dt="2021-03-08T11:37:10.803" v="69" actId="27636"/>
          <ac:spMkLst>
            <pc:docMk/>
            <pc:sldMk cId="1840320737" sldId="459"/>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2324397653" sldId="460"/>
        </pc:sldMkLst>
        <pc:spChg chg="mod">
          <ac:chgData name="Alessandro Ortis" userId="dcdc90ed-3509-45f7-ac48-ad038638580b" providerId="ADAL" clId="{FC25FC09-5746-4510-9F18-701AAFBE41D2}" dt="2021-03-08T11:37:10.830" v="70" actId="27636"/>
          <ac:spMkLst>
            <pc:docMk/>
            <pc:sldMk cId="2324397653" sldId="460"/>
            <ac:spMk id="8" creationId="{44DC043F-2DA4-4BF9-8AFB-31F4F1D100AD}"/>
          </ac:spMkLst>
        </pc:spChg>
      </pc:sldChg>
      <pc:sldChg chg="del">
        <pc:chgData name="Alessandro Ortis" userId="dcdc90ed-3509-45f7-ac48-ad038638580b" providerId="ADAL" clId="{FC25FC09-5746-4510-9F18-701AAFBE41D2}" dt="2021-03-08T11:46:58.420" v="189" actId="47"/>
        <pc:sldMkLst>
          <pc:docMk/>
          <pc:sldMk cId="1933129996" sldId="461"/>
        </pc:sldMkLst>
      </pc:sldChg>
      <pc:sldChg chg="del">
        <pc:chgData name="Alessandro Ortis" userId="dcdc90ed-3509-45f7-ac48-ad038638580b" providerId="ADAL" clId="{FC25FC09-5746-4510-9F18-701AAFBE41D2}" dt="2021-03-08T11:46:58.420" v="189" actId="47"/>
        <pc:sldMkLst>
          <pc:docMk/>
          <pc:sldMk cId="1804496358" sldId="463"/>
        </pc:sldMkLst>
      </pc:sldChg>
      <pc:sldChg chg="del">
        <pc:chgData name="Alessandro Ortis" userId="dcdc90ed-3509-45f7-ac48-ad038638580b" providerId="ADAL" clId="{FC25FC09-5746-4510-9F18-701AAFBE41D2}" dt="2021-03-08T11:46:58.420" v="189" actId="47"/>
        <pc:sldMkLst>
          <pc:docMk/>
          <pc:sldMk cId="3087120424" sldId="464"/>
        </pc:sldMkLst>
      </pc:sldChg>
      <pc:sldChg chg="del">
        <pc:chgData name="Alessandro Ortis" userId="dcdc90ed-3509-45f7-ac48-ad038638580b" providerId="ADAL" clId="{FC25FC09-5746-4510-9F18-701AAFBE41D2}" dt="2021-03-08T11:46:58.420" v="189" actId="47"/>
        <pc:sldMkLst>
          <pc:docMk/>
          <pc:sldMk cId="3328383613" sldId="465"/>
        </pc:sldMkLst>
      </pc:sldChg>
      <pc:sldChg chg="del">
        <pc:chgData name="Alessandro Ortis" userId="dcdc90ed-3509-45f7-ac48-ad038638580b" providerId="ADAL" clId="{FC25FC09-5746-4510-9F18-701AAFBE41D2}" dt="2021-03-08T11:46:58.420" v="189" actId="47"/>
        <pc:sldMkLst>
          <pc:docMk/>
          <pc:sldMk cId="2233548272" sldId="466"/>
        </pc:sldMkLst>
      </pc:sldChg>
      <pc:sldChg chg="del">
        <pc:chgData name="Alessandro Ortis" userId="dcdc90ed-3509-45f7-ac48-ad038638580b" providerId="ADAL" clId="{FC25FC09-5746-4510-9F18-701AAFBE41D2}" dt="2021-03-08T11:46:58.420" v="189" actId="47"/>
        <pc:sldMkLst>
          <pc:docMk/>
          <pc:sldMk cId="1243192152" sldId="467"/>
        </pc:sldMkLst>
      </pc:sldChg>
      <pc:sldChg chg="del">
        <pc:chgData name="Alessandro Ortis" userId="dcdc90ed-3509-45f7-ac48-ad038638580b" providerId="ADAL" clId="{FC25FC09-5746-4510-9F18-701AAFBE41D2}" dt="2021-03-08T11:46:58.420" v="189" actId="47"/>
        <pc:sldMkLst>
          <pc:docMk/>
          <pc:sldMk cId="1729112910" sldId="468"/>
        </pc:sldMkLst>
      </pc:sldChg>
      <pc:sldChg chg="del">
        <pc:chgData name="Alessandro Ortis" userId="dcdc90ed-3509-45f7-ac48-ad038638580b" providerId="ADAL" clId="{FC25FC09-5746-4510-9F18-701AAFBE41D2}" dt="2021-03-08T11:46:58.420" v="189" actId="47"/>
        <pc:sldMkLst>
          <pc:docMk/>
          <pc:sldMk cId="2192777873" sldId="469"/>
        </pc:sldMkLst>
      </pc:sldChg>
      <pc:sldChg chg="del">
        <pc:chgData name="Alessandro Ortis" userId="dcdc90ed-3509-45f7-ac48-ad038638580b" providerId="ADAL" clId="{FC25FC09-5746-4510-9F18-701AAFBE41D2}" dt="2021-03-08T11:46:58.420" v="189" actId="47"/>
        <pc:sldMkLst>
          <pc:docMk/>
          <pc:sldMk cId="1247683592" sldId="471"/>
        </pc:sldMkLst>
      </pc:sldChg>
      <pc:sldChg chg="del">
        <pc:chgData name="Alessandro Ortis" userId="dcdc90ed-3509-45f7-ac48-ad038638580b" providerId="ADAL" clId="{FC25FC09-5746-4510-9F18-701AAFBE41D2}" dt="2021-03-08T11:46:58.420" v="189" actId="47"/>
        <pc:sldMkLst>
          <pc:docMk/>
          <pc:sldMk cId="4214621774" sldId="472"/>
        </pc:sldMkLst>
      </pc:sldChg>
      <pc:sldChg chg="del">
        <pc:chgData name="Alessandro Ortis" userId="dcdc90ed-3509-45f7-ac48-ad038638580b" providerId="ADAL" clId="{FC25FC09-5746-4510-9F18-701AAFBE41D2}" dt="2021-03-08T11:46:58.420" v="189" actId="47"/>
        <pc:sldMkLst>
          <pc:docMk/>
          <pc:sldMk cId="603915279" sldId="473"/>
        </pc:sldMkLst>
      </pc:sldChg>
      <pc:sldChg chg="del">
        <pc:chgData name="Alessandro Ortis" userId="dcdc90ed-3509-45f7-ac48-ad038638580b" providerId="ADAL" clId="{FC25FC09-5746-4510-9F18-701AAFBE41D2}" dt="2021-03-08T11:46:58.420" v="189" actId="47"/>
        <pc:sldMkLst>
          <pc:docMk/>
          <pc:sldMk cId="259108413" sldId="474"/>
        </pc:sldMkLst>
      </pc:sldChg>
      <pc:sldChg chg="del">
        <pc:chgData name="Alessandro Ortis" userId="dcdc90ed-3509-45f7-ac48-ad038638580b" providerId="ADAL" clId="{FC25FC09-5746-4510-9F18-701AAFBE41D2}" dt="2021-03-08T11:46:58.420" v="189" actId="47"/>
        <pc:sldMkLst>
          <pc:docMk/>
          <pc:sldMk cId="2051867072" sldId="475"/>
        </pc:sldMkLst>
      </pc:sldChg>
      <pc:sldChg chg="del">
        <pc:chgData name="Alessandro Ortis" userId="dcdc90ed-3509-45f7-ac48-ad038638580b" providerId="ADAL" clId="{FC25FC09-5746-4510-9F18-701AAFBE41D2}" dt="2021-03-08T11:46:58.420" v="189" actId="47"/>
        <pc:sldMkLst>
          <pc:docMk/>
          <pc:sldMk cId="4079870478" sldId="476"/>
        </pc:sldMkLst>
      </pc:sldChg>
      <pc:sldChg chg="del">
        <pc:chgData name="Alessandro Ortis" userId="dcdc90ed-3509-45f7-ac48-ad038638580b" providerId="ADAL" clId="{FC25FC09-5746-4510-9F18-701AAFBE41D2}" dt="2021-03-08T11:46:58.420" v="189" actId="47"/>
        <pc:sldMkLst>
          <pc:docMk/>
          <pc:sldMk cId="1967775592" sldId="477"/>
        </pc:sldMkLst>
      </pc:sldChg>
      <pc:sldChg chg="modSp del mod">
        <pc:chgData name="Alessandro Ortis" userId="dcdc90ed-3509-45f7-ac48-ad038638580b" providerId="ADAL" clId="{FC25FC09-5746-4510-9F18-701AAFBE41D2}" dt="2021-03-08T11:46:58.420" v="189" actId="47"/>
        <pc:sldMkLst>
          <pc:docMk/>
          <pc:sldMk cId="3696135552" sldId="478"/>
        </pc:sldMkLst>
        <pc:spChg chg="mod">
          <ac:chgData name="Alessandro Ortis" userId="dcdc90ed-3509-45f7-ac48-ad038638580b" providerId="ADAL" clId="{FC25FC09-5746-4510-9F18-701AAFBE41D2}" dt="2021-03-08T11:37:11.097" v="74" actId="27636"/>
          <ac:spMkLst>
            <pc:docMk/>
            <pc:sldMk cId="3696135552" sldId="478"/>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3439615648" sldId="479"/>
        </pc:sldMkLst>
        <pc:spChg chg="mod">
          <ac:chgData name="Alessandro Ortis" userId="dcdc90ed-3509-45f7-ac48-ad038638580b" providerId="ADAL" clId="{FC25FC09-5746-4510-9F18-701AAFBE41D2}" dt="2021-03-08T11:37:11.109" v="75" actId="27636"/>
          <ac:spMkLst>
            <pc:docMk/>
            <pc:sldMk cId="3439615648" sldId="479"/>
            <ac:spMk id="8" creationId="{44DC043F-2DA4-4BF9-8AFB-31F4F1D100AD}"/>
          </ac:spMkLst>
        </pc:spChg>
      </pc:sldChg>
      <pc:sldChg chg="modSp mod">
        <pc:chgData name="Alessandro Ortis" userId="dcdc90ed-3509-45f7-ac48-ad038638580b" providerId="ADAL" clId="{FC25FC09-5746-4510-9F18-701AAFBE41D2}" dt="2021-03-11T09:13:11.019" v="914" actId="20577"/>
        <pc:sldMkLst>
          <pc:docMk/>
          <pc:sldMk cId="3084835914" sldId="480"/>
        </pc:sldMkLst>
        <pc:spChg chg="mod">
          <ac:chgData name="Alessandro Ortis" userId="dcdc90ed-3509-45f7-ac48-ad038638580b" providerId="ADAL" clId="{FC25FC09-5746-4510-9F18-701AAFBE41D2}" dt="2021-03-11T09:13:11.019" v="914" actId="20577"/>
          <ac:spMkLst>
            <pc:docMk/>
            <pc:sldMk cId="3084835914" sldId="480"/>
            <ac:spMk id="2" creationId="{00000000-0000-0000-0000-000000000000}"/>
          </ac:spMkLst>
        </pc:spChg>
        <pc:spChg chg="mod">
          <ac:chgData name="Alessandro Ortis" userId="dcdc90ed-3509-45f7-ac48-ad038638580b" providerId="ADAL" clId="{FC25FC09-5746-4510-9F18-701AAFBE41D2}" dt="2021-03-08T11:37:10.398" v="59" actId="27636"/>
          <ac:spMkLst>
            <pc:docMk/>
            <pc:sldMk cId="3084835914" sldId="480"/>
            <ac:spMk id="4" creationId="{A2A9A91D-AA8F-4392-B13F-7C26EE47657F}"/>
          </ac:spMkLst>
        </pc:spChg>
      </pc:sldChg>
      <pc:sldChg chg="modSp mod">
        <pc:chgData name="Alessandro Ortis" userId="dcdc90ed-3509-45f7-ac48-ad038638580b" providerId="ADAL" clId="{FC25FC09-5746-4510-9F18-701AAFBE41D2}" dt="2021-03-08T11:37:10.060" v="53" actId="27636"/>
        <pc:sldMkLst>
          <pc:docMk/>
          <pc:sldMk cId="3519603380" sldId="481"/>
        </pc:sldMkLst>
        <pc:spChg chg="mod">
          <ac:chgData name="Alessandro Ortis" userId="dcdc90ed-3509-45f7-ac48-ad038638580b" providerId="ADAL" clId="{FC25FC09-5746-4510-9F18-701AAFBE41D2}" dt="2021-03-08T11:37:10.060" v="53" actId="27636"/>
          <ac:spMkLst>
            <pc:docMk/>
            <pc:sldMk cId="3519603380" sldId="481"/>
            <ac:spMk id="4" creationId="{A2A9A91D-AA8F-4392-B13F-7C26EE47657F}"/>
          </ac:spMkLst>
        </pc:spChg>
      </pc:sldChg>
      <pc:sldChg chg="modSp mod">
        <pc:chgData name="Alessandro Ortis" userId="dcdc90ed-3509-45f7-ac48-ad038638580b" providerId="ADAL" clId="{FC25FC09-5746-4510-9F18-701AAFBE41D2}" dt="2021-03-08T11:37:10.124" v="54" actId="27636"/>
        <pc:sldMkLst>
          <pc:docMk/>
          <pc:sldMk cId="2286704363" sldId="482"/>
        </pc:sldMkLst>
        <pc:spChg chg="mod">
          <ac:chgData name="Alessandro Ortis" userId="dcdc90ed-3509-45f7-ac48-ad038638580b" providerId="ADAL" clId="{FC25FC09-5746-4510-9F18-701AAFBE41D2}" dt="2021-03-08T11:37:10.124" v="54" actId="27636"/>
          <ac:spMkLst>
            <pc:docMk/>
            <pc:sldMk cId="2286704363" sldId="482"/>
            <ac:spMk id="4" creationId="{A2A9A91D-AA8F-4392-B13F-7C26EE47657F}"/>
          </ac:spMkLst>
        </pc:spChg>
      </pc:sldChg>
      <pc:sldChg chg="modSp del mod">
        <pc:chgData name="Alessandro Ortis" userId="dcdc90ed-3509-45f7-ac48-ad038638580b" providerId="ADAL" clId="{FC25FC09-5746-4510-9F18-701AAFBE41D2}" dt="2021-03-08T11:46:58.420" v="189" actId="47"/>
        <pc:sldMkLst>
          <pc:docMk/>
          <pc:sldMk cId="2993628687" sldId="483"/>
        </pc:sldMkLst>
        <pc:spChg chg="mod">
          <ac:chgData name="Alessandro Ortis" userId="dcdc90ed-3509-45f7-ac48-ad038638580b" providerId="ADAL" clId="{FC25FC09-5746-4510-9F18-701AAFBE41D2}" dt="2021-03-08T11:37:10.757" v="67" actId="27636"/>
          <ac:spMkLst>
            <pc:docMk/>
            <pc:sldMk cId="2993628687" sldId="483"/>
            <ac:spMk id="8" creationId="{44DC043F-2DA4-4BF9-8AFB-31F4F1D100AD}"/>
          </ac:spMkLst>
        </pc:spChg>
      </pc:sldChg>
      <pc:sldChg chg="del">
        <pc:chgData name="Alessandro Ortis" userId="dcdc90ed-3509-45f7-ac48-ad038638580b" providerId="ADAL" clId="{FC25FC09-5746-4510-9F18-701AAFBE41D2}" dt="2021-03-08T11:46:58.420" v="189" actId="47"/>
        <pc:sldMkLst>
          <pc:docMk/>
          <pc:sldMk cId="3149080364" sldId="485"/>
        </pc:sldMkLst>
      </pc:sldChg>
      <pc:sldChg chg="del">
        <pc:chgData name="Alessandro Ortis" userId="dcdc90ed-3509-45f7-ac48-ad038638580b" providerId="ADAL" clId="{FC25FC09-5746-4510-9F18-701AAFBE41D2}" dt="2021-03-08T11:46:58.420" v="189" actId="47"/>
        <pc:sldMkLst>
          <pc:docMk/>
          <pc:sldMk cId="3813286561" sldId="486"/>
        </pc:sldMkLst>
      </pc:sldChg>
      <pc:sldChg chg="del">
        <pc:chgData name="Alessandro Ortis" userId="dcdc90ed-3509-45f7-ac48-ad038638580b" providerId="ADAL" clId="{FC25FC09-5746-4510-9F18-701AAFBE41D2}" dt="2021-03-08T11:46:58.420" v="189" actId="47"/>
        <pc:sldMkLst>
          <pc:docMk/>
          <pc:sldMk cId="3977003581" sldId="487"/>
        </pc:sldMkLst>
      </pc:sldChg>
      <pc:sldChg chg="del">
        <pc:chgData name="Alessandro Ortis" userId="dcdc90ed-3509-45f7-ac48-ad038638580b" providerId="ADAL" clId="{FC25FC09-5746-4510-9F18-701AAFBE41D2}" dt="2021-03-08T11:46:58.420" v="189" actId="47"/>
        <pc:sldMkLst>
          <pc:docMk/>
          <pc:sldMk cId="539356242" sldId="488"/>
        </pc:sldMkLst>
      </pc:sldChg>
      <pc:sldChg chg="del">
        <pc:chgData name="Alessandro Ortis" userId="dcdc90ed-3509-45f7-ac48-ad038638580b" providerId="ADAL" clId="{FC25FC09-5746-4510-9F18-701AAFBE41D2}" dt="2021-03-08T11:46:58.420" v="189" actId="47"/>
        <pc:sldMkLst>
          <pc:docMk/>
          <pc:sldMk cId="4095036232" sldId="489"/>
        </pc:sldMkLst>
      </pc:sldChg>
      <pc:sldChg chg="modSp del mod">
        <pc:chgData name="Alessandro Ortis" userId="dcdc90ed-3509-45f7-ac48-ad038638580b" providerId="ADAL" clId="{FC25FC09-5746-4510-9F18-701AAFBE41D2}" dt="2021-03-08T11:46:58.420" v="189" actId="47"/>
        <pc:sldMkLst>
          <pc:docMk/>
          <pc:sldMk cId="3453803837" sldId="490"/>
        </pc:sldMkLst>
        <pc:spChg chg="mod">
          <ac:chgData name="Alessandro Ortis" userId="dcdc90ed-3509-45f7-ac48-ad038638580b" providerId="ADAL" clId="{FC25FC09-5746-4510-9F18-701AAFBE41D2}" dt="2021-03-08T11:37:10.950" v="72" actId="27636"/>
          <ac:spMkLst>
            <pc:docMk/>
            <pc:sldMk cId="3453803837" sldId="490"/>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810587882" sldId="491"/>
        </pc:sldMkLst>
        <pc:spChg chg="mod">
          <ac:chgData name="Alessandro Ortis" userId="dcdc90ed-3509-45f7-ac48-ad038638580b" providerId="ADAL" clId="{FC25FC09-5746-4510-9F18-701AAFBE41D2}" dt="2021-03-08T11:37:11.050" v="73" actId="27636"/>
          <ac:spMkLst>
            <pc:docMk/>
            <pc:sldMk cId="1810587882" sldId="491"/>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3969584855" sldId="492"/>
        </pc:sldMkLst>
        <pc:spChg chg="mod">
          <ac:chgData name="Alessandro Ortis" userId="dcdc90ed-3509-45f7-ac48-ad038638580b" providerId="ADAL" clId="{FC25FC09-5746-4510-9F18-701AAFBE41D2}" dt="2021-03-08T11:37:10.883" v="71" actId="27636"/>
          <ac:spMkLst>
            <pc:docMk/>
            <pc:sldMk cId="3969584855" sldId="492"/>
            <ac:spMk id="8" creationId="{44DC043F-2DA4-4BF9-8AFB-31F4F1D100AD}"/>
          </ac:spMkLst>
        </pc:spChg>
      </pc:sldChg>
      <pc:sldChg chg="del">
        <pc:chgData name="Alessandro Ortis" userId="dcdc90ed-3509-45f7-ac48-ad038638580b" providerId="ADAL" clId="{FC25FC09-5746-4510-9F18-701AAFBE41D2}" dt="2021-03-08T11:46:58.420" v="189" actId="47"/>
        <pc:sldMkLst>
          <pc:docMk/>
          <pc:sldMk cId="165595492" sldId="493"/>
        </pc:sldMkLst>
      </pc:sldChg>
      <pc:sldChg chg="del">
        <pc:chgData name="Alessandro Ortis" userId="dcdc90ed-3509-45f7-ac48-ad038638580b" providerId="ADAL" clId="{FC25FC09-5746-4510-9F18-701AAFBE41D2}" dt="2021-03-08T11:46:58.420" v="189" actId="47"/>
        <pc:sldMkLst>
          <pc:docMk/>
          <pc:sldMk cId="246239323" sldId="494"/>
        </pc:sldMkLst>
      </pc:sldChg>
      <pc:sldChg chg="del">
        <pc:chgData name="Alessandro Ortis" userId="dcdc90ed-3509-45f7-ac48-ad038638580b" providerId="ADAL" clId="{FC25FC09-5746-4510-9F18-701AAFBE41D2}" dt="2021-03-08T11:46:58.420" v="189" actId="47"/>
        <pc:sldMkLst>
          <pc:docMk/>
          <pc:sldMk cId="2114341657" sldId="495"/>
        </pc:sldMkLst>
      </pc:sldChg>
      <pc:sldChg chg="del">
        <pc:chgData name="Alessandro Ortis" userId="dcdc90ed-3509-45f7-ac48-ad038638580b" providerId="ADAL" clId="{FC25FC09-5746-4510-9F18-701AAFBE41D2}" dt="2021-03-08T11:46:58.420" v="189" actId="47"/>
        <pc:sldMkLst>
          <pc:docMk/>
          <pc:sldMk cId="1836673936" sldId="498"/>
        </pc:sldMkLst>
      </pc:sldChg>
      <pc:sldChg chg="del">
        <pc:chgData name="Alessandro Ortis" userId="dcdc90ed-3509-45f7-ac48-ad038638580b" providerId="ADAL" clId="{FC25FC09-5746-4510-9F18-701AAFBE41D2}" dt="2021-03-08T11:46:58.420" v="189" actId="47"/>
        <pc:sldMkLst>
          <pc:docMk/>
          <pc:sldMk cId="3255027957" sldId="499"/>
        </pc:sldMkLst>
      </pc:sldChg>
      <pc:sldChg chg="del">
        <pc:chgData name="Alessandro Ortis" userId="dcdc90ed-3509-45f7-ac48-ad038638580b" providerId="ADAL" clId="{FC25FC09-5746-4510-9F18-701AAFBE41D2}" dt="2021-03-08T11:46:58.420" v="189" actId="47"/>
        <pc:sldMkLst>
          <pc:docMk/>
          <pc:sldMk cId="1416457489" sldId="500"/>
        </pc:sldMkLst>
      </pc:sldChg>
      <pc:sldChg chg="del">
        <pc:chgData name="Alessandro Ortis" userId="dcdc90ed-3509-45f7-ac48-ad038638580b" providerId="ADAL" clId="{FC25FC09-5746-4510-9F18-701AAFBE41D2}" dt="2021-03-08T11:46:58.420" v="189" actId="47"/>
        <pc:sldMkLst>
          <pc:docMk/>
          <pc:sldMk cId="3612912336" sldId="501"/>
        </pc:sldMkLst>
      </pc:sldChg>
      <pc:sldChg chg="del">
        <pc:chgData name="Alessandro Ortis" userId="dcdc90ed-3509-45f7-ac48-ad038638580b" providerId="ADAL" clId="{FC25FC09-5746-4510-9F18-701AAFBE41D2}" dt="2021-03-08T11:46:58.420" v="189" actId="47"/>
        <pc:sldMkLst>
          <pc:docMk/>
          <pc:sldMk cId="2004931480" sldId="502"/>
        </pc:sldMkLst>
      </pc:sldChg>
      <pc:sldChg chg="del">
        <pc:chgData name="Alessandro Ortis" userId="dcdc90ed-3509-45f7-ac48-ad038638580b" providerId="ADAL" clId="{FC25FC09-5746-4510-9F18-701AAFBE41D2}" dt="2021-03-08T11:46:58.420" v="189" actId="47"/>
        <pc:sldMkLst>
          <pc:docMk/>
          <pc:sldMk cId="733799070" sldId="503"/>
        </pc:sldMkLst>
      </pc:sldChg>
      <pc:sldChg chg="del">
        <pc:chgData name="Alessandro Ortis" userId="dcdc90ed-3509-45f7-ac48-ad038638580b" providerId="ADAL" clId="{FC25FC09-5746-4510-9F18-701AAFBE41D2}" dt="2021-03-08T11:46:58.420" v="189" actId="47"/>
        <pc:sldMkLst>
          <pc:docMk/>
          <pc:sldMk cId="3318385946" sldId="504"/>
        </pc:sldMkLst>
      </pc:sldChg>
      <pc:sldChg chg="del">
        <pc:chgData name="Alessandro Ortis" userId="dcdc90ed-3509-45f7-ac48-ad038638580b" providerId="ADAL" clId="{FC25FC09-5746-4510-9F18-701AAFBE41D2}" dt="2021-03-08T11:46:58.420" v="189" actId="47"/>
        <pc:sldMkLst>
          <pc:docMk/>
          <pc:sldMk cId="1376786930" sldId="505"/>
        </pc:sldMkLst>
      </pc:sldChg>
      <pc:sldChg chg="modSp del mod">
        <pc:chgData name="Alessandro Ortis" userId="dcdc90ed-3509-45f7-ac48-ad038638580b" providerId="ADAL" clId="{FC25FC09-5746-4510-9F18-701AAFBE41D2}" dt="2021-03-08T11:46:58.420" v="189" actId="47"/>
        <pc:sldMkLst>
          <pc:docMk/>
          <pc:sldMk cId="3581295196" sldId="506"/>
        </pc:sldMkLst>
        <pc:spChg chg="mod">
          <ac:chgData name="Alessandro Ortis" userId="dcdc90ed-3509-45f7-ac48-ad038638580b" providerId="ADAL" clId="{FC25FC09-5746-4510-9F18-701AAFBE41D2}" dt="2021-03-08T11:37:11.151" v="76" actId="27636"/>
          <ac:spMkLst>
            <pc:docMk/>
            <pc:sldMk cId="3581295196" sldId="506"/>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983838412" sldId="507"/>
        </pc:sldMkLst>
        <pc:spChg chg="mod">
          <ac:chgData name="Alessandro Ortis" userId="dcdc90ed-3509-45f7-ac48-ad038638580b" providerId="ADAL" clId="{FC25FC09-5746-4510-9F18-701AAFBE41D2}" dt="2021-03-08T11:37:11.177" v="77" actId="27636"/>
          <ac:spMkLst>
            <pc:docMk/>
            <pc:sldMk cId="1983838412" sldId="507"/>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259954375" sldId="508"/>
        </pc:sldMkLst>
        <pc:spChg chg="mod">
          <ac:chgData name="Alessandro Ortis" userId="dcdc90ed-3509-45f7-ac48-ad038638580b" providerId="ADAL" clId="{FC25FC09-5746-4510-9F18-701AAFBE41D2}" dt="2021-03-08T11:37:11.208" v="78" actId="27636"/>
          <ac:spMkLst>
            <pc:docMk/>
            <pc:sldMk cId="1259954375" sldId="508"/>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766948453" sldId="509"/>
        </pc:sldMkLst>
        <pc:spChg chg="mod">
          <ac:chgData name="Alessandro Ortis" userId="dcdc90ed-3509-45f7-ac48-ad038638580b" providerId="ADAL" clId="{FC25FC09-5746-4510-9F18-701AAFBE41D2}" dt="2021-03-08T11:37:11.257" v="79" actId="27636"/>
          <ac:spMkLst>
            <pc:docMk/>
            <pc:sldMk cId="766948453" sldId="509"/>
            <ac:spMk id="8" creationId="{44DC043F-2DA4-4BF9-8AFB-31F4F1D100AD}"/>
          </ac:spMkLst>
        </pc:spChg>
      </pc:sldChg>
      <pc:sldChg chg="del">
        <pc:chgData name="Alessandro Ortis" userId="dcdc90ed-3509-45f7-ac48-ad038638580b" providerId="ADAL" clId="{FC25FC09-5746-4510-9F18-701AAFBE41D2}" dt="2021-03-08T11:46:58.420" v="189" actId="47"/>
        <pc:sldMkLst>
          <pc:docMk/>
          <pc:sldMk cId="3597494575" sldId="510"/>
        </pc:sldMkLst>
      </pc:sldChg>
      <pc:sldChg chg="modSp del mod">
        <pc:chgData name="Alessandro Ortis" userId="dcdc90ed-3509-45f7-ac48-ad038638580b" providerId="ADAL" clId="{FC25FC09-5746-4510-9F18-701AAFBE41D2}" dt="2021-03-08T11:46:58.420" v="189" actId="47"/>
        <pc:sldMkLst>
          <pc:docMk/>
          <pc:sldMk cId="1149569771" sldId="511"/>
        </pc:sldMkLst>
        <pc:spChg chg="mod">
          <ac:chgData name="Alessandro Ortis" userId="dcdc90ed-3509-45f7-ac48-ad038638580b" providerId="ADAL" clId="{FC25FC09-5746-4510-9F18-701AAFBE41D2}" dt="2021-03-08T11:37:11.287" v="80" actId="27636"/>
          <ac:spMkLst>
            <pc:docMk/>
            <pc:sldMk cId="1149569771" sldId="511"/>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3788438331" sldId="512"/>
        </pc:sldMkLst>
        <pc:spChg chg="mod">
          <ac:chgData name="Alessandro Ortis" userId="dcdc90ed-3509-45f7-ac48-ad038638580b" providerId="ADAL" clId="{FC25FC09-5746-4510-9F18-701AAFBE41D2}" dt="2021-03-08T11:37:11.313" v="81" actId="27636"/>
          <ac:spMkLst>
            <pc:docMk/>
            <pc:sldMk cId="3788438331" sldId="512"/>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2353736452" sldId="513"/>
        </pc:sldMkLst>
        <pc:spChg chg="mod">
          <ac:chgData name="Alessandro Ortis" userId="dcdc90ed-3509-45f7-ac48-ad038638580b" providerId="ADAL" clId="{FC25FC09-5746-4510-9F18-701AAFBE41D2}" dt="2021-03-08T11:37:11.330" v="82" actId="27636"/>
          <ac:spMkLst>
            <pc:docMk/>
            <pc:sldMk cId="2353736452" sldId="513"/>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3686775737" sldId="514"/>
        </pc:sldMkLst>
        <pc:spChg chg="mod">
          <ac:chgData name="Alessandro Ortis" userId="dcdc90ed-3509-45f7-ac48-ad038638580b" providerId="ADAL" clId="{FC25FC09-5746-4510-9F18-701AAFBE41D2}" dt="2021-03-08T11:37:11.348" v="83" actId="27636"/>
          <ac:spMkLst>
            <pc:docMk/>
            <pc:sldMk cId="3686775737" sldId="514"/>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2766400055" sldId="515"/>
        </pc:sldMkLst>
        <pc:spChg chg="mod">
          <ac:chgData name="Alessandro Ortis" userId="dcdc90ed-3509-45f7-ac48-ad038638580b" providerId="ADAL" clId="{FC25FC09-5746-4510-9F18-701AAFBE41D2}" dt="2021-03-08T11:37:11.364" v="84" actId="27636"/>
          <ac:spMkLst>
            <pc:docMk/>
            <pc:sldMk cId="2766400055" sldId="515"/>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532567980" sldId="516"/>
        </pc:sldMkLst>
        <pc:spChg chg="mod">
          <ac:chgData name="Alessandro Ortis" userId="dcdc90ed-3509-45f7-ac48-ad038638580b" providerId="ADAL" clId="{FC25FC09-5746-4510-9F18-701AAFBE41D2}" dt="2021-03-08T11:37:11.385" v="85" actId="27636"/>
          <ac:spMkLst>
            <pc:docMk/>
            <pc:sldMk cId="532567980" sldId="516"/>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760507168" sldId="517"/>
        </pc:sldMkLst>
        <pc:spChg chg="mod">
          <ac:chgData name="Alessandro Ortis" userId="dcdc90ed-3509-45f7-ac48-ad038638580b" providerId="ADAL" clId="{FC25FC09-5746-4510-9F18-701AAFBE41D2}" dt="2021-03-08T11:37:11.415" v="86" actId="27636"/>
          <ac:spMkLst>
            <pc:docMk/>
            <pc:sldMk cId="760507168" sldId="517"/>
            <ac:spMk id="8" creationId="{44DC043F-2DA4-4BF9-8AFB-31F4F1D100AD}"/>
          </ac:spMkLst>
        </pc:spChg>
      </pc:sldChg>
      <pc:sldChg chg="modSp del mod">
        <pc:chgData name="Alessandro Ortis" userId="dcdc90ed-3509-45f7-ac48-ad038638580b" providerId="ADAL" clId="{FC25FC09-5746-4510-9F18-701AAFBE41D2}" dt="2021-03-08T11:46:58.420" v="189" actId="47"/>
        <pc:sldMkLst>
          <pc:docMk/>
          <pc:sldMk cId="1990077569" sldId="518"/>
        </pc:sldMkLst>
        <pc:spChg chg="mod">
          <ac:chgData name="Alessandro Ortis" userId="dcdc90ed-3509-45f7-ac48-ad038638580b" providerId="ADAL" clId="{FC25FC09-5746-4510-9F18-701AAFBE41D2}" dt="2021-03-08T11:37:11.433" v="87" actId="27636"/>
          <ac:spMkLst>
            <pc:docMk/>
            <pc:sldMk cId="1990077569" sldId="518"/>
            <ac:spMk id="8" creationId="{44DC043F-2DA4-4BF9-8AFB-31F4F1D100AD}"/>
          </ac:spMkLst>
        </pc:spChg>
      </pc:sldChg>
      <pc:sldChg chg="addSp delSp modSp add mod">
        <pc:chgData name="Alessandro Ortis" userId="dcdc90ed-3509-45f7-ac48-ad038638580b" providerId="ADAL" clId="{FC25FC09-5746-4510-9F18-701AAFBE41D2}" dt="2021-03-11T09:13:18.563" v="918" actId="27636"/>
        <pc:sldMkLst>
          <pc:docMk/>
          <pc:sldMk cId="2470450956" sldId="519"/>
        </pc:sldMkLst>
        <pc:spChg chg="mod">
          <ac:chgData name="Alessandro Ortis" userId="dcdc90ed-3509-45f7-ac48-ad038638580b" providerId="ADAL" clId="{FC25FC09-5746-4510-9F18-701AAFBE41D2}" dt="2021-03-11T09:13:18.563" v="918" actId="27636"/>
          <ac:spMkLst>
            <pc:docMk/>
            <pc:sldMk cId="2470450956" sldId="519"/>
            <ac:spMk id="2" creationId="{00000000-0000-0000-0000-000000000000}"/>
          </ac:spMkLst>
        </pc:spChg>
        <pc:spChg chg="add mod">
          <ac:chgData name="Alessandro Ortis" userId="dcdc90ed-3509-45f7-ac48-ad038638580b" providerId="ADAL" clId="{FC25FC09-5746-4510-9F18-701AAFBE41D2}" dt="2021-03-08T11:46:07.031" v="188" actId="1076"/>
          <ac:spMkLst>
            <pc:docMk/>
            <pc:sldMk cId="2470450956" sldId="519"/>
            <ac:spMk id="3" creationId="{0EB86654-7330-4EC4-82B5-394BE258FFF6}"/>
          </ac:spMkLst>
        </pc:spChg>
        <pc:spChg chg="del">
          <ac:chgData name="Alessandro Ortis" userId="dcdc90ed-3509-45f7-ac48-ad038638580b" providerId="ADAL" clId="{FC25FC09-5746-4510-9F18-701AAFBE41D2}" dt="2021-03-08T11:45:49.635" v="153" actId="478"/>
          <ac:spMkLst>
            <pc:docMk/>
            <pc:sldMk cId="2470450956" sldId="519"/>
            <ac:spMk id="6" creationId="{E1E0D297-38C1-4813-BEF5-16EBD3BF752D}"/>
          </ac:spMkLst>
        </pc:spChg>
        <pc:spChg chg="del">
          <ac:chgData name="Alessandro Ortis" userId="dcdc90ed-3509-45f7-ac48-ad038638580b" providerId="ADAL" clId="{FC25FC09-5746-4510-9F18-701AAFBE41D2}" dt="2021-03-08T11:45:49.635" v="153" actId="478"/>
          <ac:spMkLst>
            <pc:docMk/>
            <pc:sldMk cId="2470450956" sldId="519"/>
            <ac:spMk id="7" creationId="{BAD74EF5-D9A8-4E6A-82CC-2B8FB246A2B1}"/>
          </ac:spMkLst>
        </pc:spChg>
      </pc:sldChg>
      <pc:sldChg chg="modSp mod">
        <pc:chgData name="Alessandro Ortis" userId="dcdc90ed-3509-45f7-ac48-ad038638580b" providerId="ADAL" clId="{FC25FC09-5746-4510-9F18-701AAFBE41D2}" dt="2021-03-11T09:19:57.772" v="929" actId="20577"/>
        <pc:sldMkLst>
          <pc:docMk/>
          <pc:sldMk cId="4030154425" sldId="521"/>
        </pc:sldMkLst>
        <pc:spChg chg="mod">
          <ac:chgData name="Alessandro Ortis" userId="dcdc90ed-3509-45f7-ac48-ad038638580b" providerId="ADAL" clId="{FC25FC09-5746-4510-9F18-701AAFBE41D2}" dt="2021-03-11T09:19:57.772" v="929" actId="20577"/>
          <ac:spMkLst>
            <pc:docMk/>
            <pc:sldMk cId="4030154425" sldId="521"/>
            <ac:spMk id="5" creationId="{7D5B1907-E8F7-4716-B3B1-E8862E1D6D5C}"/>
          </ac:spMkLst>
        </pc:spChg>
      </pc:sldChg>
      <pc:sldChg chg="modSp add mod">
        <pc:chgData name="Alessandro Ortis" userId="dcdc90ed-3509-45f7-ac48-ad038638580b" providerId="ADAL" clId="{FC25FC09-5746-4510-9F18-701AAFBE41D2}" dt="2021-03-10T15:45:28.159" v="226" actId="20577"/>
        <pc:sldMkLst>
          <pc:docMk/>
          <pc:sldMk cId="2162769395" sldId="522"/>
        </pc:sldMkLst>
        <pc:spChg chg="mod">
          <ac:chgData name="Alessandro Ortis" userId="dcdc90ed-3509-45f7-ac48-ad038638580b" providerId="ADAL" clId="{FC25FC09-5746-4510-9F18-701AAFBE41D2}" dt="2021-03-10T15:45:28.159" v="226" actId="20577"/>
          <ac:spMkLst>
            <pc:docMk/>
            <pc:sldMk cId="2162769395" sldId="522"/>
            <ac:spMk id="2" creationId="{00000000-0000-0000-0000-000000000000}"/>
          </ac:spMkLst>
        </pc:spChg>
      </pc:sldChg>
      <pc:sldChg chg="add del">
        <pc:chgData name="Alessandro Ortis" userId="dcdc90ed-3509-45f7-ac48-ad038638580b" providerId="ADAL" clId="{FC25FC09-5746-4510-9F18-701AAFBE41D2}" dt="2021-03-10T15:54:02.655" v="311"/>
        <pc:sldMkLst>
          <pc:docMk/>
          <pc:sldMk cId="988207306" sldId="523"/>
        </pc:sldMkLst>
      </pc:sldChg>
      <pc:sldChg chg="addSp delSp modSp add mod">
        <pc:chgData name="Alessandro Ortis" userId="dcdc90ed-3509-45f7-ac48-ad038638580b" providerId="ADAL" clId="{FC25FC09-5746-4510-9F18-701AAFBE41D2}" dt="2021-03-11T10:49:48.676" v="3140" actId="20577"/>
        <pc:sldMkLst>
          <pc:docMk/>
          <pc:sldMk cId="2107147429" sldId="523"/>
        </pc:sldMkLst>
        <pc:spChg chg="add mod">
          <ac:chgData name="Alessandro Ortis" userId="dcdc90ed-3509-45f7-ac48-ad038638580b" providerId="ADAL" clId="{FC25FC09-5746-4510-9F18-701AAFBE41D2}" dt="2021-03-11T10:49:48.676" v="3140" actId="20577"/>
          <ac:spMkLst>
            <pc:docMk/>
            <pc:sldMk cId="2107147429" sldId="523"/>
            <ac:spMk id="6" creationId="{B8BD4453-B93C-44AF-A983-9705B9AF929B}"/>
          </ac:spMkLst>
        </pc:spChg>
        <pc:spChg chg="mod">
          <ac:chgData name="Alessandro Ortis" userId="dcdc90ed-3509-45f7-ac48-ad038638580b" providerId="ADAL" clId="{FC25FC09-5746-4510-9F18-701AAFBE41D2}" dt="2021-03-11T10:25:54.967" v="1621" actId="20577"/>
          <ac:spMkLst>
            <pc:docMk/>
            <pc:sldMk cId="2107147429" sldId="523"/>
            <ac:spMk id="208898" creationId="{8367A76C-062C-452A-ACD5-355A1ED8F2FF}"/>
          </ac:spMkLst>
        </pc:spChg>
        <pc:spChg chg="mod">
          <ac:chgData name="Alessandro Ortis" userId="dcdc90ed-3509-45f7-ac48-ad038638580b" providerId="ADAL" clId="{FC25FC09-5746-4510-9F18-701AAFBE41D2}" dt="2021-03-11T10:46:23.918" v="2943" actId="20577"/>
          <ac:spMkLst>
            <pc:docMk/>
            <pc:sldMk cId="2107147429" sldId="523"/>
            <ac:spMk id="208899" creationId="{54BD4A4D-FD2A-4E29-9B57-2A5E9578E326}"/>
          </ac:spMkLst>
        </pc:spChg>
        <pc:spChg chg="del">
          <ac:chgData name="Alessandro Ortis" userId="dcdc90ed-3509-45f7-ac48-ad038638580b" providerId="ADAL" clId="{FC25FC09-5746-4510-9F18-701AAFBE41D2}" dt="2021-03-11T10:25:24.599" v="1598" actId="478"/>
          <ac:spMkLst>
            <pc:docMk/>
            <pc:sldMk cId="2107147429" sldId="523"/>
            <ac:spMk id="208900" creationId="{A7A11AEE-8023-4E56-841E-3B1E869BB86C}"/>
          </ac:spMkLst>
        </pc:spChg>
        <pc:spChg chg="del">
          <ac:chgData name="Alessandro Ortis" userId="dcdc90ed-3509-45f7-ac48-ad038638580b" providerId="ADAL" clId="{FC25FC09-5746-4510-9F18-701AAFBE41D2}" dt="2021-03-11T10:25:22.335" v="1597" actId="478"/>
          <ac:spMkLst>
            <pc:docMk/>
            <pc:sldMk cId="2107147429" sldId="523"/>
            <ac:spMk id="208901" creationId="{87C80AEF-D07B-4C3C-8F22-D37CAE3DC876}"/>
          </ac:spMkLst>
        </pc:spChg>
      </pc:sldChg>
      <pc:sldChg chg="addSp delSp modSp add mod">
        <pc:chgData name="Alessandro Ortis" userId="dcdc90ed-3509-45f7-ac48-ad038638580b" providerId="ADAL" clId="{FC25FC09-5746-4510-9F18-701AAFBE41D2}" dt="2021-03-11T15:18:33.155" v="4699" actId="767"/>
        <pc:sldMkLst>
          <pc:docMk/>
          <pc:sldMk cId="1320884316" sldId="524"/>
        </pc:sldMkLst>
        <pc:spChg chg="add del mod">
          <ac:chgData name="Alessandro Ortis" userId="dcdc90ed-3509-45f7-ac48-ad038638580b" providerId="ADAL" clId="{FC25FC09-5746-4510-9F18-701AAFBE41D2}" dt="2021-03-11T15:18:33.155" v="4699" actId="767"/>
          <ac:spMkLst>
            <pc:docMk/>
            <pc:sldMk cId="1320884316" sldId="524"/>
            <ac:spMk id="2" creationId="{444E7869-DE85-4104-824C-43C4CD9E78AD}"/>
          </ac:spMkLst>
        </pc:spChg>
        <pc:spChg chg="add mod">
          <ac:chgData name="Alessandro Ortis" userId="dcdc90ed-3509-45f7-ac48-ad038638580b" providerId="ADAL" clId="{FC25FC09-5746-4510-9F18-701AAFBE41D2}" dt="2021-03-11T10:11:48.533" v="1569" actId="14100"/>
          <ac:spMkLst>
            <pc:docMk/>
            <pc:sldMk cId="1320884316" sldId="524"/>
            <ac:spMk id="7" creationId="{C885A935-0671-4A7F-8EEE-2E97F6400BDC}"/>
          </ac:spMkLst>
        </pc:spChg>
        <pc:spChg chg="mod">
          <ac:chgData name="Alessandro Ortis" userId="dcdc90ed-3509-45f7-ac48-ad038638580b" providerId="ADAL" clId="{FC25FC09-5746-4510-9F18-701AAFBE41D2}" dt="2021-03-11T09:43:43.600" v="1132" actId="27636"/>
          <ac:spMkLst>
            <pc:docMk/>
            <pc:sldMk cId="1320884316" sldId="524"/>
            <ac:spMk id="204802" creationId="{427A0A74-44F3-45B0-B282-384BA78C759D}"/>
          </ac:spMkLst>
        </pc:spChg>
        <pc:spChg chg="mod">
          <ac:chgData name="Alessandro Ortis" userId="dcdc90ed-3509-45f7-ac48-ad038638580b" providerId="ADAL" clId="{FC25FC09-5746-4510-9F18-701AAFBE41D2}" dt="2021-03-11T09:46:06.236" v="1345" actId="20577"/>
          <ac:spMkLst>
            <pc:docMk/>
            <pc:sldMk cId="1320884316" sldId="524"/>
            <ac:spMk id="204803" creationId="{AC415C69-5626-41F6-A09E-4CC882D61CD0}"/>
          </ac:spMkLst>
        </pc:spChg>
        <pc:spChg chg="del">
          <ac:chgData name="Alessandro Ortis" userId="dcdc90ed-3509-45f7-ac48-ad038638580b" providerId="ADAL" clId="{FC25FC09-5746-4510-9F18-701AAFBE41D2}" dt="2021-03-11T09:42:52.149" v="1057" actId="478"/>
          <ac:spMkLst>
            <pc:docMk/>
            <pc:sldMk cId="1320884316" sldId="524"/>
            <ac:spMk id="204804" creationId="{B12826C1-1797-4F10-8E45-F82F56774A8A}"/>
          </ac:spMkLst>
        </pc:spChg>
        <pc:spChg chg="del">
          <ac:chgData name="Alessandro Ortis" userId="dcdc90ed-3509-45f7-ac48-ad038638580b" providerId="ADAL" clId="{FC25FC09-5746-4510-9F18-701AAFBE41D2}" dt="2021-03-11T09:42:52.149" v="1057" actId="478"/>
          <ac:spMkLst>
            <pc:docMk/>
            <pc:sldMk cId="1320884316" sldId="524"/>
            <ac:spMk id="204806" creationId="{D0079A3D-20BB-4DA6-9BB3-F6E2493916B4}"/>
          </ac:spMkLst>
        </pc:spChg>
        <pc:spChg chg="del">
          <ac:chgData name="Alessandro Ortis" userId="dcdc90ed-3509-45f7-ac48-ad038638580b" providerId="ADAL" clId="{FC25FC09-5746-4510-9F18-701AAFBE41D2}" dt="2021-03-11T09:42:52.149" v="1057" actId="478"/>
          <ac:spMkLst>
            <pc:docMk/>
            <pc:sldMk cId="1320884316" sldId="524"/>
            <ac:spMk id="204807" creationId="{04ACA393-AB56-4E5A-B0C1-05DE972F906C}"/>
          </ac:spMkLst>
        </pc:spChg>
      </pc:sldChg>
      <pc:sldChg chg="addSp delSp modSp add mod">
        <pc:chgData name="Alessandro Ortis" userId="dcdc90ed-3509-45f7-ac48-ad038638580b" providerId="ADAL" clId="{FC25FC09-5746-4510-9F18-701AAFBE41D2}" dt="2021-03-11T14:51:49.163" v="4655" actId="113"/>
        <pc:sldMkLst>
          <pc:docMk/>
          <pc:sldMk cId="206646203" sldId="525"/>
        </pc:sldMkLst>
        <pc:spChg chg="add mod">
          <ac:chgData name="Alessandro Ortis" userId="dcdc90ed-3509-45f7-ac48-ad038638580b" providerId="ADAL" clId="{FC25FC09-5746-4510-9F18-701AAFBE41D2}" dt="2021-03-11T14:51:27.371" v="4651" actId="113"/>
          <ac:spMkLst>
            <pc:docMk/>
            <pc:sldMk cId="206646203" sldId="525"/>
            <ac:spMk id="5" creationId="{E0A243A7-949B-44F8-B47D-B7191B81FF51}"/>
          </ac:spMkLst>
        </pc:spChg>
        <pc:spChg chg="add del mod">
          <ac:chgData name="Alessandro Ortis" userId="dcdc90ed-3509-45f7-ac48-ad038638580b" providerId="ADAL" clId="{FC25FC09-5746-4510-9F18-701AAFBE41D2}" dt="2021-03-11T14:31:07.667" v="4191"/>
          <ac:spMkLst>
            <pc:docMk/>
            <pc:sldMk cId="206646203" sldId="525"/>
            <ac:spMk id="6" creationId="{A9E46404-1F59-41DD-9C9E-BEAE965C08F1}"/>
          </ac:spMkLst>
        </pc:spChg>
        <pc:spChg chg="add mod">
          <ac:chgData name="Alessandro Ortis" userId="dcdc90ed-3509-45f7-ac48-ad038638580b" providerId="ADAL" clId="{FC25FC09-5746-4510-9F18-701AAFBE41D2}" dt="2021-03-11T14:51:49.163" v="4655" actId="113"/>
          <ac:spMkLst>
            <pc:docMk/>
            <pc:sldMk cId="206646203" sldId="525"/>
            <ac:spMk id="7" creationId="{FFFE422E-C88A-4829-BE65-3C3FE43DC13A}"/>
          </ac:spMkLst>
        </pc:spChg>
        <pc:spChg chg="add mod">
          <ac:chgData name="Alessandro Ortis" userId="dcdc90ed-3509-45f7-ac48-ad038638580b" providerId="ADAL" clId="{FC25FC09-5746-4510-9F18-701AAFBE41D2}" dt="2021-03-11T14:33:15.114" v="4268" actId="404"/>
          <ac:spMkLst>
            <pc:docMk/>
            <pc:sldMk cId="206646203" sldId="525"/>
            <ac:spMk id="9" creationId="{B7A656DF-5F3C-4D11-B704-6206619F5DD0}"/>
          </ac:spMkLst>
        </pc:spChg>
        <pc:spChg chg="add mod">
          <ac:chgData name="Alessandro Ortis" userId="dcdc90ed-3509-45f7-ac48-ad038638580b" providerId="ADAL" clId="{FC25FC09-5746-4510-9F18-701AAFBE41D2}" dt="2021-03-11T14:37:38.629" v="4294" actId="20577"/>
          <ac:spMkLst>
            <pc:docMk/>
            <pc:sldMk cId="206646203" sldId="525"/>
            <ac:spMk id="10" creationId="{1E847AAD-219B-4723-B747-B95A639271ED}"/>
          </ac:spMkLst>
        </pc:spChg>
        <pc:spChg chg="add mod">
          <ac:chgData name="Alessandro Ortis" userId="dcdc90ed-3509-45f7-ac48-ad038638580b" providerId="ADAL" clId="{FC25FC09-5746-4510-9F18-701AAFBE41D2}" dt="2021-03-11T14:51:46.051" v="4653" actId="113"/>
          <ac:spMkLst>
            <pc:docMk/>
            <pc:sldMk cId="206646203" sldId="525"/>
            <ac:spMk id="11" creationId="{A1A0760B-2247-40A3-B1A5-DC87980FCA36}"/>
          </ac:spMkLst>
        </pc:spChg>
        <pc:spChg chg="mod">
          <ac:chgData name="Alessandro Ortis" userId="dcdc90ed-3509-45f7-ac48-ad038638580b" providerId="ADAL" clId="{FC25FC09-5746-4510-9F18-701AAFBE41D2}" dt="2021-03-11T14:33:20.576" v="4269" actId="123"/>
          <ac:spMkLst>
            <pc:docMk/>
            <pc:sldMk cId="206646203" sldId="525"/>
            <ac:spMk id="208899" creationId="{54BD4A4D-FD2A-4E29-9B57-2A5E9578E326}"/>
          </ac:spMkLst>
        </pc:spChg>
      </pc:sldChg>
      <pc:sldChg chg="addSp modSp add mod">
        <pc:chgData name="Alessandro Ortis" userId="dcdc90ed-3509-45f7-ac48-ad038638580b" providerId="ADAL" clId="{FC25FC09-5746-4510-9F18-701AAFBE41D2}" dt="2021-03-11T15:31:58.017" v="4755" actId="208"/>
        <pc:sldMkLst>
          <pc:docMk/>
          <pc:sldMk cId="386673118" sldId="526"/>
        </pc:sldMkLst>
        <pc:spChg chg="add mod">
          <ac:chgData name="Alessandro Ortis" userId="dcdc90ed-3509-45f7-ac48-ad038638580b" providerId="ADAL" clId="{FC25FC09-5746-4510-9F18-701AAFBE41D2}" dt="2021-03-11T15:31:58.017" v="4755" actId="208"/>
          <ac:spMkLst>
            <pc:docMk/>
            <pc:sldMk cId="386673118" sldId="526"/>
            <ac:spMk id="4" creationId="{D39CBE6D-58A0-49CF-AB3F-1AFE57C2B1E0}"/>
          </ac:spMkLst>
        </pc:spChg>
        <pc:spChg chg="mod">
          <ac:chgData name="Alessandro Ortis" userId="dcdc90ed-3509-45f7-ac48-ad038638580b" providerId="ADAL" clId="{FC25FC09-5746-4510-9F18-701AAFBE41D2}" dt="2021-03-11T10:26:11.094" v="1664" actId="20577"/>
          <ac:spMkLst>
            <pc:docMk/>
            <pc:sldMk cId="386673118" sldId="526"/>
            <ac:spMk id="208898" creationId="{8367A76C-062C-452A-ACD5-355A1ED8F2FF}"/>
          </ac:spMkLst>
        </pc:spChg>
        <pc:spChg chg="mod">
          <ac:chgData name="Alessandro Ortis" userId="dcdc90ed-3509-45f7-ac48-ad038638580b" providerId="ADAL" clId="{FC25FC09-5746-4510-9F18-701AAFBE41D2}" dt="2021-03-11T10:59:23.710" v="3362" actId="20577"/>
          <ac:spMkLst>
            <pc:docMk/>
            <pc:sldMk cId="386673118" sldId="526"/>
            <ac:spMk id="208899" creationId="{54BD4A4D-FD2A-4E29-9B57-2A5E9578E326}"/>
          </ac:spMkLst>
        </pc:spChg>
      </pc:sldChg>
      <pc:sldChg chg="modSp add mod modShow">
        <pc:chgData name="Alessandro Ortis" userId="dcdc90ed-3509-45f7-ac48-ad038638580b" providerId="ADAL" clId="{FC25FC09-5746-4510-9F18-701AAFBE41D2}" dt="2021-03-11T15:44:43.720" v="4762" actId="729"/>
        <pc:sldMkLst>
          <pc:docMk/>
          <pc:sldMk cId="2560002323" sldId="527"/>
        </pc:sldMkLst>
        <pc:spChg chg="mod">
          <ac:chgData name="Alessandro Ortis" userId="dcdc90ed-3509-45f7-ac48-ad038638580b" providerId="ADAL" clId="{FC25FC09-5746-4510-9F18-701AAFBE41D2}" dt="2021-03-11T10:26:33.142" v="1698" actId="20577"/>
          <ac:spMkLst>
            <pc:docMk/>
            <pc:sldMk cId="2560002323" sldId="527"/>
            <ac:spMk id="208898" creationId="{8367A76C-062C-452A-ACD5-355A1ED8F2FF}"/>
          </ac:spMkLst>
        </pc:spChg>
        <pc:spChg chg="mod">
          <ac:chgData name="Alessandro Ortis" userId="dcdc90ed-3509-45f7-ac48-ad038638580b" providerId="ADAL" clId="{FC25FC09-5746-4510-9F18-701AAFBE41D2}" dt="2021-03-11T15:32:24.763" v="4759" actId="14100"/>
          <ac:spMkLst>
            <pc:docMk/>
            <pc:sldMk cId="2560002323" sldId="527"/>
            <ac:spMk id="208899" creationId="{54BD4A4D-FD2A-4E29-9B57-2A5E9578E326}"/>
          </ac:spMkLst>
        </pc:spChg>
      </pc:sldChg>
      <pc:sldChg chg="modSp add mod modShow">
        <pc:chgData name="Alessandro Ortis" userId="dcdc90ed-3509-45f7-ac48-ad038638580b" providerId="ADAL" clId="{FC25FC09-5746-4510-9F18-701AAFBE41D2}" dt="2021-03-11T15:44:43.720" v="4762" actId="729"/>
        <pc:sldMkLst>
          <pc:docMk/>
          <pc:sldMk cId="3060722061" sldId="528"/>
        </pc:sldMkLst>
        <pc:spChg chg="mod">
          <ac:chgData name="Alessandro Ortis" userId="dcdc90ed-3509-45f7-ac48-ad038638580b" providerId="ADAL" clId="{FC25FC09-5746-4510-9F18-701AAFBE41D2}" dt="2021-03-11T10:26:44.976" v="1736" actId="20577"/>
          <ac:spMkLst>
            <pc:docMk/>
            <pc:sldMk cId="3060722061" sldId="528"/>
            <ac:spMk id="208898" creationId="{8367A76C-062C-452A-ACD5-355A1ED8F2FF}"/>
          </ac:spMkLst>
        </pc:spChg>
        <pc:spChg chg="mod">
          <ac:chgData name="Alessandro Ortis" userId="dcdc90ed-3509-45f7-ac48-ad038638580b" providerId="ADAL" clId="{FC25FC09-5746-4510-9F18-701AAFBE41D2}" dt="2021-03-11T15:32:28.954" v="4761" actId="14100"/>
          <ac:spMkLst>
            <pc:docMk/>
            <pc:sldMk cId="3060722061" sldId="528"/>
            <ac:spMk id="208899" creationId="{54BD4A4D-FD2A-4E29-9B57-2A5E9578E326}"/>
          </ac:spMkLst>
        </pc:spChg>
      </pc:sldChg>
      <pc:sldChg chg="delSp modSp add mod">
        <pc:chgData name="Alessandro Ortis" userId="dcdc90ed-3509-45f7-ac48-ad038638580b" providerId="ADAL" clId="{FC25FC09-5746-4510-9F18-701AAFBE41D2}" dt="2021-03-12T07:56:23.017" v="5253" actId="20577"/>
        <pc:sldMkLst>
          <pc:docMk/>
          <pc:sldMk cId="2022109737" sldId="529"/>
        </pc:sldMkLst>
        <pc:spChg chg="del">
          <ac:chgData name="Alessandro Ortis" userId="dcdc90ed-3509-45f7-ac48-ad038638580b" providerId="ADAL" clId="{FC25FC09-5746-4510-9F18-701AAFBE41D2}" dt="2021-03-11T10:30:17.140" v="1758" actId="478"/>
          <ac:spMkLst>
            <pc:docMk/>
            <pc:sldMk cId="2022109737" sldId="529"/>
            <ac:spMk id="208899" creationId="{54BD4A4D-FD2A-4E29-9B57-2A5E9578E326}"/>
          </ac:spMkLst>
        </pc:spChg>
        <pc:spChg chg="del">
          <ac:chgData name="Alessandro Ortis" userId="dcdc90ed-3509-45f7-ac48-ad038638580b" providerId="ADAL" clId="{FC25FC09-5746-4510-9F18-701AAFBE41D2}" dt="2021-03-11T10:30:14.363" v="1757" actId="478"/>
          <ac:spMkLst>
            <pc:docMk/>
            <pc:sldMk cId="2022109737" sldId="529"/>
            <ac:spMk id="208900" creationId="{A7A11AEE-8023-4E56-841E-3B1E869BB86C}"/>
          </ac:spMkLst>
        </pc:spChg>
        <pc:spChg chg="mod">
          <ac:chgData name="Alessandro Ortis" userId="dcdc90ed-3509-45f7-ac48-ad038638580b" providerId="ADAL" clId="{FC25FC09-5746-4510-9F18-701AAFBE41D2}" dt="2021-03-12T07:56:23.017" v="5253" actId="20577"/>
          <ac:spMkLst>
            <pc:docMk/>
            <pc:sldMk cId="2022109737" sldId="529"/>
            <ac:spMk id="208901" creationId="{87C80AEF-D07B-4C3C-8F22-D37CAE3DC876}"/>
          </ac:spMkLst>
        </pc:spChg>
      </pc:sldChg>
      <pc:sldChg chg="modSp add mod modShow">
        <pc:chgData name="Alessandro Ortis" userId="dcdc90ed-3509-45f7-ac48-ad038638580b" providerId="ADAL" clId="{FC25FC09-5746-4510-9F18-701AAFBE41D2}" dt="2021-03-11T10:54:46.853" v="3143" actId="729"/>
        <pc:sldMkLst>
          <pc:docMk/>
          <pc:sldMk cId="534486553" sldId="530"/>
        </pc:sldMkLst>
        <pc:spChg chg="mod">
          <ac:chgData name="Alessandro Ortis" userId="dcdc90ed-3509-45f7-ac48-ad038638580b" providerId="ADAL" clId="{FC25FC09-5746-4510-9F18-701AAFBE41D2}" dt="2021-03-11T10:39:52.045" v="2394" actId="20577"/>
          <ac:spMkLst>
            <pc:docMk/>
            <pc:sldMk cId="534486553" sldId="530"/>
            <ac:spMk id="208898" creationId="{8367A76C-062C-452A-ACD5-355A1ED8F2FF}"/>
          </ac:spMkLst>
        </pc:spChg>
        <pc:spChg chg="mod">
          <ac:chgData name="Alessandro Ortis" userId="dcdc90ed-3509-45f7-ac48-ad038638580b" providerId="ADAL" clId="{FC25FC09-5746-4510-9F18-701AAFBE41D2}" dt="2021-03-11T10:40:02.119" v="2398" actId="5793"/>
          <ac:spMkLst>
            <pc:docMk/>
            <pc:sldMk cId="534486553" sldId="530"/>
            <ac:spMk id="208901" creationId="{87C80AEF-D07B-4C3C-8F22-D37CAE3DC876}"/>
          </ac:spMkLst>
        </pc:spChg>
      </pc:sldChg>
      <pc:sldChg chg="addSp modSp add mod">
        <pc:chgData name="Alessandro Ortis" userId="dcdc90ed-3509-45f7-ac48-ad038638580b" providerId="ADAL" clId="{FC25FC09-5746-4510-9F18-701AAFBE41D2}" dt="2021-03-11T15:31:54.739" v="4754" actId="208"/>
        <pc:sldMkLst>
          <pc:docMk/>
          <pc:sldMk cId="1998320164" sldId="531"/>
        </pc:sldMkLst>
        <pc:spChg chg="mod">
          <ac:chgData name="Alessandro Ortis" userId="dcdc90ed-3509-45f7-ac48-ad038638580b" providerId="ADAL" clId="{FC25FC09-5746-4510-9F18-701AAFBE41D2}" dt="2021-03-11T15:31:54.739" v="4754" actId="208"/>
          <ac:spMkLst>
            <pc:docMk/>
            <pc:sldMk cId="1998320164" sldId="531"/>
            <ac:spMk id="4" creationId="{D39CBE6D-58A0-49CF-AB3F-1AFE57C2B1E0}"/>
          </ac:spMkLst>
        </pc:spChg>
        <pc:spChg chg="add mod">
          <ac:chgData name="Alessandro Ortis" userId="dcdc90ed-3509-45f7-ac48-ad038638580b" providerId="ADAL" clId="{FC25FC09-5746-4510-9F18-701AAFBE41D2}" dt="2021-03-11T15:31:52.912" v="4753" actId="208"/>
          <ac:spMkLst>
            <pc:docMk/>
            <pc:sldMk cId="1998320164" sldId="531"/>
            <ac:spMk id="5" creationId="{377EBF32-8B01-4F56-968E-5511A28E4C32}"/>
          </ac:spMkLst>
        </pc:spChg>
        <pc:spChg chg="mod">
          <ac:chgData name="Alessandro Ortis" userId="dcdc90ed-3509-45f7-ac48-ad038638580b" providerId="ADAL" clId="{FC25FC09-5746-4510-9F18-701AAFBE41D2}" dt="2021-03-11T11:03:49.540" v="3707" actId="1076"/>
          <ac:spMkLst>
            <pc:docMk/>
            <pc:sldMk cId="1998320164" sldId="531"/>
            <ac:spMk id="208899" creationId="{54BD4A4D-FD2A-4E29-9B57-2A5E9578E326}"/>
          </ac:spMkLst>
        </pc:spChg>
      </pc:sldChg>
      <pc:sldChg chg="addSp delSp modSp add mod ord">
        <pc:chgData name="Alessandro Ortis" userId="dcdc90ed-3509-45f7-ac48-ad038638580b" providerId="ADAL" clId="{FC25FC09-5746-4510-9F18-701AAFBE41D2}" dt="2021-03-11T11:18:58.850" v="3876" actId="1076"/>
        <pc:sldMkLst>
          <pc:docMk/>
          <pc:sldMk cId="3832922947" sldId="532"/>
        </pc:sldMkLst>
        <pc:spChg chg="del">
          <ac:chgData name="Alessandro Ortis" userId="dcdc90ed-3509-45f7-ac48-ad038638580b" providerId="ADAL" clId="{FC25FC09-5746-4510-9F18-701AAFBE41D2}" dt="2021-03-11T11:12:38.410" v="3789" actId="478"/>
          <ac:spMkLst>
            <pc:docMk/>
            <pc:sldMk cId="3832922947" sldId="532"/>
            <ac:spMk id="4" creationId="{D39CBE6D-58A0-49CF-AB3F-1AFE57C2B1E0}"/>
          </ac:spMkLst>
        </pc:spChg>
        <pc:spChg chg="add del mod">
          <ac:chgData name="Alessandro Ortis" userId="dcdc90ed-3509-45f7-ac48-ad038638580b" providerId="ADAL" clId="{FC25FC09-5746-4510-9F18-701AAFBE41D2}" dt="2021-03-11T11:16:17.180" v="3799"/>
          <ac:spMkLst>
            <pc:docMk/>
            <pc:sldMk cId="3832922947" sldId="532"/>
            <ac:spMk id="5" creationId="{694525E9-F4C4-445E-BAEF-ED446955862A}"/>
          </ac:spMkLst>
        </pc:spChg>
        <pc:spChg chg="add mod">
          <ac:chgData name="Alessandro Ortis" userId="dcdc90ed-3509-45f7-ac48-ad038638580b" providerId="ADAL" clId="{FC25FC09-5746-4510-9F18-701AAFBE41D2}" dt="2021-03-11T11:18:55.785" v="3875" actId="1076"/>
          <ac:spMkLst>
            <pc:docMk/>
            <pc:sldMk cId="3832922947" sldId="532"/>
            <ac:spMk id="7" creationId="{6DA66C5B-5B64-4ECD-A966-27EC496725F9}"/>
          </ac:spMkLst>
        </pc:spChg>
        <pc:spChg chg="add mod">
          <ac:chgData name="Alessandro Ortis" userId="dcdc90ed-3509-45f7-ac48-ad038638580b" providerId="ADAL" clId="{FC25FC09-5746-4510-9F18-701AAFBE41D2}" dt="2021-03-11T11:18:58.850" v="3876" actId="1076"/>
          <ac:spMkLst>
            <pc:docMk/>
            <pc:sldMk cId="3832922947" sldId="532"/>
            <ac:spMk id="9" creationId="{A8FB1877-B017-4B0E-9C21-D813B6B06534}"/>
          </ac:spMkLst>
        </pc:spChg>
        <pc:spChg chg="mod">
          <ac:chgData name="Alessandro Ortis" userId="dcdc90ed-3509-45f7-ac48-ad038638580b" providerId="ADAL" clId="{FC25FC09-5746-4510-9F18-701AAFBE41D2}" dt="2021-03-11T11:18:33.655" v="3839" actId="6549"/>
          <ac:spMkLst>
            <pc:docMk/>
            <pc:sldMk cId="3832922947" sldId="532"/>
            <ac:spMk id="208899" creationId="{54BD4A4D-FD2A-4E29-9B57-2A5E9578E326}"/>
          </ac:spMkLst>
        </pc:spChg>
      </pc:sldChg>
      <pc:sldChg chg="delSp modSp add mod">
        <pc:chgData name="Alessandro Ortis" userId="dcdc90ed-3509-45f7-ac48-ad038638580b" providerId="ADAL" clId="{FC25FC09-5746-4510-9F18-701AAFBE41D2}" dt="2021-03-11T14:51:15.923" v="4643" actId="114"/>
        <pc:sldMkLst>
          <pc:docMk/>
          <pc:sldMk cId="3886541555" sldId="533"/>
        </pc:sldMkLst>
        <pc:spChg chg="mod">
          <ac:chgData name="Alessandro Ortis" userId="dcdc90ed-3509-45f7-ac48-ad038638580b" providerId="ADAL" clId="{FC25FC09-5746-4510-9F18-701AAFBE41D2}" dt="2021-03-11T14:51:15.923" v="4643" actId="114"/>
          <ac:spMkLst>
            <pc:docMk/>
            <pc:sldMk cId="3886541555" sldId="533"/>
            <ac:spMk id="5" creationId="{E0A243A7-949B-44F8-B47D-B7191B81FF51}"/>
          </ac:spMkLst>
        </pc:spChg>
        <pc:spChg chg="mod">
          <ac:chgData name="Alessandro Ortis" userId="dcdc90ed-3509-45f7-ac48-ad038638580b" providerId="ADAL" clId="{FC25FC09-5746-4510-9F18-701AAFBE41D2}" dt="2021-03-11T14:51:13.077" v="4641" actId="114"/>
          <ac:spMkLst>
            <pc:docMk/>
            <pc:sldMk cId="3886541555" sldId="533"/>
            <ac:spMk id="7" creationId="{FFFE422E-C88A-4829-BE65-3C3FE43DC13A}"/>
          </ac:spMkLst>
        </pc:spChg>
        <pc:spChg chg="mod">
          <ac:chgData name="Alessandro Ortis" userId="dcdc90ed-3509-45f7-ac48-ad038638580b" providerId="ADAL" clId="{FC25FC09-5746-4510-9F18-701AAFBE41D2}" dt="2021-03-11T14:42:05.683" v="4577" actId="20577"/>
          <ac:spMkLst>
            <pc:docMk/>
            <pc:sldMk cId="3886541555" sldId="533"/>
            <ac:spMk id="9" creationId="{B7A656DF-5F3C-4D11-B704-6206619F5DD0}"/>
          </ac:spMkLst>
        </pc:spChg>
        <pc:spChg chg="del mod">
          <ac:chgData name="Alessandro Ortis" userId="dcdc90ed-3509-45f7-ac48-ad038638580b" providerId="ADAL" clId="{FC25FC09-5746-4510-9F18-701AAFBE41D2}" dt="2021-03-11T14:42:49.930" v="4599" actId="478"/>
          <ac:spMkLst>
            <pc:docMk/>
            <pc:sldMk cId="3886541555" sldId="533"/>
            <ac:spMk id="10" creationId="{1E847AAD-219B-4723-B747-B95A639271ED}"/>
          </ac:spMkLst>
        </pc:spChg>
        <pc:spChg chg="del mod">
          <ac:chgData name="Alessandro Ortis" userId="dcdc90ed-3509-45f7-ac48-ad038638580b" providerId="ADAL" clId="{FC25FC09-5746-4510-9F18-701AAFBE41D2}" dt="2021-03-11T14:41:54.484" v="4549" actId="478"/>
          <ac:spMkLst>
            <pc:docMk/>
            <pc:sldMk cId="3886541555" sldId="533"/>
            <ac:spMk id="11" creationId="{A1A0760B-2247-40A3-B1A5-DC87980FCA36}"/>
          </ac:spMkLst>
        </pc:spChg>
        <pc:spChg chg="mod">
          <ac:chgData name="Alessandro Ortis" userId="dcdc90ed-3509-45f7-ac48-ad038638580b" providerId="ADAL" clId="{FC25FC09-5746-4510-9F18-701AAFBE41D2}" dt="2021-03-11T14:39:38.444" v="4391" actId="20577"/>
          <ac:spMkLst>
            <pc:docMk/>
            <pc:sldMk cId="3886541555" sldId="533"/>
            <ac:spMk id="208899" creationId="{54BD4A4D-FD2A-4E29-9B57-2A5E9578E326}"/>
          </ac:spMkLst>
        </pc:spChg>
      </pc:sldChg>
      <pc:sldChg chg="modSp add mod modShow">
        <pc:chgData name="Alessandro Ortis" userId="dcdc90ed-3509-45f7-ac48-ad038638580b" providerId="ADAL" clId="{FC25FC09-5746-4510-9F18-701AAFBE41D2}" dt="2021-03-11T15:17:51.173" v="4697" actId="729"/>
        <pc:sldMkLst>
          <pc:docMk/>
          <pc:sldMk cId="524484874" sldId="534"/>
        </pc:sldMkLst>
        <pc:spChg chg="mod">
          <ac:chgData name="Alessandro Ortis" userId="dcdc90ed-3509-45f7-ac48-ad038638580b" providerId="ADAL" clId="{FC25FC09-5746-4510-9F18-701AAFBE41D2}" dt="2021-03-11T15:07:29.629" v="4696" actId="5793"/>
          <ac:spMkLst>
            <pc:docMk/>
            <pc:sldMk cId="524484874" sldId="534"/>
            <ac:spMk id="7" creationId="{C885A935-0671-4A7F-8EEE-2E97F6400BDC}"/>
          </ac:spMkLst>
        </pc:spChg>
        <pc:spChg chg="mod">
          <ac:chgData name="Alessandro Ortis" userId="dcdc90ed-3509-45f7-ac48-ad038638580b" providerId="ADAL" clId="{FC25FC09-5746-4510-9F18-701AAFBE41D2}" dt="2021-03-11T15:07:22.406" v="4687" actId="20577"/>
          <ac:spMkLst>
            <pc:docMk/>
            <pc:sldMk cId="524484874" sldId="534"/>
            <ac:spMk id="204802" creationId="{427A0A74-44F3-45B0-B282-384BA78C759D}"/>
          </ac:spMkLst>
        </pc:spChg>
        <pc:spChg chg="mod">
          <ac:chgData name="Alessandro Ortis" userId="dcdc90ed-3509-45f7-ac48-ad038638580b" providerId="ADAL" clId="{FC25FC09-5746-4510-9F18-701AAFBE41D2}" dt="2021-03-11T15:07:25.673" v="4691" actId="5793"/>
          <ac:spMkLst>
            <pc:docMk/>
            <pc:sldMk cId="524484874" sldId="534"/>
            <ac:spMk id="204803" creationId="{AC415C69-5626-41F6-A09E-4CC882D61CD0}"/>
          </ac:spMkLst>
        </pc:spChg>
      </pc:sldChg>
      <pc:sldChg chg="addSp delSp modSp add mod modAnim">
        <pc:chgData name="Alessandro Ortis" userId="dcdc90ed-3509-45f7-ac48-ad038638580b" providerId="ADAL" clId="{FC25FC09-5746-4510-9F18-701AAFBE41D2}" dt="2021-03-11T15:19:45.584" v="4752" actId="14100"/>
        <pc:sldMkLst>
          <pc:docMk/>
          <pc:sldMk cId="3948933584" sldId="535"/>
        </pc:sldMkLst>
        <pc:spChg chg="add mod">
          <ac:chgData name="Alessandro Ortis" userId="dcdc90ed-3509-45f7-ac48-ad038638580b" providerId="ADAL" clId="{FC25FC09-5746-4510-9F18-701AAFBE41D2}" dt="2021-03-11T15:19:41.990" v="4750" actId="1076"/>
          <ac:spMkLst>
            <pc:docMk/>
            <pc:sldMk cId="3948933584" sldId="535"/>
            <ac:spMk id="5" creationId="{6312FC01-A285-4668-A8FC-CE1C44F2D013}"/>
          </ac:spMkLst>
        </pc:spChg>
        <pc:cxnChg chg="add del">
          <ac:chgData name="Alessandro Ortis" userId="dcdc90ed-3509-45f7-ac48-ad038638580b" providerId="ADAL" clId="{FC25FC09-5746-4510-9F18-701AAFBE41D2}" dt="2021-03-11T15:19:24.423" v="4745" actId="11529"/>
          <ac:cxnSpMkLst>
            <pc:docMk/>
            <pc:sldMk cId="3948933584" sldId="535"/>
            <ac:cxnSpMk id="3" creationId="{EA90CA1C-07F8-4AEF-A6BD-5557D6DB06F8}"/>
          </ac:cxnSpMkLst>
        </pc:cxnChg>
        <pc:cxnChg chg="add mod">
          <ac:chgData name="Alessandro Ortis" userId="dcdc90ed-3509-45f7-ac48-ad038638580b" providerId="ADAL" clId="{FC25FC09-5746-4510-9F18-701AAFBE41D2}" dt="2021-03-11T15:19:43.512" v="4751" actId="14100"/>
          <ac:cxnSpMkLst>
            <pc:docMk/>
            <pc:sldMk cId="3948933584" sldId="535"/>
            <ac:cxnSpMk id="6" creationId="{2B4421CB-BEB5-4C29-B30F-06B3E37A2F57}"/>
          </ac:cxnSpMkLst>
        </pc:cxnChg>
        <pc:cxnChg chg="add mod">
          <ac:chgData name="Alessandro Ortis" userId="dcdc90ed-3509-45f7-ac48-ad038638580b" providerId="ADAL" clId="{FC25FC09-5746-4510-9F18-701AAFBE41D2}" dt="2021-03-11T15:19:45.584" v="4752" actId="14100"/>
          <ac:cxnSpMkLst>
            <pc:docMk/>
            <pc:sldMk cId="3948933584" sldId="535"/>
            <ac:cxnSpMk id="10" creationId="{F2BBCD46-0BE9-48F9-998F-09E8AF1D964C}"/>
          </ac:cxnSpMkLst>
        </pc:cxnChg>
      </pc:sldChg>
      <pc:sldChg chg="addSp delSp modSp add mod">
        <pc:chgData name="Alessandro Ortis" userId="dcdc90ed-3509-45f7-ac48-ad038638580b" providerId="ADAL" clId="{FC25FC09-5746-4510-9F18-701AAFBE41D2}" dt="2021-03-12T15:32:01.031" v="5492" actId="20577"/>
        <pc:sldMkLst>
          <pc:docMk/>
          <pc:sldMk cId="199204057" sldId="536"/>
        </pc:sldMkLst>
        <pc:spChg chg="add del">
          <ac:chgData name="Alessandro Ortis" userId="dcdc90ed-3509-45f7-ac48-ad038638580b" providerId="ADAL" clId="{FC25FC09-5746-4510-9F18-701AAFBE41D2}" dt="2021-03-11T17:52:18.396" v="4837"/>
          <ac:spMkLst>
            <pc:docMk/>
            <pc:sldMk cId="199204057" sldId="536"/>
            <ac:spMk id="2" creationId="{8CB8D22C-2816-4321-A40A-C99028DD32E0}"/>
          </ac:spMkLst>
        </pc:spChg>
        <pc:spChg chg="add mod">
          <ac:chgData name="Alessandro Ortis" userId="dcdc90ed-3509-45f7-ac48-ad038638580b" providerId="ADAL" clId="{FC25FC09-5746-4510-9F18-701AAFBE41D2}" dt="2021-03-12T15:32:01.031" v="5492" actId="20577"/>
          <ac:spMkLst>
            <pc:docMk/>
            <pc:sldMk cId="199204057" sldId="536"/>
            <ac:spMk id="4" creationId="{8E13A89A-9FEE-496D-8DDA-7DCCD7772944}"/>
          </ac:spMkLst>
        </pc:spChg>
        <pc:spChg chg="mod">
          <ac:chgData name="Alessandro Ortis" userId="dcdc90ed-3509-45f7-ac48-ad038638580b" providerId="ADAL" clId="{FC25FC09-5746-4510-9F18-701AAFBE41D2}" dt="2021-03-11T17:50:13.466" v="4787" actId="20577"/>
          <ac:spMkLst>
            <pc:docMk/>
            <pc:sldMk cId="199204057" sldId="536"/>
            <ac:spMk id="208898" creationId="{8367A76C-062C-452A-ACD5-355A1ED8F2FF}"/>
          </ac:spMkLst>
        </pc:spChg>
        <pc:spChg chg="mod">
          <ac:chgData name="Alessandro Ortis" userId="dcdc90ed-3509-45f7-ac48-ad038638580b" providerId="ADAL" clId="{FC25FC09-5746-4510-9F18-701AAFBE41D2}" dt="2021-03-11T17:53:41.299" v="4993" actId="20577"/>
          <ac:spMkLst>
            <pc:docMk/>
            <pc:sldMk cId="199204057" sldId="536"/>
            <ac:spMk id="208901" creationId="{87C80AEF-D07B-4C3C-8F22-D37CAE3DC876}"/>
          </ac:spMkLst>
        </pc:spChg>
      </pc:sldChg>
      <pc:sldChg chg="modSp add mod">
        <pc:chgData name="Alessandro Ortis" userId="dcdc90ed-3509-45f7-ac48-ad038638580b" providerId="ADAL" clId="{FC25FC09-5746-4510-9F18-701AAFBE41D2}" dt="2021-03-12T15:30:11.250" v="5255" actId="20577"/>
        <pc:sldMkLst>
          <pc:docMk/>
          <pc:sldMk cId="3418934170" sldId="537"/>
        </pc:sldMkLst>
        <pc:spChg chg="mod">
          <ac:chgData name="Alessandro Ortis" userId="dcdc90ed-3509-45f7-ac48-ad038638580b" providerId="ADAL" clId="{FC25FC09-5746-4510-9F18-701AAFBE41D2}" dt="2021-03-11T17:58:26.139" v="5102" actId="123"/>
          <ac:spMkLst>
            <pc:docMk/>
            <pc:sldMk cId="3418934170" sldId="537"/>
            <ac:spMk id="4" creationId="{8E13A89A-9FEE-496D-8DDA-7DCCD7772944}"/>
          </ac:spMkLst>
        </pc:spChg>
        <pc:spChg chg="mod">
          <ac:chgData name="Alessandro Ortis" userId="dcdc90ed-3509-45f7-ac48-ad038638580b" providerId="ADAL" clId="{FC25FC09-5746-4510-9F18-701AAFBE41D2}" dt="2021-03-12T15:30:11.250" v="5255" actId="20577"/>
          <ac:spMkLst>
            <pc:docMk/>
            <pc:sldMk cId="3418934170" sldId="537"/>
            <ac:spMk id="208901" creationId="{87C80AEF-D07B-4C3C-8F22-D37CAE3DC876}"/>
          </ac:spMkLst>
        </pc:spChg>
      </pc:sldChg>
      <pc:sldChg chg="modSp add mod">
        <pc:chgData name="Alessandro Ortis" userId="dcdc90ed-3509-45f7-ac48-ad038638580b" providerId="ADAL" clId="{FC25FC09-5746-4510-9F18-701AAFBE41D2}" dt="2021-03-11T18:01:23.472" v="5251" actId="115"/>
        <pc:sldMkLst>
          <pc:docMk/>
          <pc:sldMk cId="3588884621" sldId="538"/>
        </pc:sldMkLst>
        <pc:spChg chg="mod">
          <ac:chgData name="Alessandro Ortis" userId="dcdc90ed-3509-45f7-ac48-ad038638580b" providerId="ADAL" clId="{FC25FC09-5746-4510-9F18-701AAFBE41D2}" dt="2021-03-11T17:58:40.217" v="5106" actId="6549"/>
          <ac:spMkLst>
            <pc:docMk/>
            <pc:sldMk cId="3588884621" sldId="538"/>
            <ac:spMk id="4" creationId="{8E13A89A-9FEE-496D-8DDA-7DCCD7772944}"/>
          </ac:spMkLst>
        </pc:spChg>
        <pc:spChg chg="mod">
          <ac:chgData name="Alessandro Ortis" userId="dcdc90ed-3509-45f7-ac48-ad038638580b" providerId="ADAL" clId="{FC25FC09-5746-4510-9F18-701AAFBE41D2}" dt="2021-03-11T18:01:23.472" v="5251" actId="115"/>
          <ac:spMkLst>
            <pc:docMk/>
            <pc:sldMk cId="3588884621" sldId="538"/>
            <ac:spMk id="208901" creationId="{87C80AEF-D07B-4C3C-8F22-D37CAE3DC876}"/>
          </ac:spMkLst>
        </pc:spChg>
      </pc:sldChg>
    </pc:docChg>
  </pc:docChgLst>
  <pc:docChgLst>
    <pc:chgData name="Alessandro Ortis" userId="dcdc90ed-3509-45f7-ac48-ad038638580b" providerId="ADAL" clId="{6A93587D-EAE8-473A-94DF-3F043D6E9442}"/>
    <pc:docChg chg="modSld">
      <pc:chgData name="Alessandro Ortis" userId="dcdc90ed-3509-45f7-ac48-ad038638580b" providerId="ADAL" clId="{6A93587D-EAE8-473A-94DF-3F043D6E9442}" dt="2021-05-03T06:58:24.306" v="16" actId="20577"/>
      <pc:docMkLst>
        <pc:docMk/>
      </pc:docMkLst>
      <pc:sldChg chg="modSp mod">
        <pc:chgData name="Alessandro Ortis" userId="dcdc90ed-3509-45f7-ac48-ad038638580b" providerId="ADAL" clId="{6A93587D-EAE8-473A-94DF-3F043D6E9442}" dt="2021-05-03T06:58:24.306" v="16" actId="20577"/>
        <pc:sldMkLst>
          <pc:docMk/>
          <pc:sldMk cId="0" sldId="314"/>
        </pc:sldMkLst>
        <pc:spChg chg="mod">
          <ac:chgData name="Alessandro Ortis" userId="dcdc90ed-3509-45f7-ac48-ad038638580b" providerId="ADAL" clId="{6A93587D-EAE8-473A-94DF-3F043D6E9442}" dt="2021-05-03T06:58:24.306" v="16" actId="20577"/>
          <ac:spMkLst>
            <pc:docMk/>
            <pc:sldMk cId="0" sldId="314"/>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A new fast matching method for adaptive compression of stereoscopic images</a:t>
            </a:r>
            <a:endParaRPr lang="it-IT"/>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6FDA55-E9BD-494C-A52C-814701C3F6EF}" type="datetimeFigureOut">
              <a:rPr lang="it-IT" smtClean="0"/>
              <a:t>23/02/2023</a:t>
            </a:fld>
            <a:endParaRPr lang="it-IT"/>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it-IT"/>
              <a:t>Prof. Sebastiano Battiato</a:t>
            </a:r>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AE24BD-7ED4-4CD9-9422-3B74C47657D6}" type="slidenum">
              <a:rPr lang="it-IT" smtClean="0"/>
              <a:t>‹N›</a:t>
            </a:fld>
            <a:endParaRPr lang="it-IT"/>
          </a:p>
        </p:txBody>
      </p:sp>
    </p:spTree>
    <p:extLst>
      <p:ext uri="{BB962C8B-B14F-4D97-AF65-F5344CB8AC3E}">
        <p14:creationId xmlns:p14="http://schemas.microsoft.com/office/powerpoint/2010/main" val="11552233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A new fast matching method for adaptive compression of stereoscopic images</a:t>
            </a:r>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391086-3082-4583-89C2-583287FB15A2}" type="datetimeFigureOut">
              <a:rPr lang="it-IT" smtClean="0"/>
              <a:pPr/>
              <a:t>23/02/2023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it-IT"/>
              <a:t>Prof. Sebastiano Battiato</a:t>
            </a:r>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0838FA-C531-4022-96EB-EDFCC694F73C}" type="slidenum">
              <a:rPr lang="it-IT" smtClean="0"/>
              <a:pPr/>
              <a:t>‹N›</a:t>
            </a:fld>
            <a:endParaRPr lang="it-IT"/>
          </a:p>
        </p:txBody>
      </p:sp>
    </p:spTree>
    <p:extLst>
      <p:ext uri="{BB962C8B-B14F-4D97-AF65-F5344CB8AC3E}">
        <p14:creationId xmlns:p14="http://schemas.microsoft.com/office/powerpoint/2010/main" val="55463915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196935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F431F950-27D4-4EC4-A066-6A7EDB64D6F6}"/>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2888EA6B-A9BC-45AF-B566-8085BAFA846D}" type="slidenum">
              <a:rPr lang="en-GB" altLang="en-US" sz="1200">
                <a:solidFill>
                  <a:srgbClr val="000000"/>
                </a:solidFill>
              </a:rPr>
              <a:pPr/>
              <a:t>8</a:t>
            </a:fld>
            <a:endParaRPr lang="en-GB" altLang="en-US" sz="1200">
              <a:solidFill>
                <a:srgbClr val="000000"/>
              </a:solidFill>
            </a:endParaRPr>
          </a:p>
        </p:txBody>
      </p:sp>
      <p:sp>
        <p:nvSpPr>
          <p:cNvPr id="25601" name="Text Box 1">
            <a:extLst>
              <a:ext uri="{FF2B5EF4-FFF2-40B4-BE49-F238E27FC236}">
                <a16:creationId xmlns:a16="http://schemas.microsoft.com/office/drawing/2014/main" id="{C583C14F-0F3C-4AA8-80C0-07AE78C33C1A}"/>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5602" name="Text Box 2">
            <a:extLst>
              <a:ext uri="{FF2B5EF4-FFF2-40B4-BE49-F238E27FC236}">
                <a16:creationId xmlns:a16="http://schemas.microsoft.com/office/drawing/2014/main" id="{77364C86-A008-4B3D-ABDF-3AF29E1B64A4}"/>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AF7B4DDB-0D1F-4241-A4F8-950BC5A8BCFB}"/>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1967840F-BC7C-43C4-81B4-D53BD79B8E91}" type="slidenum">
              <a:rPr lang="en-GB" altLang="en-US" sz="1200">
                <a:solidFill>
                  <a:srgbClr val="000000"/>
                </a:solidFill>
              </a:rPr>
              <a:pPr/>
              <a:t>9</a:t>
            </a:fld>
            <a:endParaRPr lang="en-GB" altLang="en-US" sz="1200">
              <a:solidFill>
                <a:srgbClr val="000000"/>
              </a:solidFill>
            </a:endParaRPr>
          </a:p>
        </p:txBody>
      </p:sp>
      <p:sp>
        <p:nvSpPr>
          <p:cNvPr id="175106" name="Text Box 2">
            <a:extLst>
              <a:ext uri="{FF2B5EF4-FFF2-40B4-BE49-F238E27FC236}">
                <a16:creationId xmlns:a16="http://schemas.microsoft.com/office/drawing/2014/main" id="{035726D6-3B05-4A62-99CB-252809BE94B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75107" name="Text Box 3">
            <a:extLst>
              <a:ext uri="{FF2B5EF4-FFF2-40B4-BE49-F238E27FC236}">
                <a16:creationId xmlns:a16="http://schemas.microsoft.com/office/drawing/2014/main" id="{E09B66D0-978B-4A8F-8193-88C89E39D793}"/>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6A72561E-3ABC-4F7D-9BDF-9BB3AD00A5CF}"/>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EEB3CF1B-C938-4E61-9422-9DE49CFD1415}" type="slidenum">
              <a:rPr lang="en-GB" altLang="en-US" sz="1200">
                <a:solidFill>
                  <a:srgbClr val="000000"/>
                </a:solidFill>
              </a:rPr>
              <a:pPr/>
              <a:t>10</a:t>
            </a:fld>
            <a:endParaRPr lang="en-GB" altLang="en-US" sz="1200">
              <a:solidFill>
                <a:srgbClr val="000000"/>
              </a:solidFill>
            </a:endParaRPr>
          </a:p>
        </p:txBody>
      </p:sp>
      <p:sp>
        <p:nvSpPr>
          <p:cNvPr id="177154" name="Text Box 2">
            <a:extLst>
              <a:ext uri="{FF2B5EF4-FFF2-40B4-BE49-F238E27FC236}">
                <a16:creationId xmlns:a16="http://schemas.microsoft.com/office/drawing/2014/main" id="{FE94466F-4C25-4D1D-BA4C-6FD566853AA5}"/>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177155" name="Text Box 3">
            <a:extLst>
              <a:ext uri="{FF2B5EF4-FFF2-40B4-BE49-F238E27FC236}">
                <a16:creationId xmlns:a16="http://schemas.microsoft.com/office/drawing/2014/main" id="{85CE2EB6-EC0C-43C9-8F36-F486BA2EB525}"/>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65E122E5-4BEC-4A27-9E9B-DFB41D810AC8}"/>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DEB6D862-4CA8-49D4-B6DC-A5C360AD170F}" type="slidenum">
              <a:rPr lang="en-GB" altLang="en-US" sz="1200">
                <a:solidFill>
                  <a:srgbClr val="000000"/>
                </a:solidFill>
              </a:rPr>
              <a:pPr/>
              <a:t>11</a:t>
            </a:fld>
            <a:endParaRPr lang="en-GB" altLang="en-US" sz="1200">
              <a:solidFill>
                <a:srgbClr val="000000"/>
              </a:solidFill>
            </a:endParaRPr>
          </a:p>
        </p:txBody>
      </p:sp>
      <p:sp>
        <p:nvSpPr>
          <p:cNvPr id="226306" name="Text Box 2">
            <a:extLst>
              <a:ext uri="{FF2B5EF4-FFF2-40B4-BE49-F238E27FC236}">
                <a16:creationId xmlns:a16="http://schemas.microsoft.com/office/drawing/2014/main" id="{7EFB2AFC-466E-489E-9F89-56E60FD2DCD3}"/>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26307" name="Text Box 3">
            <a:extLst>
              <a:ext uri="{FF2B5EF4-FFF2-40B4-BE49-F238E27FC236}">
                <a16:creationId xmlns:a16="http://schemas.microsoft.com/office/drawing/2014/main" id="{045236E4-ADFC-4182-8277-5B2114360561}"/>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9AA4C25A-FEFF-4F91-9202-C71CF423F834}"/>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4208512B-C6DB-4FF2-9F8D-6AF1DB157A41}" type="slidenum">
              <a:rPr lang="en-GB" altLang="en-US" sz="1200">
                <a:solidFill>
                  <a:srgbClr val="000000"/>
                </a:solidFill>
              </a:rPr>
              <a:pPr/>
              <a:t>12</a:t>
            </a:fld>
            <a:endParaRPr lang="en-GB" altLang="en-US" sz="1200">
              <a:solidFill>
                <a:srgbClr val="000000"/>
              </a:solidFill>
            </a:endParaRPr>
          </a:p>
        </p:txBody>
      </p:sp>
      <p:sp>
        <p:nvSpPr>
          <p:cNvPr id="228354" name="Text Box 2">
            <a:extLst>
              <a:ext uri="{FF2B5EF4-FFF2-40B4-BE49-F238E27FC236}">
                <a16:creationId xmlns:a16="http://schemas.microsoft.com/office/drawing/2014/main" id="{1041C354-CB43-414E-9D73-4C2A1B711BA6}"/>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28355" name="Text Box 3">
            <a:extLst>
              <a:ext uri="{FF2B5EF4-FFF2-40B4-BE49-F238E27FC236}">
                <a16:creationId xmlns:a16="http://schemas.microsoft.com/office/drawing/2014/main" id="{AB14D1B4-FF77-454D-8C54-0D0DA9612774}"/>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8F4151D5-0544-46A8-B813-B916FC2F26AE}"/>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841CEE3A-C58B-4547-B76F-CD78C741F5EE}" type="slidenum">
              <a:rPr lang="en-GB" altLang="en-US" sz="1200">
                <a:solidFill>
                  <a:srgbClr val="000000"/>
                </a:solidFill>
              </a:rPr>
              <a:pPr/>
              <a:t>13</a:t>
            </a:fld>
            <a:endParaRPr lang="en-GB" altLang="en-US" sz="1200">
              <a:solidFill>
                <a:srgbClr val="000000"/>
              </a:solidFill>
            </a:endParaRPr>
          </a:p>
        </p:txBody>
      </p:sp>
      <p:sp>
        <p:nvSpPr>
          <p:cNvPr id="230402" name="Text Box 2">
            <a:extLst>
              <a:ext uri="{FF2B5EF4-FFF2-40B4-BE49-F238E27FC236}">
                <a16:creationId xmlns:a16="http://schemas.microsoft.com/office/drawing/2014/main" id="{C691D4BE-3D05-484F-998B-504AB93D1EE9}"/>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30403" name="Text Box 3">
            <a:extLst>
              <a:ext uri="{FF2B5EF4-FFF2-40B4-BE49-F238E27FC236}">
                <a16:creationId xmlns:a16="http://schemas.microsoft.com/office/drawing/2014/main" id="{00058C8C-FD38-4CA1-A3CA-9DF23D54F975}"/>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E61CE9D8-6828-45A1-A8B9-19E2ECF0BB52}"/>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97CC260B-152A-4BD9-9E91-04025D092506}" type="slidenum">
              <a:rPr lang="en-GB" altLang="en-US" sz="1200">
                <a:solidFill>
                  <a:srgbClr val="000000"/>
                </a:solidFill>
              </a:rPr>
              <a:pPr/>
              <a:t>14</a:t>
            </a:fld>
            <a:endParaRPr lang="en-GB" altLang="en-US" sz="1200">
              <a:solidFill>
                <a:srgbClr val="000000"/>
              </a:solidFill>
            </a:endParaRPr>
          </a:p>
        </p:txBody>
      </p:sp>
      <p:sp>
        <p:nvSpPr>
          <p:cNvPr id="232450" name="Text Box 2">
            <a:extLst>
              <a:ext uri="{FF2B5EF4-FFF2-40B4-BE49-F238E27FC236}">
                <a16:creationId xmlns:a16="http://schemas.microsoft.com/office/drawing/2014/main" id="{06C81AED-A4FC-462F-8F22-8DFE1A153136}"/>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32451" name="Text Box 3">
            <a:extLst>
              <a:ext uri="{FF2B5EF4-FFF2-40B4-BE49-F238E27FC236}">
                <a16:creationId xmlns:a16="http://schemas.microsoft.com/office/drawing/2014/main" id="{434FA193-D7BF-47D3-8220-9B0DECAF4267}"/>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B0322DDD-F8FD-490F-802B-A5FBEC1D92A4}"/>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4577E018-B983-4AEB-B1B3-BB436692EC96}" type="slidenum">
              <a:rPr lang="en-GB" altLang="en-US" sz="1200">
                <a:solidFill>
                  <a:srgbClr val="000000"/>
                </a:solidFill>
              </a:rPr>
              <a:pPr/>
              <a:t>15</a:t>
            </a:fld>
            <a:endParaRPr lang="en-GB" altLang="en-US" sz="1200">
              <a:solidFill>
                <a:srgbClr val="000000"/>
              </a:solidFill>
            </a:endParaRPr>
          </a:p>
        </p:txBody>
      </p:sp>
      <p:sp>
        <p:nvSpPr>
          <p:cNvPr id="234498" name="Text Box 2">
            <a:extLst>
              <a:ext uri="{FF2B5EF4-FFF2-40B4-BE49-F238E27FC236}">
                <a16:creationId xmlns:a16="http://schemas.microsoft.com/office/drawing/2014/main" id="{D5A353AB-AB1C-4F5D-BE8B-014CE5470CA9}"/>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34499" name="Text Box 3">
            <a:extLst>
              <a:ext uri="{FF2B5EF4-FFF2-40B4-BE49-F238E27FC236}">
                <a16:creationId xmlns:a16="http://schemas.microsoft.com/office/drawing/2014/main" id="{C72D95F8-5BD4-4C78-B44F-D8E8E32B3E0B}"/>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C693263D-B575-45A8-A695-7B3F4C65600C}"/>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557F4F46-B4F9-4190-8011-6D79557AAB57}" type="slidenum">
              <a:rPr lang="en-GB" altLang="en-US" sz="1200">
                <a:solidFill>
                  <a:srgbClr val="000000"/>
                </a:solidFill>
              </a:rPr>
              <a:pPr/>
              <a:t>16</a:t>
            </a:fld>
            <a:endParaRPr lang="en-GB" altLang="en-US" sz="1200">
              <a:solidFill>
                <a:srgbClr val="000000"/>
              </a:solidFill>
            </a:endParaRPr>
          </a:p>
        </p:txBody>
      </p:sp>
      <p:sp>
        <p:nvSpPr>
          <p:cNvPr id="236546" name="Text Box 2">
            <a:extLst>
              <a:ext uri="{FF2B5EF4-FFF2-40B4-BE49-F238E27FC236}">
                <a16:creationId xmlns:a16="http://schemas.microsoft.com/office/drawing/2014/main" id="{CA5B932A-6025-4505-9789-F5FCD3AC5771}"/>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36547" name="Text Box 3">
            <a:extLst>
              <a:ext uri="{FF2B5EF4-FFF2-40B4-BE49-F238E27FC236}">
                <a16:creationId xmlns:a16="http://schemas.microsoft.com/office/drawing/2014/main" id="{CFD6A0F6-FFBA-4D95-9F7E-3FDAD4A3AA5B}"/>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2805541E-2A52-495C-BA63-81ED63491573}"/>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7E21EF78-11BA-48AD-AA7C-DC15A85B2304}" type="slidenum">
              <a:rPr lang="en-GB" altLang="en-US" sz="1200">
                <a:solidFill>
                  <a:srgbClr val="000000"/>
                </a:solidFill>
              </a:rPr>
              <a:pPr/>
              <a:t>17</a:t>
            </a:fld>
            <a:endParaRPr lang="en-GB" altLang="en-US" sz="1200">
              <a:solidFill>
                <a:srgbClr val="000000"/>
              </a:solidFill>
            </a:endParaRPr>
          </a:p>
        </p:txBody>
      </p:sp>
      <p:sp>
        <p:nvSpPr>
          <p:cNvPr id="244738" name="Text Box 2">
            <a:extLst>
              <a:ext uri="{FF2B5EF4-FFF2-40B4-BE49-F238E27FC236}">
                <a16:creationId xmlns:a16="http://schemas.microsoft.com/office/drawing/2014/main" id="{61BF8C5E-44B0-4EAB-BBD7-5F855C60AD37}"/>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44739" name="Text Box 3">
            <a:extLst>
              <a:ext uri="{FF2B5EF4-FFF2-40B4-BE49-F238E27FC236}">
                <a16:creationId xmlns:a16="http://schemas.microsoft.com/office/drawing/2014/main" id="{EDD97BFF-76F8-40F2-A9CF-37DE32C8DE22}"/>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82B4BAAC-D1D3-41DD-8418-0BC0BB13A7DD}"/>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33F766BA-84D9-4571-9C34-AB16921947D3}" type="slidenum">
              <a:rPr lang="en-GB" altLang="en-US" sz="1200">
                <a:solidFill>
                  <a:srgbClr val="000000"/>
                </a:solidFill>
              </a:rPr>
              <a:pPr/>
              <a:t>18</a:t>
            </a:fld>
            <a:endParaRPr lang="en-GB" altLang="en-US" sz="1200">
              <a:solidFill>
                <a:srgbClr val="000000"/>
              </a:solidFill>
            </a:endParaRPr>
          </a:p>
        </p:txBody>
      </p:sp>
      <p:sp>
        <p:nvSpPr>
          <p:cNvPr id="240642" name="Text Box 2">
            <a:extLst>
              <a:ext uri="{FF2B5EF4-FFF2-40B4-BE49-F238E27FC236}">
                <a16:creationId xmlns:a16="http://schemas.microsoft.com/office/drawing/2014/main" id="{1F166542-DDD8-44B0-8FA8-FA8C684B4FD1}"/>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40643" name="Text Box 3">
            <a:extLst>
              <a:ext uri="{FF2B5EF4-FFF2-40B4-BE49-F238E27FC236}">
                <a16:creationId xmlns:a16="http://schemas.microsoft.com/office/drawing/2014/main" id="{F3BCF931-CA6A-4301-982A-087557B1F394}"/>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18C19267-7C29-41E5-B09F-55F590A750B5}"/>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94CC2E05-69D6-4F5D-B23B-6FA724152DF2}" type="slidenum">
              <a:rPr lang="en-GB" altLang="en-US" sz="1200">
                <a:solidFill>
                  <a:srgbClr val="000000"/>
                </a:solidFill>
              </a:rPr>
              <a:pPr/>
              <a:t>19</a:t>
            </a:fld>
            <a:endParaRPr lang="en-GB" altLang="en-US" sz="1200">
              <a:solidFill>
                <a:srgbClr val="000000"/>
              </a:solidFill>
            </a:endParaRPr>
          </a:p>
        </p:txBody>
      </p:sp>
      <p:sp>
        <p:nvSpPr>
          <p:cNvPr id="242690" name="Text Box 2">
            <a:extLst>
              <a:ext uri="{FF2B5EF4-FFF2-40B4-BE49-F238E27FC236}">
                <a16:creationId xmlns:a16="http://schemas.microsoft.com/office/drawing/2014/main" id="{40FAA54F-4A6F-4F13-BCE4-5CDFB03C16D2}"/>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42691" name="Text Box 3">
            <a:extLst>
              <a:ext uri="{FF2B5EF4-FFF2-40B4-BE49-F238E27FC236}">
                <a16:creationId xmlns:a16="http://schemas.microsoft.com/office/drawing/2014/main" id="{9A3BB925-0AB2-4A29-920E-A2E30764E588}"/>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94DF0CB5-86A2-4EFA-B50E-5B25BB53CC9E}"/>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9165B0A4-14DC-4F51-A636-ED67BE4EE6DF}" type="slidenum">
              <a:rPr lang="en-GB" altLang="en-US" sz="1200">
                <a:solidFill>
                  <a:srgbClr val="000000"/>
                </a:solidFill>
              </a:rPr>
              <a:pPr/>
              <a:t>20</a:t>
            </a:fld>
            <a:endParaRPr lang="en-GB" altLang="en-US" sz="1200">
              <a:solidFill>
                <a:srgbClr val="000000"/>
              </a:solidFill>
            </a:endParaRPr>
          </a:p>
        </p:txBody>
      </p:sp>
      <p:sp>
        <p:nvSpPr>
          <p:cNvPr id="246786" name="Text Box 2">
            <a:extLst>
              <a:ext uri="{FF2B5EF4-FFF2-40B4-BE49-F238E27FC236}">
                <a16:creationId xmlns:a16="http://schemas.microsoft.com/office/drawing/2014/main" id="{A0BAC834-2ECD-42CB-9838-EF174E8F7D7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46787" name="Text Box 3">
            <a:extLst>
              <a:ext uri="{FF2B5EF4-FFF2-40B4-BE49-F238E27FC236}">
                <a16:creationId xmlns:a16="http://schemas.microsoft.com/office/drawing/2014/main" id="{8F73BDE3-5CCA-4B3B-AC90-1885403B3B60}"/>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0BEC14FA-3F5C-44E4-BE34-E56D45671F39}"/>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3572C09B-DC15-4328-974B-B69EEDCFD0DD}" type="slidenum">
              <a:rPr lang="en-GB" altLang="en-US" sz="1200">
                <a:solidFill>
                  <a:srgbClr val="000000"/>
                </a:solidFill>
              </a:rPr>
              <a:pPr/>
              <a:t>21</a:t>
            </a:fld>
            <a:endParaRPr lang="en-GB" altLang="en-US" sz="1200">
              <a:solidFill>
                <a:srgbClr val="000000"/>
              </a:solidFill>
            </a:endParaRPr>
          </a:p>
        </p:txBody>
      </p:sp>
      <p:sp>
        <p:nvSpPr>
          <p:cNvPr id="248834" name="Text Box 2">
            <a:extLst>
              <a:ext uri="{FF2B5EF4-FFF2-40B4-BE49-F238E27FC236}">
                <a16:creationId xmlns:a16="http://schemas.microsoft.com/office/drawing/2014/main" id="{DEB8B889-B8A8-480B-AEB5-F3682F2805AC}"/>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48835" name="Text Box 3">
            <a:extLst>
              <a:ext uri="{FF2B5EF4-FFF2-40B4-BE49-F238E27FC236}">
                <a16:creationId xmlns:a16="http://schemas.microsoft.com/office/drawing/2014/main" id="{0AA7A3ED-55AE-4505-B2C1-2FC160E1A55D}"/>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4BA58BA0-EAD7-447E-A5C7-AD2E3185B78C}"/>
              </a:ext>
            </a:extLst>
          </p:cNvPr>
          <p:cNvSpPr>
            <a:spLocks noGrp="1" noChangeArrowheads="1"/>
          </p:cNvSpPr>
          <p:nvPr>
            <p:ph type="sldNum" sz="quarter"/>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E4C5CD30-CF67-44DF-B2B4-01A4EA581374}" type="slidenum">
              <a:rPr lang="en-GB" altLang="en-US" sz="1200">
                <a:solidFill>
                  <a:srgbClr val="000000"/>
                </a:solidFill>
              </a:rPr>
              <a:pPr/>
              <a:t>22</a:t>
            </a:fld>
            <a:endParaRPr lang="en-GB" altLang="en-US" sz="1200">
              <a:solidFill>
                <a:srgbClr val="000000"/>
              </a:solidFill>
            </a:endParaRPr>
          </a:p>
        </p:txBody>
      </p:sp>
      <p:sp>
        <p:nvSpPr>
          <p:cNvPr id="250882" name="Text Box 2">
            <a:extLst>
              <a:ext uri="{FF2B5EF4-FFF2-40B4-BE49-F238E27FC236}">
                <a16:creationId xmlns:a16="http://schemas.microsoft.com/office/drawing/2014/main" id="{4F1AF277-560C-403C-ACDA-C3E83EBE4562}"/>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50883" name="Text Box 3">
            <a:extLst>
              <a:ext uri="{FF2B5EF4-FFF2-40B4-BE49-F238E27FC236}">
                <a16:creationId xmlns:a16="http://schemas.microsoft.com/office/drawing/2014/main" id="{4FD80022-D2D2-48E9-8924-73AB6FE71060}"/>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4BA58BA0-EAD7-447E-A5C7-AD2E3185B78C}"/>
              </a:ext>
            </a:extLst>
          </p:cNvPr>
          <p:cNvSpPr>
            <a:spLocks noGrp="1" noChangeArrowheads="1"/>
          </p:cNvSpPr>
          <p:nvPr>
            <p:ph type="sldNum" sz="quarter"/>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S PGothic" panose="020B0600070205080204" pitchFamily="34" charset="-128"/>
              </a:defRPr>
            </a:lvl9pPr>
          </a:lstStyle>
          <a:p>
            <a:fld id="{E4C5CD30-CF67-44DF-B2B4-01A4EA581374}" type="slidenum">
              <a:rPr lang="en-GB" altLang="en-US" sz="1200">
                <a:solidFill>
                  <a:srgbClr val="000000"/>
                </a:solidFill>
              </a:rPr>
              <a:pPr/>
              <a:t>23</a:t>
            </a:fld>
            <a:endParaRPr lang="en-GB" altLang="en-US" sz="1200">
              <a:solidFill>
                <a:srgbClr val="000000"/>
              </a:solidFill>
            </a:endParaRPr>
          </a:p>
        </p:txBody>
      </p:sp>
      <p:sp>
        <p:nvSpPr>
          <p:cNvPr id="250882" name="Text Box 2">
            <a:extLst>
              <a:ext uri="{FF2B5EF4-FFF2-40B4-BE49-F238E27FC236}">
                <a16:creationId xmlns:a16="http://schemas.microsoft.com/office/drawing/2014/main" id="{4F1AF277-560C-403C-ACDA-C3E83EBE4562}"/>
              </a:ext>
            </a:extLst>
          </p:cNvPr>
          <p:cNvSpPr txBox="1">
            <a:spLocks noChangeArrowheads="1"/>
          </p:cNvSpPr>
          <p:nvPr/>
        </p:nvSpPr>
        <p:spPr bwMode="auto">
          <a:xfrm>
            <a:off x="1131888" y="688975"/>
            <a:ext cx="4592637" cy="34448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buFont typeface="Times New Roman" charset="0"/>
              <a:buNone/>
              <a:defRPr/>
            </a:pPr>
            <a:endParaRPr lang="it-IT">
              <a:latin typeface="Times New Roman" charset="0"/>
              <a:ea typeface="ＭＳ Ｐゴシック" charset="0"/>
            </a:endParaRPr>
          </a:p>
        </p:txBody>
      </p:sp>
      <p:sp>
        <p:nvSpPr>
          <p:cNvPr id="250883" name="Text Box 3">
            <a:extLst>
              <a:ext uri="{FF2B5EF4-FFF2-40B4-BE49-F238E27FC236}">
                <a16:creationId xmlns:a16="http://schemas.microsoft.com/office/drawing/2014/main" id="{4FD80022-D2D2-48E9-8924-73AB6FE71060}"/>
              </a:ext>
            </a:extLst>
          </p:cNvPr>
          <p:cNvSpPr>
            <a:spLocks noGrp="1" noChangeArrowheads="1"/>
          </p:cNvSpPr>
          <p:nvPr>
            <p:ph type="body"/>
          </p:nvPr>
        </p:nvSpPr>
        <p:spPr>
          <a:xfrm>
            <a:off x="914400" y="4365625"/>
            <a:ext cx="5019675" cy="4125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it-IT">
              <a:ea typeface="ＭＳ Ｐゴシック" charset="0"/>
              <a:cs typeface="+mn-cs"/>
            </a:endParaRPr>
          </a:p>
        </p:txBody>
      </p:sp>
    </p:spTree>
    <p:extLst>
      <p:ext uri="{BB962C8B-B14F-4D97-AF65-F5344CB8AC3E}">
        <p14:creationId xmlns:p14="http://schemas.microsoft.com/office/powerpoint/2010/main" val="964050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20720CCF-E218-4B2C-8464-A37907D82283}"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3E25C3F-BEE6-4767-BECD-43DC673A16E1}"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EF19C3DF-F5EE-4CE1-897E-6EF34022FF95}"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E2830FEE-6631-46C8-A68B-26580C2F8D23}"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E6F57EE8-E1E6-477B-B6A0-7C4E9954D1DB}" type="datetime1">
              <a:rPr lang="it-IT" smtClean="0"/>
              <a:t>23/02/2023</a:t>
            </a:fld>
            <a:endParaRPr lang="it-IT"/>
          </a:p>
        </p:txBody>
      </p:sp>
      <p:sp>
        <p:nvSpPr>
          <p:cNvPr id="8" name="Segnaposto piè di pagina 7"/>
          <p:cNvSpPr>
            <a:spLocks noGrp="1"/>
          </p:cNvSpPr>
          <p:nvPr>
            <p:ph type="ftr" sz="quarter" idx="11"/>
          </p:nvPr>
        </p:nvSpPr>
        <p:spPr/>
        <p:txBody>
          <a:bodyPr/>
          <a:lstStyle/>
          <a:p>
            <a:r>
              <a:rPr lang="it-IT"/>
              <a:t>Prof. Sebastiano Battiato</a:t>
            </a:r>
          </a:p>
        </p:txBody>
      </p:sp>
      <p:sp>
        <p:nvSpPr>
          <p:cNvPr id="9" name="Segnaposto numero diapositiva 8"/>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9A909193-E75F-45FD-BCD5-B50D9F1F20EA}" type="datetime1">
              <a:rPr lang="it-IT" smtClean="0"/>
              <a:t>23/02/2023</a:t>
            </a:fld>
            <a:endParaRPr lang="it-IT"/>
          </a:p>
        </p:txBody>
      </p:sp>
      <p:sp>
        <p:nvSpPr>
          <p:cNvPr id="4" name="Segnaposto piè di pagina 3"/>
          <p:cNvSpPr>
            <a:spLocks noGrp="1"/>
          </p:cNvSpPr>
          <p:nvPr>
            <p:ph type="ftr" sz="quarter" idx="11"/>
          </p:nvPr>
        </p:nvSpPr>
        <p:spPr/>
        <p:txBody>
          <a:bodyPr/>
          <a:lstStyle/>
          <a:p>
            <a:r>
              <a:rPr lang="it-IT"/>
              <a:t>Prof. Sebastiano Battiato</a:t>
            </a:r>
          </a:p>
        </p:txBody>
      </p:sp>
      <p:sp>
        <p:nvSpPr>
          <p:cNvPr id="5" name="Segnaposto numero diapositiva 4"/>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46DFA50-D1D4-4040-9856-CEDD09579BF0}" type="datetime1">
              <a:rPr lang="it-IT" smtClean="0"/>
              <a:t>23/02/2023</a:t>
            </a:fld>
            <a:endParaRPr lang="it-IT"/>
          </a:p>
        </p:txBody>
      </p:sp>
      <p:sp>
        <p:nvSpPr>
          <p:cNvPr id="3" name="Segnaposto piè di pagina 2"/>
          <p:cNvSpPr>
            <a:spLocks noGrp="1"/>
          </p:cNvSpPr>
          <p:nvPr>
            <p:ph type="ftr" sz="quarter" idx="11"/>
          </p:nvPr>
        </p:nvSpPr>
        <p:spPr/>
        <p:txBody>
          <a:bodyPr/>
          <a:lstStyle/>
          <a:p>
            <a:r>
              <a:rPr lang="it-IT"/>
              <a:t>Prof. Sebastiano Battiato</a:t>
            </a:r>
          </a:p>
        </p:txBody>
      </p:sp>
      <p:sp>
        <p:nvSpPr>
          <p:cNvPr id="4" name="Segnaposto numero diapositiva 3"/>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B4BAABCC-650C-44AF-AAA5-125BD543967A}"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6D8184B4-A310-4379-AA26-CC2359EE9796}" type="datetime1">
              <a:rPr lang="it-IT" smtClean="0"/>
              <a:t>23/02/2023</a:t>
            </a:fld>
            <a:endParaRPr lang="it-IT"/>
          </a:p>
        </p:txBody>
      </p:sp>
      <p:sp>
        <p:nvSpPr>
          <p:cNvPr id="6" name="Segnaposto piè di pagina 5"/>
          <p:cNvSpPr>
            <a:spLocks noGrp="1"/>
          </p:cNvSpPr>
          <p:nvPr>
            <p:ph type="ftr" sz="quarter" idx="11"/>
          </p:nvPr>
        </p:nvSpPr>
        <p:spPr/>
        <p:txBody>
          <a:bodyPr/>
          <a:lstStyle/>
          <a:p>
            <a:r>
              <a:rPr lang="it-IT"/>
              <a:t>Prof. Sebastiano Battiato</a:t>
            </a:r>
          </a:p>
        </p:txBody>
      </p:sp>
      <p:sp>
        <p:nvSpPr>
          <p:cNvPr id="7" name="Segnaposto numero diapositiva 6"/>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CFD63288-D516-4BE7-A187-31238DD7AC04}"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DF23434A-3403-4979-A1A4-5F970B6829C4}" type="datetime1">
              <a:rPr lang="it-IT" smtClean="0"/>
              <a:t>23/02/2023</a:t>
            </a:fld>
            <a:endParaRPr lang="it-IT"/>
          </a:p>
        </p:txBody>
      </p:sp>
      <p:sp>
        <p:nvSpPr>
          <p:cNvPr id="5" name="Segnaposto piè di pagina 4"/>
          <p:cNvSpPr>
            <a:spLocks noGrp="1"/>
          </p:cNvSpPr>
          <p:nvPr>
            <p:ph type="ftr" sz="quarter" idx="11"/>
          </p:nvPr>
        </p:nvSpPr>
        <p:spPr/>
        <p:txBody>
          <a:bodyPr/>
          <a:lstStyle/>
          <a:p>
            <a:r>
              <a:rPr lang="it-IT"/>
              <a:t>Prof. Sebastiano Battiato</a:t>
            </a:r>
          </a:p>
        </p:txBody>
      </p:sp>
      <p:sp>
        <p:nvSpPr>
          <p:cNvPr id="6" name="Segnaposto numero diapositiva 5"/>
          <p:cNvSpPr>
            <a:spLocks noGrp="1"/>
          </p:cNvSpPr>
          <p:nvPr>
            <p:ph type="sldNum" sz="quarter" idx="12"/>
          </p:nvPr>
        </p:nvSpPr>
        <p:spPr/>
        <p:txBody>
          <a:bodyPr/>
          <a:lstStyle/>
          <a:p>
            <a:fld id="{854EB9B7-4A62-42A8-A7BB-04916DCE4B22}"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7A9CE8-12BB-4290-9066-AE3E203EF26F}" type="datetime1">
              <a:rPr lang="it-IT" smtClean="0"/>
              <a:t>23/02/2023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Prof. Sebastiano Battiato</a:t>
            </a:r>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EB9B7-4A62-42A8-A7BB-04916DCE4B22}"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image" Target="../media/image8.png"/><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2362870"/>
            <a:ext cx="8229600" cy="2578298"/>
          </a:xfrm>
        </p:spPr>
        <p:txBody>
          <a:bodyPr>
            <a:noAutofit/>
          </a:bodyPr>
          <a:lstStyle/>
          <a:p>
            <a:r>
              <a:rPr lang="en-US" sz="3600" dirty="0" err="1"/>
              <a:t>Liste</a:t>
            </a:r>
            <a:r>
              <a:rPr lang="en-US" sz="3600" dirty="0"/>
              <a:t> concatenate</a:t>
            </a:r>
            <a:br>
              <a:rPr lang="it-IT" sz="1800" dirty="0"/>
            </a:br>
            <a:r>
              <a:rPr lang="it-IT" sz="1800" dirty="0"/>
              <a:t>Massimo Orazio Spata</a:t>
            </a:r>
            <a:br>
              <a:rPr lang="it-IT" sz="1800" dirty="0"/>
            </a:br>
            <a:r>
              <a:rPr lang="it-IT" sz="1800" dirty="0"/>
              <a:t>Image Processing Lab - iplab.dmi.unict.it </a:t>
            </a:r>
            <a:br>
              <a:rPr lang="it-IT" sz="1800" dirty="0"/>
            </a:br>
            <a:br>
              <a:rPr lang="it-IT" sz="1800" dirty="0"/>
            </a:br>
            <a:r>
              <a:rPr lang="it-IT" sz="1800" dirty="0"/>
              <a:t>massimo.spata@unict.it</a:t>
            </a:r>
            <a:br>
              <a:rPr lang="it-IT" sz="1800" dirty="0"/>
            </a:br>
            <a:r>
              <a:rPr lang="it-IT" sz="1800" dirty="0"/>
              <a:t>www.dmi.unict.it/spata/</a:t>
            </a:r>
            <a:endParaRPr lang="it-IT" sz="2800"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60648"/>
            <a:ext cx="5667375"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olo 1">
            <a:extLst>
              <a:ext uri="{FF2B5EF4-FFF2-40B4-BE49-F238E27FC236}">
                <a16:creationId xmlns:a16="http://schemas.microsoft.com/office/drawing/2014/main" id="{25E62F9C-6F62-4587-8536-A307DD9F124C}"/>
              </a:ext>
            </a:extLst>
          </p:cNvPr>
          <p:cNvSpPr>
            <a:spLocks noGrp="1"/>
          </p:cNvSpPr>
          <p:nvPr>
            <p:ph type="title"/>
          </p:nvPr>
        </p:nvSpPr>
        <p:spPr/>
        <p:txBody>
          <a:bodyPr/>
          <a:lstStyle/>
          <a:p>
            <a:pPr eaLnBrk="1" hangingPunct="1"/>
            <a:r>
              <a:rPr lang="it-IT" altLang="en-US" dirty="0"/>
              <a:t>Insiemi Dinamici</a:t>
            </a:r>
          </a:p>
        </p:txBody>
      </p:sp>
      <p:sp>
        <p:nvSpPr>
          <p:cNvPr id="15362" name="Segnaposto contenuto 2">
            <a:extLst>
              <a:ext uri="{FF2B5EF4-FFF2-40B4-BE49-F238E27FC236}">
                <a16:creationId xmlns:a16="http://schemas.microsoft.com/office/drawing/2014/main" id="{49A840FA-B569-40DA-B1B1-E8504A2F49AA}"/>
              </a:ext>
            </a:extLst>
          </p:cNvPr>
          <p:cNvSpPr>
            <a:spLocks noGrp="1"/>
          </p:cNvSpPr>
          <p:nvPr>
            <p:ph idx="1"/>
          </p:nvPr>
        </p:nvSpPr>
        <p:spPr/>
        <p:txBody>
          <a:bodyPr/>
          <a:lstStyle/>
          <a:p>
            <a:pPr marL="0" indent="0" algn="just" eaLnBrk="1" hangingPunct="1">
              <a:buNone/>
            </a:pPr>
            <a:r>
              <a:rPr lang="it-IT" altLang="en-US" dirty="0"/>
              <a:t>Gli insiemi sono fondamentali per l’informatica e la matematica. Mentre gli insiemi matematici sono immutabili, gli insieme manipolati dagli algoritmi possono crescere, ridursi o cambiare nel tempo. </a:t>
            </a:r>
          </a:p>
          <a:p>
            <a:pPr marL="0" indent="0" algn="just" eaLnBrk="1" hangingPunct="1">
              <a:buNone/>
            </a:pPr>
            <a:endParaRPr lang="it-IT" altLang="en-US" dirty="0"/>
          </a:p>
          <a:p>
            <a:pPr marL="0" indent="0" algn="just" eaLnBrk="1" hangingPunct="1">
              <a:buNone/>
            </a:pPr>
            <a:r>
              <a:rPr lang="it-IT" altLang="en-US" dirty="0"/>
              <a:t>Questi insiemi sono detti </a:t>
            </a:r>
            <a:r>
              <a:rPr lang="it-IT" altLang="en-US" b="1" i="1" dirty="0"/>
              <a:t>dinamici</a:t>
            </a:r>
            <a:r>
              <a:rPr lang="it-IT" altLang="en-US" dirty="0"/>
              <a:t>.</a:t>
            </a:r>
          </a:p>
          <a:p>
            <a:pPr eaLnBrk="1" hangingPunct="1"/>
            <a:endParaRPr lang="it-IT" altLang="en-US" dirty="0"/>
          </a:p>
        </p:txBody>
      </p:sp>
    </p:spTree>
    <p:extLst>
      <p:ext uri="{BB962C8B-B14F-4D97-AF65-F5344CB8AC3E}">
        <p14:creationId xmlns:p14="http://schemas.microsoft.com/office/powerpoint/2010/main" val="98305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olo 1">
            <a:extLst>
              <a:ext uri="{FF2B5EF4-FFF2-40B4-BE49-F238E27FC236}">
                <a16:creationId xmlns:a16="http://schemas.microsoft.com/office/drawing/2014/main" id="{25E62F9C-6F62-4587-8536-A307DD9F124C}"/>
              </a:ext>
            </a:extLst>
          </p:cNvPr>
          <p:cNvSpPr>
            <a:spLocks noGrp="1"/>
          </p:cNvSpPr>
          <p:nvPr>
            <p:ph type="title"/>
          </p:nvPr>
        </p:nvSpPr>
        <p:spPr/>
        <p:txBody>
          <a:bodyPr/>
          <a:lstStyle/>
          <a:p>
            <a:pPr eaLnBrk="1" hangingPunct="1"/>
            <a:r>
              <a:rPr lang="it-IT" altLang="en-US"/>
              <a:t>Sequenze lineari</a:t>
            </a:r>
          </a:p>
        </p:txBody>
      </p:sp>
      <p:sp>
        <p:nvSpPr>
          <p:cNvPr id="15362" name="Segnaposto contenuto 2">
            <a:extLst>
              <a:ext uri="{FF2B5EF4-FFF2-40B4-BE49-F238E27FC236}">
                <a16:creationId xmlns:a16="http://schemas.microsoft.com/office/drawing/2014/main" id="{49A840FA-B569-40DA-B1B1-E8504A2F49AA}"/>
              </a:ext>
            </a:extLst>
          </p:cNvPr>
          <p:cNvSpPr>
            <a:spLocks noGrp="1"/>
          </p:cNvSpPr>
          <p:nvPr>
            <p:ph idx="1"/>
          </p:nvPr>
        </p:nvSpPr>
        <p:spPr/>
        <p:txBody>
          <a:bodyPr>
            <a:normAutofit/>
          </a:bodyPr>
          <a:lstStyle/>
          <a:p>
            <a:pPr eaLnBrk="1" hangingPunct="1"/>
            <a:r>
              <a:rPr lang="it-IT" altLang="en-US" dirty="0"/>
              <a:t>Insieme finito di elementi disposti consecutivamente.</a:t>
            </a:r>
          </a:p>
          <a:p>
            <a:pPr eaLnBrk="1" hangingPunct="1"/>
            <a:r>
              <a:rPr lang="it-IT" altLang="en-US" dirty="0"/>
              <a:t>Gli elementi hanno un ordine, che può essere o meno rilevante. Ogni elemento può quindi avere associato un indice di posizione (univoco). </a:t>
            </a:r>
          </a:p>
          <a:p>
            <a:pPr eaLnBrk="1" hangingPunct="1"/>
            <a:r>
              <a:rPr lang="it-IT" altLang="en-US" dirty="0"/>
              <a:t>L</a:t>
            </a:r>
            <a:r>
              <a:rPr lang="it-IT" altLang="it-IT" dirty="0"/>
              <a:t>’</a:t>
            </a:r>
            <a:r>
              <a:rPr lang="it-IT" altLang="en-US" dirty="0"/>
              <a:t>operazione più elementare è l</a:t>
            </a:r>
            <a:r>
              <a:rPr lang="it-IT" altLang="it-IT" dirty="0"/>
              <a:t>’</a:t>
            </a:r>
            <a:r>
              <a:rPr lang="it-IT" altLang="en-US" dirty="0"/>
              <a:t>accesso ai singoli elementi. </a:t>
            </a:r>
          </a:p>
          <a:p>
            <a:pPr eaLnBrk="1" hangingPunct="1"/>
            <a:endParaRPr lang="it-IT"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olo 1">
            <a:extLst>
              <a:ext uri="{FF2B5EF4-FFF2-40B4-BE49-F238E27FC236}">
                <a16:creationId xmlns:a16="http://schemas.microsoft.com/office/drawing/2014/main" id="{19336152-FDC0-4F52-B14E-382C89902E05}"/>
              </a:ext>
            </a:extLst>
          </p:cNvPr>
          <p:cNvSpPr>
            <a:spLocks noGrp="1"/>
          </p:cNvSpPr>
          <p:nvPr>
            <p:ph type="title"/>
          </p:nvPr>
        </p:nvSpPr>
        <p:spPr/>
        <p:txBody>
          <a:bodyPr/>
          <a:lstStyle/>
          <a:p>
            <a:pPr eaLnBrk="1" hangingPunct="1"/>
            <a:r>
              <a:rPr lang="it-IT" altLang="en-US"/>
              <a:t>Modalità di Accesso</a:t>
            </a:r>
          </a:p>
        </p:txBody>
      </p:sp>
      <p:sp>
        <p:nvSpPr>
          <p:cNvPr id="16386" name="Segnaposto contenuto 2">
            <a:extLst>
              <a:ext uri="{FF2B5EF4-FFF2-40B4-BE49-F238E27FC236}">
                <a16:creationId xmlns:a16="http://schemas.microsoft.com/office/drawing/2014/main" id="{50DCF90C-6F23-4628-8250-C7162C1388B0}"/>
              </a:ext>
            </a:extLst>
          </p:cNvPr>
          <p:cNvSpPr>
            <a:spLocks noGrp="1"/>
          </p:cNvSpPr>
          <p:nvPr>
            <p:ph idx="1"/>
          </p:nvPr>
        </p:nvSpPr>
        <p:spPr>
          <a:xfrm>
            <a:off x="457200" y="1600200"/>
            <a:ext cx="8229600" cy="4921250"/>
          </a:xfrm>
        </p:spPr>
        <p:txBody>
          <a:bodyPr/>
          <a:lstStyle/>
          <a:p>
            <a:pPr eaLnBrk="1" hangingPunct="1"/>
            <a:r>
              <a:rPr lang="it-IT" altLang="en-US"/>
              <a:t>Accesso diretto (array)</a:t>
            </a:r>
          </a:p>
          <a:p>
            <a:pPr lvl="1" eaLnBrk="1" hangingPunct="1"/>
            <a:r>
              <a:rPr lang="it-IT" altLang="en-US"/>
              <a:t>Accediamo direttamente all</a:t>
            </a:r>
            <a:r>
              <a:rPr lang="it-IT" altLang="it-IT"/>
              <a:t>’</a:t>
            </a:r>
            <a:r>
              <a:rPr lang="it-IT" altLang="en-US"/>
              <a:t>elemento a</a:t>
            </a:r>
            <a:r>
              <a:rPr lang="it-IT" altLang="en-US" baseline="-25000"/>
              <a:t>i</a:t>
            </a:r>
            <a:r>
              <a:rPr lang="it-IT" altLang="en-US"/>
              <a:t> senza dover attraversare la sequenza. </a:t>
            </a:r>
          </a:p>
          <a:p>
            <a:pPr eaLnBrk="1" hangingPunct="1"/>
            <a:r>
              <a:rPr lang="it-IT" altLang="en-US"/>
              <a:t>Accesso sequenziale (liste)</a:t>
            </a:r>
          </a:p>
          <a:p>
            <a:pPr lvl="1" eaLnBrk="1" hangingPunct="1"/>
            <a:r>
              <a:rPr lang="it-IT" altLang="en-US"/>
              <a:t>Raggiungiamo l</a:t>
            </a:r>
            <a:r>
              <a:rPr lang="it-IT" altLang="it-IT"/>
              <a:t>’</a:t>
            </a:r>
            <a:r>
              <a:rPr lang="it-IT" altLang="en-US"/>
              <a:t>elemento attraversando la sequenza a partire da un suo estremo. </a:t>
            </a:r>
          </a:p>
          <a:p>
            <a:pPr lvl="1" eaLnBrk="1" hangingPunct="1"/>
            <a:r>
              <a:rPr lang="it-IT" altLang="en-US"/>
              <a:t>Costo O(i) </a:t>
            </a:r>
          </a:p>
          <a:p>
            <a:pPr lvl="1" eaLnBrk="1" hangingPunct="1"/>
            <a:r>
              <a:rPr lang="it-IT" altLang="en-US"/>
              <a:t>Accedere a a</a:t>
            </a:r>
            <a:r>
              <a:rPr lang="it-IT" altLang="en-US" baseline="-25000"/>
              <a:t>i+1 </a:t>
            </a:r>
            <a:r>
              <a:rPr lang="it-IT" altLang="en-US"/>
              <a:t>(da a</a:t>
            </a:r>
            <a:r>
              <a:rPr lang="it-IT" altLang="en-US" baseline="-25000"/>
              <a:t>i</a:t>
            </a:r>
            <a:r>
              <a:rPr lang="it-IT" altLang="en-US"/>
              <a:t>) costa O(1)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olo 1">
            <a:extLst>
              <a:ext uri="{FF2B5EF4-FFF2-40B4-BE49-F238E27FC236}">
                <a16:creationId xmlns:a16="http://schemas.microsoft.com/office/drawing/2014/main" id="{FDAE60BC-E071-407D-9BE9-37A50836AC6B}"/>
              </a:ext>
            </a:extLst>
          </p:cNvPr>
          <p:cNvSpPr>
            <a:spLocks noGrp="1"/>
          </p:cNvSpPr>
          <p:nvPr>
            <p:ph type="title"/>
          </p:nvPr>
        </p:nvSpPr>
        <p:spPr/>
        <p:txBody>
          <a:bodyPr/>
          <a:lstStyle/>
          <a:p>
            <a:pPr eaLnBrk="1" hangingPunct="1"/>
            <a:r>
              <a:rPr lang="it-IT" altLang="en-US"/>
              <a:t>Allocazione della Memoria</a:t>
            </a:r>
          </a:p>
        </p:txBody>
      </p:sp>
      <p:sp>
        <p:nvSpPr>
          <p:cNvPr id="17410" name="Segnaposto contenuto 2">
            <a:extLst>
              <a:ext uri="{FF2B5EF4-FFF2-40B4-BE49-F238E27FC236}">
                <a16:creationId xmlns:a16="http://schemas.microsoft.com/office/drawing/2014/main" id="{E983E3A4-8EE7-490F-BF1E-01990E4082EB}"/>
              </a:ext>
            </a:extLst>
          </p:cNvPr>
          <p:cNvSpPr>
            <a:spLocks noGrp="1"/>
          </p:cNvSpPr>
          <p:nvPr>
            <p:ph idx="1"/>
          </p:nvPr>
        </p:nvSpPr>
        <p:spPr>
          <a:xfrm>
            <a:off x="457200" y="1600200"/>
            <a:ext cx="8229600" cy="4889500"/>
          </a:xfrm>
        </p:spPr>
        <p:txBody>
          <a:bodyPr/>
          <a:lstStyle/>
          <a:p>
            <a:pPr eaLnBrk="1" hangingPunct="1"/>
            <a:r>
              <a:rPr lang="it-IT" altLang="en-US" dirty="0"/>
              <a:t>Array e liste corrispondono a modi diversi di allocare la memoria</a:t>
            </a:r>
          </a:p>
          <a:p>
            <a:pPr eaLnBrk="1" hangingPunct="1"/>
            <a:r>
              <a:rPr lang="it-IT" altLang="en-US" dirty="0"/>
              <a:t>Array: le locazioni di memoria corrispondenti ad elementi contigui sono contigue. </a:t>
            </a:r>
          </a:p>
          <a:p>
            <a:pPr lvl="1" eaLnBrk="1" hangingPunct="1"/>
            <a:r>
              <a:rPr lang="it-IT" altLang="en-US" dirty="0"/>
              <a:t>Il nome dell</a:t>
            </a:r>
            <a:r>
              <a:rPr lang="it-IT" altLang="it-IT" dirty="0"/>
              <a:t>’</a:t>
            </a:r>
            <a:r>
              <a:rPr lang="it-IT" altLang="en-US" dirty="0"/>
              <a:t>array corrisponde alla locazione del primo elemento (a[0])</a:t>
            </a:r>
          </a:p>
          <a:p>
            <a:pPr lvl="1" eaLnBrk="1" hangingPunct="1"/>
            <a:r>
              <a:rPr lang="it-IT" altLang="en-US" dirty="0"/>
              <a:t>Se x è l</a:t>
            </a:r>
            <a:r>
              <a:rPr lang="it-IT" altLang="it-IT" dirty="0"/>
              <a:t>’</a:t>
            </a:r>
            <a:r>
              <a:rPr lang="it-IT" altLang="en-US" dirty="0"/>
              <a:t>indirizzo di a, a[0] si trova all</a:t>
            </a:r>
            <a:r>
              <a:rPr lang="it-IT" altLang="it-IT" dirty="0"/>
              <a:t>’</a:t>
            </a:r>
            <a:r>
              <a:rPr lang="it-IT" altLang="en-US" dirty="0"/>
              <a:t>indirizzo x </a:t>
            </a:r>
          </a:p>
          <a:p>
            <a:pPr lvl="1" eaLnBrk="1" hangingPunct="1"/>
            <a:r>
              <a:rPr lang="it-IT" altLang="en-US" dirty="0"/>
              <a:t>a[1] si trova all</a:t>
            </a:r>
            <a:r>
              <a:rPr lang="it-IT" altLang="it-IT" dirty="0"/>
              <a:t>’</a:t>
            </a:r>
            <a:r>
              <a:rPr lang="it-IT" altLang="en-US" dirty="0"/>
              <a:t>indirizzo x+1, ecc.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olo 1">
            <a:extLst>
              <a:ext uri="{FF2B5EF4-FFF2-40B4-BE49-F238E27FC236}">
                <a16:creationId xmlns:a16="http://schemas.microsoft.com/office/drawing/2014/main" id="{97B6DE07-FB0A-4CDC-94B0-D4C5942C28D8}"/>
              </a:ext>
            </a:extLst>
          </p:cNvPr>
          <p:cNvSpPr>
            <a:spLocks noGrp="1"/>
          </p:cNvSpPr>
          <p:nvPr>
            <p:ph type="title"/>
          </p:nvPr>
        </p:nvSpPr>
        <p:spPr/>
        <p:txBody>
          <a:bodyPr/>
          <a:lstStyle/>
          <a:p>
            <a:pPr eaLnBrk="1" hangingPunct="1"/>
            <a:r>
              <a:rPr lang="it-IT" altLang="en-US"/>
              <a:t>Allocazione della Memoria</a:t>
            </a:r>
          </a:p>
        </p:txBody>
      </p:sp>
      <p:sp>
        <p:nvSpPr>
          <p:cNvPr id="18434" name="Segnaposto contenuto 2">
            <a:extLst>
              <a:ext uri="{FF2B5EF4-FFF2-40B4-BE49-F238E27FC236}">
                <a16:creationId xmlns:a16="http://schemas.microsoft.com/office/drawing/2014/main" id="{1C68524A-FCA1-471A-88E7-F0398A7404AB}"/>
              </a:ext>
            </a:extLst>
          </p:cNvPr>
          <p:cNvSpPr>
            <a:spLocks noGrp="1"/>
          </p:cNvSpPr>
          <p:nvPr>
            <p:ph idx="1"/>
          </p:nvPr>
        </p:nvSpPr>
        <p:spPr>
          <a:xfrm>
            <a:off x="457200" y="1600200"/>
            <a:ext cx="8229600" cy="4889500"/>
          </a:xfrm>
        </p:spPr>
        <p:txBody>
          <a:bodyPr/>
          <a:lstStyle/>
          <a:p>
            <a:pPr eaLnBrk="1" hangingPunct="1"/>
            <a:r>
              <a:rPr lang="it-IT" altLang="en-US" dirty="0"/>
              <a:t>Liste: gli elementi si trovano in locazioni di memoria non necessariamente contigue. </a:t>
            </a:r>
          </a:p>
          <a:p>
            <a:pPr lvl="1" eaLnBrk="1" hangingPunct="1"/>
            <a:r>
              <a:rPr lang="it-IT" altLang="en-US" dirty="0"/>
              <a:t>Ogni elemento memorizza, oltre al proprio valore, l</a:t>
            </a:r>
            <a:r>
              <a:rPr lang="it-IT" altLang="it-IT" dirty="0"/>
              <a:t>’</a:t>
            </a:r>
            <a:r>
              <a:rPr lang="it-IT" altLang="en-US" dirty="0"/>
              <a:t>indirizzo del valore successivo. </a:t>
            </a:r>
          </a:p>
          <a:p>
            <a:pPr lvl="1" eaLnBrk="1" hangingPunct="1"/>
            <a:endParaRPr lang="it-IT" altLang="en-US" dirty="0"/>
          </a:p>
          <a:p>
            <a:pPr eaLnBrk="1" hangingPunct="1"/>
            <a:r>
              <a:rPr lang="it-IT" altLang="en-US" b="1" dirty="0"/>
              <a:t>Vantaggio</a:t>
            </a:r>
            <a:r>
              <a:rPr lang="it-IT" altLang="en-US" dirty="0"/>
              <a:t>: le liste si prestano bene a implementare sequenze dinamiche.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olo 1">
            <a:extLst>
              <a:ext uri="{FF2B5EF4-FFF2-40B4-BE49-F238E27FC236}">
                <a16:creationId xmlns:a16="http://schemas.microsoft.com/office/drawing/2014/main" id="{30D812B7-8CBD-457A-8B4B-E4E298E6E6E7}"/>
              </a:ext>
            </a:extLst>
          </p:cNvPr>
          <p:cNvSpPr>
            <a:spLocks noGrp="1"/>
          </p:cNvSpPr>
          <p:nvPr>
            <p:ph type="title"/>
          </p:nvPr>
        </p:nvSpPr>
        <p:spPr/>
        <p:txBody>
          <a:bodyPr/>
          <a:lstStyle/>
          <a:p>
            <a:pPr eaLnBrk="1" hangingPunct="1"/>
            <a:r>
              <a:rPr lang="it-IT" altLang="en-US"/>
              <a:t>Array di dimensione variabile</a:t>
            </a:r>
          </a:p>
        </p:txBody>
      </p:sp>
      <p:sp>
        <p:nvSpPr>
          <p:cNvPr id="3" name="Segnaposto contenuto 2">
            <a:extLst>
              <a:ext uri="{FF2B5EF4-FFF2-40B4-BE49-F238E27FC236}">
                <a16:creationId xmlns:a16="http://schemas.microsoft.com/office/drawing/2014/main" id="{6A52CC4A-8764-4BFE-885F-09F4BB3F8A18}"/>
              </a:ext>
            </a:extLst>
          </p:cNvPr>
          <p:cNvSpPr>
            <a:spLocks noGrp="1"/>
          </p:cNvSpPr>
          <p:nvPr>
            <p:ph idx="1"/>
          </p:nvPr>
        </p:nvSpPr>
        <p:spPr/>
        <p:txBody>
          <a:bodyPr/>
          <a:lstStyle/>
          <a:p>
            <a:pPr eaLnBrk="1" hangingPunct="1"/>
            <a:r>
              <a:rPr lang="it-IT" altLang="en-US" dirty="0"/>
              <a:t>E</a:t>
            </a:r>
            <a:r>
              <a:rPr lang="it-IT" altLang="it-IT" dirty="0"/>
              <a:t>’</a:t>
            </a:r>
            <a:r>
              <a:rPr lang="it-IT" altLang="en-US" dirty="0"/>
              <a:t> necessario poter ridimensionare l</a:t>
            </a:r>
            <a:r>
              <a:rPr lang="it-IT" altLang="it-IT" dirty="0"/>
              <a:t>’</a:t>
            </a:r>
            <a:r>
              <a:rPr lang="it-IT" altLang="en-US" dirty="0"/>
              <a:t>array (allocarne uno nuovo di diversa dimensione)</a:t>
            </a:r>
          </a:p>
          <a:p>
            <a:pPr eaLnBrk="1" hangingPunct="1"/>
            <a:r>
              <a:rPr lang="it-IT" altLang="en-US" dirty="0"/>
              <a:t>L</a:t>
            </a:r>
            <a:r>
              <a:rPr lang="it-IT" altLang="it-IT" dirty="0"/>
              <a:t>’</a:t>
            </a:r>
            <a:r>
              <a:rPr lang="it-IT" altLang="en-US" dirty="0"/>
              <a:t>operazione richiede O(n) tempo per ciascuna nuova allocazione </a:t>
            </a:r>
          </a:p>
          <a:p>
            <a:pPr eaLnBrk="1" hangingPunct="1"/>
            <a:r>
              <a:rPr lang="it-IT" altLang="en-US" dirty="0"/>
              <a:t>Si può fare meglio? </a:t>
            </a:r>
          </a:p>
          <a:p>
            <a:pPr lvl="1" eaLnBrk="1" hangingPunct="1"/>
            <a:r>
              <a:rPr lang="it-IT" altLang="en-US" dirty="0"/>
              <a:t>Costo cumulativo O(n) per ciascun gruppo di </a:t>
            </a:r>
            <a:r>
              <a:rPr lang="it-IT" altLang="en-US" i="1" dirty="0"/>
              <a:t>n</a:t>
            </a:r>
            <a:r>
              <a:rPr lang="it-IT" altLang="en-US" dirty="0"/>
              <a:t> operazioni consecutive</a:t>
            </a:r>
          </a:p>
          <a:p>
            <a:pPr lvl="1" eaLnBrk="1" hangingPunct="1"/>
            <a:r>
              <a:rPr lang="it-IT" altLang="en-US" dirty="0"/>
              <a:t>Costo (distribuito): O(1) per operazione</a:t>
            </a:r>
          </a:p>
          <a:p>
            <a:pPr eaLnBrk="1" hangingPunct="1"/>
            <a:endParaRPr lang="it-IT"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3965944A-54C4-439A-8FA8-023477956507}"/>
              </a:ext>
            </a:extLst>
          </p:cNvPr>
          <p:cNvSpPr>
            <a:spLocks noGrp="1" noChangeArrowheads="1"/>
          </p:cNvSpPr>
          <p:nvPr>
            <p:ph type="title"/>
          </p:nvPr>
        </p:nvSpPr>
        <p:spPr>
          <a:xfrm>
            <a:off x="0" y="0"/>
            <a:ext cx="7770813" cy="981075"/>
          </a:xfrm>
        </p:spPr>
        <p:txBody>
          <a:bodyPr lIns="0" tIns="0" rIns="0" bIns="0"/>
          <a:lstStyle/>
          <a:p>
            <a:pPr>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dirty="0">
                <a:cs typeface="Courier New" panose="02070309020205020404" pitchFamily="49" charset="0"/>
              </a:rPr>
              <a:t>L</a:t>
            </a:r>
            <a:r>
              <a:rPr lang="it-IT" sz="3600" b="0" dirty="0">
                <a:cs typeface="Courier New" panose="02070309020205020404" pitchFamily="49" charset="0"/>
              </a:rPr>
              <a:t>iste</a:t>
            </a:r>
            <a:endParaRPr lang="it-IT" sz="3600" b="0" i="1" dirty="0">
              <a:cs typeface="Courier New" panose="02070309020205020404" pitchFamily="49" charset="0"/>
            </a:endParaRPr>
          </a:p>
        </p:txBody>
      </p:sp>
      <p:sp>
        <p:nvSpPr>
          <p:cNvPr id="3171" name="Text Box 99">
            <a:extLst>
              <a:ext uri="{FF2B5EF4-FFF2-40B4-BE49-F238E27FC236}">
                <a16:creationId xmlns:a16="http://schemas.microsoft.com/office/drawing/2014/main" id="{FCCA3F3D-C726-4DC8-AEE9-CB98B211E852}"/>
              </a:ext>
            </a:extLst>
          </p:cNvPr>
          <p:cNvSpPr txBox="1">
            <a:spLocks noChangeArrowheads="1"/>
          </p:cNvSpPr>
          <p:nvPr/>
        </p:nvSpPr>
        <p:spPr bwMode="auto">
          <a:xfrm>
            <a:off x="323528" y="933481"/>
            <a:ext cx="7345363" cy="769441"/>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marL="0" indent="0">
              <a:buSzPct val="50000"/>
            </a:pPr>
            <a:r>
              <a:rPr lang="it-IT" altLang="zh-CN" sz="2200" dirty="0">
                <a:solidFill>
                  <a:schemeClr val="tx1"/>
                </a:solidFill>
                <a:latin typeface="+mj-lt"/>
                <a:cs typeface="Courier New" panose="02070309020205020404" pitchFamily="49" charset="0"/>
              </a:rPr>
              <a:t>u</a:t>
            </a:r>
            <a:r>
              <a:rPr lang="it-IT" altLang="en-US" sz="2200" dirty="0">
                <a:solidFill>
                  <a:schemeClr val="tx1"/>
                </a:solidFill>
                <a:latin typeface="+mj-lt"/>
                <a:cs typeface="Courier New" panose="02070309020205020404" pitchFamily="49" charset="0"/>
              </a:rPr>
              <a:t>na </a:t>
            </a:r>
            <a:r>
              <a:rPr lang="it-IT" altLang="en-US" sz="2200" b="1" dirty="0">
                <a:solidFill>
                  <a:schemeClr val="tx1"/>
                </a:solidFill>
                <a:latin typeface="+mj-lt"/>
                <a:cs typeface="Courier New" panose="02070309020205020404" pitchFamily="49" charset="0"/>
              </a:rPr>
              <a:t>lista concatenata</a:t>
            </a:r>
            <a:r>
              <a:rPr lang="it-IT" altLang="en-US" sz="2200" dirty="0">
                <a:solidFill>
                  <a:schemeClr val="tx1"/>
                </a:solidFill>
                <a:latin typeface="+mj-lt"/>
                <a:cs typeface="Courier New" panose="02070309020205020404" pitchFamily="49" charset="0"/>
              </a:rPr>
              <a:t> è una sequenza di elementi collegati l'uno all'altro da un puntatore </a:t>
            </a:r>
            <a:endParaRPr lang="en-US" altLang="en-US" sz="2200" dirty="0">
              <a:solidFill>
                <a:schemeClr val="tx1"/>
              </a:solidFill>
              <a:latin typeface="+mj-lt"/>
              <a:cs typeface="Courier New" panose="02070309020205020404" pitchFamily="49" charset="0"/>
            </a:endParaRPr>
          </a:p>
        </p:txBody>
      </p:sp>
      <p:sp>
        <p:nvSpPr>
          <p:cNvPr id="3172" name="Text Box 100">
            <a:extLst>
              <a:ext uri="{FF2B5EF4-FFF2-40B4-BE49-F238E27FC236}">
                <a16:creationId xmlns:a16="http://schemas.microsoft.com/office/drawing/2014/main" id="{C2BF83AE-3383-4640-BF7D-5D4A1FE19732}"/>
              </a:ext>
            </a:extLst>
          </p:cNvPr>
          <p:cNvSpPr txBox="1">
            <a:spLocks noChangeArrowheads="1"/>
          </p:cNvSpPr>
          <p:nvPr/>
        </p:nvSpPr>
        <p:spPr bwMode="auto">
          <a:xfrm>
            <a:off x="358775" y="1669323"/>
            <a:ext cx="8785225" cy="1107996"/>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marL="0" indent="0">
              <a:buSzPct val="50000"/>
            </a:pPr>
            <a:r>
              <a:rPr lang="it-IT" altLang="zh-CN" sz="2200" dirty="0">
                <a:solidFill>
                  <a:schemeClr val="tx1"/>
                </a:solidFill>
                <a:latin typeface="+mj-lt"/>
                <a:cs typeface="Courier New" panose="02070309020205020404" pitchFamily="49" charset="0"/>
              </a:rPr>
              <a:t>gli elementi si compongono cioè di due parti: una che contiene l'informazione (chiave) e l'altra costituita da un puntatore al successivo elemento</a:t>
            </a:r>
            <a:endParaRPr lang="en-US" altLang="en-US" sz="2200" dirty="0">
              <a:solidFill>
                <a:schemeClr val="tx1"/>
              </a:solidFill>
              <a:latin typeface="+mj-lt"/>
              <a:cs typeface="Courier New" panose="02070309020205020404" pitchFamily="49" charset="0"/>
            </a:endParaRPr>
          </a:p>
        </p:txBody>
      </p:sp>
      <p:pic>
        <p:nvPicPr>
          <p:cNvPr id="3175" name="Picture 103">
            <a:extLst>
              <a:ext uri="{FF2B5EF4-FFF2-40B4-BE49-F238E27FC236}">
                <a16:creationId xmlns:a16="http://schemas.microsoft.com/office/drawing/2014/main" id="{C5CD3E64-CD94-4514-A5E5-6EF2F121A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636838"/>
            <a:ext cx="5557838" cy="436562"/>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3176" name="Text Box 104">
            <a:extLst>
              <a:ext uri="{FF2B5EF4-FFF2-40B4-BE49-F238E27FC236}">
                <a16:creationId xmlns:a16="http://schemas.microsoft.com/office/drawing/2014/main" id="{1AF53EE3-FAA9-4C03-A942-D0DD1F35D0C2}"/>
              </a:ext>
            </a:extLst>
          </p:cNvPr>
          <p:cNvSpPr txBox="1">
            <a:spLocks noChangeArrowheads="1"/>
          </p:cNvSpPr>
          <p:nvPr/>
        </p:nvSpPr>
        <p:spPr bwMode="auto">
          <a:xfrm>
            <a:off x="250825" y="3357563"/>
            <a:ext cx="8785225" cy="2800767"/>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342900" indent="-342900">
              <a:buFont typeface="Arial"/>
              <a:buChar char="•"/>
              <a:defRPr/>
            </a:pPr>
            <a:r>
              <a:rPr lang="it-IT" sz="2200" i="1" dirty="0">
                <a:solidFill>
                  <a:schemeClr val="tx1"/>
                </a:solidFill>
                <a:latin typeface="+mj-lt"/>
                <a:ea typeface="ＭＳ Ｐゴシック" charset="0"/>
                <a:cs typeface="Courier New" panose="02070309020205020404" pitchFamily="49" charset="0"/>
              </a:rPr>
              <a:t>Liste semplici: </a:t>
            </a:r>
            <a:r>
              <a:rPr lang="it-IT" sz="2200" dirty="0">
                <a:solidFill>
                  <a:schemeClr val="tx1"/>
                </a:solidFill>
                <a:latin typeface="+mj-lt"/>
                <a:ea typeface="ＭＳ Ｐゴシック" charset="0"/>
                <a:cs typeface="Courier New" panose="02070309020205020404" pitchFamily="49" charset="0"/>
              </a:rPr>
              <a:t>ogni elemento contiene un unico puntatore che lo collega al nodo successivo</a:t>
            </a:r>
          </a:p>
          <a:p>
            <a:pPr marL="342900" indent="-342900">
              <a:buFont typeface="Arial"/>
              <a:buChar char="•"/>
              <a:defRPr/>
            </a:pPr>
            <a:r>
              <a:rPr lang="it-IT" sz="2200" i="1" dirty="0">
                <a:solidFill>
                  <a:schemeClr val="tx1"/>
                </a:solidFill>
                <a:latin typeface="+mj-lt"/>
                <a:ea typeface="ＭＳ Ｐゴシック" charset="0"/>
                <a:cs typeface="Courier New" panose="02070309020205020404" pitchFamily="49" charset="0"/>
              </a:rPr>
              <a:t>Liste doppiamente concatenate:</a:t>
            </a:r>
            <a:r>
              <a:rPr lang="it-IT" sz="2200" dirty="0">
                <a:solidFill>
                  <a:schemeClr val="tx1"/>
                </a:solidFill>
                <a:latin typeface="+mj-lt"/>
                <a:ea typeface="ＭＳ Ｐゴシック" charset="0"/>
                <a:cs typeface="Courier New" panose="02070309020205020404" pitchFamily="49" charset="0"/>
              </a:rPr>
              <a:t> ogni elemento contiene due puntatori, uno all'elemento precedente e l'altro al successivo</a:t>
            </a:r>
          </a:p>
          <a:p>
            <a:pPr marL="342900" indent="-342900">
              <a:buFont typeface="Arial"/>
              <a:buChar char="•"/>
              <a:defRPr/>
            </a:pPr>
            <a:r>
              <a:rPr lang="it-IT" sz="2200" i="1" dirty="0">
                <a:solidFill>
                  <a:schemeClr val="tx1"/>
                </a:solidFill>
                <a:latin typeface="+mj-lt"/>
                <a:ea typeface="ＭＳ Ｐゴシック" charset="0"/>
                <a:cs typeface="Courier New" panose="02070309020205020404" pitchFamily="49" charset="0"/>
              </a:rPr>
              <a:t>Liste circolari semplici:</a:t>
            </a:r>
            <a:r>
              <a:rPr lang="it-IT" sz="2200" dirty="0">
                <a:solidFill>
                  <a:schemeClr val="tx1"/>
                </a:solidFill>
                <a:latin typeface="+mj-lt"/>
                <a:ea typeface="ＭＳ Ｐゴシック" charset="0"/>
                <a:cs typeface="Courier New" panose="02070309020205020404" pitchFamily="49" charset="0"/>
              </a:rPr>
              <a:t> l'ultimo elemento si collega al primo in modo che la lista può essere attraversata in modo circolare.</a:t>
            </a:r>
          </a:p>
          <a:p>
            <a:pPr marL="342900" indent="-342900">
              <a:buFont typeface="Arial"/>
              <a:buChar char="•"/>
              <a:defRPr/>
            </a:pPr>
            <a:r>
              <a:rPr lang="it-IT" sz="2200" i="1" dirty="0">
                <a:solidFill>
                  <a:schemeClr val="tx1"/>
                </a:solidFill>
                <a:latin typeface="+mj-lt"/>
                <a:ea typeface="ＭＳ Ｐゴシック" charset="0"/>
                <a:cs typeface="Courier New" panose="02070309020205020404" pitchFamily="49" charset="0"/>
              </a:rPr>
              <a:t>Liste circolari doppiamente concatenate:</a:t>
            </a:r>
            <a:r>
              <a:rPr lang="it-IT" sz="2200" dirty="0">
                <a:solidFill>
                  <a:schemeClr val="tx1"/>
                </a:solidFill>
                <a:latin typeface="+mj-lt"/>
                <a:ea typeface="ＭＳ Ｐゴシック" charset="0"/>
                <a:cs typeface="Courier New" panose="02070309020205020404" pitchFamily="49" charset="0"/>
              </a:rPr>
              <a:t> l'ultimo elemento si collega al primo elemento e viceversa </a:t>
            </a:r>
            <a:endParaRPr lang="en-US" sz="2200" dirty="0">
              <a:solidFill>
                <a:schemeClr val="tx1"/>
              </a:solidFill>
              <a:latin typeface="+mj-lt"/>
              <a:ea typeface="ＭＳ Ｐゴシック" charset="0"/>
              <a:cs typeface="Courier New" panose="02070309020205020404" pitchFamily="49"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9DE53DCA-0696-4505-8BF4-290B6A711D60}"/>
              </a:ext>
            </a:extLst>
          </p:cNvPr>
          <p:cNvSpPr>
            <a:spLocks noGrp="1" noChangeArrowheads="1"/>
          </p:cNvSpPr>
          <p:nvPr>
            <p:ph type="title"/>
          </p:nvPr>
        </p:nvSpPr>
        <p:spPr>
          <a:xfrm>
            <a:off x="935037" y="144463"/>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altLang="zh-CN" sz="4000" b="0" dirty="0">
                <a:ea typeface="SimSun" charset="0"/>
                <a:cs typeface="SimSun" charset="0"/>
              </a:rPr>
              <a:t>Dichiarazione di un elemento</a:t>
            </a:r>
            <a:endParaRPr lang="it-IT" sz="4000" b="0" dirty="0">
              <a:ea typeface="+mj-ea"/>
              <a:cs typeface="+mj-cs"/>
            </a:endParaRPr>
          </a:p>
        </p:txBody>
      </p:sp>
      <p:sp>
        <p:nvSpPr>
          <p:cNvPr id="174096" name="Text Box 16">
            <a:extLst>
              <a:ext uri="{FF2B5EF4-FFF2-40B4-BE49-F238E27FC236}">
                <a16:creationId xmlns:a16="http://schemas.microsoft.com/office/drawing/2014/main" id="{F863A019-B19F-420C-A4ED-6D02A61C76B2}"/>
              </a:ext>
            </a:extLst>
          </p:cNvPr>
          <p:cNvSpPr txBox="1">
            <a:spLocks noChangeArrowheads="1"/>
          </p:cNvSpPr>
          <p:nvPr/>
        </p:nvSpPr>
        <p:spPr bwMode="auto">
          <a:xfrm>
            <a:off x="790574" y="1118562"/>
            <a:ext cx="7345363" cy="76200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SzPct val="50000"/>
              <a:defRPr/>
            </a:pPr>
            <a:r>
              <a:rPr lang="it-IT" sz="2200" dirty="0">
                <a:solidFill>
                  <a:schemeClr val="tx1"/>
                </a:solidFill>
                <a:latin typeface="+mj-lt"/>
                <a:ea typeface="ＭＳ Ｐゴシック" charset="0"/>
              </a:rPr>
              <a:t>si può definire un elemento, o "nodo" della lista, mediante i costrutti </a:t>
            </a:r>
            <a:r>
              <a:rPr lang="it-IT" sz="2200" dirty="0" err="1">
                <a:solidFill>
                  <a:schemeClr val="tx1"/>
                </a:solidFill>
                <a:latin typeface="+mj-lt"/>
                <a:ea typeface="ＭＳ Ｐゴシック" charset="0"/>
              </a:rPr>
              <a:t>struct</a:t>
            </a:r>
            <a:r>
              <a:rPr lang="it-IT" sz="2200" dirty="0">
                <a:solidFill>
                  <a:schemeClr val="tx1"/>
                </a:solidFill>
                <a:latin typeface="+mj-lt"/>
                <a:ea typeface="ＭＳ Ｐゴシック" charset="0"/>
              </a:rPr>
              <a:t> o class  </a:t>
            </a:r>
            <a:endParaRPr lang="en-US" sz="2200" dirty="0">
              <a:solidFill>
                <a:schemeClr val="tx1"/>
              </a:solidFill>
              <a:latin typeface="+mj-lt"/>
              <a:ea typeface="ＭＳ Ｐゴシック" charset="0"/>
            </a:endParaRPr>
          </a:p>
        </p:txBody>
      </p:sp>
      <p:graphicFrame>
        <p:nvGraphicFramePr>
          <p:cNvPr id="174111" name="Group 31">
            <a:extLst>
              <a:ext uri="{FF2B5EF4-FFF2-40B4-BE49-F238E27FC236}">
                <a16:creationId xmlns:a16="http://schemas.microsoft.com/office/drawing/2014/main" id="{5657F26B-381E-4970-A67B-78AD64256B4E}"/>
              </a:ext>
            </a:extLst>
          </p:cNvPr>
          <p:cNvGraphicFramePr>
            <a:graphicFrameLocks noGrp="1"/>
          </p:cNvGraphicFramePr>
          <p:nvPr>
            <p:extLst>
              <p:ext uri="{D42A27DB-BD31-4B8C-83A1-F6EECF244321}">
                <p14:modId xmlns:p14="http://schemas.microsoft.com/office/powerpoint/2010/main" val="2386618282"/>
              </p:ext>
            </p:extLst>
          </p:nvPr>
        </p:nvGraphicFramePr>
        <p:xfrm>
          <a:off x="395288" y="2276475"/>
          <a:ext cx="8135937" cy="2665413"/>
        </p:xfrm>
        <a:graphic>
          <a:graphicData uri="http://schemas.openxmlformats.org/drawingml/2006/table">
            <a:tbl>
              <a:tblPr/>
              <a:tblGrid>
                <a:gridCol w="4068762">
                  <a:extLst>
                    <a:ext uri="{9D8B030D-6E8A-4147-A177-3AD203B41FA5}">
                      <a16:colId xmlns:a16="http://schemas.microsoft.com/office/drawing/2014/main" val="20000"/>
                    </a:ext>
                  </a:extLst>
                </a:gridCol>
                <a:gridCol w="4067175">
                  <a:extLst>
                    <a:ext uri="{9D8B030D-6E8A-4147-A177-3AD203B41FA5}">
                      <a16:colId xmlns:a16="http://schemas.microsoft.com/office/drawing/2014/main" val="20001"/>
                    </a:ext>
                  </a:extLst>
                </a:gridCol>
              </a:tblGrid>
              <a:tr h="2665413">
                <a:tc>
                  <a:txBody>
                    <a:bodyPr/>
                    <a:lstStyle/>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en-GB" sz="2400" b="0" i="0" u="none" strike="noStrike" cap="none" normalizeH="0" baseline="0" dirty="0">
                          <a:ln>
                            <a:noFill/>
                          </a:ln>
                          <a:solidFill>
                            <a:srgbClr val="000000"/>
                          </a:solidFill>
                          <a:effectLst/>
                          <a:latin typeface="Courier New" charset="0"/>
                          <a:ea typeface="ＭＳ Ｐゴシック" charset="0"/>
                        </a:rPr>
                        <a:t>struct </a:t>
                      </a:r>
                      <a:r>
                        <a:rPr kumimoji="0" lang="en-GB" sz="2400" b="0" i="0" u="none" strike="noStrike" cap="none" normalizeH="0" baseline="0" dirty="0" err="1">
                          <a:ln>
                            <a:noFill/>
                          </a:ln>
                          <a:solidFill>
                            <a:srgbClr val="000000"/>
                          </a:solidFill>
                          <a:effectLst/>
                          <a:latin typeface="Courier New" charset="0"/>
                          <a:ea typeface="ＭＳ Ｐゴシック" charset="0"/>
                        </a:rPr>
                        <a:t>Nodo</a:t>
                      </a:r>
                      <a:r>
                        <a:rPr kumimoji="0" lang="en-GB" sz="2400" b="0" i="0" u="none" strike="noStrike" cap="none" normalizeH="0" baseline="0" dirty="0">
                          <a:ln>
                            <a:noFill/>
                          </a:ln>
                          <a:solidFill>
                            <a:srgbClr val="000000"/>
                          </a:solidFill>
                          <a:effectLst/>
                          <a:latin typeface="Courier New" charset="0"/>
                          <a:ea typeface="ＭＳ Ｐゴシック" charset="0"/>
                        </a:rPr>
                        <a:t> {</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en-GB" sz="2400" b="0" i="0" u="none" strike="noStrike" cap="none" normalizeH="0" baseline="0" dirty="0">
                          <a:ln>
                            <a:noFill/>
                          </a:ln>
                          <a:solidFill>
                            <a:srgbClr val="000000"/>
                          </a:solidFill>
                          <a:effectLst/>
                          <a:latin typeface="Courier New" charset="0"/>
                          <a:ea typeface="ＭＳ Ｐゴシック" charset="0"/>
                        </a:rPr>
                        <a:t> </a:t>
                      </a:r>
                      <a:r>
                        <a:rPr kumimoji="0" lang="it-IT" sz="2400" b="0" i="0" u="none" strike="noStrike" cap="none" normalizeH="0" baseline="0" dirty="0" err="1">
                          <a:ln>
                            <a:noFill/>
                          </a:ln>
                          <a:solidFill>
                            <a:srgbClr val="000000"/>
                          </a:solidFill>
                          <a:effectLst/>
                          <a:latin typeface="Courier New" charset="0"/>
                          <a:ea typeface="ＭＳ Ｐゴシック" charset="0"/>
                        </a:rPr>
                        <a:t>int</a:t>
                      </a:r>
                      <a:r>
                        <a:rPr kumimoji="0" lang="it-IT" sz="2400" b="0" i="0" u="none" strike="noStrike" cap="none" normalizeH="0" baseline="0" dirty="0">
                          <a:ln>
                            <a:noFill/>
                          </a:ln>
                          <a:solidFill>
                            <a:srgbClr val="000000"/>
                          </a:solidFill>
                          <a:effectLst/>
                          <a:latin typeface="Courier New" charset="0"/>
                          <a:ea typeface="ＭＳ Ｐゴシック" charset="0"/>
                        </a:rPr>
                        <a:t> </a:t>
                      </a:r>
                      <a:r>
                        <a:rPr kumimoji="0" lang="it-IT" sz="2400" b="0" i="1" u="none" strike="noStrike" cap="none" normalizeH="0" baseline="0" dirty="0">
                          <a:ln>
                            <a:noFill/>
                          </a:ln>
                          <a:solidFill>
                            <a:srgbClr val="000000"/>
                          </a:solidFill>
                          <a:effectLst/>
                          <a:latin typeface="Courier New" charset="0"/>
                          <a:ea typeface="ＭＳ Ｐゴシック" charset="0"/>
                        </a:rPr>
                        <a:t>dato</a:t>
                      </a:r>
                      <a:r>
                        <a:rPr kumimoji="0" lang="it-IT" sz="2400" b="0" i="0" u="none" strike="noStrike" cap="none" normalizeH="0" baseline="0" dirty="0">
                          <a:ln>
                            <a:noFill/>
                          </a:ln>
                          <a:solidFill>
                            <a:srgbClr val="000000"/>
                          </a:solidFill>
                          <a:effectLst/>
                          <a:latin typeface="Courier New" charset="0"/>
                          <a:ea typeface="ＭＳ Ｐゴシック" charset="0"/>
                        </a:rPr>
                        <a:t>;</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it-IT" sz="2400" b="0" i="0" u="none" strike="noStrike" cap="none" normalizeH="0" baseline="0" dirty="0">
                          <a:ln>
                            <a:noFill/>
                          </a:ln>
                          <a:solidFill>
                            <a:srgbClr val="000000"/>
                          </a:solidFill>
                          <a:effectLst/>
                          <a:latin typeface="Courier New" charset="0"/>
                          <a:ea typeface="ＭＳ Ｐゴシック" charset="0"/>
                        </a:rPr>
                        <a:t> Nodo* </a:t>
                      </a:r>
                      <a:r>
                        <a:rPr kumimoji="0" lang="it-IT" sz="2400" b="0" i="1" u="none" strike="noStrike" cap="none" normalizeH="0" baseline="0" dirty="0">
                          <a:ln>
                            <a:noFill/>
                          </a:ln>
                          <a:solidFill>
                            <a:srgbClr val="000000"/>
                          </a:solidFill>
                          <a:effectLst/>
                          <a:latin typeface="Courier New" charset="0"/>
                          <a:ea typeface="ＭＳ Ｐゴシック" charset="0"/>
                        </a:rPr>
                        <a:t>successivo</a:t>
                      </a:r>
                      <a:r>
                        <a:rPr kumimoji="0" lang="it-IT" sz="2400" b="0" i="0" u="none" strike="noStrike" cap="none" normalizeH="0" baseline="0" dirty="0">
                          <a:ln>
                            <a:noFill/>
                          </a:ln>
                          <a:solidFill>
                            <a:srgbClr val="000000"/>
                          </a:solidFill>
                          <a:effectLst/>
                          <a:latin typeface="Courier New" charset="0"/>
                          <a:ea typeface="ＭＳ Ｐゴシック" charset="0"/>
                        </a:rPr>
                        <a:t>;</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it-IT" sz="2400" b="0" i="0" u="none" strike="noStrike" cap="none" normalizeH="0" baseline="0" dirty="0">
                          <a:ln>
                            <a:noFill/>
                          </a:ln>
                          <a:solidFill>
                            <a:srgbClr val="000000"/>
                          </a:solidFill>
                          <a:effectLst/>
                          <a:latin typeface="Courier New" charset="0"/>
                          <a:ea typeface="ＭＳ Ｐゴシック" charset="0"/>
                        </a:rPr>
                        <a:t>};            </a:t>
                      </a:r>
                      <a:r>
                        <a:rPr kumimoji="0" lang="it-IT" sz="2400" b="0" i="0" u="none" strike="noStrike" cap="none" normalizeH="0" baseline="0" dirty="0">
                          <a:ln>
                            <a:noFill/>
                          </a:ln>
                          <a:solidFill>
                            <a:srgbClr val="000000"/>
                          </a:solidFill>
                          <a:effectLst/>
                          <a:latin typeface="Arial" charset="0"/>
                          <a:ea typeface="ＭＳ Ｐゴシック" charset="0"/>
                        </a:rPr>
                        <a:t>           </a:t>
                      </a:r>
                    </a:p>
                  </a:txBody>
                  <a:tcPr horzOverflow="overflow">
                    <a:lnL cap="flat">
                      <a:noFill/>
                    </a:lnL>
                    <a:lnR>
                      <a:noFill/>
                    </a:lnR>
                    <a:lnT cap="flat">
                      <a:noFill/>
                    </a:lnT>
                    <a:lnB cap="flat">
                      <a:noFill/>
                    </a:lnB>
                    <a:lnTlToBr>
                      <a:noFill/>
                    </a:lnTlToBr>
                    <a:lnBlToTr>
                      <a:noFill/>
                    </a:lnBlToTr>
                    <a:noFill/>
                  </a:tcPr>
                </a:tc>
                <a:tc>
                  <a:txBody>
                    <a:bodyPr/>
                    <a:lstStyle/>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en-GB" sz="2400" b="0" i="0" u="none" strike="noStrike" cap="none" normalizeH="0" baseline="0" dirty="0">
                          <a:ln>
                            <a:noFill/>
                          </a:ln>
                          <a:solidFill>
                            <a:srgbClr val="000000"/>
                          </a:solidFill>
                          <a:effectLst/>
                          <a:latin typeface="Courier New" charset="0"/>
                          <a:ea typeface="ＭＳ Ｐゴシック" charset="0"/>
                        </a:rPr>
                        <a:t>class </a:t>
                      </a:r>
                      <a:r>
                        <a:rPr kumimoji="0" lang="en-GB" sz="2400" b="0" i="0" u="none" strike="noStrike" cap="none" normalizeH="0" baseline="0" dirty="0" err="1">
                          <a:ln>
                            <a:noFill/>
                          </a:ln>
                          <a:solidFill>
                            <a:srgbClr val="000000"/>
                          </a:solidFill>
                          <a:effectLst/>
                          <a:latin typeface="Courier New" charset="0"/>
                          <a:ea typeface="ＭＳ Ｐゴシック" charset="0"/>
                        </a:rPr>
                        <a:t>Nodo</a:t>
                      </a:r>
                      <a:r>
                        <a:rPr kumimoji="0" lang="en-GB" sz="2400" b="0" i="0" u="none" strike="noStrike" cap="none" normalizeH="0" baseline="0" dirty="0">
                          <a:ln>
                            <a:noFill/>
                          </a:ln>
                          <a:solidFill>
                            <a:srgbClr val="000000"/>
                          </a:solidFill>
                          <a:effectLst/>
                          <a:latin typeface="Courier New" charset="0"/>
                          <a:ea typeface="ＭＳ Ｐゴシック" charset="0"/>
                        </a:rPr>
                        <a:t> {</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en-GB" sz="2400" b="0" i="0" u="none" strike="noStrike" cap="none" normalizeH="0" baseline="0" dirty="0">
                          <a:ln>
                            <a:noFill/>
                          </a:ln>
                          <a:solidFill>
                            <a:srgbClr val="000000"/>
                          </a:solidFill>
                          <a:effectLst/>
                          <a:latin typeface="Courier New" charset="0"/>
                          <a:ea typeface="ＭＳ Ｐゴシック" charset="0"/>
                        </a:rPr>
                        <a:t>public :</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it-IT" sz="2400" b="0" i="0" u="none" strike="noStrike" cap="none" normalizeH="0" baseline="0" dirty="0">
                          <a:ln>
                            <a:noFill/>
                          </a:ln>
                          <a:solidFill>
                            <a:srgbClr val="000000"/>
                          </a:solidFill>
                          <a:effectLst/>
                          <a:latin typeface="Courier New" charset="0"/>
                          <a:ea typeface="ＭＳ Ｐゴシック" charset="0"/>
                        </a:rPr>
                        <a:t> </a:t>
                      </a:r>
                      <a:r>
                        <a:rPr kumimoji="0" lang="it-IT" sz="2400" b="0" i="0" u="none" strike="noStrike" cap="none" normalizeH="0" baseline="0" dirty="0" err="1">
                          <a:ln>
                            <a:noFill/>
                          </a:ln>
                          <a:solidFill>
                            <a:srgbClr val="000000"/>
                          </a:solidFill>
                          <a:effectLst/>
                          <a:latin typeface="Courier New" charset="0"/>
                          <a:ea typeface="ＭＳ Ｐゴシック" charset="0"/>
                        </a:rPr>
                        <a:t>int</a:t>
                      </a:r>
                      <a:r>
                        <a:rPr kumimoji="0" lang="it-IT" sz="2400" b="0" i="0" u="none" strike="noStrike" cap="none" normalizeH="0" baseline="0" dirty="0">
                          <a:ln>
                            <a:noFill/>
                          </a:ln>
                          <a:solidFill>
                            <a:srgbClr val="000000"/>
                          </a:solidFill>
                          <a:effectLst/>
                          <a:latin typeface="Courier New" charset="0"/>
                          <a:ea typeface="ＭＳ Ｐゴシック" charset="0"/>
                        </a:rPr>
                        <a:t> </a:t>
                      </a:r>
                      <a:r>
                        <a:rPr kumimoji="0" lang="it-IT" sz="2400" b="0" i="1" u="none" strike="noStrike" cap="none" normalizeH="0" baseline="0" dirty="0">
                          <a:ln>
                            <a:noFill/>
                          </a:ln>
                          <a:solidFill>
                            <a:srgbClr val="000000"/>
                          </a:solidFill>
                          <a:effectLst/>
                          <a:latin typeface="Courier New" charset="0"/>
                          <a:ea typeface="ＭＳ Ｐゴシック" charset="0"/>
                        </a:rPr>
                        <a:t>dato</a:t>
                      </a:r>
                      <a:r>
                        <a:rPr kumimoji="0" lang="it-IT" sz="2400" b="0" i="0" u="none" strike="noStrike" cap="none" normalizeH="0" baseline="0" dirty="0">
                          <a:ln>
                            <a:noFill/>
                          </a:ln>
                          <a:solidFill>
                            <a:srgbClr val="000000"/>
                          </a:solidFill>
                          <a:effectLst/>
                          <a:latin typeface="Courier New" charset="0"/>
                          <a:ea typeface="ＭＳ Ｐゴシック" charset="0"/>
                        </a:rPr>
                        <a:t>;</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it-IT" sz="2400" b="0" i="0" u="none" strike="noStrike" cap="none" normalizeH="0" baseline="0" dirty="0">
                          <a:ln>
                            <a:noFill/>
                          </a:ln>
                          <a:solidFill>
                            <a:srgbClr val="000000"/>
                          </a:solidFill>
                          <a:effectLst/>
                          <a:latin typeface="Courier New" charset="0"/>
                          <a:ea typeface="ＭＳ Ｐゴシック" charset="0"/>
                        </a:rPr>
                        <a:t> Nodo* </a:t>
                      </a:r>
                      <a:r>
                        <a:rPr kumimoji="0" lang="it-IT" sz="2400" b="0" i="1" u="none" strike="noStrike" cap="none" normalizeH="0" baseline="0" dirty="0">
                          <a:ln>
                            <a:noFill/>
                          </a:ln>
                          <a:solidFill>
                            <a:srgbClr val="000000"/>
                          </a:solidFill>
                          <a:effectLst/>
                          <a:latin typeface="Courier New" charset="0"/>
                          <a:ea typeface="ＭＳ Ｐゴシック" charset="0"/>
                        </a:rPr>
                        <a:t>successivo</a:t>
                      </a:r>
                      <a:r>
                        <a:rPr kumimoji="0" lang="it-IT" sz="2400" b="0" i="0" u="none" strike="noStrike" cap="none" normalizeH="0" baseline="0" dirty="0">
                          <a:ln>
                            <a:noFill/>
                          </a:ln>
                          <a:solidFill>
                            <a:srgbClr val="000000"/>
                          </a:solidFill>
                          <a:effectLst/>
                          <a:latin typeface="Courier New" charset="0"/>
                          <a:ea typeface="ＭＳ Ｐゴシック" charset="0"/>
                        </a:rPr>
                        <a:t>;</a:t>
                      </a:r>
                    </a:p>
                    <a:p>
                      <a:pPr marL="0" marR="0" lvl="0" indent="0" algn="l" defTabSz="449263" rtl="0" eaLnBrk="0" fontAlgn="base" latinLnBrk="0" hangingPunct="0">
                        <a:lnSpc>
                          <a:spcPct val="100000"/>
                        </a:lnSpc>
                        <a:spcBef>
                          <a:spcPts val="500"/>
                        </a:spcBef>
                        <a:spcAft>
                          <a:spcPct val="0"/>
                        </a:spcAft>
                        <a:buClr>
                          <a:srgbClr val="000000"/>
                        </a:buClr>
                        <a:buSzPct val="100000"/>
                        <a:buFont typeface="Arial" charset="0"/>
                        <a:buNone/>
                        <a:tabLst/>
                      </a:pPr>
                      <a:r>
                        <a:rPr kumimoji="0" lang="it-IT" sz="2400" b="0" i="0" u="none" strike="noStrike" cap="none" normalizeH="0" baseline="0" dirty="0">
                          <a:ln>
                            <a:noFill/>
                          </a:ln>
                          <a:solidFill>
                            <a:srgbClr val="000000"/>
                          </a:solidFill>
                          <a:effectLst/>
                          <a:latin typeface="Courier New" charset="0"/>
                          <a:ea typeface="ＭＳ Ｐゴシック" charset="0"/>
                        </a:rPr>
                        <a:t>}</a:t>
                      </a:r>
                      <a:r>
                        <a:rPr kumimoji="0" lang="it-IT" sz="2400" b="0" i="0" u="none" strike="noStrike" cap="none" normalizeH="0" baseline="0" dirty="0">
                          <a:ln>
                            <a:noFill/>
                          </a:ln>
                          <a:solidFill>
                            <a:srgbClr val="000000"/>
                          </a:solidFill>
                          <a:effectLst/>
                          <a:latin typeface="Arial" charset="0"/>
                          <a:ea typeface="ＭＳ Ｐゴシック" charset="0"/>
                        </a:rPr>
                        <a:t>; </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EB357555-3289-48D4-AFAE-DD51B6D5A8E3}"/>
              </a:ext>
            </a:extLst>
          </p:cNvPr>
          <p:cNvSpPr>
            <a:spLocks noGrp="1" noChangeArrowheads="1"/>
          </p:cNvSpPr>
          <p:nvPr>
            <p:ph type="title"/>
          </p:nvPr>
        </p:nvSpPr>
        <p:spPr>
          <a:xfrm>
            <a:off x="741362" y="124757"/>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b="0" dirty="0">
                <a:ea typeface="+mj-ea"/>
                <a:cs typeface="+mj-cs"/>
              </a:rPr>
              <a:t>Costruzione di una lista</a:t>
            </a:r>
          </a:p>
        </p:txBody>
      </p:sp>
      <p:sp>
        <p:nvSpPr>
          <p:cNvPr id="176137" name="Text Box 9">
            <a:extLst>
              <a:ext uri="{FF2B5EF4-FFF2-40B4-BE49-F238E27FC236}">
                <a16:creationId xmlns:a16="http://schemas.microsoft.com/office/drawing/2014/main" id="{872D1DE7-9171-4374-8B16-D9352C815695}"/>
              </a:ext>
            </a:extLst>
          </p:cNvPr>
          <p:cNvSpPr txBox="1">
            <a:spLocks noChangeArrowheads="1"/>
          </p:cNvSpPr>
          <p:nvPr/>
        </p:nvSpPr>
        <p:spPr bwMode="auto">
          <a:xfrm>
            <a:off x="323850" y="1016933"/>
            <a:ext cx="7632700" cy="427037"/>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SzPct val="50000"/>
              <a:defRPr/>
            </a:pPr>
            <a:r>
              <a:rPr lang="it-IT" sz="2200" dirty="0">
                <a:solidFill>
                  <a:schemeClr val="tx1"/>
                </a:solidFill>
                <a:latin typeface="+mj-lt"/>
                <a:ea typeface="ＭＳ Ｐゴシック" charset="0"/>
              </a:rPr>
              <a:t>La creazione di una lista concatenata implica i seguenti passi: </a:t>
            </a:r>
            <a:endParaRPr lang="en-US" sz="2200" dirty="0">
              <a:solidFill>
                <a:schemeClr val="tx1"/>
              </a:solidFill>
              <a:latin typeface="+mj-lt"/>
              <a:ea typeface="ＭＳ Ｐゴシック" charset="0"/>
            </a:endParaRPr>
          </a:p>
        </p:txBody>
      </p:sp>
      <p:sp>
        <p:nvSpPr>
          <p:cNvPr id="176141" name="Text Box 13">
            <a:extLst>
              <a:ext uri="{FF2B5EF4-FFF2-40B4-BE49-F238E27FC236}">
                <a16:creationId xmlns:a16="http://schemas.microsoft.com/office/drawing/2014/main" id="{1D91C1A4-ABFB-46B7-A623-5939CD1B6CFE}"/>
              </a:ext>
            </a:extLst>
          </p:cNvPr>
          <p:cNvSpPr txBox="1">
            <a:spLocks noChangeArrowheads="1"/>
          </p:cNvSpPr>
          <p:nvPr/>
        </p:nvSpPr>
        <p:spPr bwMode="auto">
          <a:xfrm>
            <a:off x="0" y="1557338"/>
            <a:ext cx="9036050" cy="1785104"/>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sz="2400">
                <a:solidFill>
                  <a:schemeClr val="bg1"/>
                </a:solidFill>
                <a:latin typeface="Times New Roman" panose="02020603050405020304" pitchFamily="18" charset="0"/>
                <a:ea typeface="MS PGothic" panose="020B0600070205080204" pitchFamily="34" charset="-128"/>
              </a:defRPr>
            </a:lvl1pPr>
            <a:lvl2pPr>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lvl="1">
              <a:buSzPct val="50000"/>
            </a:pPr>
            <a:r>
              <a:rPr lang="it-IT" altLang="zh-CN" sz="2200" i="1" dirty="0">
                <a:solidFill>
                  <a:schemeClr val="tx1"/>
                </a:solidFill>
                <a:latin typeface="+mj-lt"/>
              </a:rPr>
              <a:t>Passo 1</a:t>
            </a:r>
            <a:r>
              <a:rPr lang="it-IT" altLang="zh-CN" sz="2200" dirty="0">
                <a:solidFill>
                  <a:schemeClr val="tx1"/>
                </a:solidFill>
                <a:latin typeface="+mj-lt"/>
              </a:rPr>
              <a:t>. Dichiarare il tipo del nodo ed il puntatore di testa </a:t>
            </a:r>
            <a:r>
              <a:rPr lang="it-IT" altLang="zh-CN" sz="2200" dirty="0">
                <a:solidFill>
                  <a:schemeClr val="tx1"/>
                </a:solidFill>
                <a:latin typeface="+mj-lt"/>
                <a:ea typeface="SimSun" panose="02010600030101010101" pitchFamily="2" charset="-122"/>
              </a:rPr>
              <a:t> </a:t>
            </a:r>
          </a:p>
          <a:p>
            <a:pPr lvl="1">
              <a:buSzPct val="50000"/>
            </a:pPr>
            <a:r>
              <a:rPr lang="it-IT" altLang="zh-CN" sz="2200" i="1" dirty="0">
                <a:solidFill>
                  <a:schemeClr val="tx1"/>
                </a:solidFill>
                <a:latin typeface="+mj-lt"/>
              </a:rPr>
              <a:t>Passo 2</a:t>
            </a:r>
            <a:r>
              <a:rPr lang="it-IT" altLang="zh-CN" sz="2200" dirty="0">
                <a:solidFill>
                  <a:schemeClr val="tx1"/>
                </a:solidFill>
                <a:latin typeface="+mj-lt"/>
              </a:rPr>
              <a:t>. Allocare memoria per un nodo utilizzando l’operatore new 		           assegnandone l'indirizzo ad un puntatore </a:t>
            </a:r>
            <a:endParaRPr lang="it-IT" altLang="zh-CN" sz="2200" dirty="0">
              <a:solidFill>
                <a:schemeClr val="tx1"/>
              </a:solidFill>
              <a:latin typeface="+mj-lt"/>
              <a:ea typeface="SimSun" panose="02010600030101010101" pitchFamily="2" charset="-122"/>
            </a:endParaRPr>
          </a:p>
          <a:p>
            <a:pPr lvl="1">
              <a:buSzPct val="50000"/>
            </a:pPr>
            <a:r>
              <a:rPr lang="it-IT" altLang="zh-CN" sz="2200" i="1" dirty="0">
                <a:solidFill>
                  <a:schemeClr val="tx1"/>
                </a:solidFill>
                <a:latin typeface="+mj-lt"/>
              </a:rPr>
              <a:t>Passo 3</a:t>
            </a:r>
            <a:r>
              <a:rPr lang="it-IT" altLang="zh-CN" sz="2200" dirty="0">
                <a:solidFill>
                  <a:schemeClr val="tx1"/>
                </a:solidFill>
                <a:latin typeface="+mj-lt"/>
              </a:rPr>
              <a:t>. Creare iterativamente il primo elemento ed i successivi </a:t>
            </a:r>
            <a:endParaRPr lang="it-IT" altLang="zh-CN" sz="2200" dirty="0">
              <a:solidFill>
                <a:schemeClr val="tx1"/>
              </a:solidFill>
              <a:latin typeface="+mj-lt"/>
              <a:ea typeface="SimSun" panose="02010600030101010101" pitchFamily="2" charset="-122"/>
            </a:endParaRPr>
          </a:p>
          <a:p>
            <a:pPr lvl="1">
              <a:buSzPct val="50000"/>
            </a:pPr>
            <a:r>
              <a:rPr lang="it-IT" altLang="en-US" sz="2200" i="1" dirty="0">
                <a:solidFill>
                  <a:schemeClr val="tx1"/>
                </a:solidFill>
                <a:latin typeface="+mj-lt"/>
              </a:rPr>
              <a:t>Passo 4</a:t>
            </a:r>
            <a:r>
              <a:rPr lang="it-IT" altLang="en-US" sz="2200" dirty="0">
                <a:solidFill>
                  <a:schemeClr val="tx1"/>
                </a:solidFill>
                <a:latin typeface="+mj-lt"/>
              </a:rPr>
              <a:t>. Ripetere finché vi siano nodi da immettere </a:t>
            </a:r>
            <a:endParaRPr lang="en-US" altLang="en-US" sz="2200" dirty="0">
              <a:solidFill>
                <a:schemeClr val="tx1"/>
              </a:solidFill>
              <a:latin typeface="+mj-lt"/>
              <a:ea typeface="SimSun" panose="02010600030101010101" pitchFamily="2" charset="-122"/>
            </a:endParaRPr>
          </a:p>
        </p:txBody>
      </p:sp>
      <p:sp>
        <p:nvSpPr>
          <p:cNvPr id="176142" name="Text Box 14">
            <a:extLst>
              <a:ext uri="{FF2B5EF4-FFF2-40B4-BE49-F238E27FC236}">
                <a16:creationId xmlns:a16="http://schemas.microsoft.com/office/drawing/2014/main" id="{5539241E-4035-4A47-A126-8FDE8A28919A}"/>
              </a:ext>
            </a:extLst>
          </p:cNvPr>
          <p:cNvSpPr txBox="1">
            <a:spLocks noChangeArrowheads="1"/>
          </p:cNvSpPr>
          <p:nvPr/>
        </p:nvSpPr>
        <p:spPr bwMode="auto">
          <a:xfrm>
            <a:off x="323850" y="3573463"/>
            <a:ext cx="7109639" cy="1938992"/>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buFont typeface="Times New Roman" charset="0"/>
              <a:buNone/>
              <a:defRPr/>
            </a:pPr>
            <a:r>
              <a:rPr lang="it-IT" sz="2000" dirty="0">
                <a:solidFill>
                  <a:schemeClr val="accent2"/>
                </a:solidFill>
                <a:latin typeface="Courier New" charset="0"/>
                <a:ea typeface="ＭＳ Ｐゴシック" charset="0"/>
              </a:rPr>
              <a:t>class Nodo {</a:t>
            </a:r>
          </a:p>
          <a:p>
            <a:pPr>
              <a:buFont typeface="Times New Roman" charset="0"/>
              <a:buNone/>
              <a:defRPr/>
            </a:pPr>
            <a:r>
              <a:rPr lang="it-IT" sz="2000" dirty="0">
                <a:solidFill>
                  <a:schemeClr val="accent2"/>
                </a:solidFill>
                <a:latin typeface="Courier New" charset="0"/>
                <a:ea typeface="ＭＳ Ｐゴシック" charset="0"/>
              </a:rPr>
              <a:t>public :</a:t>
            </a:r>
          </a:p>
          <a:p>
            <a:pPr>
              <a:buFont typeface="Times New Roman" charset="0"/>
              <a:buNone/>
              <a:defRPr/>
            </a:pPr>
            <a:r>
              <a:rPr lang="it-IT" sz="2000" dirty="0">
                <a:solidFill>
                  <a:schemeClr val="accent2"/>
                </a:solidFill>
                <a:latin typeface="Courier New" charset="0"/>
                <a:ea typeface="ＭＳ Ｐゴシック" charset="0"/>
              </a:rPr>
              <a:t>   Nodo * </a:t>
            </a:r>
            <a:r>
              <a:rPr lang="it-IT" sz="2000" dirty="0" err="1">
                <a:solidFill>
                  <a:schemeClr val="accent2"/>
                </a:solidFill>
                <a:latin typeface="Courier New" charset="0"/>
                <a:ea typeface="ＭＳ Ｐゴシック" charset="0"/>
              </a:rPr>
              <a:t>suc</a:t>
            </a:r>
            <a:r>
              <a:rPr lang="it-IT" sz="2000" dirty="0">
                <a:solidFill>
                  <a:schemeClr val="accent2"/>
                </a:solidFill>
                <a:latin typeface="Courier New" charset="0"/>
                <a:ea typeface="ＭＳ Ｐゴシック" charset="0"/>
              </a:rPr>
              <a:t>;</a:t>
            </a:r>
          </a:p>
          <a:p>
            <a:pPr>
              <a:buFont typeface="Times New Roman" charset="0"/>
              <a:buNone/>
              <a:defRPr/>
            </a:pPr>
            <a:r>
              <a:rPr lang="it-IT" sz="2000" dirty="0">
                <a:solidFill>
                  <a:schemeClr val="accent2"/>
                </a:solidFill>
                <a:latin typeface="Courier New" charset="0"/>
                <a:ea typeface="ＭＳ Ｐゴシック" charset="0"/>
              </a:rPr>
              <a:t>   </a:t>
            </a:r>
            <a:r>
              <a:rPr lang="it-IT" sz="2000" dirty="0" err="1">
                <a:solidFill>
                  <a:schemeClr val="accent2"/>
                </a:solidFill>
                <a:latin typeface="Courier New" charset="0"/>
                <a:ea typeface="ＭＳ Ｐゴシック" charset="0"/>
              </a:rPr>
              <a:t>int</a:t>
            </a:r>
            <a:r>
              <a:rPr lang="it-IT" sz="2000" dirty="0">
                <a:solidFill>
                  <a:schemeClr val="accent2"/>
                </a:solidFill>
                <a:latin typeface="Courier New" charset="0"/>
                <a:ea typeface="ＭＳ Ｐゴシック" charset="0"/>
              </a:rPr>
              <a:t> dato;</a:t>
            </a:r>
          </a:p>
          <a:p>
            <a:pPr>
              <a:buFont typeface="Times New Roman" charset="0"/>
              <a:buNone/>
              <a:defRPr/>
            </a:pPr>
            <a:r>
              <a:rPr lang="it-IT" sz="2000" dirty="0">
                <a:solidFill>
                  <a:schemeClr val="accent2"/>
                </a:solidFill>
                <a:latin typeface="Courier New" charset="0"/>
                <a:ea typeface="ＭＳ Ｐゴシック" charset="0"/>
              </a:rPr>
              <a:t>   Nodo (Nodo * n, </a:t>
            </a:r>
            <a:r>
              <a:rPr lang="it-IT" sz="2000" dirty="0" err="1">
                <a:solidFill>
                  <a:schemeClr val="accent2"/>
                </a:solidFill>
                <a:latin typeface="Courier New" charset="0"/>
                <a:ea typeface="ＭＳ Ｐゴシック" charset="0"/>
              </a:rPr>
              <a:t>int</a:t>
            </a:r>
            <a:r>
              <a:rPr lang="it-IT" sz="2000" dirty="0">
                <a:solidFill>
                  <a:schemeClr val="accent2"/>
                </a:solidFill>
                <a:latin typeface="Courier New" charset="0"/>
                <a:ea typeface="ＭＳ Ｐゴシック" charset="0"/>
              </a:rPr>
              <a:t> d): </a:t>
            </a:r>
            <a:r>
              <a:rPr lang="it-IT" sz="2000" dirty="0" err="1">
                <a:solidFill>
                  <a:schemeClr val="accent2"/>
                </a:solidFill>
                <a:latin typeface="Courier New" charset="0"/>
                <a:ea typeface="ＭＳ Ｐゴシック" charset="0"/>
              </a:rPr>
              <a:t>suc</a:t>
            </a:r>
            <a:r>
              <a:rPr lang="it-IT" sz="2000" dirty="0">
                <a:solidFill>
                  <a:schemeClr val="accent2"/>
                </a:solidFill>
                <a:latin typeface="Courier New" charset="0"/>
                <a:ea typeface="ＭＳ Ｐゴシック" charset="0"/>
              </a:rPr>
              <a:t>(n), dato(d) {}</a:t>
            </a:r>
          </a:p>
          <a:p>
            <a:pPr>
              <a:buFont typeface="Times New Roman" charset="0"/>
              <a:buNone/>
              <a:defRPr/>
            </a:pPr>
            <a:r>
              <a:rPr lang="it-IT" sz="2000" dirty="0">
                <a:solidFill>
                  <a:schemeClr val="accent2"/>
                </a:solidFill>
                <a:latin typeface="Courier New" charset="0"/>
                <a:ea typeface="ＭＳ Ｐゴシック"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BB9175F4-01F0-4E82-9FAF-7468CD84400C}"/>
              </a:ext>
            </a:extLst>
          </p:cNvPr>
          <p:cNvSpPr>
            <a:spLocks noGrp="1" noChangeArrowheads="1"/>
          </p:cNvSpPr>
          <p:nvPr>
            <p:ph type="title"/>
          </p:nvPr>
        </p:nvSpPr>
        <p:spPr>
          <a:xfrm>
            <a:off x="539749" y="66675"/>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b="0" dirty="0">
                <a:ea typeface="+mj-ea"/>
                <a:cs typeface="+mj-cs"/>
              </a:rPr>
              <a:t>Costruzione di una lista</a:t>
            </a:r>
          </a:p>
        </p:txBody>
      </p:sp>
      <p:sp>
        <p:nvSpPr>
          <p:cNvPr id="225285" name="Text Box 5">
            <a:extLst>
              <a:ext uri="{FF2B5EF4-FFF2-40B4-BE49-F238E27FC236}">
                <a16:creationId xmlns:a16="http://schemas.microsoft.com/office/drawing/2014/main" id="{63B07A61-FD21-4F51-BA28-932B32320429}"/>
              </a:ext>
            </a:extLst>
          </p:cNvPr>
          <p:cNvSpPr txBox="1">
            <a:spLocks noChangeArrowheads="1"/>
          </p:cNvSpPr>
          <p:nvPr/>
        </p:nvSpPr>
        <p:spPr bwMode="auto">
          <a:xfrm>
            <a:off x="179388" y="952500"/>
            <a:ext cx="7705725" cy="7016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2000" dirty="0">
                <a:solidFill>
                  <a:schemeClr val="accent2"/>
                </a:solidFill>
                <a:latin typeface="Courier New" charset="0"/>
                <a:ea typeface="ＭＳ Ｐゴシック" charset="0"/>
              </a:rPr>
              <a:t>Nodo* primo = NULL; // lista vuota</a:t>
            </a:r>
          </a:p>
          <a:p>
            <a:pPr>
              <a:buFont typeface="Times New Roman" charset="0"/>
              <a:buNone/>
              <a:defRPr/>
            </a:pPr>
            <a:r>
              <a:rPr lang="it-IT" sz="2000" dirty="0">
                <a:solidFill>
                  <a:schemeClr val="accent2"/>
                </a:solidFill>
                <a:latin typeface="Courier New" charset="0"/>
                <a:ea typeface="ＭＳ Ｐゴシック" charset="0"/>
              </a:rPr>
              <a:t>primo = new Nodo(primo, 5); // primo elemento</a:t>
            </a:r>
          </a:p>
        </p:txBody>
      </p:sp>
      <p:pic>
        <p:nvPicPr>
          <p:cNvPr id="225286" name="Picture 6">
            <a:extLst>
              <a:ext uri="{FF2B5EF4-FFF2-40B4-BE49-F238E27FC236}">
                <a16:creationId xmlns:a16="http://schemas.microsoft.com/office/drawing/2014/main" id="{B0B86EE0-B139-4F13-B4FC-B67BCF638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844675"/>
            <a:ext cx="2319337" cy="671513"/>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25287" name="Text Box 7">
            <a:extLst>
              <a:ext uri="{FF2B5EF4-FFF2-40B4-BE49-F238E27FC236}">
                <a16:creationId xmlns:a16="http://schemas.microsoft.com/office/drawing/2014/main" id="{C4C15AD8-8BD9-4EAF-AD63-2FC9E15BE878}"/>
              </a:ext>
            </a:extLst>
          </p:cNvPr>
          <p:cNvSpPr txBox="1">
            <a:spLocks noChangeArrowheads="1"/>
          </p:cNvSpPr>
          <p:nvPr/>
        </p:nvSpPr>
        <p:spPr bwMode="auto">
          <a:xfrm>
            <a:off x="323850" y="2708275"/>
            <a:ext cx="7705725" cy="3968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2000" dirty="0">
                <a:solidFill>
                  <a:schemeClr val="accent2"/>
                </a:solidFill>
                <a:latin typeface="Courier New" charset="0"/>
                <a:ea typeface="ＭＳ Ｐゴシック" charset="0"/>
              </a:rPr>
              <a:t>primo = new Nodo(primo, 3); </a:t>
            </a:r>
          </a:p>
        </p:txBody>
      </p:sp>
      <p:pic>
        <p:nvPicPr>
          <p:cNvPr id="225288" name="Picture 8">
            <a:extLst>
              <a:ext uri="{FF2B5EF4-FFF2-40B4-BE49-F238E27FC236}">
                <a16:creationId xmlns:a16="http://schemas.microsoft.com/office/drawing/2014/main" id="{800F8253-BEB2-43FD-94DB-36447A697D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357563"/>
            <a:ext cx="3803650" cy="49530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25289" name="Text Box 9">
            <a:extLst>
              <a:ext uri="{FF2B5EF4-FFF2-40B4-BE49-F238E27FC236}">
                <a16:creationId xmlns:a16="http://schemas.microsoft.com/office/drawing/2014/main" id="{2C00ACF9-014A-4C1C-9E75-569A6BBC5E7D}"/>
              </a:ext>
            </a:extLst>
          </p:cNvPr>
          <p:cNvSpPr txBox="1">
            <a:spLocks noChangeArrowheads="1"/>
          </p:cNvSpPr>
          <p:nvPr/>
        </p:nvSpPr>
        <p:spPr bwMode="auto">
          <a:xfrm>
            <a:off x="468313" y="4005263"/>
            <a:ext cx="7705725" cy="3968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2000" dirty="0">
                <a:solidFill>
                  <a:schemeClr val="accent2"/>
                </a:solidFill>
                <a:latin typeface="Courier New" charset="0"/>
                <a:ea typeface="ＭＳ Ｐゴシック" charset="0"/>
              </a:rPr>
              <a:t>primo = new Nodo(primo, 4);</a:t>
            </a:r>
            <a:endParaRPr lang="it-IT" dirty="0">
              <a:latin typeface="Times New Roman" charset="0"/>
              <a:ea typeface="ＭＳ Ｐゴシック" charset="0"/>
            </a:endParaRPr>
          </a:p>
        </p:txBody>
      </p:sp>
      <p:pic>
        <p:nvPicPr>
          <p:cNvPr id="225290" name="Picture 10">
            <a:extLst>
              <a:ext uri="{FF2B5EF4-FFF2-40B4-BE49-F238E27FC236}">
                <a16:creationId xmlns:a16="http://schemas.microsoft.com/office/drawing/2014/main" id="{379E64F0-7A75-4DA2-ACBF-C14489EA9D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797425"/>
            <a:ext cx="4748213" cy="569913"/>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073C3E86-EAEC-497A-A912-926E58A5B50E}"/>
              </a:ext>
            </a:extLst>
          </p:cNvPr>
          <p:cNvSpPr>
            <a:spLocks noGrp="1" noChangeArrowheads="1"/>
          </p:cNvSpPr>
          <p:nvPr>
            <p:ph type="title"/>
          </p:nvPr>
        </p:nvSpPr>
        <p:spPr>
          <a:xfrm>
            <a:off x="539552" y="116632"/>
            <a:ext cx="7273925"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4000" b="0" dirty="0">
                <a:ea typeface="+mj-ea"/>
                <a:cs typeface="+mj-cs"/>
              </a:rPr>
              <a:t>Inserimento in testa</a:t>
            </a:r>
          </a:p>
        </p:txBody>
      </p:sp>
      <p:sp>
        <p:nvSpPr>
          <p:cNvPr id="227331" name="Text Box 3">
            <a:extLst>
              <a:ext uri="{FF2B5EF4-FFF2-40B4-BE49-F238E27FC236}">
                <a16:creationId xmlns:a16="http://schemas.microsoft.com/office/drawing/2014/main" id="{1AC68C91-E8F5-4DFE-8991-D2419FCB9796}"/>
              </a:ext>
            </a:extLst>
          </p:cNvPr>
          <p:cNvSpPr txBox="1">
            <a:spLocks noChangeArrowheads="1"/>
          </p:cNvSpPr>
          <p:nvPr/>
        </p:nvSpPr>
        <p:spPr bwMode="auto">
          <a:xfrm>
            <a:off x="0" y="1700213"/>
            <a:ext cx="8964613" cy="2862262"/>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1800" dirty="0" err="1">
                <a:solidFill>
                  <a:schemeClr val="accent2"/>
                </a:solidFill>
                <a:latin typeface="Courier New" charset="0"/>
                <a:ea typeface="ＭＳ Ｐゴシック" charset="0"/>
              </a:rPr>
              <a:t>void</a:t>
            </a: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InserTestaLista</a:t>
            </a:r>
            <a:r>
              <a:rPr lang="it-IT" sz="1800" dirty="0">
                <a:solidFill>
                  <a:schemeClr val="accent2"/>
                </a:solidFill>
                <a:latin typeface="Courier New" charset="0"/>
                <a:ea typeface="ＭＳ Ｐゴシック" charset="0"/>
              </a:rPr>
              <a:t> (Nodo&amp; </a:t>
            </a:r>
            <a:r>
              <a:rPr lang="it-IT" sz="1800" dirty="0" err="1">
                <a:solidFill>
                  <a:schemeClr val="accent2"/>
                </a:solidFill>
                <a:latin typeface="Courier New" charset="0"/>
                <a:ea typeface="ＭＳ Ｐゴシック" charset="0"/>
              </a:rPr>
              <a:t>testa_ptr</a:t>
            </a: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const</a:t>
            </a:r>
            <a:r>
              <a:rPr lang="it-IT" sz="1800" dirty="0">
                <a:solidFill>
                  <a:schemeClr val="accent2"/>
                </a:solidFill>
                <a:latin typeface="Courier New" charset="0"/>
                <a:ea typeface="ＭＳ Ｐゴシック" charset="0"/>
              </a:rPr>
              <a:t> Nodo::Item&amp; </a:t>
            </a:r>
            <a:r>
              <a:rPr lang="it-IT" sz="1800" dirty="0" err="1">
                <a:solidFill>
                  <a:schemeClr val="accent2"/>
                </a:solidFill>
                <a:latin typeface="Courier New" charset="0"/>
                <a:ea typeface="ＭＳ Ｐゴシック" charset="0"/>
              </a:rPr>
              <a:t>inform</a:t>
            </a:r>
            <a:r>
              <a:rPr lang="it-IT" sz="1800" dirty="0">
                <a:solidFill>
                  <a:schemeClr val="accent2"/>
                </a:solidFill>
                <a:latin typeface="Courier New" charset="0"/>
                <a:ea typeface="ＭＳ Ｐゴシック" charset="0"/>
              </a:rPr>
              <a:t>)</a:t>
            </a:r>
          </a:p>
          <a:p>
            <a:pPr>
              <a:buFont typeface="Times New Roman" charset="0"/>
              <a:buNone/>
              <a:defRPr/>
            </a:pPr>
            <a:r>
              <a:rPr lang="it-IT" sz="1800" dirty="0">
                <a:solidFill>
                  <a:schemeClr val="accent2"/>
                </a:solidFill>
                <a:latin typeface="Courier New" charset="0"/>
                <a:ea typeface="ＭＳ Ｐゴシック" charset="0"/>
              </a:rPr>
              <a:t>{</a:t>
            </a:r>
          </a:p>
          <a:p>
            <a:pPr>
              <a:buFont typeface="Times New Roman" charset="0"/>
              <a:buNone/>
              <a:defRPr/>
            </a:pPr>
            <a:r>
              <a:rPr lang="it-IT" sz="1800" dirty="0">
                <a:solidFill>
                  <a:schemeClr val="accent2"/>
                </a:solidFill>
                <a:latin typeface="Courier New" charset="0"/>
                <a:ea typeface="ＭＳ Ｐゴシック" charset="0"/>
              </a:rPr>
              <a:t>   Nodo * </a:t>
            </a:r>
            <a:r>
              <a:rPr lang="it-IT" sz="1800" dirty="0" err="1">
                <a:solidFill>
                  <a:schemeClr val="accent2"/>
                </a:solidFill>
                <a:latin typeface="Courier New" charset="0"/>
                <a:ea typeface="ＭＳ Ｐゴシック" charset="0"/>
              </a:rPr>
              <a:t>nuovo_ptr</a:t>
            </a:r>
            <a:r>
              <a:rPr lang="it-IT" sz="1800" dirty="0">
                <a:solidFill>
                  <a:schemeClr val="accent2"/>
                </a:solidFill>
                <a:latin typeface="Courier New" charset="0"/>
                <a:ea typeface="ＭＳ Ｐゴシック" charset="0"/>
              </a:rPr>
              <a:t>;</a:t>
            </a:r>
          </a:p>
          <a:p>
            <a:pPr>
              <a:buFont typeface="Times New Roman" charset="0"/>
              <a:buNone/>
              <a:defRPr/>
            </a:pP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nuovo_ptr</a:t>
            </a:r>
            <a:r>
              <a:rPr lang="it-IT" sz="1800" dirty="0">
                <a:solidFill>
                  <a:schemeClr val="accent2"/>
                </a:solidFill>
                <a:latin typeface="Courier New" charset="0"/>
                <a:ea typeface="ＭＳ Ｐゴシック" charset="0"/>
              </a:rPr>
              <a:t> = new Nodo;       // assegna nuovo nodo</a:t>
            </a:r>
          </a:p>
          <a:p>
            <a:pPr>
              <a:buFont typeface="Times New Roman" charset="0"/>
              <a:buNone/>
              <a:defRPr/>
            </a:pP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nuovo_ptr</a:t>
            </a:r>
            <a:r>
              <a:rPr lang="it-IT" sz="1800" dirty="0">
                <a:solidFill>
                  <a:schemeClr val="accent2"/>
                </a:solidFill>
                <a:latin typeface="Courier New" charset="0"/>
                <a:ea typeface="ＭＳ Ｐゴシック" charset="0"/>
              </a:rPr>
              <a:t>-&gt;dato = </a:t>
            </a:r>
            <a:r>
              <a:rPr lang="it-IT" sz="1800" dirty="0" err="1">
                <a:solidFill>
                  <a:schemeClr val="accent2"/>
                </a:solidFill>
                <a:latin typeface="Courier New" charset="0"/>
                <a:ea typeface="ＭＳ Ｐゴシック" charset="0"/>
              </a:rPr>
              <a:t>inform</a:t>
            </a:r>
            <a:r>
              <a:rPr lang="it-IT" sz="1800" dirty="0">
                <a:solidFill>
                  <a:schemeClr val="accent2"/>
                </a:solidFill>
                <a:latin typeface="Courier New" charset="0"/>
                <a:ea typeface="ＭＳ Ｐゴシック" charset="0"/>
              </a:rPr>
              <a:t>;   // mette elemento in nuovo nodo </a:t>
            </a:r>
          </a:p>
          <a:p>
            <a:pPr>
              <a:buFont typeface="Times New Roman" charset="0"/>
              <a:buNone/>
              <a:defRPr/>
            </a:pP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nuovo_ptr</a:t>
            </a:r>
            <a:r>
              <a:rPr lang="it-IT" sz="1800" dirty="0">
                <a:solidFill>
                  <a:schemeClr val="accent2"/>
                </a:solidFill>
                <a:latin typeface="Courier New" charset="0"/>
                <a:ea typeface="ＭＳ Ｐゴシック" charset="0"/>
              </a:rPr>
              <a:t>-&gt;</a:t>
            </a:r>
            <a:r>
              <a:rPr lang="it-IT" sz="1800" dirty="0" err="1">
                <a:solidFill>
                  <a:schemeClr val="accent2"/>
                </a:solidFill>
                <a:latin typeface="Courier New" charset="0"/>
                <a:ea typeface="ＭＳ Ｐゴシック" charset="0"/>
              </a:rPr>
              <a:t>suc</a:t>
            </a:r>
            <a:r>
              <a:rPr lang="it-IT" sz="1800" dirty="0">
                <a:solidFill>
                  <a:schemeClr val="accent2"/>
                </a:solidFill>
                <a:latin typeface="Courier New" charset="0"/>
                <a:ea typeface="ＭＳ Ｐゴシック" charset="0"/>
              </a:rPr>
              <a:t> = </a:t>
            </a:r>
            <a:r>
              <a:rPr lang="it-IT" sz="1800" dirty="0" err="1">
                <a:solidFill>
                  <a:schemeClr val="accent2"/>
                </a:solidFill>
                <a:latin typeface="Courier New" charset="0"/>
                <a:ea typeface="ＭＳ Ｐゴシック" charset="0"/>
              </a:rPr>
              <a:t>testa_ptr</a:t>
            </a:r>
            <a:r>
              <a:rPr lang="it-IT" sz="1800" dirty="0">
                <a:solidFill>
                  <a:schemeClr val="accent2"/>
                </a:solidFill>
                <a:latin typeface="Courier New" charset="0"/>
                <a:ea typeface="ＭＳ Ｐゴシック" charset="0"/>
              </a:rPr>
              <a:t> ; // collega nuovo nodo</a:t>
            </a:r>
          </a:p>
          <a:p>
            <a:pPr>
              <a:buFont typeface="Times New Roman" charset="0"/>
              <a:buNone/>
              <a:defRPr/>
            </a:pPr>
            <a:r>
              <a:rPr lang="it-IT" sz="1800" dirty="0">
                <a:solidFill>
                  <a:schemeClr val="accent2"/>
                </a:solidFill>
                <a:latin typeface="Courier New" charset="0"/>
                <a:ea typeface="ＭＳ Ｐゴシック" charset="0"/>
              </a:rPr>
              <a:t>                                // al fronte della lista</a:t>
            </a:r>
          </a:p>
          <a:p>
            <a:pPr>
              <a:buFont typeface="Times New Roman" charset="0"/>
              <a:buNone/>
              <a:defRPr/>
            </a:pPr>
            <a:r>
              <a:rPr lang="it-IT" sz="1800" dirty="0">
                <a:solidFill>
                  <a:schemeClr val="accent2"/>
                </a:solidFill>
                <a:latin typeface="Courier New" charset="0"/>
                <a:ea typeface="ＭＳ Ｐゴシック" charset="0"/>
              </a:rPr>
              <a:t>   </a:t>
            </a:r>
            <a:r>
              <a:rPr lang="it-IT" sz="1800" dirty="0" err="1">
                <a:solidFill>
                  <a:schemeClr val="accent2"/>
                </a:solidFill>
                <a:latin typeface="Courier New" charset="0"/>
                <a:ea typeface="ＭＳ Ｐゴシック" charset="0"/>
              </a:rPr>
              <a:t>testa_ptr</a:t>
            </a:r>
            <a:r>
              <a:rPr lang="it-IT" sz="1800" dirty="0">
                <a:solidFill>
                  <a:schemeClr val="accent2"/>
                </a:solidFill>
                <a:latin typeface="Courier New" charset="0"/>
                <a:ea typeface="ＭＳ Ｐゴシック" charset="0"/>
              </a:rPr>
              <a:t> = </a:t>
            </a:r>
            <a:r>
              <a:rPr lang="it-IT" sz="1800" dirty="0" err="1">
                <a:solidFill>
                  <a:schemeClr val="accent2"/>
                </a:solidFill>
                <a:latin typeface="Courier New" charset="0"/>
                <a:ea typeface="ＭＳ Ｐゴシック" charset="0"/>
              </a:rPr>
              <a:t>nuovo_ptr</a:t>
            </a:r>
            <a:r>
              <a:rPr lang="it-IT" sz="1800" dirty="0">
                <a:solidFill>
                  <a:schemeClr val="accent2"/>
                </a:solidFill>
                <a:latin typeface="Courier New" charset="0"/>
                <a:ea typeface="ＭＳ Ｐゴシック" charset="0"/>
              </a:rPr>
              <a:t> ;  // muove puntatore testa</a:t>
            </a:r>
          </a:p>
          <a:p>
            <a:pPr>
              <a:buFont typeface="Times New Roman" charset="0"/>
              <a:buNone/>
              <a:defRPr/>
            </a:pPr>
            <a:r>
              <a:rPr lang="it-IT" sz="1800" dirty="0">
                <a:solidFill>
                  <a:schemeClr val="accent2"/>
                </a:solidFill>
                <a:latin typeface="Courier New" charset="0"/>
                <a:ea typeface="ＭＳ Ｐゴシック" charset="0"/>
              </a:rPr>
              <a:t>                            // e punta al nuovo nodo</a:t>
            </a:r>
          </a:p>
          <a:p>
            <a:pPr>
              <a:buFont typeface="Times New Roman" charset="0"/>
              <a:buNone/>
              <a:defRPr/>
            </a:pPr>
            <a:r>
              <a:rPr lang="it-IT" sz="1800" dirty="0">
                <a:solidFill>
                  <a:schemeClr val="accent2"/>
                </a:solidFill>
                <a:latin typeface="Courier New" charset="0"/>
                <a:ea typeface="ＭＳ Ｐゴシック"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C6C80E60-B96A-43E4-9FA4-9960B0657145}"/>
              </a:ext>
            </a:extLst>
          </p:cNvPr>
          <p:cNvSpPr>
            <a:spLocks noGrp="1" noChangeArrowheads="1"/>
          </p:cNvSpPr>
          <p:nvPr>
            <p:ph type="title"/>
          </p:nvPr>
        </p:nvSpPr>
        <p:spPr>
          <a:xfrm>
            <a:off x="811213" y="33561"/>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b="0" dirty="0">
                <a:ea typeface="+mj-ea"/>
                <a:cs typeface="+mj-cs"/>
              </a:rPr>
              <a:t>Inserimento in un posto predeterminato</a:t>
            </a:r>
          </a:p>
        </p:txBody>
      </p:sp>
      <p:pic>
        <p:nvPicPr>
          <p:cNvPr id="229380" name="Picture 4">
            <a:extLst>
              <a:ext uri="{FF2B5EF4-FFF2-40B4-BE49-F238E27FC236}">
                <a16:creationId xmlns:a16="http://schemas.microsoft.com/office/drawing/2014/main" id="{91D07CAD-6472-4F29-B625-963131C1A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908050"/>
            <a:ext cx="4579938" cy="112395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29381" name="Picture 5">
            <a:extLst>
              <a:ext uri="{FF2B5EF4-FFF2-40B4-BE49-F238E27FC236}">
                <a16:creationId xmlns:a16="http://schemas.microsoft.com/office/drawing/2014/main" id="{35ED518E-29C9-4904-A8A0-8F9227EF4B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484313"/>
            <a:ext cx="4376738" cy="23907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29382" name="Picture 6">
            <a:extLst>
              <a:ext uri="{FF2B5EF4-FFF2-40B4-BE49-F238E27FC236}">
                <a16:creationId xmlns:a16="http://schemas.microsoft.com/office/drawing/2014/main" id="{06651D08-9CDC-4E55-8EEE-1D2162B02D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365625"/>
            <a:ext cx="3465513" cy="203835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229383" name="Picture 7">
            <a:extLst>
              <a:ext uri="{FF2B5EF4-FFF2-40B4-BE49-F238E27FC236}">
                <a16:creationId xmlns:a16="http://schemas.microsoft.com/office/drawing/2014/main" id="{4AB1449D-F1FF-46DA-BF31-73402C0298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4437063"/>
            <a:ext cx="3870325" cy="1979612"/>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29379" name="Text Box 3">
            <a:extLst>
              <a:ext uri="{FF2B5EF4-FFF2-40B4-BE49-F238E27FC236}">
                <a16:creationId xmlns:a16="http://schemas.microsoft.com/office/drawing/2014/main" id="{AD963740-2791-4B26-ACB7-D5C2C3307B88}"/>
              </a:ext>
            </a:extLst>
          </p:cNvPr>
          <p:cNvSpPr txBox="1">
            <a:spLocks noChangeArrowheads="1"/>
          </p:cNvSpPr>
          <p:nvPr/>
        </p:nvSpPr>
        <p:spPr bwMode="auto">
          <a:xfrm>
            <a:off x="2483768" y="2549743"/>
            <a:ext cx="7128792" cy="1815882"/>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buFont typeface="Times New Roman" charset="0"/>
              <a:buNone/>
              <a:defRPr/>
            </a:pPr>
            <a:r>
              <a:rPr lang="it-IT" sz="1400" dirty="0" err="1">
                <a:solidFill>
                  <a:schemeClr val="accent2"/>
                </a:solidFill>
                <a:latin typeface="Courier New" charset="0"/>
                <a:ea typeface="ＭＳ Ｐゴシック" charset="0"/>
              </a:rPr>
              <a:t>void</a:t>
            </a:r>
            <a:r>
              <a:rPr lang="it-IT" sz="1400" dirty="0">
                <a:solidFill>
                  <a:schemeClr val="accent2"/>
                </a:solidFill>
                <a:latin typeface="Courier New" charset="0"/>
                <a:ea typeface="ＭＳ Ｐゴシック" charset="0"/>
              </a:rPr>
              <a:t> </a:t>
            </a:r>
            <a:r>
              <a:rPr lang="it-IT" sz="1400" dirty="0" err="1">
                <a:solidFill>
                  <a:schemeClr val="accent2"/>
                </a:solidFill>
                <a:latin typeface="Courier New" charset="0"/>
                <a:ea typeface="ＭＳ Ｐゴシック" charset="0"/>
              </a:rPr>
              <a:t>InserireLista</a:t>
            </a:r>
            <a:r>
              <a:rPr lang="it-IT" sz="1400" dirty="0">
                <a:solidFill>
                  <a:schemeClr val="accent2"/>
                </a:solidFill>
                <a:latin typeface="Courier New" charset="0"/>
                <a:ea typeface="ＭＳ Ｐゴシック" charset="0"/>
              </a:rPr>
              <a:t>(Nodo* </a:t>
            </a:r>
            <a:r>
              <a:rPr lang="it-IT" sz="1400" dirty="0" err="1">
                <a:solidFill>
                  <a:schemeClr val="accent2"/>
                </a:solidFill>
                <a:latin typeface="Courier New" charset="0"/>
                <a:ea typeface="ＭＳ Ｐゴシック" charset="0"/>
              </a:rPr>
              <a:t>ant_ptr,const</a:t>
            </a:r>
            <a:r>
              <a:rPr lang="it-IT" sz="1400" dirty="0">
                <a:solidFill>
                  <a:schemeClr val="accent2"/>
                </a:solidFill>
                <a:latin typeface="Courier New" charset="0"/>
                <a:ea typeface="ＭＳ Ｐゴシック" charset="0"/>
              </a:rPr>
              <a:t> Nodo::Item&amp; </a:t>
            </a:r>
            <a:r>
              <a:rPr lang="it-IT" sz="1400" dirty="0" err="1">
                <a:solidFill>
                  <a:schemeClr val="accent2"/>
                </a:solidFill>
                <a:latin typeface="Courier New" charset="0"/>
                <a:ea typeface="ＭＳ Ｐゴシック" charset="0"/>
              </a:rPr>
              <a:t>inform</a:t>
            </a:r>
            <a:r>
              <a:rPr lang="it-IT" sz="1400" dirty="0">
                <a:solidFill>
                  <a:schemeClr val="accent2"/>
                </a:solidFill>
                <a:latin typeface="Courier New" charset="0"/>
                <a:ea typeface="ＭＳ Ｐゴシック" charset="0"/>
              </a:rPr>
              <a:t>)</a:t>
            </a:r>
          </a:p>
          <a:p>
            <a:pPr>
              <a:buFont typeface="Times New Roman" charset="0"/>
              <a:buNone/>
              <a:defRPr/>
            </a:pPr>
            <a:r>
              <a:rPr lang="it-IT" sz="1400" dirty="0">
                <a:solidFill>
                  <a:schemeClr val="accent2"/>
                </a:solidFill>
                <a:latin typeface="Courier New" charset="0"/>
                <a:ea typeface="ＭＳ Ｐゴシック" charset="0"/>
              </a:rPr>
              <a:t>{</a:t>
            </a:r>
          </a:p>
          <a:p>
            <a:pPr>
              <a:buFont typeface="Times New Roman" charset="0"/>
              <a:buNone/>
              <a:defRPr/>
            </a:pPr>
            <a:r>
              <a:rPr lang="it-IT" sz="1400" dirty="0">
                <a:solidFill>
                  <a:schemeClr val="accent2"/>
                </a:solidFill>
                <a:latin typeface="Courier New" charset="0"/>
                <a:ea typeface="ＭＳ Ｐゴシック" charset="0"/>
              </a:rPr>
              <a:t>   Nodo* </a:t>
            </a:r>
            <a:r>
              <a:rPr lang="it-IT" sz="1400" dirty="0" err="1">
                <a:solidFill>
                  <a:schemeClr val="accent2"/>
                </a:solidFill>
                <a:latin typeface="Courier New" charset="0"/>
                <a:ea typeface="ＭＳ Ｐゴシック" charset="0"/>
              </a:rPr>
              <a:t>nuovo_ptr</a:t>
            </a:r>
            <a:r>
              <a:rPr lang="it-IT" sz="1400" dirty="0">
                <a:solidFill>
                  <a:schemeClr val="accent2"/>
                </a:solidFill>
                <a:latin typeface="Courier New" charset="0"/>
                <a:ea typeface="ＭＳ Ｐゴシック" charset="0"/>
              </a:rPr>
              <a:t>;</a:t>
            </a:r>
          </a:p>
          <a:p>
            <a:pPr>
              <a:buFont typeface="Times New Roman" charset="0"/>
              <a:buNone/>
              <a:defRPr/>
            </a:pPr>
            <a:r>
              <a:rPr lang="it-IT" sz="1400" dirty="0">
                <a:solidFill>
                  <a:schemeClr val="accent2"/>
                </a:solidFill>
                <a:latin typeface="Courier New" charset="0"/>
                <a:ea typeface="ＭＳ Ｐゴシック" charset="0"/>
              </a:rPr>
              <a:t>   </a:t>
            </a:r>
            <a:r>
              <a:rPr lang="it-IT" sz="1400" dirty="0" err="1">
                <a:solidFill>
                  <a:schemeClr val="accent2"/>
                </a:solidFill>
                <a:latin typeface="Courier New" charset="0"/>
                <a:ea typeface="ＭＳ Ｐゴシック" charset="0"/>
              </a:rPr>
              <a:t>nuovo_ptr</a:t>
            </a:r>
            <a:r>
              <a:rPr lang="it-IT" sz="1400" dirty="0">
                <a:solidFill>
                  <a:schemeClr val="accent2"/>
                </a:solidFill>
                <a:latin typeface="Courier New" charset="0"/>
                <a:ea typeface="ＭＳ Ｐゴシック" charset="0"/>
              </a:rPr>
              <a:t> = new Nodo;</a:t>
            </a:r>
          </a:p>
          <a:p>
            <a:pPr>
              <a:buFont typeface="Times New Roman" charset="0"/>
              <a:buNone/>
              <a:defRPr/>
            </a:pPr>
            <a:r>
              <a:rPr lang="it-IT" sz="1400" dirty="0">
                <a:solidFill>
                  <a:schemeClr val="accent2"/>
                </a:solidFill>
                <a:latin typeface="Courier New" charset="0"/>
                <a:ea typeface="ＭＳ Ｐゴシック" charset="0"/>
              </a:rPr>
              <a:t>   </a:t>
            </a:r>
            <a:r>
              <a:rPr lang="it-IT" sz="1400" dirty="0" err="1">
                <a:solidFill>
                  <a:schemeClr val="accent2"/>
                </a:solidFill>
                <a:latin typeface="Courier New" charset="0"/>
                <a:ea typeface="ＭＳ Ｐゴシック" charset="0"/>
              </a:rPr>
              <a:t>nuovo_ptr</a:t>
            </a:r>
            <a:r>
              <a:rPr lang="it-IT" sz="1400" dirty="0">
                <a:solidFill>
                  <a:schemeClr val="accent2"/>
                </a:solidFill>
                <a:latin typeface="Courier New" charset="0"/>
                <a:ea typeface="ＭＳ Ｐゴシック" charset="0"/>
              </a:rPr>
              <a:t>-&gt;info = </a:t>
            </a:r>
            <a:r>
              <a:rPr lang="it-IT" sz="1400" dirty="0" err="1">
                <a:solidFill>
                  <a:schemeClr val="accent2"/>
                </a:solidFill>
                <a:latin typeface="Courier New" charset="0"/>
                <a:ea typeface="ＭＳ Ｐゴシック" charset="0"/>
              </a:rPr>
              <a:t>inform</a:t>
            </a:r>
            <a:r>
              <a:rPr lang="it-IT" sz="1400" dirty="0">
                <a:solidFill>
                  <a:schemeClr val="accent2"/>
                </a:solidFill>
                <a:latin typeface="Courier New" charset="0"/>
                <a:ea typeface="ＭＳ Ｐゴシック" charset="0"/>
              </a:rPr>
              <a:t>;</a:t>
            </a:r>
          </a:p>
          <a:p>
            <a:pPr>
              <a:buFont typeface="Times New Roman" charset="0"/>
              <a:buNone/>
              <a:defRPr/>
            </a:pPr>
            <a:r>
              <a:rPr lang="it-IT" sz="1400" dirty="0">
                <a:solidFill>
                  <a:schemeClr val="accent2"/>
                </a:solidFill>
                <a:latin typeface="Courier New" charset="0"/>
                <a:ea typeface="ＭＳ Ｐゴシック" charset="0"/>
              </a:rPr>
              <a:t>   </a:t>
            </a:r>
            <a:r>
              <a:rPr lang="en-GB" sz="1400" dirty="0" err="1">
                <a:solidFill>
                  <a:schemeClr val="accent2"/>
                </a:solidFill>
                <a:latin typeface="Courier New" charset="0"/>
                <a:ea typeface="ＭＳ Ｐゴシック" charset="0"/>
              </a:rPr>
              <a:t>nuovo_ptr</a:t>
            </a:r>
            <a:r>
              <a:rPr lang="en-GB" sz="1400" dirty="0">
                <a:solidFill>
                  <a:schemeClr val="accent2"/>
                </a:solidFill>
                <a:latin typeface="Courier New" charset="0"/>
                <a:ea typeface="ＭＳ Ｐゴシック" charset="0"/>
              </a:rPr>
              <a:t>-&gt;</a:t>
            </a:r>
            <a:r>
              <a:rPr lang="en-GB" sz="1400" dirty="0" err="1">
                <a:solidFill>
                  <a:schemeClr val="accent2"/>
                </a:solidFill>
                <a:latin typeface="Courier New" charset="0"/>
                <a:ea typeface="ＭＳ Ｐゴシック" charset="0"/>
              </a:rPr>
              <a:t>suc</a:t>
            </a:r>
            <a:r>
              <a:rPr lang="en-GB" sz="1400" dirty="0">
                <a:solidFill>
                  <a:schemeClr val="accent2"/>
                </a:solidFill>
                <a:latin typeface="Courier New" charset="0"/>
                <a:ea typeface="ＭＳ Ｐゴシック" charset="0"/>
              </a:rPr>
              <a:t> = </a:t>
            </a:r>
            <a:r>
              <a:rPr lang="en-GB" sz="1400" dirty="0" err="1">
                <a:solidFill>
                  <a:schemeClr val="accent2"/>
                </a:solidFill>
                <a:latin typeface="Courier New" charset="0"/>
                <a:ea typeface="ＭＳ Ｐゴシック" charset="0"/>
              </a:rPr>
              <a:t>ant_ptr</a:t>
            </a:r>
            <a:r>
              <a:rPr lang="en-GB" sz="1400" dirty="0">
                <a:solidFill>
                  <a:schemeClr val="accent2"/>
                </a:solidFill>
                <a:latin typeface="Courier New" charset="0"/>
                <a:ea typeface="ＭＳ Ｐゴシック" charset="0"/>
              </a:rPr>
              <a:t>-&gt;</a:t>
            </a:r>
            <a:r>
              <a:rPr lang="en-GB" sz="1400" dirty="0" err="1">
                <a:solidFill>
                  <a:schemeClr val="accent2"/>
                </a:solidFill>
                <a:latin typeface="Courier New" charset="0"/>
                <a:ea typeface="ＭＳ Ｐゴシック" charset="0"/>
              </a:rPr>
              <a:t>suc</a:t>
            </a:r>
            <a:r>
              <a:rPr lang="en-GB" sz="1400" dirty="0">
                <a:solidFill>
                  <a:schemeClr val="accent2"/>
                </a:solidFill>
                <a:latin typeface="Courier New" charset="0"/>
                <a:ea typeface="ＭＳ Ｐゴシック" charset="0"/>
              </a:rPr>
              <a:t>;</a:t>
            </a:r>
          </a:p>
          <a:p>
            <a:pPr>
              <a:buFont typeface="Times New Roman" charset="0"/>
              <a:buNone/>
              <a:defRPr/>
            </a:pPr>
            <a:r>
              <a:rPr lang="en-GB" sz="1400" dirty="0">
                <a:solidFill>
                  <a:schemeClr val="accent2"/>
                </a:solidFill>
                <a:latin typeface="Courier New" charset="0"/>
                <a:ea typeface="ＭＳ Ｐゴシック" charset="0"/>
              </a:rPr>
              <a:t>   </a:t>
            </a:r>
            <a:r>
              <a:rPr lang="it-IT" sz="1400" dirty="0" err="1">
                <a:solidFill>
                  <a:schemeClr val="accent2"/>
                </a:solidFill>
                <a:latin typeface="Courier New" charset="0"/>
                <a:ea typeface="ＭＳ Ｐゴシック" charset="0"/>
              </a:rPr>
              <a:t>ant_ptr</a:t>
            </a:r>
            <a:r>
              <a:rPr lang="it-IT" sz="1400" dirty="0">
                <a:solidFill>
                  <a:schemeClr val="accent2"/>
                </a:solidFill>
                <a:latin typeface="Courier New" charset="0"/>
                <a:ea typeface="ＭＳ Ｐゴシック" charset="0"/>
              </a:rPr>
              <a:t>-&gt;</a:t>
            </a:r>
            <a:r>
              <a:rPr lang="it-IT" sz="1400" dirty="0" err="1">
                <a:solidFill>
                  <a:schemeClr val="accent2"/>
                </a:solidFill>
                <a:latin typeface="Courier New" charset="0"/>
                <a:ea typeface="ＭＳ Ｐゴシック" charset="0"/>
              </a:rPr>
              <a:t>suc</a:t>
            </a:r>
            <a:r>
              <a:rPr lang="it-IT" sz="1400" dirty="0">
                <a:solidFill>
                  <a:schemeClr val="accent2"/>
                </a:solidFill>
                <a:latin typeface="Courier New" charset="0"/>
                <a:ea typeface="ＭＳ Ｐゴシック" charset="0"/>
              </a:rPr>
              <a:t> = </a:t>
            </a:r>
            <a:r>
              <a:rPr lang="it-IT" sz="1400" dirty="0" err="1">
                <a:solidFill>
                  <a:schemeClr val="accent2"/>
                </a:solidFill>
                <a:latin typeface="Courier New" charset="0"/>
                <a:ea typeface="ＭＳ Ｐゴシック" charset="0"/>
              </a:rPr>
              <a:t>nuovo_ptr</a:t>
            </a:r>
            <a:r>
              <a:rPr lang="it-IT" sz="1400" dirty="0">
                <a:solidFill>
                  <a:schemeClr val="accent2"/>
                </a:solidFill>
                <a:latin typeface="Courier New" charset="0"/>
                <a:ea typeface="ＭＳ Ｐゴシック" charset="0"/>
              </a:rPr>
              <a:t>;</a:t>
            </a:r>
          </a:p>
          <a:p>
            <a:pPr>
              <a:buFont typeface="Times New Roman" charset="0"/>
              <a:buNone/>
              <a:defRPr/>
            </a:pPr>
            <a:r>
              <a:rPr lang="it-IT" sz="1400" dirty="0">
                <a:solidFill>
                  <a:schemeClr val="accent2"/>
                </a:solidFill>
                <a:latin typeface="Courier New" charset="0"/>
                <a:ea typeface="ＭＳ Ｐゴシック" charset="0"/>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1CEAF988-E57E-40C5-AE39-9D458CA1EE19}"/>
              </a:ext>
            </a:extLst>
          </p:cNvPr>
          <p:cNvSpPr>
            <a:spLocks noGrp="1" noChangeArrowheads="1"/>
          </p:cNvSpPr>
          <p:nvPr>
            <p:ph type="title"/>
          </p:nvPr>
        </p:nvSpPr>
        <p:spPr>
          <a:xfrm>
            <a:off x="179388" y="0"/>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b="0" dirty="0">
                <a:ea typeface="+mj-ea"/>
                <a:cs typeface="+mj-cs"/>
              </a:rPr>
              <a:t>Ricerca di un elemento</a:t>
            </a:r>
          </a:p>
        </p:txBody>
      </p:sp>
      <p:sp>
        <p:nvSpPr>
          <p:cNvPr id="231431" name="Text Box 7">
            <a:extLst>
              <a:ext uri="{FF2B5EF4-FFF2-40B4-BE49-F238E27FC236}">
                <a16:creationId xmlns:a16="http://schemas.microsoft.com/office/drawing/2014/main" id="{8D9DF196-59FD-4511-A374-5C704F3C200F}"/>
              </a:ext>
            </a:extLst>
          </p:cNvPr>
          <p:cNvSpPr txBox="1">
            <a:spLocks noChangeArrowheads="1"/>
          </p:cNvSpPr>
          <p:nvPr/>
        </p:nvSpPr>
        <p:spPr bwMode="auto">
          <a:xfrm>
            <a:off x="179388" y="1412875"/>
            <a:ext cx="8964612" cy="120015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285750" indent="-28575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Arial" panose="020B0604020202020204" pitchFamily="34" charset="0"/>
              <a:buChar char="•"/>
            </a:pPr>
            <a:r>
              <a:rPr lang="it-IT" altLang="en-US" dirty="0">
                <a:solidFill>
                  <a:schemeClr val="tx1"/>
                </a:solidFill>
                <a:latin typeface="+mj-lt"/>
                <a:cs typeface="Times New Roman" panose="02020603050405020304" pitchFamily="18" charset="0"/>
              </a:rPr>
              <a:t>Molto simile alla ricerca in array</a:t>
            </a:r>
          </a:p>
          <a:p>
            <a:pPr>
              <a:buFont typeface="Arial" panose="020B0604020202020204" pitchFamily="34" charset="0"/>
              <a:buChar char="•"/>
            </a:pPr>
            <a:r>
              <a:rPr lang="it-IT" altLang="en-US" dirty="0">
                <a:solidFill>
                  <a:schemeClr val="tx1"/>
                </a:solidFill>
                <a:latin typeface="+mj-lt"/>
                <a:cs typeface="Times New Roman" panose="02020603050405020304" pitchFamily="18" charset="0"/>
              </a:rPr>
              <a:t>Semplicemente alla fine viene restituito un puntatore all</a:t>
            </a:r>
            <a:r>
              <a:rPr lang="it-IT" altLang="it-IT" dirty="0">
                <a:solidFill>
                  <a:schemeClr val="tx1"/>
                </a:solidFill>
                <a:latin typeface="+mj-lt"/>
                <a:cs typeface="Times New Roman" panose="02020603050405020304" pitchFamily="18" charset="0"/>
              </a:rPr>
              <a:t>’</a:t>
            </a:r>
            <a:r>
              <a:rPr lang="it-IT" altLang="en-US" dirty="0">
                <a:solidFill>
                  <a:schemeClr val="tx1"/>
                </a:solidFill>
                <a:latin typeface="+mj-lt"/>
                <a:cs typeface="Times New Roman" panose="02020603050405020304" pitchFamily="18" charset="0"/>
              </a:rPr>
              <a:t>elemento trovato</a:t>
            </a:r>
            <a:r>
              <a:rPr lang="it-IT" altLang="en-US" sz="1800" dirty="0">
                <a:solidFill>
                  <a:schemeClr val="accent2"/>
                </a:solidFill>
                <a:latin typeface="+mj-lt"/>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71160AFE-C798-4C3C-9D20-1B50B9C14D3D}"/>
              </a:ext>
            </a:extLst>
          </p:cNvPr>
          <p:cNvSpPr>
            <a:spLocks noGrp="1" noChangeArrowheads="1"/>
          </p:cNvSpPr>
          <p:nvPr>
            <p:ph type="title"/>
          </p:nvPr>
        </p:nvSpPr>
        <p:spPr>
          <a:xfrm>
            <a:off x="179388" y="0"/>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b="0" dirty="0">
                <a:latin typeface="Times New Roman" charset="0"/>
                <a:ea typeface="+mj-ea"/>
                <a:cs typeface="+mj-cs"/>
              </a:rPr>
              <a:t>Rimozione di un elemento</a:t>
            </a:r>
          </a:p>
        </p:txBody>
      </p:sp>
      <p:sp>
        <p:nvSpPr>
          <p:cNvPr id="233475" name="Text Box 3">
            <a:extLst>
              <a:ext uri="{FF2B5EF4-FFF2-40B4-BE49-F238E27FC236}">
                <a16:creationId xmlns:a16="http://schemas.microsoft.com/office/drawing/2014/main" id="{637D734F-A863-4700-B86D-6EBD40FD5D9E}"/>
              </a:ext>
            </a:extLst>
          </p:cNvPr>
          <p:cNvSpPr txBox="1">
            <a:spLocks noChangeArrowheads="1"/>
          </p:cNvSpPr>
          <p:nvPr/>
        </p:nvSpPr>
        <p:spPr bwMode="auto">
          <a:xfrm>
            <a:off x="179388" y="3644900"/>
            <a:ext cx="8964612" cy="289310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r>
              <a:rPr lang="it-IT" altLang="en-US" sz="1400" dirty="0" err="1">
                <a:solidFill>
                  <a:schemeClr val="accent2"/>
                </a:solidFill>
                <a:latin typeface="Courier New" panose="02070309020205020404" pitchFamily="49" charset="0"/>
              </a:rPr>
              <a:t>void</a:t>
            </a:r>
            <a:r>
              <a:rPr lang="it-IT" altLang="en-US" sz="1400" dirty="0">
                <a:solidFill>
                  <a:schemeClr val="accent2"/>
                </a:solidFill>
                <a:latin typeface="Courier New" panose="02070309020205020404" pitchFamily="49" charset="0"/>
              </a:rPr>
              <a:t> </a:t>
            </a:r>
            <a:r>
              <a:rPr lang="it-IT" altLang="en-US" sz="1400" dirty="0" err="1">
                <a:solidFill>
                  <a:schemeClr val="accent2"/>
                </a:solidFill>
                <a:latin typeface="Courier New" panose="02070309020205020404" pitchFamily="49" charset="0"/>
              </a:rPr>
              <a:t>ListaS</a:t>
            </a:r>
            <a:r>
              <a:rPr lang="it-IT" altLang="en-US" sz="1400" dirty="0">
                <a:solidFill>
                  <a:schemeClr val="accent2"/>
                </a:solidFill>
                <a:latin typeface="Courier New" panose="02070309020205020404" pitchFamily="49" charset="0"/>
              </a:rPr>
              <a:t>::Cancellare(T x) // l’attributo ‘p’ punta alla testa </a:t>
            </a:r>
            <a:r>
              <a:rPr lang="it-IT" altLang="en-US" sz="1400">
                <a:solidFill>
                  <a:schemeClr val="accent2"/>
                </a:solidFill>
                <a:latin typeface="Courier New" panose="02070309020205020404" pitchFamily="49" charset="0"/>
              </a:rPr>
              <a:t>della lista</a:t>
            </a:r>
            <a:endParaRPr lang="it-IT" altLang="en-US" sz="1400" dirty="0">
              <a:solidFill>
                <a:schemeClr val="accent2"/>
              </a:solidFill>
              <a:latin typeface="Courier New" panose="02070309020205020404" pitchFamily="49" charset="0"/>
            </a:endParaRPr>
          </a:p>
          <a:p>
            <a:r>
              <a:rPr lang="it-IT" altLang="en-US" sz="1400" dirty="0">
                <a:solidFill>
                  <a:schemeClr val="accent2"/>
                </a:solidFill>
                <a:latin typeface="Courier New" panose="02070309020205020404" pitchFamily="49" charset="0"/>
              </a:rPr>
              <a:t>{</a:t>
            </a:r>
          </a:p>
          <a:p>
            <a:r>
              <a:rPr lang="it-IT" altLang="en-US" sz="1400" dirty="0">
                <a:solidFill>
                  <a:schemeClr val="accent2"/>
                </a:solidFill>
                <a:latin typeface="Courier New" panose="02070309020205020404" pitchFamily="49" charset="0"/>
              </a:rPr>
              <a:t>    Nodo* </a:t>
            </a:r>
            <a:r>
              <a:rPr lang="it-IT" altLang="en-US" sz="1400" dirty="0" err="1">
                <a:solidFill>
                  <a:schemeClr val="accent2"/>
                </a:solidFill>
                <a:latin typeface="Courier New" panose="02070309020205020404" pitchFamily="49" charset="0"/>
              </a:rPr>
              <a:t>ant</a:t>
            </a:r>
            <a:r>
              <a:rPr lang="it-IT" altLang="en-US" sz="1400" dirty="0">
                <a:solidFill>
                  <a:schemeClr val="accent2"/>
                </a:solidFill>
                <a:latin typeface="Courier New" panose="02070309020205020404" pitchFamily="49" charset="0"/>
              </a:rPr>
              <a:t>=NULL, *</a:t>
            </a:r>
            <a:r>
              <a:rPr lang="it-IT" altLang="en-US" sz="1400" dirty="0" err="1">
                <a:solidFill>
                  <a:schemeClr val="accent2"/>
                </a:solidFill>
                <a:latin typeface="Courier New" panose="02070309020205020404" pitchFamily="49" charset="0"/>
              </a:rPr>
              <a:t>pos</a:t>
            </a:r>
            <a:r>
              <a:rPr lang="it-IT" altLang="en-US" sz="1400" dirty="0">
                <a:solidFill>
                  <a:schemeClr val="accent2"/>
                </a:solidFill>
                <a:latin typeface="Courier New" panose="02070309020205020404" pitchFamily="49" charset="0"/>
              </a:rPr>
              <a:t> =p;</a:t>
            </a:r>
          </a:p>
          <a:p>
            <a:r>
              <a:rPr lang="it-IT" altLang="en-US" sz="1400" dirty="0">
                <a:solidFill>
                  <a:schemeClr val="accent2"/>
                </a:solidFill>
                <a:latin typeface="Courier New" panose="02070309020205020404" pitchFamily="49" charset="0"/>
              </a:rPr>
              <a:t>      // ricerca del nodo da cancellare</a:t>
            </a:r>
          </a:p>
          <a:p>
            <a:r>
              <a:rPr lang="it-IT" altLang="en-US" sz="1400" dirty="0">
                <a:solidFill>
                  <a:schemeClr val="accent2"/>
                </a:solidFill>
                <a:latin typeface="Courier New" panose="02070309020205020404" pitchFamily="49" charset="0"/>
              </a:rPr>
              <a:t>    ......</a:t>
            </a:r>
          </a:p>
          <a:p>
            <a:r>
              <a:rPr lang="it-IT" altLang="en-US" sz="1400" dirty="0">
                <a:solidFill>
                  <a:schemeClr val="accent2"/>
                </a:solidFill>
                <a:latin typeface="Courier New" panose="02070309020205020404" pitchFamily="49" charset="0"/>
              </a:rPr>
              <a:t>      // si cancellerà il nodo puntato da </a:t>
            </a:r>
            <a:r>
              <a:rPr lang="it-IT" altLang="en-US" sz="1400" dirty="0" err="1">
                <a:solidFill>
                  <a:schemeClr val="accent2"/>
                </a:solidFill>
                <a:latin typeface="Courier New" panose="02070309020205020404" pitchFamily="49" charset="0"/>
              </a:rPr>
              <a:t>pos</a:t>
            </a:r>
            <a:endParaRPr lang="it-IT" altLang="en-US" sz="1400" dirty="0">
              <a:solidFill>
                <a:schemeClr val="accent2"/>
              </a:solidFill>
              <a:latin typeface="Courier New" panose="02070309020205020404" pitchFamily="49" charset="0"/>
            </a:endParaRPr>
          </a:p>
          <a:p>
            <a:r>
              <a:rPr lang="it-IT" altLang="en-US" sz="1400" dirty="0">
                <a:solidFill>
                  <a:schemeClr val="accent2"/>
                </a:solidFill>
                <a:latin typeface="Courier New" panose="02070309020205020404" pitchFamily="49" charset="0"/>
              </a:rPr>
              <a:t>    </a:t>
            </a:r>
            <a:r>
              <a:rPr lang="it-IT" altLang="en-US" sz="1400" b="1" dirty="0" err="1">
                <a:solidFill>
                  <a:schemeClr val="accent2"/>
                </a:solidFill>
                <a:latin typeface="Courier New" panose="02070309020205020404" pitchFamily="49" charset="0"/>
              </a:rPr>
              <a:t>if</a:t>
            </a:r>
            <a:r>
              <a:rPr lang="it-IT" altLang="en-US" sz="1400" dirty="0">
                <a:solidFill>
                  <a:schemeClr val="accent2"/>
                </a:solidFill>
                <a:latin typeface="Courier New" panose="02070309020205020404" pitchFamily="49" charset="0"/>
              </a:rPr>
              <a:t>(</a:t>
            </a:r>
            <a:r>
              <a:rPr lang="it-IT" altLang="en-US" sz="1400" dirty="0" err="1">
                <a:solidFill>
                  <a:schemeClr val="accent2"/>
                </a:solidFill>
                <a:latin typeface="Courier New" panose="02070309020205020404" pitchFamily="49" charset="0"/>
              </a:rPr>
              <a:t>ant</a:t>
            </a:r>
            <a:r>
              <a:rPr lang="it-IT" altLang="en-US" sz="1400" dirty="0">
                <a:solidFill>
                  <a:schemeClr val="accent2"/>
                </a:solidFill>
                <a:latin typeface="Courier New" panose="02070309020205020404" pitchFamily="49" charset="0"/>
              </a:rPr>
              <a:t>!=NULL)</a:t>
            </a:r>
          </a:p>
          <a:p>
            <a:r>
              <a:rPr lang="it-IT" altLang="en-US" sz="1400" dirty="0">
                <a:solidFill>
                  <a:schemeClr val="accent2"/>
                </a:solidFill>
                <a:latin typeface="Courier New" panose="02070309020205020404" pitchFamily="49" charset="0"/>
              </a:rPr>
              <a:t>       </a:t>
            </a:r>
            <a:r>
              <a:rPr lang="it-IT" altLang="en-US" sz="1400" dirty="0" err="1">
                <a:solidFill>
                  <a:schemeClr val="accent2"/>
                </a:solidFill>
                <a:latin typeface="Courier New" panose="02070309020205020404" pitchFamily="49" charset="0"/>
              </a:rPr>
              <a:t>ant</a:t>
            </a:r>
            <a:r>
              <a:rPr lang="it-IT" altLang="en-US" sz="1400" dirty="0">
                <a:solidFill>
                  <a:schemeClr val="accent2"/>
                </a:solidFill>
                <a:latin typeface="Courier New" panose="02070309020205020404" pitchFamily="49" charset="0"/>
              </a:rPr>
              <a:t>-&gt;</a:t>
            </a:r>
            <a:r>
              <a:rPr lang="it-IT" altLang="en-US" sz="1400" dirty="0" err="1">
                <a:solidFill>
                  <a:schemeClr val="accent2"/>
                </a:solidFill>
                <a:latin typeface="Courier New" panose="02070309020205020404" pitchFamily="49" charset="0"/>
              </a:rPr>
              <a:t>Ssuc</a:t>
            </a:r>
            <a:r>
              <a:rPr lang="it-IT" altLang="en-US" sz="1400" dirty="0">
                <a:solidFill>
                  <a:schemeClr val="accent2"/>
                </a:solidFill>
                <a:latin typeface="Courier New" panose="02070309020205020404" pitchFamily="49" charset="0"/>
              </a:rPr>
              <a:t>(</a:t>
            </a:r>
            <a:r>
              <a:rPr lang="it-IT" altLang="en-US" sz="1400" dirty="0" err="1">
                <a:solidFill>
                  <a:schemeClr val="accent2"/>
                </a:solidFill>
                <a:latin typeface="Courier New" panose="02070309020205020404" pitchFamily="49" charset="0"/>
              </a:rPr>
              <a:t>pos</a:t>
            </a:r>
            <a:r>
              <a:rPr lang="it-IT" altLang="en-US" sz="1400" dirty="0">
                <a:solidFill>
                  <a:schemeClr val="accent2"/>
                </a:solidFill>
                <a:latin typeface="Courier New" panose="02070309020205020404" pitchFamily="49" charset="0"/>
              </a:rPr>
              <a:t>-&gt;</a:t>
            </a:r>
            <a:r>
              <a:rPr lang="it-IT" altLang="en-US" sz="1400" dirty="0" err="1">
                <a:solidFill>
                  <a:schemeClr val="accent2"/>
                </a:solidFill>
                <a:latin typeface="Courier New" panose="02070309020205020404" pitchFamily="49" charset="0"/>
              </a:rPr>
              <a:t>Osuc</a:t>
            </a:r>
            <a:r>
              <a:rPr lang="it-IT" altLang="en-US" sz="1400" dirty="0">
                <a:solidFill>
                  <a:schemeClr val="accent2"/>
                </a:solidFill>
                <a:latin typeface="Courier New" panose="02070309020205020404" pitchFamily="49" charset="0"/>
              </a:rPr>
              <a:t>());	// non è il primo</a:t>
            </a:r>
          </a:p>
          <a:p>
            <a:r>
              <a:rPr lang="it-IT" altLang="en-US" sz="1400" dirty="0">
                <a:solidFill>
                  <a:schemeClr val="accent2"/>
                </a:solidFill>
                <a:latin typeface="Courier New" panose="02070309020205020404" pitchFamily="49" charset="0"/>
              </a:rPr>
              <a:t>    </a:t>
            </a:r>
            <a:r>
              <a:rPr lang="it-IT" altLang="en-US" sz="1400" b="1" dirty="0">
                <a:solidFill>
                  <a:schemeClr val="accent2"/>
                </a:solidFill>
                <a:latin typeface="Courier New" panose="02070309020205020404" pitchFamily="49" charset="0"/>
              </a:rPr>
              <a:t>else</a:t>
            </a:r>
            <a:r>
              <a:rPr lang="it-IT" altLang="en-US" sz="1400" dirty="0">
                <a:solidFill>
                  <a:schemeClr val="accent2"/>
                </a:solidFill>
                <a:latin typeface="Courier New" panose="02070309020205020404" pitchFamily="49" charset="0"/>
              </a:rPr>
              <a:t> </a:t>
            </a:r>
          </a:p>
          <a:p>
            <a:r>
              <a:rPr lang="it-IT" altLang="en-US" sz="1400" dirty="0">
                <a:solidFill>
                  <a:schemeClr val="accent2"/>
                </a:solidFill>
                <a:latin typeface="Courier New" panose="02070309020205020404" pitchFamily="49" charset="0"/>
              </a:rPr>
              <a:t>        p = </a:t>
            </a:r>
            <a:r>
              <a:rPr lang="it-IT" altLang="en-US" sz="1400" dirty="0" err="1">
                <a:solidFill>
                  <a:schemeClr val="accent2"/>
                </a:solidFill>
                <a:latin typeface="Courier New" panose="02070309020205020404" pitchFamily="49" charset="0"/>
              </a:rPr>
              <a:t>pos</a:t>
            </a:r>
            <a:r>
              <a:rPr lang="it-IT" altLang="en-US" sz="1400" dirty="0">
                <a:solidFill>
                  <a:schemeClr val="accent2"/>
                </a:solidFill>
                <a:latin typeface="Courier New" panose="02070309020205020404" pitchFamily="49" charset="0"/>
              </a:rPr>
              <a:t>-&gt;</a:t>
            </a:r>
            <a:r>
              <a:rPr lang="it-IT" altLang="en-US" sz="1400" dirty="0" err="1">
                <a:solidFill>
                  <a:schemeClr val="accent2"/>
                </a:solidFill>
                <a:latin typeface="Courier New" panose="02070309020205020404" pitchFamily="49" charset="0"/>
              </a:rPr>
              <a:t>Osuc</a:t>
            </a:r>
            <a:r>
              <a:rPr lang="it-IT" altLang="en-US" sz="1400" dirty="0">
                <a:solidFill>
                  <a:schemeClr val="accent2"/>
                </a:solidFill>
                <a:latin typeface="Courier New" panose="02070309020205020404" pitchFamily="49" charset="0"/>
              </a:rPr>
              <a:t>();	// è il primo</a:t>
            </a:r>
          </a:p>
          <a:p>
            <a:r>
              <a:rPr lang="it-IT" altLang="en-US" sz="1400" dirty="0">
                <a:solidFill>
                  <a:schemeClr val="accent2"/>
                </a:solidFill>
                <a:latin typeface="Courier New" panose="02070309020205020404" pitchFamily="49" charset="0"/>
              </a:rPr>
              <a:t>    </a:t>
            </a:r>
            <a:r>
              <a:rPr lang="it-IT" altLang="en-US" sz="1400" dirty="0" err="1">
                <a:solidFill>
                  <a:schemeClr val="accent2"/>
                </a:solidFill>
                <a:latin typeface="Courier New" panose="02070309020205020404" pitchFamily="49" charset="0"/>
              </a:rPr>
              <a:t>pos</a:t>
            </a:r>
            <a:r>
              <a:rPr lang="it-IT" altLang="en-US" sz="1400" dirty="0">
                <a:solidFill>
                  <a:schemeClr val="accent2"/>
                </a:solidFill>
                <a:latin typeface="Courier New" panose="02070309020205020404" pitchFamily="49" charset="0"/>
              </a:rPr>
              <a:t>-&gt;</a:t>
            </a:r>
            <a:r>
              <a:rPr lang="it-IT" altLang="en-US" sz="1400" dirty="0" err="1">
                <a:solidFill>
                  <a:schemeClr val="accent2"/>
                </a:solidFill>
                <a:latin typeface="Courier New" panose="02070309020205020404" pitchFamily="49" charset="0"/>
              </a:rPr>
              <a:t>Ssuc</a:t>
            </a:r>
            <a:r>
              <a:rPr lang="it-IT" altLang="en-US" sz="1400" dirty="0">
                <a:solidFill>
                  <a:schemeClr val="accent2"/>
                </a:solidFill>
                <a:latin typeface="Courier New" panose="02070309020205020404" pitchFamily="49" charset="0"/>
              </a:rPr>
              <a:t>(NULL);</a:t>
            </a:r>
          </a:p>
          <a:p>
            <a:r>
              <a:rPr lang="it-IT" altLang="en-US" sz="1400" dirty="0">
                <a:solidFill>
                  <a:schemeClr val="accent2"/>
                </a:solidFill>
                <a:latin typeface="Courier New" panose="02070309020205020404" pitchFamily="49" charset="0"/>
              </a:rPr>
              <a:t>    delete </a:t>
            </a:r>
            <a:r>
              <a:rPr lang="it-IT" altLang="en-US" sz="1400" dirty="0" err="1">
                <a:solidFill>
                  <a:schemeClr val="accent2"/>
                </a:solidFill>
                <a:latin typeface="Courier New" panose="02070309020205020404" pitchFamily="49" charset="0"/>
              </a:rPr>
              <a:t>pos</a:t>
            </a:r>
            <a:r>
              <a:rPr lang="it-IT" altLang="en-US" sz="1400" dirty="0">
                <a:solidFill>
                  <a:schemeClr val="accent2"/>
                </a:solidFill>
                <a:latin typeface="Courier New" panose="02070309020205020404" pitchFamily="49" charset="0"/>
              </a:rPr>
              <a:t>;</a:t>
            </a:r>
          </a:p>
          <a:p>
            <a:r>
              <a:rPr lang="it-IT" altLang="en-US" sz="1400" dirty="0">
                <a:solidFill>
                  <a:schemeClr val="accent2"/>
                </a:solidFill>
                <a:latin typeface="Courier New" panose="02070309020205020404" pitchFamily="49" charset="0"/>
              </a:rPr>
              <a:t> } </a:t>
            </a:r>
          </a:p>
        </p:txBody>
      </p:sp>
      <p:sp>
        <p:nvSpPr>
          <p:cNvPr id="233476" name="Text Box 4">
            <a:extLst>
              <a:ext uri="{FF2B5EF4-FFF2-40B4-BE49-F238E27FC236}">
                <a16:creationId xmlns:a16="http://schemas.microsoft.com/office/drawing/2014/main" id="{8D6D0F66-52BE-4662-ABA0-082FCFE0E3F5}"/>
              </a:ext>
            </a:extLst>
          </p:cNvPr>
          <p:cNvSpPr txBox="1">
            <a:spLocks noChangeArrowheads="1"/>
          </p:cNvSpPr>
          <p:nvPr/>
        </p:nvSpPr>
        <p:spPr bwMode="auto">
          <a:xfrm>
            <a:off x="107950" y="1052513"/>
            <a:ext cx="8516938" cy="2462213"/>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rPr>
              <a:t>cercare il nodo che contiene il dato, farlo puntare da </a:t>
            </a:r>
            <a:r>
              <a:rPr lang="it-IT" altLang="en-US" sz="2200" dirty="0" err="1">
                <a:solidFill>
                  <a:schemeClr val="tx1"/>
                </a:solidFill>
                <a:latin typeface="Courier New" panose="02070309020205020404" pitchFamily="49" charset="0"/>
              </a:rPr>
              <a:t>pos</a:t>
            </a:r>
            <a:r>
              <a:rPr lang="it-IT" altLang="en-US" sz="2200" dirty="0">
                <a:solidFill>
                  <a:schemeClr val="tx1"/>
                </a:solidFill>
              </a:rPr>
              <a:t> e far </a:t>
            </a:r>
            <a:r>
              <a:rPr lang="it-IT" altLang="en-US" sz="2200" dirty="0">
                <a:solidFill>
                  <a:schemeClr val="tx1"/>
                </a:solidFill>
                <a:latin typeface="+mj-lt"/>
              </a:rPr>
              <a:t>puntare</a:t>
            </a:r>
            <a:r>
              <a:rPr lang="it-IT" altLang="en-US" sz="2200" dirty="0">
                <a:solidFill>
                  <a:schemeClr val="tx1"/>
                </a:solidFill>
              </a:rPr>
              <a:t> da </a:t>
            </a:r>
            <a:r>
              <a:rPr lang="it-IT" altLang="en-US" sz="2200" dirty="0" err="1">
                <a:solidFill>
                  <a:schemeClr val="tx1"/>
                </a:solidFill>
                <a:latin typeface="Courier New" panose="02070309020205020404" pitchFamily="49" charset="0"/>
              </a:rPr>
              <a:t>ant</a:t>
            </a:r>
            <a:r>
              <a:rPr lang="it-IT" altLang="en-US" sz="2200" dirty="0">
                <a:solidFill>
                  <a:schemeClr val="tx1"/>
                </a:solidFill>
              </a:rPr>
              <a:t> il nodo che lo precede (se non è il primo)</a:t>
            </a:r>
          </a:p>
          <a:p>
            <a:pPr>
              <a:buFont typeface="Times New Roman" panose="02020603050405020304" pitchFamily="18" charset="0"/>
              <a:buAutoNum type="arabicPeriod"/>
            </a:pPr>
            <a:r>
              <a:rPr lang="it-IT" altLang="en-US" sz="2200" dirty="0">
                <a:solidFill>
                  <a:schemeClr val="tx1"/>
                </a:solidFill>
              </a:rPr>
              <a:t>mettere il puntatore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puntato da </a:t>
            </a:r>
            <a:r>
              <a:rPr lang="it-IT" altLang="en-US" sz="2200" dirty="0" err="1">
                <a:solidFill>
                  <a:schemeClr val="tx1"/>
                </a:solidFill>
                <a:latin typeface="Courier New" panose="02070309020205020404" pitchFamily="49" charset="0"/>
              </a:rPr>
              <a:t>ant</a:t>
            </a:r>
            <a:r>
              <a:rPr lang="it-IT" altLang="en-US" sz="2200" dirty="0">
                <a:solidFill>
                  <a:schemeClr val="tx1"/>
                </a:solidFill>
              </a:rPr>
              <a:t> al puntatore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puntato da </a:t>
            </a:r>
            <a:r>
              <a:rPr lang="it-IT" altLang="en-US" sz="2200" dirty="0" err="1">
                <a:solidFill>
                  <a:schemeClr val="tx1"/>
                </a:solidFill>
                <a:latin typeface="Courier New" panose="02070309020205020404" pitchFamily="49" charset="0"/>
              </a:rPr>
              <a:t>pos</a:t>
            </a:r>
            <a:endParaRPr lang="it-IT" altLang="en-US" sz="2200" dirty="0">
              <a:solidFill>
                <a:schemeClr val="tx1"/>
              </a:solidFill>
              <a:latin typeface="Courier New" panose="02070309020205020404" pitchFamily="49" charset="0"/>
            </a:endParaRPr>
          </a:p>
          <a:p>
            <a:pPr>
              <a:buFont typeface="Times New Roman" panose="02020603050405020304" pitchFamily="18" charset="0"/>
              <a:buAutoNum type="arabicPeriod"/>
            </a:pPr>
            <a:r>
              <a:rPr lang="it-IT" altLang="en-US" sz="2200" dirty="0">
                <a:solidFill>
                  <a:schemeClr val="tx1"/>
                </a:solidFill>
              </a:rPr>
              <a:t>se </a:t>
            </a:r>
            <a:r>
              <a:rPr lang="it-IT" altLang="en-US" sz="2200" dirty="0" err="1">
                <a:solidFill>
                  <a:schemeClr val="tx1"/>
                </a:solidFill>
                <a:latin typeface="Courier New" panose="02070309020205020404" pitchFamily="49" charset="0"/>
              </a:rPr>
              <a:t>pos</a:t>
            </a:r>
            <a:r>
              <a:rPr lang="it-IT" altLang="en-US" sz="2200" dirty="0">
                <a:solidFill>
                  <a:schemeClr val="tx1"/>
                </a:solidFill>
              </a:rPr>
              <a:t> è il puntatore di testa si mette </a:t>
            </a:r>
            <a:r>
              <a:rPr lang="it-IT" altLang="en-US" sz="2200" dirty="0">
                <a:solidFill>
                  <a:schemeClr val="tx1"/>
                </a:solidFill>
                <a:latin typeface="Courier New" panose="02070309020205020404" pitchFamily="49" charset="0"/>
              </a:rPr>
              <a:t>p</a:t>
            </a:r>
            <a:r>
              <a:rPr lang="it-IT" altLang="en-US" sz="2200" dirty="0">
                <a:solidFill>
                  <a:schemeClr val="tx1"/>
                </a:solidFill>
              </a:rPr>
              <a:t> al campo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puntato da </a:t>
            </a:r>
            <a:r>
              <a:rPr lang="it-IT" altLang="en-US" sz="2200" dirty="0" err="1">
                <a:solidFill>
                  <a:schemeClr val="tx1"/>
                </a:solidFill>
                <a:latin typeface="Courier New" panose="02070309020205020404" pitchFamily="49" charset="0"/>
              </a:rPr>
              <a:t>pos</a:t>
            </a: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rPr>
              <a:t>si libera la memoria occupata dal nodo puntato da </a:t>
            </a:r>
            <a:r>
              <a:rPr lang="it-IT" altLang="en-US" sz="2200" dirty="0" err="1">
                <a:solidFill>
                  <a:schemeClr val="tx1"/>
                </a:solidFill>
                <a:latin typeface="Courier New" panose="02070309020205020404" pitchFamily="49" charset="0"/>
              </a:rPr>
              <a:t>pos</a:t>
            </a:r>
            <a:endParaRPr lang="it-IT" altLang="en-US" sz="22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74F33D94-5C26-4496-8627-749782E6CBAF}"/>
              </a:ext>
            </a:extLst>
          </p:cNvPr>
          <p:cNvSpPr>
            <a:spLocks noGrp="1" noChangeArrowheads="1"/>
          </p:cNvSpPr>
          <p:nvPr>
            <p:ph type="title"/>
          </p:nvPr>
        </p:nvSpPr>
        <p:spPr>
          <a:xfrm>
            <a:off x="392113" y="116632"/>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600" b="0" dirty="0">
                <a:ea typeface="+mj-ea"/>
                <a:cs typeface="+mj-cs"/>
              </a:rPr>
              <a:t>Lista doppiamente concatenata</a:t>
            </a:r>
          </a:p>
        </p:txBody>
      </p:sp>
      <p:sp>
        <p:nvSpPr>
          <p:cNvPr id="235523" name="Text Box 3">
            <a:extLst>
              <a:ext uri="{FF2B5EF4-FFF2-40B4-BE49-F238E27FC236}">
                <a16:creationId xmlns:a16="http://schemas.microsoft.com/office/drawing/2014/main" id="{DD3EE24A-E7FE-479A-891D-47EEE0E6CBCF}"/>
              </a:ext>
            </a:extLst>
          </p:cNvPr>
          <p:cNvSpPr txBox="1">
            <a:spLocks noChangeArrowheads="1"/>
          </p:cNvSpPr>
          <p:nvPr/>
        </p:nvSpPr>
        <p:spPr bwMode="auto">
          <a:xfrm>
            <a:off x="179388" y="3644900"/>
            <a:ext cx="8964612" cy="25304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buFont typeface="Times New Roman" charset="0"/>
              <a:buNone/>
              <a:defRPr/>
            </a:pPr>
            <a:r>
              <a:rPr lang="it-IT" sz="2000" dirty="0">
                <a:solidFill>
                  <a:schemeClr val="accent2"/>
                </a:solidFill>
                <a:latin typeface="Courier New" charset="0"/>
                <a:ea typeface="ＭＳ Ｐゴシック" charset="0"/>
              </a:rPr>
              <a:t>class Nodo</a:t>
            </a:r>
          </a:p>
          <a:p>
            <a:pPr>
              <a:buFont typeface="Times New Roman" charset="0"/>
              <a:buNone/>
              <a:defRPr/>
            </a:pPr>
            <a:r>
              <a:rPr lang="it-IT" sz="2000" dirty="0">
                <a:solidFill>
                  <a:schemeClr val="accent2"/>
                </a:solidFill>
                <a:latin typeface="Courier New" charset="0"/>
                <a:ea typeface="ＭＳ Ｐゴシック" charset="0"/>
              </a:rPr>
              <a:t>{</a:t>
            </a:r>
          </a:p>
          <a:p>
            <a:pPr>
              <a:buFont typeface="Times New Roman" charset="0"/>
              <a:buNone/>
              <a:defRPr/>
            </a:pPr>
            <a:r>
              <a:rPr lang="it-IT" sz="2000" dirty="0">
                <a:solidFill>
                  <a:schemeClr val="accent2"/>
                </a:solidFill>
                <a:latin typeface="Courier New" charset="0"/>
                <a:ea typeface="ＭＳ Ｐゴシック" charset="0"/>
              </a:rPr>
              <a:t>   public :</a:t>
            </a:r>
          </a:p>
          <a:p>
            <a:pPr>
              <a:buFont typeface="Times New Roman" charset="0"/>
              <a:buNone/>
              <a:defRPr/>
            </a:pPr>
            <a:r>
              <a:rPr lang="it-IT" sz="2000" dirty="0">
                <a:solidFill>
                  <a:schemeClr val="accent2"/>
                </a:solidFill>
                <a:latin typeface="Courier New" charset="0"/>
                <a:ea typeface="ＭＳ Ｐゴシック" charset="0"/>
              </a:rPr>
              <a:t>   Nodo *avanti, *indietro;</a:t>
            </a:r>
          </a:p>
          <a:p>
            <a:pPr>
              <a:buFont typeface="Times New Roman" charset="0"/>
              <a:buNone/>
              <a:defRPr/>
            </a:pPr>
            <a:r>
              <a:rPr lang="it-IT" sz="2000" dirty="0">
                <a:solidFill>
                  <a:schemeClr val="accent2"/>
                </a:solidFill>
                <a:latin typeface="Courier New" charset="0"/>
                <a:ea typeface="ＭＳ Ｐゴシック" charset="0"/>
              </a:rPr>
              <a:t>   </a:t>
            </a:r>
            <a:r>
              <a:rPr lang="it-IT" sz="2000" dirty="0" err="1">
                <a:solidFill>
                  <a:schemeClr val="accent2"/>
                </a:solidFill>
                <a:latin typeface="Courier New" charset="0"/>
                <a:ea typeface="ＭＳ Ｐゴシック" charset="0"/>
              </a:rPr>
              <a:t>int</a:t>
            </a:r>
            <a:r>
              <a:rPr lang="it-IT" sz="2000" dirty="0">
                <a:solidFill>
                  <a:schemeClr val="accent2"/>
                </a:solidFill>
                <a:latin typeface="Courier New" charset="0"/>
                <a:ea typeface="ＭＳ Ｐゴシック" charset="0"/>
              </a:rPr>
              <a:t> dato;                  // dato di tipo intero</a:t>
            </a:r>
          </a:p>
          <a:p>
            <a:pPr>
              <a:buFont typeface="Times New Roman" charset="0"/>
              <a:buNone/>
              <a:defRPr/>
            </a:pPr>
            <a:r>
              <a:rPr lang="it-IT" sz="2000" dirty="0">
                <a:solidFill>
                  <a:schemeClr val="accent2"/>
                </a:solidFill>
                <a:latin typeface="Courier New" charset="0"/>
                <a:ea typeface="ＭＳ Ｐゴシック" charset="0"/>
              </a:rPr>
              <a:t>   Nodo(Nodo *</a:t>
            </a:r>
            <a:r>
              <a:rPr lang="it-IT" sz="2000" dirty="0" err="1">
                <a:solidFill>
                  <a:schemeClr val="accent2"/>
                </a:solidFill>
                <a:latin typeface="Courier New" charset="0"/>
                <a:ea typeface="ＭＳ Ｐゴシック" charset="0"/>
              </a:rPr>
              <a:t>pre</a:t>
            </a:r>
            <a:r>
              <a:rPr lang="it-IT" sz="2000" dirty="0">
                <a:solidFill>
                  <a:schemeClr val="accent2"/>
                </a:solidFill>
                <a:latin typeface="Courier New" charset="0"/>
                <a:ea typeface="ＭＳ Ｐゴシック" charset="0"/>
              </a:rPr>
              <a:t>, Nodo *</a:t>
            </a:r>
            <a:r>
              <a:rPr lang="it-IT" sz="2000" dirty="0" err="1">
                <a:solidFill>
                  <a:schemeClr val="accent2"/>
                </a:solidFill>
                <a:latin typeface="Courier New" charset="0"/>
                <a:ea typeface="ＭＳ Ｐゴシック" charset="0"/>
              </a:rPr>
              <a:t>suc</a:t>
            </a:r>
            <a:r>
              <a:rPr lang="it-IT" sz="2000" dirty="0">
                <a:solidFill>
                  <a:schemeClr val="accent2"/>
                </a:solidFill>
                <a:latin typeface="Courier New" charset="0"/>
                <a:ea typeface="ＭＳ Ｐゴシック" charset="0"/>
              </a:rPr>
              <a:t>, </a:t>
            </a:r>
            <a:r>
              <a:rPr lang="it-IT" sz="2000" dirty="0" err="1">
                <a:solidFill>
                  <a:schemeClr val="accent2"/>
                </a:solidFill>
                <a:latin typeface="Courier New" charset="0"/>
                <a:ea typeface="ＭＳ Ｐゴシック" charset="0"/>
              </a:rPr>
              <a:t>int</a:t>
            </a:r>
            <a:r>
              <a:rPr lang="it-IT" sz="2000" dirty="0">
                <a:solidFill>
                  <a:schemeClr val="accent2"/>
                </a:solidFill>
                <a:latin typeface="Courier New" charset="0"/>
                <a:ea typeface="ＭＳ Ｐゴシック" charset="0"/>
              </a:rPr>
              <a:t> d = 0)</a:t>
            </a:r>
          </a:p>
          <a:p>
            <a:pPr>
              <a:buFont typeface="Times New Roman" charset="0"/>
              <a:buNone/>
              <a:defRPr/>
            </a:pPr>
            <a:r>
              <a:rPr lang="it-IT" sz="2000" dirty="0">
                <a:solidFill>
                  <a:schemeClr val="accent2"/>
                </a:solidFill>
                <a:latin typeface="Courier New" charset="0"/>
                <a:ea typeface="ＭＳ Ｐゴシック" charset="0"/>
              </a:rPr>
              <a:t>     : avanti(</a:t>
            </a:r>
            <a:r>
              <a:rPr lang="it-IT" sz="2000" dirty="0" err="1">
                <a:solidFill>
                  <a:schemeClr val="accent2"/>
                </a:solidFill>
                <a:latin typeface="Courier New" charset="0"/>
                <a:ea typeface="ＭＳ Ｐゴシック" charset="0"/>
              </a:rPr>
              <a:t>pre</a:t>
            </a:r>
            <a:r>
              <a:rPr lang="it-IT" sz="2000" dirty="0">
                <a:solidFill>
                  <a:schemeClr val="accent2"/>
                </a:solidFill>
                <a:latin typeface="Courier New" charset="0"/>
                <a:ea typeface="ＭＳ Ｐゴシック" charset="0"/>
              </a:rPr>
              <a:t>), indietro(</a:t>
            </a:r>
            <a:r>
              <a:rPr lang="it-IT" sz="2000" dirty="0" err="1">
                <a:solidFill>
                  <a:schemeClr val="accent2"/>
                </a:solidFill>
                <a:latin typeface="Courier New" charset="0"/>
                <a:ea typeface="ＭＳ Ｐゴシック" charset="0"/>
              </a:rPr>
              <a:t>suc</a:t>
            </a:r>
            <a:r>
              <a:rPr lang="it-IT" sz="2000" dirty="0">
                <a:solidFill>
                  <a:schemeClr val="accent2"/>
                </a:solidFill>
                <a:latin typeface="Courier New" charset="0"/>
                <a:ea typeface="ＭＳ Ｐゴシック" charset="0"/>
              </a:rPr>
              <a:t>), dato(d) {}</a:t>
            </a:r>
          </a:p>
          <a:p>
            <a:pPr>
              <a:buFont typeface="Times New Roman" charset="0"/>
              <a:buNone/>
              <a:defRPr/>
            </a:pPr>
            <a:r>
              <a:rPr lang="it-IT" sz="2000" dirty="0">
                <a:solidFill>
                  <a:schemeClr val="accent2"/>
                </a:solidFill>
                <a:latin typeface="Courier New" charset="0"/>
                <a:ea typeface="ＭＳ Ｐゴシック" charset="0"/>
              </a:rPr>
              <a:t>}; </a:t>
            </a:r>
          </a:p>
        </p:txBody>
      </p:sp>
      <p:pic>
        <p:nvPicPr>
          <p:cNvPr id="3" name="Immagine 2">
            <a:extLst>
              <a:ext uri="{FF2B5EF4-FFF2-40B4-BE49-F238E27FC236}">
                <a16:creationId xmlns:a16="http://schemas.microsoft.com/office/drawing/2014/main" id="{A4FB0026-1A9C-441F-B496-FFA6794B5954}"/>
              </a:ext>
            </a:extLst>
          </p:cNvPr>
          <p:cNvPicPr>
            <a:picLocks noChangeAspect="1"/>
          </p:cNvPicPr>
          <p:nvPr/>
        </p:nvPicPr>
        <p:blipFill>
          <a:blip r:embed="rId3"/>
          <a:stretch>
            <a:fillRect/>
          </a:stretch>
        </p:blipFill>
        <p:spPr>
          <a:xfrm>
            <a:off x="827584" y="1409278"/>
            <a:ext cx="7067550" cy="962025"/>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79129F6E-6F26-4035-AD79-323E5DEA9DEA}"/>
              </a:ext>
            </a:extLst>
          </p:cNvPr>
          <p:cNvSpPr>
            <a:spLocks noGrp="1" noChangeArrowheads="1"/>
          </p:cNvSpPr>
          <p:nvPr>
            <p:ph type="title"/>
          </p:nvPr>
        </p:nvSpPr>
        <p:spPr>
          <a:xfrm>
            <a:off x="179388" y="0"/>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latin typeface="Times New Roman" charset="0"/>
                <a:ea typeface="+mj-ea"/>
                <a:cs typeface="+mj-cs"/>
              </a:rPr>
              <a:t>Inserimento in lista doppiamente concatenata</a:t>
            </a:r>
          </a:p>
        </p:txBody>
      </p:sp>
      <p:sp>
        <p:nvSpPr>
          <p:cNvPr id="243717" name="Rectangle 5">
            <a:extLst>
              <a:ext uri="{FF2B5EF4-FFF2-40B4-BE49-F238E27FC236}">
                <a16:creationId xmlns:a16="http://schemas.microsoft.com/office/drawing/2014/main" id="{AD37CCA9-D7AD-4537-B21E-6DC746F651AB}"/>
              </a:ext>
            </a:extLst>
          </p:cNvPr>
          <p:cNvSpPr>
            <a:spLocks noChangeArrowheads="1"/>
          </p:cNvSpPr>
          <p:nvPr/>
        </p:nvSpPr>
        <p:spPr bwMode="auto">
          <a:xfrm>
            <a:off x="9828584" y="2996952"/>
            <a:ext cx="5040312" cy="30130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buFont typeface="Times New Roman" charset="0"/>
              <a:buNone/>
              <a:defRPr/>
            </a:pPr>
            <a:r>
              <a:rPr lang="it-IT" dirty="0" err="1">
                <a:latin typeface="Times New Roman" charset="0"/>
                <a:ea typeface="ＭＳ Ｐゴシック" charset="0"/>
              </a:rPr>
              <a:t>void</a:t>
            </a:r>
            <a:r>
              <a:rPr lang="it-IT" dirty="0">
                <a:latin typeface="Times New Roman" charset="0"/>
                <a:ea typeface="ＭＳ Ｐゴシック" charset="0"/>
              </a:rPr>
              <a:t> </a:t>
            </a:r>
            <a:r>
              <a:rPr lang="it-IT" dirty="0" err="1">
                <a:latin typeface="Times New Roman" charset="0"/>
                <a:ea typeface="ＭＳ Ｐゴシック" charset="0"/>
              </a:rPr>
              <a:t>ListaD</a:t>
            </a:r>
            <a:r>
              <a:rPr lang="it-IT" dirty="0">
                <a:latin typeface="Times New Roman" charset="0"/>
                <a:ea typeface="ＭＳ Ｐゴシック" charset="0"/>
              </a:rPr>
              <a:t>::</a:t>
            </a:r>
            <a:r>
              <a:rPr lang="it-IT" dirty="0" err="1">
                <a:latin typeface="Times New Roman" charset="0"/>
                <a:ea typeface="ＭＳ Ｐゴシック" charset="0"/>
              </a:rPr>
              <a:t>InserisceP</a:t>
            </a:r>
            <a:r>
              <a:rPr lang="it-IT" dirty="0">
                <a:latin typeface="Times New Roman" charset="0"/>
                <a:ea typeface="ＭＳ Ｐゴシック" charset="0"/>
              </a:rPr>
              <a:t>(</a:t>
            </a:r>
            <a:r>
              <a:rPr lang="it-IT" dirty="0" err="1">
                <a:latin typeface="Times New Roman" charset="0"/>
                <a:ea typeface="ＭＳ Ｐゴシック" charset="0"/>
              </a:rPr>
              <a:t>Telemento</a:t>
            </a:r>
            <a:r>
              <a:rPr lang="it-IT" dirty="0">
                <a:latin typeface="Times New Roman" charset="0"/>
                <a:ea typeface="ＭＳ Ｐゴシック" charset="0"/>
              </a:rPr>
              <a:t> e)</a:t>
            </a:r>
          </a:p>
          <a:p>
            <a:pPr algn="ctr">
              <a:buFont typeface="Times New Roman" charset="0"/>
              <a:buNone/>
              <a:defRPr/>
            </a:pPr>
            <a:r>
              <a:rPr lang="it-IT" dirty="0">
                <a:latin typeface="Times New Roman" charset="0"/>
                <a:ea typeface="ＭＳ Ｐゴシック" charset="0"/>
              </a:rPr>
              <a:t>{</a:t>
            </a:r>
          </a:p>
          <a:p>
            <a:pPr algn="ctr">
              <a:buFont typeface="Times New Roman" charset="0"/>
              <a:buNone/>
              <a:defRPr/>
            </a:pPr>
            <a:r>
              <a:rPr lang="it-IT" dirty="0">
                <a:latin typeface="Times New Roman" charset="0"/>
                <a:ea typeface="ＭＳ Ｐゴシック" charset="0"/>
              </a:rPr>
              <a:t>  </a:t>
            </a:r>
            <a:r>
              <a:rPr lang="it-IT" dirty="0" err="1">
                <a:latin typeface="Times New Roman" charset="0"/>
                <a:ea typeface="ＭＳ Ｐゴシック" charset="0"/>
              </a:rPr>
              <a:t>NodoD</a:t>
            </a:r>
            <a:r>
              <a:rPr lang="it-IT" dirty="0">
                <a:latin typeface="Times New Roman" charset="0"/>
                <a:ea typeface="ＭＳ Ｐゴシック" charset="0"/>
              </a:rPr>
              <a:t> *nuovo = new </a:t>
            </a:r>
            <a:r>
              <a:rPr lang="it-IT" dirty="0" err="1">
                <a:latin typeface="Times New Roman" charset="0"/>
                <a:ea typeface="ＭＳ Ｐゴシック" charset="0"/>
              </a:rPr>
              <a:t>NodoD</a:t>
            </a:r>
            <a:r>
              <a:rPr lang="it-IT" dirty="0">
                <a:latin typeface="Times New Roman" charset="0"/>
                <a:ea typeface="ＭＳ Ｐゴシック" charset="0"/>
              </a:rPr>
              <a:t>(e);</a:t>
            </a:r>
          </a:p>
          <a:p>
            <a:pPr algn="ctr">
              <a:buFont typeface="Times New Roman" charset="0"/>
              <a:buNone/>
              <a:defRPr/>
            </a:pPr>
            <a:r>
              <a:rPr lang="it-IT" dirty="0">
                <a:latin typeface="Times New Roman" charset="0"/>
                <a:ea typeface="ＭＳ Ｐゴシック" charset="0"/>
              </a:rPr>
              <a:t>  nuovo-&gt;</a:t>
            </a:r>
            <a:r>
              <a:rPr lang="it-IT" dirty="0" err="1">
                <a:latin typeface="Times New Roman" charset="0"/>
                <a:ea typeface="ＭＳ Ｐゴシック" charset="0"/>
              </a:rPr>
              <a:t>Ssuc</a:t>
            </a:r>
            <a:r>
              <a:rPr lang="it-IT" dirty="0">
                <a:latin typeface="Times New Roman" charset="0"/>
                <a:ea typeface="ＭＳ Ｐゴシック" charset="0"/>
              </a:rPr>
              <a:t>(p);</a:t>
            </a:r>
          </a:p>
          <a:p>
            <a:pPr algn="ctr">
              <a:buFont typeface="Times New Roman" charset="0"/>
              <a:buNone/>
              <a:defRPr/>
            </a:pPr>
            <a:r>
              <a:rPr lang="it-IT" dirty="0">
                <a:latin typeface="Times New Roman" charset="0"/>
                <a:ea typeface="ＭＳ Ｐゴシック" charset="0"/>
              </a:rPr>
              <a:t>  </a:t>
            </a:r>
            <a:r>
              <a:rPr lang="it-IT" b="1" dirty="0" err="1">
                <a:latin typeface="Times New Roman" charset="0"/>
                <a:ea typeface="ＭＳ Ｐゴシック" charset="0"/>
              </a:rPr>
              <a:t>if</a:t>
            </a:r>
            <a:r>
              <a:rPr lang="it-IT" dirty="0">
                <a:latin typeface="Times New Roman" charset="0"/>
                <a:ea typeface="ＭＳ Ｐゴシック" charset="0"/>
              </a:rPr>
              <a:t>(p)	// se esiste p che punti a un nodo</a:t>
            </a:r>
          </a:p>
          <a:p>
            <a:pPr algn="ctr">
              <a:buFont typeface="Times New Roman" charset="0"/>
              <a:buNone/>
              <a:defRPr/>
            </a:pPr>
            <a:r>
              <a:rPr lang="it-IT" dirty="0">
                <a:latin typeface="Times New Roman" charset="0"/>
                <a:ea typeface="ＭＳ Ｐゴシック" charset="0"/>
              </a:rPr>
              <a:t>     p-&gt;</a:t>
            </a:r>
            <a:r>
              <a:rPr lang="it-IT" dirty="0" err="1">
                <a:latin typeface="Times New Roman" charset="0"/>
                <a:ea typeface="ＭＳ Ｐゴシック" charset="0"/>
              </a:rPr>
              <a:t>Sant</a:t>
            </a:r>
            <a:r>
              <a:rPr lang="it-IT" dirty="0">
                <a:latin typeface="Times New Roman" charset="0"/>
                <a:ea typeface="ＭＳ Ｐゴシック" charset="0"/>
              </a:rPr>
              <a:t>(nuovo);</a:t>
            </a:r>
          </a:p>
          <a:p>
            <a:pPr algn="ctr">
              <a:buFont typeface="Times New Roman" charset="0"/>
              <a:buNone/>
              <a:defRPr/>
            </a:pPr>
            <a:r>
              <a:rPr lang="it-IT" dirty="0">
                <a:latin typeface="Times New Roman" charset="0"/>
                <a:ea typeface="ＭＳ Ｐゴシック" charset="0"/>
              </a:rPr>
              <a:t>  p = nuovo;</a:t>
            </a:r>
          </a:p>
          <a:p>
            <a:pPr algn="ctr">
              <a:buFont typeface="Times New Roman" charset="0"/>
              <a:buNone/>
              <a:defRPr/>
            </a:pPr>
            <a:r>
              <a:rPr lang="it-IT" dirty="0">
                <a:latin typeface="Times New Roman" charset="0"/>
                <a:ea typeface="ＭＳ Ｐゴシック" charset="0"/>
              </a:rPr>
              <a:t>} </a:t>
            </a:r>
          </a:p>
        </p:txBody>
      </p:sp>
      <p:pic>
        <p:nvPicPr>
          <p:cNvPr id="243718" name="Picture 6">
            <a:extLst>
              <a:ext uri="{FF2B5EF4-FFF2-40B4-BE49-F238E27FC236}">
                <a16:creationId xmlns:a16="http://schemas.microsoft.com/office/drawing/2014/main" id="{3723598A-1CD3-4F3C-932D-D5E3A4B117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268760"/>
            <a:ext cx="5726113" cy="1619250"/>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3" name="Immagine 2">
            <a:extLst>
              <a:ext uri="{FF2B5EF4-FFF2-40B4-BE49-F238E27FC236}">
                <a16:creationId xmlns:a16="http://schemas.microsoft.com/office/drawing/2014/main" id="{F9BF2AB0-36F4-483B-AFD0-1BB65FFBD234}"/>
              </a:ext>
            </a:extLst>
          </p:cNvPr>
          <p:cNvPicPr>
            <a:picLocks noChangeAspect="1"/>
          </p:cNvPicPr>
          <p:nvPr/>
        </p:nvPicPr>
        <p:blipFill>
          <a:blip r:embed="rId4"/>
          <a:stretch>
            <a:fillRect/>
          </a:stretch>
        </p:blipFill>
        <p:spPr>
          <a:xfrm>
            <a:off x="2267744" y="3356992"/>
            <a:ext cx="2838450" cy="19431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6E3478AA-A500-4ED4-A39B-6C99FC040FE7}"/>
              </a:ext>
            </a:extLst>
          </p:cNvPr>
          <p:cNvSpPr>
            <a:spLocks noGrp="1" noChangeArrowheads="1"/>
          </p:cNvSpPr>
          <p:nvPr>
            <p:ph type="title"/>
          </p:nvPr>
        </p:nvSpPr>
        <p:spPr>
          <a:xfrm>
            <a:off x="611188"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ea typeface="+mj-ea"/>
                <a:cs typeface="+mj-cs"/>
              </a:rPr>
              <a:t>Inserimento in testa a lista doppiamente concatenata</a:t>
            </a:r>
          </a:p>
        </p:txBody>
      </p:sp>
      <p:sp>
        <p:nvSpPr>
          <p:cNvPr id="239623" name="Text Box 7">
            <a:extLst>
              <a:ext uri="{FF2B5EF4-FFF2-40B4-BE49-F238E27FC236}">
                <a16:creationId xmlns:a16="http://schemas.microsoft.com/office/drawing/2014/main" id="{05EA8B83-E5BD-4E25-AE01-D651629892BB}"/>
              </a:ext>
            </a:extLst>
          </p:cNvPr>
          <p:cNvSpPr txBox="1">
            <a:spLocks noChangeArrowheads="1"/>
          </p:cNvSpPr>
          <p:nvPr/>
        </p:nvSpPr>
        <p:spPr bwMode="auto">
          <a:xfrm>
            <a:off x="503932" y="1916832"/>
            <a:ext cx="8136136" cy="3139321"/>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latin typeface="+mj-lt"/>
              </a:rPr>
              <a:t>allocare dinamicamente un nuovo nodo, assegnarne l'indirizzo ad un puntatore nuovo e copiarvi dentro l</a:t>
            </a:r>
            <a:r>
              <a:rPr lang="it-IT" altLang="it-IT" sz="2200" dirty="0">
                <a:solidFill>
                  <a:schemeClr val="tx1"/>
                </a:solidFill>
                <a:latin typeface="+mj-lt"/>
              </a:rPr>
              <a:t>’</a:t>
            </a:r>
            <a:r>
              <a:rPr lang="it-IT" altLang="en-US" sz="2200" dirty="0">
                <a:solidFill>
                  <a:schemeClr val="tx1"/>
                </a:solidFill>
                <a:latin typeface="+mj-lt"/>
              </a:rPr>
              <a:t>elemento e che si vuole inserire</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assegnare il campo </a:t>
            </a:r>
            <a:r>
              <a:rPr lang="it-IT" altLang="en-US" sz="2200" dirty="0" err="1">
                <a:solidFill>
                  <a:schemeClr val="tx1"/>
                </a:solidFill>
                <a:latin typeface="+mj-lt"/>
              </a:rPr>
              <a:t>suc</a:t>
            </a:r>
            <a:r>
              <a:rPr lang="it-IT" altLang="en-US" sz="2200" dirty="0">
                <a:solidFill>
                  <a:schemeClr val="tx1"/>
                </a:solidFill>
                <a:latin typeface="+mj-lt"/>
              </a:rPr>
              <a:t> del nuovo nodo al puntatore di testa p, ed il campo </a:t>
            </a:r>
            <a:r>
              <a:rPr lang="it-IT" altLang="en-US" sz="2200" dirty="0" err="1">
                <a:solidFill>
                  <a:schemeClr val="tx1"/>
                </a:solidFill>
                <a:latin typeface="+mj-lt"/>
              </a:rPr>
              <a:t>ant</a:t>
            </a:r>
            <a:r>
              <a:rPr lang="it-IT" altLang="en-US" sz="2200" dirty="0">
                <a:solidFill>
                  <a:schemeClr val="tx1"/>
                </a:solidFill>
                <a:latin typeface="+mj-lt"/>
              </a:rPr>
              <a:t> del primo nodo, se esiste, al nodo nuovo. Se la lista è vuota non fare alcunché</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far puntare  p al nodo nuovo</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3A066A56-CC97-4C9C-9D9A-7B294AFC52EC}"/>
              </a:ext>
            </a:extLst>
          </p:cNvPr>
          <p:cNvSpPr>
            <a:spLocks noGrp="1" noChangeArrowheads="1"/>
          </p:cNvSpPr>
          <p:nvPr>
            <p:ph type="title"/>
          </p:nvPr>
        </p:nvSpPr>
        <p:spPr>
          <a:xfrm>
            <a:off x="611188"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ea typeface="+mj-ea"/>
                <a:cs typeface="+mj-cs"/>
              </a:rPr>
              <a:t>Inserimento in una determinata posizione in lista doppiamente concatenata</a:t>
            </a:r>
          </a:p>
        </p:txBody>
      </p:sp>
      <p:sp>
        <p:nvSpPr>
          <p:cNvPr id="241667" name="Text Box 3">
            <a:extLst>
              <a:ext uri="{FF2B5EF4-FFF2-40B4-BE49-F238E27FC236}">
                <a16:creationId xmlns:a16="http://schemas.microsoft.com/office/drawing/2014/main" id="{A6919D9C-3F2A-4137-9A15-2DE31431B61F}"/>
              </a:ext>
            </a:extLst>
          </p:cNvPr>
          <p:cNvSpPr txBox="1">
            <a:spLocks noChangeArrowheads="1"/>
          </p:cNvSpPr>
          <p:nvPr/>
        </p:nvSpPr>
        <p:spPr bwMode="auto">
          <a:xfrm>
            <a:off x="179388" y="1412875"/>
            <a:ext cx="8496300" cy="4493538"/>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latin typeface="+mj-lt"/>
              </a:rPr>
              <a:t> cercare la posizione dove bisogna inserire il nodo</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 allocare dinamicamente memoria al nuovo nodo puntato dal puntatore nuovo, e copiarvi il contenuto informativo</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far puntare il campo </a:t>
            </a:r>
            <a:r>
              <a:rPr lang="it-IT" altLang="en-US" sz="2200" dirty="0" err="1">
                <a:solidFill>
                  <a:schemeClr val="tx1"/>
                </a:solidFill>
                <a:latin typeface="+mj-lt"/>
              </a:rPr>
              <a:t>suc</a:t>
            </a:r>
            <a:r>
              <a:rPr lang="it-IT" altLang="en-US" sz="2200" dirty="0">
                <a:solidFill>
                  <a:schemeClr val="tx1"/>
                </a:solidFill>
                <a:latin typeface="+mj-lt"/>
              </a:rPr>
              <a:t> del nuovo nodo al nodo </a:t>
            </a:r>
            <a:r>
              <a:rPr lang="it-IT" altLang="en-US" sz="2200" dirty="0" err="1">
                <a:solidFill>
                  <a:schemeClr val="tx1"/>
                </a:solidFill>
                <a:latin typeface="+mj-lt"/>
              </a:rPr>
              <a:t>pos</a:t>
            </a:r>
            <a:r>
              <a:rPr lang="it-IT" altLang="en-US" sz="2200" dirty="0">
                <a:solidFill>
                  <a:schemeClr val="tx1"/>
                </a:solidFill>
                <a:latin typeface="+mj-lt"/>
              </a:rPr>
              <a:t> che va dopo la posizione del nuovo nodo (oppure a NULL in caso non vi sia alcun nodo dopo la nuova posizione); l'attributo </a:t>
            </a:r>
            <a:r>
              <a:rPr lang="it-IT" altLang="en-US" sz="2200" dirty="0" err="1">
                <a:solidFill>
                  <a:schemeClr val="tx1"/>
                </a:solidFill>
                <a:latin typeface="+mj-lt"/>
              </a:rPr>
              <a:t>ant</a:t>
            </a:r>
            <a:r>
              <a:rPr lang="it-IT" altLang="en-US" sz="2200" dirty="0">
                <a:solidFill>
                  <a:schemeClr val="tx1"/>
                </a:solidFill>
                <a:latin typeface="+mj-lt"/>
              </a:rPr>
              <a:t> del nodo successivo a quello che occupa la posizione del nuovo nodo che è </a:t>
            </a:r>
            <a:r>
              <a:rPr lang="it-IT" altLang="en-US" sz="2200" dirty="0" err="1">
                <a:solidFill>
                  <a:schemeClr val="tx1"/>
                </a:solidFill>
                <a:latin typeface="+mj-lt"/>
              </a:rPr>
              <a:t>pos</a:t>
            </a:r>
            <a:r>
              <a:rPr lang="it-IT" altLang="en-US" sz="2200" dirty="0">
                <a:solidFill>
                  <a:schemeClr val="tx1"/>
                </a:solidFill>
                <a:latin typeface="+mj-lt"/>
              </a:rPr>
              <a:t>, deve puntare a nuovo se esiste; se non esiste non fare alcunché</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far puntare l'attributo </a:t>
            </a:r>
            <a:r>
              <a:rPr lang="it-IT" altLang="en-US" sz="2200" dirty="0" err="1">
                <a:solidFill>
                  <a:schemeClr val="tx1"/>
                </a:solidFill>
                <a:latin typeface="+mj-lt"/>
              </a:rPr>
              <a:t>suc</a:t>
            </a:r>
            <a:r>
              <a:rPr lang="it-IT" altLang="en-US" sz="2200" dirty="0">
                <a:solidFill>
                  <a:schemeClr val="tx1"/>
                </a:solidFill>
                <a:latin typeface="+mj-lt"/>
              </a:rPr>
              <a:t> del puntatore </a:t>
            </a:r>
            <a:r>
              <a:rPr lang="it-IT" altLang="en-US" sz="2200" dirty="0" err="1">
                <a:solidFill>
                  <a:schemeClr val="tx1"/>
                </a:solidFill>
                <a:latin typeface="+mj-lt"/>
              </a:rPr>
              <a:t>ant</a:t>
            </a:r>
            <a:r>
              <a:rPr lang="it-IT" altLang="en-US" sz="2200" dirty="0">
                <a:solidFill>
                  <a:schemeClr val="tx1"/>
                </a:solidFill>
                <a:latin typeface="+mj-lt"/>
              </a:rPr>
              <a:t> al nuovo nodo; l'attributo </a:t>
            </a:r>
            <a:r>
              <a:rPr lang="it-IT" altLang="en-US" sz="2200" dirty="0" err="1">
                <a:solidFill>
                  <a:schemeClr val="tx1"/>
                </a:solidFill>
                <a:latin typeface="+mj-lt"/>
              </a:rPr>
              <a:t>ant</a:t>
            </a:r>
            <a:r>
              <a:rPr lang="it-IT" altLang="en-US" sz="2200" dirty="0">
                <a:solidFill>
                  <a:schemeClr val="tx1"/>
                </a:solidFill>
                <a:latin typeface="+mj-lt"/>
              </a:rPr>
              <a:t> del nuovo nodo, farlo puntare ad </a:t>
            </a:r>
            <a:r>
              <a:rPr lang="it-IT" altLang="en-US" sz="2200" dirty="0" err="1">
                <a:solidFill>
                  <a:schemeClr val="tx1"/>
                </a:solidFill>
                <a:latin typeface="+mj-lt"/>
              </a:rPr>
              <a:t>ant</a:t>
            </a:r>
            <a:endParaRPr lang="it-IT" altLang="en-US" sz="2200" dirty="0">
              <a:solidFill>
                <a:schemeClr val="tx1"/>
              </a:solidFill>
              <a:latin typeface="+mj-lt"/>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65F37DEF-8372-4696-B509-AD631A40A711}"/>
              </a:ext>
            </a:extLst>
          </p:cNvPr>
          <p:cNvSpPr>
            <a:spLocks noGrp="1" noChangeArrowheads="1"/>
          </p:cNvSpPr>
          <p:nvPr>
            <p:ph type="title"/>
          </p:nvPr>
        </p:nvSpPr>
        <p:spPr>
          <a:xfrm>
            <a:off x="755650"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dirty="0">
                <a:latin typeface="Times New Roman" charset="0"/>
              </a:rPr>
              <a:t>R</a:t>
            </a:r>
            <a:r>
              <a:rPr lang="it-IT" sz="3200" b="0" dirty="0">
                <a:latin typeface="Times New Roman" charset="0"/>
                <a:ea typeface="+mj-ea"/>
                <a:cs typeface="+mj-cs"/>
              </a:rPr>
              <a:t>imozione da lista doppiamente concatenata</a:t>
            </a:r>
          </a:p>
        </p:txBody>
      </p:sp>
      <p:sp>
        <p:nvSpPr>
          <p:cNvPr id="245763" name="Text Box 3">
            <a:extLst>
              <a:ext uri="{FF2B5EF4-FFF2-40B4-BE49-F238E27FC236}">
                <a16:creationId xmlns:a16="http://schemas.microsoft.com/office/drawing/2014/main" id="{30073AAF-C1E4-4120-B87B-8195D38DA4F7}"/>
              </a:ext>
            </a:extLst>
          </p:cNvPr>
          <p:cNvSpPr txBox="1">
            <a:spLocks noChangeArrowheads="1"/>
          </p:cNvSpPr>
          <p:nvPr/>
        </p:nvSpPr>
        <p:spPr bwMode="auto">
          <a:xfrm>
            <a:off x="323850" y="2781300"/>
            <a:ext cx="8496300" cy="347787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rPr>
              <a:t>ricerca del nodo che contiene il dato; si deve avere l'indirizzo del nodo da rimuovere e l'indirizzo dell'antecedente (</a:t>
            </a:r>
            <a:r>
              <a:rPr lang="it-IT" altLang="en-US" sz="2200" dirty="0" err="1">
                <a:solidFill>
                  <a:schemeClr val="tx1"/>
                </a:solidFill>
                <a:latin typeface="Courier New" panose="02070309020205020404" pitchFamily="49" charset="0"/>
              </a:rPr>
              <a:t>ant</a:t>
            </a:r>
            <a:r>
              <a:rPr lang="it-IT" altLang="en-US" sz="2200" dirty="0">
                <a:solidFill>
                  <a:schemeClr val="tx1"/>
                </a:solidFill>
              </a:rPr>
              <a:t>).</a:t>
            </a:r>
          </a:p>
          <a:p>
            <a:pPr>
              <a:buFont typeface="Times New Roman" panose="02020603050405020304" pitchFamily="18" charset="0"/>
              <a:buAutoNum type="arabicPeriod"/>
            </a:pPr>
            <a:r>
              <a:rPr lang="it-IT" altLang="en-US" sz="2200" dirty="0">
                <a:solidFill>
                  <a:schemeClr val="tx1"/>
                </a:solidFill>
              </a:rPr>
              <a:t>l'attributo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anteriore (</a:t>
            </a:r>
            <a:r>
              <a:rPr lang="it-IT" altLang="en-US" sz="2200" dirty="0" err="1">
                <a:solidFill>
                  <a:schemeClr val="tx1"/>
                </a:solidFill>
                <a:latin typeface="Courier New" panose="02070309020205020404" pitchFamily="49" charset="0"/>
              </a:rPr>
              <a:t>ant</a:t>
            </a:r>
            <a:r>
              <a:rPr lang="it-IT" altLang="en-US" sz="2200" dirty="0">
                <a:solidFill>
                  <a:schemeClr val="tx1"/>
                </a:solidFill>
              </a:rPr>
              <a:t>) deve puntare all'attributo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da rimuovere, </a:t>
            </a:r>
            <a:r>
              <a:rPr lang="it-IT" altLang="en-US" sz="2200" dirty="0" err="1">
                <a:solidFill>
                  <a:schemeClr val="tx1"/>
                </a:solidFill>
                <a:latin typeface="Courier New" panose="02070309020205020404" pitchFamily="49" charset="0"/>
              </a:rPr>
              <a:t>pos</a:t>
            </a:r>
            <a:r>
              <a:rPr lang="it-IT" altLang="en-US" sz="2200" dirty="0">
                <a:solidFill>
                  <a:schemeClr val="tx1"/>
                </a:solidFill>
              </a:rPr>
              <a:t> (se non è il primo nodo della lista); se è il primo della lista l'attributo </a:t>
            </a:r>
            <a:r>
              <a:rPr lang="it-IT" altLang="en-US" sz="2200" dirty="0">
                <a:solidFill>
                  <a:schemeClr val="tx1"/>
                </a:solidFill>
                <a:latin typeface="Courier New" panose="02070309020205020404" pitchFamily="49" charset="0"/>
              </a:rPr>
              <a:t>p</a:t>
            </a:r>
            <a:r>
              <a:rPr lang="it-IT" altLang="en-US" sz="2200" dirty="0">
                <a:solidFill>
                  <a:schemeClr val="tx1"/>
                </a:solidFill>
              </a:rPr>
              <a:t> deve puntare all'attributo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da rimuovere </a:t>
            </a:r>
            <a:r>
              <a:rPr lang="it-IT" altLang="en-US" sz="2200" dirty="0" err="1">
                <a:solidFill>
                  <a:schemeClr val="tx1"/>
                </a:solidFill>
                <a:latin typeface="Courier New" panose="02070309020205020404" pitchFamily="49" charset="0"/>
              </a:rPr>
              <a:t>pos</a:t>
            </a: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rPr>
              <a:t>l'attributo </a:t>
            </a:r>
            <a:r>
              <a:rPr lang="it-IT" altLang="en-US" sz="2200" dirty="0" err="1">
                <a:solidFill>
                  <a:schemeClr val="tx1"/>
                </a:solidFill>
                <a:latin typeface="Courier New" panose="02070309020205020404" pitchFamily="49" charset="0"/>
              </a:rPr>
              <a:t>ant</a:t>
            </a:r>
            <a:r>
              <a:rPr lang="it-IT" altLang="en-US" sz="2200" dirty="0">
                <a:solidFill>
                  <a:schemeClr val="tx1"/>
                </a:solidFill>
              </a:rPr>
              <a:t> del nodo successivo a quello da cancellare deve puntare all'attributo </a:t>
            </a:r>
            <a:r>
              <a:rPr lang="it-IT" altLang="en-US" sz="2200" dirty="0" err="1">
                <a:solidFill>
                  <a:schemeClr val="tx1"/>
                </a:solidFill>
                <a:latin typeface="Courier New" panose="02070309020205020404" pitchFamily="49" charset="0"/>
              </a:rPr>
              <a:t>ant</a:t>
            </a:r>
            <a:r>
              <a:rPr lang="it-IT" altLang="en-US" sz="2200" dirty="0">
                <a:solidFill>
                  <a:schemeClr val="tx1"/>
                </a:solidFill>
              </a:rPr>
              <a:t> del nodo da rimuovere (se non è l'ultimo nodo della lista); se è l'ultimo nodo della lista non fare alcunché</a:t>
            </a:r>
          </a:p>
          <a:p>
            <a:pPr>
              <a:buFont typeface="Times New Roman" panose="02020603050405020304" pitchFamily="18" charset="0"/>
              <a:buAutoNum type="arabicPeriod"/>
            </a:pPr>
            <a:r>
              <a:rPr lang="it-IT" altLang="en-US" sz="2200" dirty="0">
                <a:solidFill>
                  <a:schemeClr val="tx1"/>
                </a:solidFill>
              </a:rPr>
              <a:t>si libera la memoria occupata dal nodo rimosso </a:t>
            </a:r>
            <a:r>
              <a:rPr lang="it-IT" altLang="en-US" sz="2200" dirty="0" err="1">
                <a:solidFill>
                  <a:schemeClr val="tx1"/>
                </a:solidFill>
                <a:latin typeface="Courier New" panose="02070309020205020404" pitchFamily="49" charset="0"/>
              </a:rPr>
              <a:t>pos</a:t>
            </a:r>
            <a:r>
              <a:rPr lang="it-IT" altLang="en-US" sz="2200" dirty="0">
                <a:solidFill>
                  <a:schemeClr val="tx1"/>
                </a:solidFill>
              </a:rPr>
              <a:t> </a:t>
            </a:r>
          </a:p>
        </p:txBody>
      </p:sp>
      <p:pic>
        <p:nvPicPr>
          <p:cNvPr id="245764" name="Picture 4">
            <a:extLst>
              <a:ext uri="{FF2B5EF4-FFF2-40B4-BE49-F238E27FC236}">
                <a16:creationId xmlns:a16="http://schemas.microsoft.com/office/drawing/2014/main" id="{A6E96E07-999A-4F50-8BC9-404B0A574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9743" y="1247268"/>
            <a:ext cx="5624513" cy="1241425"/>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D1605415-7C66-4B7C-9EA2-F807363B7E59}"/>
              </a:ext>
            </a:extLst>
          </p:cNvPr>
          <p:cNvSpPr>
            <a:spLocks noGrp="1" noChangeArrowheads="1"/>
          </p:cNvSpPr>
          <p:nvPr>
            <p:ph type="title"/>
          </p:nvPr>
        </p:nvSpPr>
        <p:spPr>
          <a:xfrm>
            <a:off x="755650"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ea typeface="+mj-ea"/>
                <a:cs typeface="+mj-cs"/>
              </a:rPr>
              <a:t>Inserimento in lista circolare</a:t>
            </a:r>
          </a:p>
        </p:txBody>
      </p:sp>
      <p:sp>
        <p:nvSpPr>
          <p:cNvPr id="247811" name="Text Box 3">
            <a:extLst>
              <a:ext uri="{FF2B5EF4-FFF2-40B4-BE49-F238E27FC236}">
                <a16:creationId xmlns:a16="http://schemas.microsoft.com/office/drawing/2014/main" id="{2A026AEB-F3A3-4C81-A041-3B9BC92C02CE}"/>
              </a:ext>
            </a:extLst>
          </p:cNvPr>
          <p:cNvSpPr txBox="1">
            <a:spLocks noChangeArrowheads="1"/>
          </p:cNvSpPr>
          <p:nvPr/>
        </p:nvSpPr>
        <p:spPr bwMode="auto">
          <a:xfrm>
            <a:off x="395536" y="1628799"/>
            <a:ext cx="8497639" cy="3508653"/>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latin typeface="+mj-lt"/>
              </a:rPr>
              <a:t> allocare memoria al nodo </a:t>
            </a:r>
            <a:r>
              <a:rPr lang="it-IT" altLang="en-US" sz="2200" dirty="0">
                <a:solidFill>
                  <a:schemeClr val="tx1"/>
                </a:solidFill>
                <a:latin typeface="Courier New" panose="02070309020205020404" pitchFamily="49" charset="0"/>
              </a:rPr>
              <a:t>nuovo</a:t>
            </a:r>
            <a:r>
              <a:rPr lang="it-IT" altLang="en-US" sz="2200" dirty="0">
                <a:solidFill>
                  <a:schemeClr val="tx1"/>
                </a:solidFill>
              </a:rPr>
              <a:t> </a:t>
            </a:r>
            <a:r>
              <a:rPr lang="it-IT" altLang="en-US" sz="2200" dirty="0">
                <a:solidFill>
                  <a:schemeClr val="tx1"/>
                </a:solidFill>
                <a:latin typeface="+mj-lt"/>
              </a:rPr>
              <a:t>e riempirlo di informazione </a:t>
            </a:r>
          </a:p>
          <a:p>
            <a:pPr>
              <a:buFont typeface="Times New Roman" panose="02020603050405020304" pitchFamily="18" charset="0"/>
              <a:buAutoNum type="arabicPeriod"/>
            </a:pPr>
            <a:endParaRPr lang="it-IT" altLang="en-US" sz="2200" dirty="0">
              <a:solidFill>
                <a:schemeClr val="tx1"/>
              </a:solidFill>
              <a:latin typeface="+mj-lt"/>
            </a:endParaRPr>
          </a:p>
          <a:p>
            <a:pPr>
              <a:buFont typeface="Times New Roman" panose="02020603050405020304" pitchFamily="18" charset="0"/>
              <a:buAutoNum type="arabicPeriod"/>
            </a:pPr>
            <a:r>
              <a:rPr lang="it-IT" altLang="en-US" sz="2200" dirty="0">
                <a:solidFill>
                  <a:schemeClr val="tx1"/>
                </a:solidFill>
                <a:latin typeface="+mj-lt"/>
              </a:rPr>
              <a:t>se la lista è vuota far puntare il </a:t>
            </a:r>
            <a:r>
              <a:rPr lang="it-IT" altLang="en-US" sz="2200" dirty="0" err="1">
                <a:solidFill>
                  <a:schemeClr val="tx1"/>
                </a:solidFill>
                <a:latin typeface="Courier New" panose="02070309020205020404" pitchFamily="49" charset="0"/>
              </a:rPr>
              <a:t>succ</a:t>
            </a:r>
            <a:r>
              <a:rPr lang="it-IT" altLang="en-US" sz="2200" dirty="0">
                <a:solidFill>
                  <a:schemeClr val="tx1"/>
                </a:solidFill>
              </a:rPr>
              <a:t> di </a:t>
            </a:r>
            <a:r>
              <a:rPr lang="it-IT" altLang="en-US" sz="2200" dirty="0">
                <a:solidFill>
                  <a:schemeClr val="tx1"/>
                </a:solidFill>
                <a:latin typeface="Courier New" panose="02070309020205020404" pitchFamily="49" charset="0"/>
              </a:rPr>
              <a:t>nuovo</a:t>
            </a:r>
            <a:r>
              <a:rPr lang="it-IT" altLang="en-US" sz="2200" dirty="0">
                <a:solidFill>
                  <a:schemeClr val="tx1"/>
                </a:solidFill>
              </a:rPr>
              <a:t> </a:t>
            </a:r>
            <a:r>
              <a:rPr lang="it-IT" altLang="en-US" sz="2200" dirty="0">
                <a:solidFill>
                  <a:schemeClr val="tx1"/>
                </a:solidFill>
                <a:latin typeface="+mj-lt"/>
              </a:rPr>
              <a:t>al nodo stesso, e far puntare il puntatore di lista al</a:t>
            </a:r>
            <a:r>
              <a:rPr lang="it-IT" altLang="en-US" sz="2200" dirty="0">
                <a:solidFill>
                  <a:schemeClr val="tx1"/>
                </a:solidFill>
              </a:rPr>
              <a:t> </a:t>
            </a:r>
            <a:r>
              <a:rPr lang="it-IT" altLang="en-US" sz="2200" dirty="0">
                <a:solidFill>
                  <a:schemeClr val="tx1"/>
                </a:solidFill>
                <a:latin typeface="Courier New" panose="02070309020205020404" pitchFamily="49" charset="0"/>
              </a:rPr>
              <a:t>nuovo</a:t>
            </a:r>
            <a:r>
              <a:rPr lang="it-IT" altLang="en-US" dirty="0"/>
              <a:t> </a:t>
            </a:r>
          </a:p>
          <a:p>
            <a:pPr>
              <a:buFont typeface="Times New Roman" panose="02020603050405020304" pitchFamily="18" charset="0"/>
              <a:buAutoNum type="arabicPeriod"/>
            </a:pP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latin typeface="+mj-lt"/>
              </a:rPr>
              <a:t>se la lista non è vuota si deve decidere dove collocare il </a:t>
            </a:r>
            <a:r>
              <a:rPr lang="it-IT" altLang="en-US" sz="2200" dirty="0">
                <a:solidFill>
                  <a:schemeClr val="tx1"/>
                </a:solidFill>
                <a:latin typeface="Courier New" panose="02070309020205020404" pitchFamily="49" charset="0"/>
              </a:rPr>
              <a:t>nuovo</a:t>
            </a:r>
            <a:r>
              <a:rPr lang="it-IT" altLang="en-US" sz="2200" dirty="0">
                <a:solidFill>
                  <a:schemeClr val="tx1"/>
                </a:solidFill>
              </a:rPr>
              <a:t>, </a:t>
            </a:r>
            <a:r>
              <a:rPr lang="it-IT" altLang="en-US" sz="2200" dirty="0">
                <a:solidFill>
                  <a:schemeClr val="tx1"/>
                </a:solidFill>
                <a:latin typeface="+mj-lt"/>
              </a:rPr>
              <a:t>conservando l'indirizzo del nodo antecedente </a:t>
            </a:r>
            <a:r>
              <a:rPr lang="it-IT" altLang="en-US" sz="2200" dirty="0" err="1">
                <a:solidFill>
                  <a:schemeClr val="tx1"/>
                </a:solidFill>
                <a:latin typeface="Courier New" panose="02070309020205020404" pitchFamily="49" charset="0"/>
              </a:rPr>
              <a:t>ant</a:t>
            </a:r>
            <a:r>
              <a:rPr lang="it-IT" altLang="en-US" sz="2200" dirty="0">
                <a:solidFill>
                  <a:schemeClr val="tx1"/>
                </a:solidFill>
              </a:rPr>
              <a:t>; </a:t>
            </a:r>
            <a:r>
              <a:rPr lang="it-IT" altLang="en-US" sz="2200" dirty="0">
                <a:solidFill>
                  <a:schemeClr val="tx1"/>
                </a:solidFill>
                <a:latin typeface="+mj-lt"/>
              </a:rPr>
              <a:t>collegare l'attributo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di </a:t>
            </a:r>
            <a:r>
              <a:rPr lang="it-IT" altLang="en-US" sz="2200" dirty="0">
                <a:solidFill>
                  <a:schemeClr val="tx1"/>
                </a:solidFill>
                <a:latin typeface="Courier New" panose="02070309020205020404" pitchFamily="49" charset="0"/>
              </a:rPr>
              <a:t>nuovo</a:t>
            </a:r>
            <a:r>
              <a:rPr lang="it-IT" altLang="en-US" sz="2200" dirty="0">
                <a:solidFill>
                  <a:schemeClr val="tx1"/>
                </a:solidFill>
              </a:rPr>
              <a:t> </a:t>
            </a:r>
            <a:r>
              <a:rPr lang="it-IT" altLang="en-US" sz="2200" dirty="0">
                <a:solidFill>
                  <a:schemeClr val="tx1"/>
                </a:solidFill>
                <a:latin typeface="+mj-lt"/>
              </a:rPr>
              <a:t>con l'attributo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a:t>
            </a:r>
            <a:r>
              <a:rPr lang="it-IT" altLang="en-US" sz="2200" dirty="0">
                <a:solidFill>
                  <a:schemeClr val="tx1"/>
                </a:solidFill>
                <a:latin typeface="+mj-lt"/>
              </a:rPr>
              <a:t>del nodo antecedente </a:t>
            </a:r>
            <a:r>
              <a:rPr lang="it-IT" altLang="en-US" sz="2200" dirty="0" err="1">
                <a:solidFill>
                  <a:schemeClr val="tx1"/>
                </a:solidFill>
                <a:latin typeface="Courier New" panose="02070309020205020404" pitchFamily="49" charset="0"/>
              </a:rPr>
              <a:t>ant</a:t>
            </a:r>
            <a:r>
              <a:rPr lang="it-IT" altLang="en-US" sz="2200" dirty="0">
                <a:solidFill>
                  <a:schemeClr val="tx1"/>
                </a:solidFill>
              </a:rPr>
              <a:t>; </a:t>
            </a:r>
            <a:r>
              <a:rPr lang="it-IT" altLang="en-US" sz="2200" dirty="0">
                <a:solidFill>
                  <a:schemeClr val="tx1"/>
                </a:solidFill>
                <a:latin typeface="+mj-lt"/>
              </a:rPr>
              <a:t>collegare l</a:t>
            </a:r>
            <a:r>
              <a:rPr lang="it-IT" altLang="it-IT" sz="2200" dirty="0">
                <a:solidFill>
                  <a:schemeClr val="tx1"/>
                </a:solidFill>
                <a:latin typeface="+mj-lt"/>
              </a:rPr>
              <a:t>’</a:t>
            </a:r>
            <a:r>
              <a:rPr lang="it-IT" altLang="en-US" sz="2200" dirty="0">
                <a:solidFill>
                  <a:schemeClr val="tx1"/>
                </a:solidFill>
                <a:latin typeface="+mj-lt"/>
              </a:rPr>
              <a:t>attributo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a:t>
            </a:r>
            <a:r>
              <a:rPr lang="it-IT" altLang="en-US" sz="2200" dirty="0">
                <a:solidFill>
                  <a:schemeClr val="tx1"/>
                </a:solidFill>
                <a:latin typeface="+mj-lt"/>
              </a:rPr>
              <a:t>del nodo antecedente </a:t>
            </a:r>
            <a:r>
              <a:rPr lang="it-IT" altLang="en-US" sz="2200" dirty="0" err="1">
                <a:solidFill>
                  <a:schemeClr val="tx1"/>
                </a:solidFill>
                <a:latin typeface="Courier New" panose="02070309020205020404" pitchFamily="49" charset="0"/>
              </a:rPr>
              <a:t>ant</a:t>
            </a:r>
            <a:r>
              <a:rPr lang="it-IT" altLang="en-US" sz="2200" dirty="0">
                <a:solidFill>
                  <a:schemeClr val="tx1"/>
                </a:solidFill>
              </a:rPr>
              <a:t> </a:t>
            </a:r>
            <a:r>
              <a:rPr lang="it-IT" altLang="en-US" sz="2200" dirty="0">
                <a:solidFill>
                  <a:schemeClr val="tx1"/>
                </a:solidFill>
                <a:latin typeface="+mj-lt"/>
              </a:rPr>
              <a:t>con il </a:t>
            </a:r>
            <a:r>
              <a:rPr lang="it-IT" altLang="en-US" sz="2200" dirty="0">
                <a:solidFill>
                  <a:schemeClr val="tx1"/>
                </a:solidFill>
                <a:latin typeface="Courier New" panose="02070309020205020404" pitchFamily="49" charset="0"/>
              </a:rPr>
              <a:t>nuovo.</a:t>
            </a:r>
            <a:endParaRPr lang="it-IT" altLang="en-US" sz="22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A25EC767-8423-4079-B86C-E2263B137037}"/>
              </a:ext>
            </a:extLst>
          </p:cNvPr>
          <p:cNvSpPr>
            <a:spLocks noGrp="1" noChangeArrowheads="1"/>
          </p:cNvSpPr>
          <p:nvPr>
            <p:ph type="title"/>
          </p:nvPr>
        </p:nvSpPr>
        <p:spPr>
          <a:xfrm>
            <a:off x="755650"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ea typeface="+mj-ea"/>
                <a:cs typeface="+mj-cs"/>
              </a:rPr>
              <a:t>Rimozione da lista circolare</a:t>
            </a:r>
          </a:p>
        </p:txBody>
      </p:sp>
      <p:sp>
        <p:nvSpPr>
          <p:cNvPr id="249859" name="Text Box 3">
            <a:extLst>
              <a:ext uri="{FF2B5EF4-FFF2-40B4-BE49-F238E27FC236}">
                <a16:creationId xmlns:a16="http://schemas.microsoft.com/office/drawing/2014/main" id="{094AAD88-19CB-41D6-BA81-3B8338615FF2}"/>
              </a:ext>
            </a:extLst>
          </p:cNvPr>
          <p:cNvSpPr txBox="1">
            <a:spLocks noChangeArrowheads="1"/>
          </p:cNvSpPr>
          <p:nvPr/>
        </p:nvSpPr>
        <p:spPr bwMode="auto">
          <a:xfrm>
            <a:off x="377825" y="1556792"/>
            <a:ext cx="8388350" cy="4493538"/>
          </a:xfrm>
          <a:prstGeom prst="rect">
            <a:avLst/>
          </a:prstGeom>
          <a:noFill/>
          <a:ln>
            <a:noFill/>
          </a:ln>
          <a:effectLst/>
          <a:extLst>
            <a:ext uri="{909E8E84-426E-40dd-AFC4-6F175D3DCCD1}">
              <a14:hiddenFill xmlns="" xmlns:a14="http://schemas.microsoft.com/office/drawing/2010/main">
                <a:solidFill>
                  <a:srgbClr val="00B8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a:buFont typeface="Times New Roman" panose="02020603050405020304" pitchFamily="18" charset="0"/>
              <a:buAutoNum type="arabicPeriod"/>
            </a:pPr>
            <a:r>
              <a:rPr lang="it-IT" altLang="en-US" sz="2200" dirty="0">
                <a:solidFill>
                  <a:schemeClr val="tx1"/>
                </a:solidFill>
              </a:rPr>
              <a:t>cercare il nodo </a:t>
            </a:r>
            <a:r>
              <a:rPr lang="it-IT" altLang="en-US" sz="2200" dirty="0" err="1">
                <a:solidFill>
                  <a:schemeClr val="tx1"/>
                </a:solidFill>
                <a:latin typeface="Courier New" panose="02070309020205020404" pitchFamily="49" charset="0"/>
              </a:rPr>
              <a:t>ptrnodo</a:t>
            </a:r>
            <a:r>
              <a:rPr lang="it-IT" altLang="en-US" sz="2200" dirty="0">
                <a:solidFill>
                  <a:schemeClr val="tx1"/>
                </a:solidFill>
              </a:rPr>
              <a:t> che contiene il dato conservando un puntatore all'antecedente </a:t>
            </a:r>
            <a:r>
              <a:rPr lang="it-IT" altLang="en-US" sz="2200" dirty="0" err="1">
                <a:solidFill>
                  <a:schemeClr val="tx1"/>
                </a:solidFill>
                <a:latin typeface="Courier New" panose="02070309020205020404" pitchFamily="49" charset="0"/>
              </a:rPr>
              <a:t>ant</a:t>
            </a:r>
            <a:endParaRPr lang="it-IT" altLang="en-US" sz="2200" dirty="0">
              <a:solidFill>
                <a:schemeClr val="tx1"/>
              </a:solidFill>
              <a:latin typeface="Courier New" panose="02070309020205020404" pitchFamily="49" charset="0"/>
            </a:endParaRPr>
          </a:p>
          <a:p>
            <a:pPr>
              <a:buFont typeface="Times New Roman" panose="02020603050405020304" pitchFamily="18" charset="0"/>
              <a:buAutoNum type="arabicPeriod"/>
            </a:pP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rPr>
              <a:t>far puntare il campo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antecedente </a:t>
            </a:r>
            <a:r>
              <a:rPr lang="it-IT" altLang="en-US" sz="2200" dirty="0" err="1">
                <a:solidFill>
                  <a:schemeClr val="tx1"/>
                </a:solidFill>
                <a:latin typeface="Courier New" panose="02070309020205020404" pitchFamily="49" charset="0"/>
              </a:rPr>
              <a:t>ant</a:t>
            </a:r>
            <a:r>
              <a:rPr lang="it-IT" altLang="en-US" sz="2200" dirty="0">
                <a:solidFill>
                  <a:schemeClr val="tx1"/>
                </a:solidFill>
              </a:rPr>
              <a:t> dove punta il campo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da cancellare; se la lista conteneva un solo nodo si mette a </a:t>
            </a:r>
            <a:r>
              <a:rPr lang="it-IT" altLang="en-US" sz="2200" dirty="0">
                <a:solidFill>
                  <a:schemeClr val="tx1"/>
                </a:solidFill>
                <a:latin typeface="Courier New" panose="02070309020205020404" pitchFamily="49" charset="0"/>
              </a:rPr>
              <a:t>NULL</a:t>
            </a:r>
            <a:r>
              <a:rPr lang="it-IT" altLang="en-US" sz="2200" dirty="0">
                <a:solidFill>
                  <a:schemeClr val="tx1"/>
                </a:solidFill>
              </a:rPr>
              <a:t> il puntatore </a:t>
            </a:r>
            <a:r>
              <a:rPr lang="it-IT" altLang="en-US" sz="2200" dirty="0">
                <a:solidFill>
                  <a:schemeClr val="tx1"/>
                </a:solidFill>
                <a:latin typeface="Courier New" panose="02070309020205020404" pitchFamily="49" charset="0"/>
              </a:rPr>
              <a:t>p</a:t>
            </a:r>
            <a:r>
              <a:rPr lang="it-IT" altLang="en-US" sz="2200" dirty="0">
                <a:solidFill>
                  <a:schemeClr val="tx1"/>
                </a:solidFill>
              </a:rPr>
              <a:t> della lista</a:t>
            </a:r>
          </a:p>
          <a:p>
            <a:pPr>
              <a:buFont typeface="Times New Roman" panose="02020603050405020304" pitchFamily="18" charset="0"/>
              <a:buAutoNum type="arabicPeriod"/>
            </a:pP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rPr>
              <a:t>se il nodo da rimuovere è quello puntato dal puntatore d'accesso alla lista, </a:t>
            </a:r>
            <a:r>
              <a:rPr lang="it-IT" altLang="en-US" sz="2200" dirty="0">
                <a:solidFill>
                  <a:schemeClr val="tx1"/>
                </a:solidFill>
                <a:latin typeface="Courier New" panose="02070309020205020404" pitchFamily="49" charset="0"/>
              </a:rPr>
              <a:t>p</a:t>
            </a:r>
            <a:r>
              <a:rPr lang="it-IT" altLang="en-US" sz="2200" dirty="0">
                <a:solidFill>
                  <a:schemeClr val="tx1"/>
                </a:solidFill>
              </a:rPr>
              <a:t>, e la lista contiene più di un nodo, si modifica </a:t>
            </a:r>
            <a:r>
              <a:rPr lang="it-IT" altLang="en-US" sz="2200" dirty="0">
                <a:solidFill>
                  <a:schemeClr val="tx1"/>
                </a:solidFill>
                <a:latin typeface="Courier New" panose="02070309020205020404" pitchFamily="49" charset="0"/>
              </a:rPr>
              <a:t>p</a:t>
            </a:r>
            <a:r>
              <a:rPr lang="it-IT" altLang="en-US" sz="2200" dirty="0">
                <a:solidFill>
                  <a:schemeClr val="tx1"/>
                </a:solidFill>
              </a:rPr>
              <a:t> per mandarlo dove punta il campo </a:t>
            </a:r>
            <a:r>
              <a:rPr lang="it-IT" altLang="en-US" sz="2200" dirty="0" err="1">
                <a:solidFill>
                  <a:schemeClr val="tx1"/>
                </a:solidFill>
                <a:latin typeface="Courier New" panose="02070309020205020404" pitchFamily="49" charset="0"/>
              </a:rPr>
              <a:t>suc</a:t>
            </a:r>
            <a:r>
              <a:rPr lang="it-IT" altLang="en-US" sz="2200" dirty="0">
                <a:solidFill>
                  <a:schemeClr val="tx1"/>
                </a:solidFill>
              </a:rPr>
              <a:t> del nodo puntato da </a:t>
            </a:r>
            <a:r>
              <a:rPr lang="it-IT" altLang="en-US" sz="2200" dirty="0">
                <a:solidFill>
                  <a:schemeClr val="tx1"/>
                </a:solidFill>
                <a:latin typeface="Courier New" panose="02070309020205020404" pitchFamily="49" charset="0"/>
              </a:rPr>
              <a:t>p</a:t>
            </a:r>
            <a:r>
              <a:rPr lang="it-IT" altLang="en-US" sz="2200" dirty="0">
                <a:solidFill>
                  <a:schemeClr val="tx1"/>
                </a:solidFill>
              </a:rPr>
              <a:t> (se la lista rimane vuota fare prendere a </a:t>
            </a:r>
            <a:r>
              <a:rPr lang="it-IT" altLang="en-US" sz="2200" dirty="0">
                <a:solidFill>
                  <a:schemeClr val="tx1"/>
                </a:solidFill>
                <a:latin typeface="Courier New" panose="02070309020205020404" pitchFamily="49" charset="0"/>
              </a:rPr>
              <a:t>p</a:t>
            </a:r>
            <a:r>
              <a:rPr lang="it-IT" altLang="en-US" sz="2200" dirty="0">
                <a:solidFill>
                  <a:schemeClr val="tx1"/>
                </a:solidFill>
              </a:rPr>
              <a:t> il valore </a:t>
            </a:r>
            <a:r>
              <a:rPr lang="it-IT" altLang="en-US" sz="2200" dirty="0">
                <a:solidFill>
                  <a:schemeClr val="tx1"/>
                </a:solidFill>
                <a:latin typeface="Courier New" panose="02070309020205020404" pitchFamily="49" charset="0"/>
              </a:rPr>
              <a:t>NULL</a:t>
            </a:r>
            <a:r>
              <a:rPr lang="it-IT" altLang="en-US" sz="2200" dirty="0">
                <a:solidFill>
                  <a:schemeClr val="tx1"/>
                </a:solidFill>
              </a:rPr>
              <a:t>).</a:t>
            </a:r>
          </a:p>
          <a:p>
            <a:pPr>
              <a:buFont typeface="Times New Roman" panose="02020603050405020304" pitchFamily="18" charset="0"/>
              <a:buAutoNum type="arabicPeriod"/>
            </a:pPr>
            <a:endParaRPr lang="it-IT" altLang="en-US" sz="2200" dirty="0">
              <a:solidFill>
                <a:schemeClr val="tx1"/>
              </a:solidFill>
            </a:endParaRPr>
          </a:p>
          <a:p>
            <a:pPr>
              <a:buFont typeface="Times New Roman" panose="02020603050405020304" pitchFamily="18" charset="0"/>
              <a:buAutoNum type="arabicPeriod"/>
            </a:pPr>
            <a:r>
              <a:rPr lang="it-IT" altLang="en-US" sz="2200" dirty="0">
                <a:solidFill>
                  <a:schemeClr val="tx1"/>
                </a:solidFill>
              </a:rPr>
              <a:t>da ultimo, si libera la memoria occupata dal nodo eliminato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A25EC767-8423-4079-B86C-E2263B137037}"/>
              </a:ext>
            </a:extLst>
          </p:cNvPr>
          <p:cNvSpPr>
            <a:spLocks noGrp="1" noChangeArrowheads="1"/>
          </p:cNvSpPr>
          <p:nvPr>
            <p:ph type="title"/>
          </p:nvPr>
        </p:nvSpPr>
        <p:spPr>
          <a:xfrm>
            <a:off x="755650" y="260648"/>
            <a:ext cx="7632700" cy="981075"/>
          </a:xfrm>
        </p:spPr>
        <p:txBody>
          <a:bodyPr lIns="0" tIns="0" rIns="0" bIns="0"/>
          <a:lstStyle/>
          <a:p>
            <a:pPr>
              <a:lnSpc>
                <a:spcPct val="93000"/>
              </a:lnSpc>
              <a:buFont typeface="Arial"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it-IT" sz="3200" b="0" dirty="0">
                <a:ea typeface="+mj-ea"/>
                <a:cs typeface="+mj-cs"/>
              </a:rPr>
              <a:t>Lista circolare con sentinella</a:t>
            </a:r>
          </a:p>
        </p:txBody>
      </p:sp>
      <p:sp>
        <p:nvSpPr>
          <p:cNvPr id="249859" name="Text Box 3">
            <a:extLst>
              <a:ext uri="{FF2B5EF4-FFF2-40B4-BE49-F238E27FC236}">
                <a16:creationId xmlns:a16="http://schemas.microsoft.com/office/drawing/2014/main" id="{094AAD88-19CB-41D6-BA81-3B8338615FF2}"/>
              </a:ext>
            </a:extLst>
          </p:cNvPr>
          <p:cNvSpPr txBox="1">
            <a:spLocks noChangeArrowheads="1"/>
          </p:cNvSpPr>
          <p:nvPr/>
        </p:nvSpPr>
        <p:spPr bwMode="auto">
          <a:xfrm>
            <a:off x="377825" y="1556792"/>
            <a:ext cx="8388350" cy="2123658"/>
          </a:xfrm>
          <a:prstGeom prst="rect">
            <a:avLst/>
          </a:prstGeom>
          <a:noFill/>
          <a:ln>
            <a:noFill/>
          </a:ln>
          <a:effectLst/>
          <a:extLst>
            <a:ext uri="{909E8E84-426E-40dd-AFC4-6F175D3DCCD1}">
              <a14:hiddenFill xmlns:a14="http://schemas.microsoft.com/office/drawing/2010/main" xmlns="">
                <a:solidFill>
                  <a:srgbClr val="00B8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bg1"/>
                </a:solidFill>
                <a:latin typeface="Times New Roman" panose="02020603050405020304" pitchFamily="18" charset="0"/>
                <a:ea typeface="MS PGothic" panose="020B0600070205080204" pitchFamily="34" charset="-128"/>
              </a:defRPr>
            </a:lvl1pPr>
            <a:lvl2pPr marL="742950" indent="-285750">
              <a:defRPr sz="2400">
                <a:solidFill>
                  <a:schemeClr val="bg1"/>
                </a:solidFill>
                <a:latin typeface="Times New Roman" panose="02020603050405020304" pitchFamily="18" charset="0"/>
                <a:ea typeface="MS PGothic" panose="020B0600070205080204" pitchFamily="34" charset="-128"/>
              </a:defRPr>
            </a:lvl2pPr>
            <a:lvl3pPr marL="1143000" indent="-228600">
              <a:defRPr sz="2400">
                <a:solidFill>
                  <a:schemeClr val="bg1"/>
                </a:solidFill>
                <a:latin typeface="Times New Roman" panose="02020603050405020304" pitchFamily="18" charset="0"/>
                <a:ea typeface="MS PGothic" panose="020B0600070205080204" pitchFamily="34" charset="-128"/>
              </a:defRPr>
            </a:lvl3pPr>
            <a:lvl4pPr marL="1600200" indent="-228600">
              <a:defRPr sz="2400">
                <a:solidFill>
                  <a:schemeClr val="bg1"/>
                </a:solidFill>
                <a:latin typeface="Times New Roman" panose="02020603050405020304" pitchFamily="18" charset="0"/>
                <a:ea typeface="MS PGothic" panose="020B0600070205080204" pitchFamily="34" charset="-128"/>
              </a:defRPr>
            </a:lvl4pPr>
            <a:lvl5pPr marL="2057400" indent="-228600">
              <a:defRPr sz="2400">
                <a:solidFill>
                  <a:schemeClr val="bg1"/>
                </a:solidFill>
                <a:latin typeface="Times New Roman" panose="02020603050405020304" pitchFamily="18" charset="0"/>
                <a:ea typeface="MS PGothic" panose="020B0600070205080204" pitchFamily="34" charset="-128"/>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MS PGothic" panose="020B0600070205080204" pitchFamily="34" charset="-128"/>
              </a:defRPr>
            </a:lvl9pPr>
          </a:lstStyle>
          <a:p>
            <a:pPr marL="0" indent="0" algn="just"/>
            <a:r>
              <a:rPr lang="it-IT" altLang="en-US" sz="2200" dirty="0">
                <a:solidFill>
                  <a:schemeClr val="tx1"/>
                </a:solidFill>
                <a:latin typeface="+mj-lt"/>
              </a:rPr>
              <a:t>In una lista con sentinella è presente un nodo speciale, detto "sentinella", che non contiene alcuna informazione utile ma serve solo per marcare l'inizio (o la fine) della lista. La sentinella consente di accedere in tempo O(1) al primo o ultimo elemento della lista: il primo elemento della lista è il successore della sentinella, mentre l'ultimo elemento della lista è il predecessore.</a:t>
            </a:r>
          </a:p>
        </p:txBody>
      </p:sp>
      <p:pic>
        <p:nvPicPr>
          <p:cNvPr id="1026" name="Picture 2" descr="Figura 1: Lista vuota con sentinella">
            <a:extLst>
              <a:ext uri="{FF2B5EF4-FFF2-40B4-BE49-F238E27FC236}">
                <a16:creationId xmlns:a16="http://schemas.microsoft.com/office/drawing/2014/main" id="{2A9726C1-192E-74D5-252F-6A53B9257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293096"/>
            <a:ext cx="1847850" cy="1762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a 2: Lista doppiamente concatenata con sentinella">
            <a:extLst>
              <a:ext uri="{FF2B5EF4-FFF2-40B4-BE49-F238E27FC236}">
                <a16:creationId xmlns:a16="http://schemas.microsoft.com/office/drawing/2014/main" id="{27FF63DF-E656-AB82-3DB7-0192E84897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8125" y="4272508"/>
            <a:ext cx="5210175"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3762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304E86-F2DA-4011-F388-A8A9A0DE6DFB}"/>
              </a:ext>
            </a:extLst>
          </p:cNvPr>
          <p:cNvSpPr>
            <a:spLocks noGrp="1"/>
          </p:cNvSpPr>
          <p:nvPr>
            <p:ph type="title"/>
          </p:nvPr>
        </p:nvSpPr>
        <p:spPr/>
        <p:txBody>
          <a:bodyPr/>
          <a:lstStyle/>
          <a:p>
            <a:r>
              <a:rPr lang="it-IT" dirty="0"/>
              <a:t>Esercizi</a:t>
            </a:r>
          </a:p>
        </p:txBody>
      </p:sp>
      <p:sp>
        <p:nvSpPr>
          <p:cNvPr id="3" name="Segnaposto contenuto 2">
            <a:extLst>
              <a:ext uri="{FF2B5EF4-FFF2-40B4-BE49-F238E27FC236}">
                <a16:creationId xmlns:a16="http://schemas.microsoft.com/office/drawing/2014/main" id="{B1F9A03C-2D10-D1A3-BE89-60DCA9BA0B41}"/>
              </a:ext>
            </a:extLst>
          </p:cNvPr>
          <p:cNvSpPr>
            <a:spLocks noGrp="1"/>
          </p:cNvSpPr>
          <p:nvPr>
            <p:ph idx="1"/>
          </p:nvPr>
        </p:nvSpPr>
        <p:spPr>
          <a:xfrm>
            <a:off x="457200" y="1417638"/>
            <a:ext cx="8363272" cy="4891682"/>
          </a:xfrm>
        </p:spPr>
        <p:txBody>
          <a:bodyPr>
            <a:normAutofit fontScale="92500" lnSpcReduction="20000"/>
          </a:bodyPr>
          <a:lstStyle/>
          <a:p>
            <a:pPr marL="0" indent="0" algn="just">
              <a:buNone/>
            </a:pPr>
            <a:r>
              <a:rPr lang="it-IT" dirty="0"/>
              <a:t>Implementare:</a:t>
            </a:r>
          </a:p>
          <a:p>
            <a:pPr algn="just"/>
            <a:r>
              <a:rPr lang="it-IT" dirty="0"/>
              <a:t>Una lista concatenata di interi</a:t>
            </a:r>
          </a:p>
          <a:p>
            <a:pPr algn="just"/>
            <a:r>
              <a:rPr lang="it-IT" dirty="0"/>
              <a:t>Una lista concatenata di tipi generici</a:t>
            </a:r>
          </a:p>
          <a:p>
            <a:pPr algn="just"/>
            <a:r>
              <a:rPr lang="it-IT" dirty="0"/>
              <a:t>Una lista concatenata ordinata</a:t>
            </a:r>
          </a:p>
          <a:p>
            <a:pPr algn="just"/>
            <a:r>
              <a:rPr lang="it-IT" dirty="0"/>
              <a:t>Una lista doppia</a:t>
            </a:r>
          </a:p>
          <a:p>
            <a:pPr algn="just"/>
            <a:r>
              <a:rPr lang="it-IT" dirty="0"/>
              <a:t>Una lista doppia ordinata</a:t>
            </a:r>
          </a:p>
          <a:p>
            <a:pPr algn="just"/>
            <a:r>
              <a:rPr lang="it-IT" dirty="0"/>
              <a:t>Una lista doppia circolare (</a:t>
            </a:r>
            <a:r>
              <a:rPr lang="it-IT"/>
              <a:t>con e senza sentinella)</a:t>
            </a:r>
            <a:endParaRPr lang="it-IT" dirty="0"/>
          </a:p>
          <a:p>
            <a:pPr marL="0" indent="0" algn="just">
              <a:buNone/>
            </a:pPr>
            <a:endParaRPr lang="it-IT" dirty="0"/>
          </a:p>
          <a:p>
            <a:pPr marL="0" indent="0" algn="just">
              <a:buNone/>
            </a:pPr>
            <a:r>
              <a:rPr lang="it-IT" dirty="0"/>
              <a:t>Per ciascuna struttura dati implementare le operazioni di inserimento, rimozione, ricerca e l’operatore operator&lt;&lt;.</a:t>
            </a:r>
          </a:p>
        </p:txBody>
      </p:sp>
    </p:spTree>
    <p:extLst>
      <p:ext uri="{BB962C8B-B14F-4D97-AF65-F5344CB8AC3E}">
        <p14:creationId xmlns:p14="http://schemas.microsoft.com/office/powerpoint/2010/main" val="14626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304E86-F2DA-4011-F388-A8A9A0DE6DFB}"/>
              </a:ext>
            </a:extLst>
          </p:cNvPr>
          <p:cNvSpPr>
            <a:spLocks noGrp="1"/>
          </p:cNvSpPr>
          <p:nvPr>
            <p:ph type="title"/>
          </p:nvPr>
        </p:nvSpPr>
        <p:spPr/>
        <p:txBody>
          <a:bodyPr/>
          <a:lstStyle/>
          <a:p>
            <a:r>
              <a:rPr lang="it-IT"/>
              <a:t>Esercizio</a:t>
            </a:r>
            <a:endParaRPr lang="it-IT" dirty="0"/>
          </a:p>
        </p:txBody>
      </p:sp>
      <p:sp>
        <p:nvSpPr>
          <p:cNvPr id="3" name="Segnaposto contenuto 2">
            <a:extLst>
              <a:ext uri="{FF2B5EF4-FFF2-40B4-BE49-F238E27FC236}">
                <a16:creationId xmlns:a16="http://schemas.microsoft.com/office/drawing/2014/main" id="{B1F9A03C-2D10-D1A3-BE89-60DCA9BA0B41}"/>
              </a:ext>
            </a:extLst>
          </p:cNvPr>
          <p:cNvSpPr>
            <a:spLocks noGrp="1"/>
          </p:cNvSpPr>
          <p:nvPr>
            <p:ph idx="1"/>
          </p:nvPr>
        </p:nvSpPr>
        <p:spPr>
          <a:xfrm>
            <a:off x="457200" y="1417638"/>
            <a:ext cx="8363272" cy="4891682"/>
          </a:xfrm>
        </p:spPr>
        <p:txBody>
          <a:bodyPr>
            <a:normAutofit fontScale="92500"/>
          </a:bodyPr>
          <a:lstStyle/>
          <a:p>
            <a:pPr marL="0" indent="0" algn="just">
              <a:buNone/>
            </a:pPr>
            <a:r>
              <a:rPr lang="it-IT" dirty="0"/>
              <a:t>Definire una semplice classe Rettangolo. Successivamente definire:</a:t>
            </a:r>
          </a:p>
          <a:p>
            <a:pPr algn="just">
              <a:buFontTx/>
              <a:buChar char="-"/>
            </a:pPr>
            <a:r>
              <a:rPr lang="it-IT" dirty="0"/>
              <a:t>Un metodo statico che prende in input una struttura dati e permette all’utente di inserire un numero arbitrario di oggetti di tipo rettangolo</a:t>
            </a:r>
          </a:p>
          <a:p>
            <a:pPr algn="just">
              <a:buFontTx/>
              <a:buChar char="-"/>
            </a:pPr>
            <a:r>
              <a:rPr lang="it-IT" dirty="0"/>
              <a:t>Un metodo statico che prende in input la struttura definita nel punto precedente e due valori numerici, ed elimina dalla struttura dati tutti i rettangoli con area compresa tra i due valori forniti dall’utente</a:t>
            </a:r>
          </a:p>
        </p:txBody>
      </p:sp>
    </p:spTree>
    <p:extLst>
      <p:ext uri="{BB962C8B-B14F-4D97-AF65-F5344CB8AC3E}">
        <p14:creationId xmlns:p14="http://schemas.microsoft.com/office/powerpoint/2010/main" val="30097863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INAME" val="ᕧᖀᕕᕾᕳᖅᖅᕻᕸᕻᕷᕶ"/>
  <p:tag name="DATETIME" val="ᕃᕁᕇᕁᕄᕂᕃᕄᔲᔲᕋᕌᕃᕂᕓᕟᔲᔺᕙᕟᕦᔽᕃᕌᕂᔻ"/>
  <p:tag name="DONEBY" val="ᕥᕦᕮᕘᖄᕳᖀᕵᕷᖅᕵᖁᔲᕤᕧᕠᕖᕡ"/>
  <p:tag name="IPADDRESS" val="ᕵᖆᖀᕂᕂᕇᕂᕄᕆ"/>
  <p:tag name="APPVER" val="ᕅᕀᕂ"/>
  <p:tag name="RANDOM" val="18"/>
  <p:tag name="CHECKSUM" val="ᕆᕉᕊᕉ"/>
</p:tagLst>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CE4ACF4375A4C8C0602FFE49177BE" ma:contentTypeVersion="6" ma:contentTypeDescription="Create a new document." ma:contentTypeScope="" ma:versionID="82a94c78be15446697ccc96dbbd817c7">
  <xsd:schema xmlns:xsd="http://www.w3.org/2001/XMLSchema" xmlns:xs="http://www.w3.org/2001/XMLSchema" xmlns:p="http://schemas.microsoft.com/office/2006/metadata/properties" xmlns:ns2="9f742c12-864c-4ce5-b6f6-1feb9fbefa8b" xmlns:ns3="368b7124-ee9b-43bd-a59a-62348eb2d076" targetNamespace="http://schemas.microsoft.com/office/2006/metadata/properties" ma:root="true" ma:fieldsID="3d066933c85ad0744444035c00985e91" ns2:_="" ns3:_="">
    <xsd:import namespace="9f742c12-864c-4ce5-b6f6-1feb9fbefa8b"/>
    <xsd:import namespace="368b7124-ee9b-43bd-a59a-62348eb2d07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42c12-864c-4ce5-b6f6-1feb9fbefa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8b7124-ee9b-43bd-a59a-62348eb2d07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09C7F0-FF71-4CCD-84E9-6A7832CFEDEB}"/>
</file>

<file path=customXml/itemProps2.xml><?xml version="1.0" encoding="utf-8"?>
<ds:datastoreItem xmlns:ds="http://schemas.openxmlformats.org/officeDocument/2006/customXml" ds:itemID="{F9114D75-5CAA-48F6-B58C-A7D6D34AA99A}"/>
</file>

<file path=customXml/itemProps3.xml><?xml version="1.0" encoding="utf-8"?>
<ds:datastoreItem xmlns:ds="http://schemas.openxmlformats.org/officeDocument/2006/customXml" ds:itemID="{7C8D95E5-A5EC-46F0-A22F-565DA0084D5C}"/>
</file>

<file path=docProps/app.xml><?xml version="1.0" encoding="utf-8"?>
<Properties xmlns="http://schemas.openxmlformats.org/officeDocument/2006/extended-properties" xmlns:vt="http://schemas.openxmlformats.org/officeDocument/2006/docPropsVTypes">
  <TotalTime>0</TotalTime>
  <Words>1849</Words>
  <Application>Microsoft Office PowerPoint</Application>
  <PresentationFormat>Presentazione su schermo (4:3)</PresentationFormat>
  <Paragraphs>192</Paragraphs>
  <Slides>25</Slides>
  <Notes>17</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25</vt:i4>
      </vt:variant>
    </vt:vector>
  </HeadingPairs>
  <TitlesOfParts>
    <vt:vector size="30" baseType="lpstr">
      <vt:lpstr>Arial</vt:lpstr>
      <vt:lpstr>Calibri</vt:lpstr>
      <vt:lpstr>Courier New</vt:lpstr>
      <vt:lpstr>Times New Roman</vt:lpstr>
      <vt:lpstr>Tema di Office</vt:lpstr>
      <vt:lpstr>Liste concatenate Massimo Orazio Spata Image Processing Lab - iplab.dmi.unict.it   massimo.spata@unict.it www.dmi.unict.it/spata/</vt:lpstr>
      <vt:lpstr>Insiemi Dinamici</vt:lpstr>
      <vt:lpstr>Sequenze lineari</vt:lpstr>
      <vt:lpstr>Modalità di Accesso</vt:lpstr>
      <vt:lpstr>Allocazione della Memoria</vt:lpstr>
      <vt:lpstr>Allocazione della Memoria</vt:lpstr>
      <vt:lpstr>Array di dimensione variabile</vt:lpstr>
      <vt:lpstr>Liste</vt:lpstr>
      <vt:lpstr>Dichiarazione di un elemento</vt:lpstr>
      <vt:lpstr>Costruzione di una lista</vt:lpstr>
      <vt:lpstr>Costruzione di una lista</vt:lpstr>
      <vt:lpstr>Inserimento in testa</vt:lpstr>
      <vt:lpstr>Inserimento in un posto predeterminato</vt:lpstr>
      <vt:lpstr>Ricerca di un elemento</vt:lpstr>
      <vt:lpstr>Rimozione di un elemento</vt:lpstr>
      <vt:lpstr>Lista doppiamente concatenata</vt:lpstr>
      <vt:lpstr>Inserimento in lista doppiamente concatenata</vt:lpstr>
      <vt:lpstr>Inserimento in testa a lista doppiamente concatenata</vt:lpstr>
      <vt:lpstr>Inserimento in una determinata posizione in lista doppiamente concatenata</vt:lpstr>
      <vt:lpstr>Rimozione da lista doppiamente concatenata</vt:lpstr>
      <vt:lpstr>Inserimento in lista circolare</vt:lpstr>
      <vt:lpstr>Rimozione da lista circolare</vt:lpstr>
      <vt:lpstr>Lista circolare con sentinella</vt:lpstr>
      <vt:lpstr>Esercizi</vt:lpstr>
      <vt:lpstr>Esercizio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Picture Format</dc:title>
  <dc:creator>Alessandro</dc:creator>
  <cp:lastModifiedBy>Massimo Orazio Spata</cp:lastModifiedBy>
  <cp:revision>733</cp:revision>
  <dcterms:created xsi:type="dcterms:W3CDTF">2012-01-04T08:06:02Z</dcterms:created>
  <dcterms:modified xsi:type="dcterms:W3CDTF">2023-02-23T09:13:26Z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0x010100CD9CE4ACF4375A4C8C0602FFE49177BE</vt:lpwstr>
  </property>
</Properties>
</file>