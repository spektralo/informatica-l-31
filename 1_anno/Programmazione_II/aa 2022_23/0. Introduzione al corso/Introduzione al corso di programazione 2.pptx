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diagrams/quickStyle2.xml" ContentType="application/vnd.openxmlformats-officedocument.drawingml.diagramStyle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3.xml" ContentType="application/vnd.openxmlformats-officedocument.drawingml.diagramColors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layout2.xml" ContentType="application/vnd.openxmlformats-officedocument.drawingml.diagramLayout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colors1.xml" ContentType="application/vnd.openxmlformats-officedocument.drawingml.diagramColors+xml"/>
  <Override PartName="/ppt/diagrams/drawing3.xml" ContentType="application/vnd.ms-office.drawingml.diagramDrawing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14" r:id="rId2"/>
    <p:sldId id="334" r:id="rId3"/>
    <p:sldId id="333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9" r:id="rId17"/>
    <p:sldId id="330" r:id="rId18"/>
    <p:sldId id="331" r:id="rId19"/>
    <p:sldId id="332" r:id="rId20"/>
    <p:sldId id="328" r:id="rId21"/>
  </p:sldIdLst>
  <p:sldSz cx="9144000" cy="6858000" type="screen4x3"/>
  <p:notesSz cx="6858000" cy="9144000"/>
  <p:custDataLst>
    <p:tags r:id="rId24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84579" autoAdjust="0"/>
  </p:normalViewPr>
  <p:slideViewPr>
    <p:cSldViewPr>
      <p:cViewPr varScale="1">
        <p:scale>
          <a:sx n="49" d="100"/>
          <a:sy n="49" d="100"/>
        </p:scale>
        <p:origin x="1158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E13BF379-4162-4817-B92E-84F794887B25}"/>
    <pc:docChg chg="delSld">
      <pc:chgData name="Alessandro Ortis" userId="dcdc90ed-3509-45f7-ac48-ad038638580b" providerId="ADAL" clId="{E13BF379-4162-4817-B92E-84F794887B25}" dt="2022-03-30T16:16:56.064" v="0" actId="2696"/>
      <pc:docMkLst>
        <pc:docMk/>
      </pc:docMkLst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435146118" sldId="541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1570448053" sldId="542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182413957" sldId="543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077107309" sldId="544"/>
        </pc:sldMkLst>
      </pc:sldChg>
    </pc:docChg>
  </pc:docChgLst>
  <pc:docChgLst>
    <pc:chgData name="Alessandro Ortis" userId="dcdc90ed-3509-45f7-ac48-ad038638580b" providerId="ADAL" clId="{C4A29A01-DF7F-47BF-9E46-981298B6FE33}"/>
    <pc:docChg chg="undo custSel addSld modSld sldOrd">
      <pc:chgData name="Alessandro Ortis" userId="dcdc90ed-3509-45f7-ac48-ad038638580b" providerId="ADAL" clId="{C4A29A01-DF7F-47BF-9E46-981298B6FE33}" dt="2021-04-14T09:51:15.081" v="633" actId="20577"/>
      <pc:docMkLst>
        <pc:docMk/>
      </pc:docMkLst>
      <pc:sldChg chg="modSp mod">
        <pc:chgData name="Alessandro Ortis" userId="dcdc90ed-3509-45f7-ac48-ad038638580b" providerId="ADAL" clId="{C4A29A01-DF7F-47BF-9E46-981298B6FE33}" dt="2021-04-07T09:57:37.964" v="627" actId="113"/>
        <pc:sldMkLst>
          <pc:docMk/>
          <pc:sldMk cId="0" sldId="281"/>
        </pc:sldMkLst>
        <pc:spChg chg="mod">
          <ac:chgData name="Alessandro Ortis" userId="dcdc90ed-3509-45f7-ac48-ad038638580b" providerId="ADAL" clId="{C4A29A01-DF7F-47BF-9E46-981298B6FE33}" dt="2021-04-07T09:57:37.964" v="627" actId="113"/>
          <ac:spMkLst>
            <pc:docMk/>
            <pc:sldMk cId="0" sldId="281"/>
            <ac:spMk id="176137" creationId="{586E8B01-1B25-475A-A0FF-97F7C6A477B1}"/>
          </ac:spMkLst>
        </pc:spChg>
      </pc:sldChg>
      <pc:sldChg chg="modSp mod">
        <pc:chgData name="Alessandro Ortis" userId="dcdc90ed-3509-45f7-ac48-ad038638580b" providerId="ADAL" clId="{C4A29A01-DF7F-47BF-9E46-981298B6FE33}" dt="2021-04-07T09:58:35.318" v="628" actId="20577"/>
        <pc:sldMkLst>
          <pc:docMk/>
          <pc:sldMk cId="0" sldId="284"/>
        </pc:sldMkLst>
        <pc:spChg chg="mod">
          <ac:chgData name="Alessandro Ortis" userId="dcdc90ed-3509-45f7-ac48-ad038638580b" providerId="ADAL" clId="{C4A29A01-DF7F-47BF-9E46-981298B6FE33}" dt="2021-04-07T09:58:35.318" v="628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">
        <pc:chgData name="Alessandro Ortis" userId="dcdc90ed-3509-45f7-ac48-ad038638580b" providerId="ADAL" clId="{C4A29A01-DF7F-47BF-9E46-981298B6FE33}" dt="2021-04-06T08:55:24.285" v="1" actId="22"/>
        <pc:sldMkLst>
          <pc:docMk/>
          <pc:sldMk cId="0" sldId="314"/>
        </pc:sldMkLst>
        <pc:spChg chg="add del">
          <ac:chgData name="Alessandro Ortis" userId="dcdc90ed-3509-45f7-ac48-ad038638580b" providerId="ADAL" clId="{C4A29A01-DF7F-47BF-9E46-981298B6FE33}" dt="2021-04-06T08:55:24.285" v="1" actId="22"/>
          <ac:spMkLst>
            <pc:docMk/>
            <pc:sldMk cId="0" sldId="314"/>
            <ac:spMk id="5" creationId="{938E8B7C-CFBB-404D-9613-5CE31A0A1620}"/>
          </ac:spMkLst>
        </pc:spChg>
      </pc:sldChg>
      <pc:sldChg chg="mod modShow">
        <pc:chgData name="Alessandro Ortis" userId="dcdc90ed-3509-45f7-ac48-ad038638580b" providerId="ADAL" clId="{C4A29A01-DF7F-47BF-9E46-981298B6FE33}" dt="2021-04-07T07:30:37.846" v="625" actId="729"/>
        <pc:sldMkLst>
          <pc:docMk/>
          <pc:sldMk cId="3480440903" sldId="323"/>
        </pc:sldMkLst>
      </pc:sldChg>
      <pc:sldChg chg="modSp mod">
        <pc:chgData name="Alessandro Ortis" userId="dcdc90ed-3509-45f7-ac48-ad038638580b" providerId="ADAL" clId="{C4A29A01-DF7F-47BF-9E46-981298B6FE33}" dt="2021-04-12T07:52:27.541" v="630" actId="113"/>
        <pc:sldMkLst>
          <pc:docMk/>
          <pc:sldMk cId="3355052276" sldId="533"/>
        </pc:sldMkLst>
        <pc:spChg chg="mod">
          <ac:chgData name="Alessandro Ortis" userId="dcdc90ed-3509-45f7-ac48-ad038638580b" providerId="ADAL" clId="{C4A29A01-DF7F-47BF-9E46-981298B6FE33}" dt="2021-04-12T07:52:27.541" v="630" actId="113"/>
          <ac:spMkLst>
            <pc:docMk/>
            <pc:sldMk cId="3355052276" sldId="533"/>
            <ac:spMk id="7" creationId="{FFFE422E-C88A-4829-BE65-3C3FE43DC13A}"/>
          </ac:spMkLst>
        </pc:spChg>
      </pc:sldChg>
      <pc:sldChg chg="modSp mod">
        <pc:chgData name="Alessandro Ortis" userId="dcdc90ed-3509-45f7-ac48-ad038638580b" providerId="ADAL" clId="{C4A29A01-DF7F-47BF-9E46-981298B6FE33}" dt="2021-04-14T09:51:15.081" v="633" actId="20577"/>
        <pc:sldMkLst>
          <pc:docMk/>
          <pc:sldMk cId="199204057" sldId="536"/>
        </pc:sldMkLst>
        <pc:spChg chg="mod">
          <ac:chgData name="Alessandro Ortis" userId="dcdc90ed-3509-45f7-ac48-ad038638580b" providerId="ADAL" clId="{C4A29A01-DF7F-47BF-9E46-981298B6FE33}" dt="2021-04-14T09:51:15.081" v="63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 ord">
        <pc:chgData name="Alessandro Ortis" userId="dcdc90ed-3509-45f7-ac48-ad038638580b" providerId="ADAL" clId="{C4A29A01-DF7F-47BF-9E46-981298B6FE33}" dt="2021-04-06T08:55:52.737" v="58"/>
        <pc:sldMkLst>
          <pc:docMk/>
          <pc:sldMk cId="3435146118" sldId="541"/>
        </pc:sldMkLst>
        <pc:spChg chg="mod">
          <ac:chgData name="Alessandro Ortis" userId="dcdc90ed-3509-45f7-ac48-ad038638580b" providerId="ADAL" clId="{C4A29A01-DF7F-47BF-9E46-981298B6FE33}" dt="2021-04-06T08:55:48.917" v="56" actId="20577"/>
          <ac:spMkLst>
            <pc:docMk/>
            <pc:sldMk cId="3435146118" sldId="541"/>
            <ac:spMk id="2" creationId="{00000000-0000-0000-0000-000000000000}"/>
          </ac:spMkLst>
        </pc:spChg>
      </pc:sldChg>
      <pc:sldChg chg="modSp add mod modNotesTx">
        <pc:chgData name="Alessandro Ortis" userId="dcdc90ed-3509-45f7-ac48-ad038638580b" providerId="ADAL" clId="{C4A29A01-DF7F-47BF-9E46-981298B6FE33}" dt="2021-04-06T09:01:03.957" v="586" actId="20577"/>
        <pc:sldMkLst>
          <pc:docMk/>
          <pc:sldMk cId="1570448053" sldId="542"/>
        </pc:sldMkLst>
        <pc:spChg chg="mod">
          <ac:chgData name="Alessandro Ortis" userId="dcdc90ed-3509-45f7-ac48-ad038638580b" providerId="ADAL" clId="{C4A29A01-DF7F-47BF-9E46-981298B6FE33}" dt="2021-04-06T08:56:09.602" v="90" actId="20577"/>
          <ac:spMkLst>
            <pc:docMk/>
            <pc:sldMk cId="1570448053" sldId="542"/>
            <ac:spMk id="2" creationId="{00000000-0000-0000-0000-000000000000}"/>
          </ac:spMkLst>
        </pc:spChg>
        <pc:spChg chg="mod">
          <ac:chgData name="Alessandro Ortis" userId="dcdc90ed-3509-45f7-ac48-ad038638580b" providerId="ADAL" clId="{C4A29A01-DF7F-47BF-9E46-981298B6FE33}" dt="2021-04-06T08:58:30.891" v="411" actId="20577"/>
          <ac:spMkLst>
            <pc:docMk/>
            <pc:sldMk cId="1570448053" sldId="542"/>
            <ac:spMk id="3" creationId="{00000000-0000-0000-0000-000000000000}"/>
          </ac:spMkLst>
        </pc:spChg>
      </pc:sldChg>
      <pc:sldChg chg="modSp add mod modNotesTx">
        <pc:chgData name="Alessandro Ortis" userId="dcdc90ed-3509-45f7-ac48-ad038638580b" providerId="ADAL" clId="{C4A29A01-DF7F-47BF-9E46-981298B6FE33}" dt="2021-04-06T09:03:35.215" v="624" actId="20577"/>
        <pc:sldMkLst>
          <pc:docMk/>
          <pc:sldMk cId="3182413957" sldId="543"/>
        </pc:sldMkLst>
        <pc:spChg chg="mod">
          <ac:chgData name="Alessandro Ortis" userId="dcdc90ed-3509-45f7-ac48-ad038638580b" providerId="ADAL" clId="{C4A29A01-DF7F-47BF-9E46-981298B6FE33}" dt="2021-04-06T09:03:35.215" v="624" actId="20577"/>
          <ac:spMkLst>
            <pc:docMk/>
            <pc:sldMk cId="3182413957" sldId="543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FB28899-AB31-428C-9193-5D4E591B6748}"/>
    <pc:docChg chg="modSld">
      <pc:chgData name="Alessandro Ortis" userId="dcdc90ed-3509-45f7-ac48-ad038638580b" providerId="ADAL" clId="{0FB28899-AB31-428C-9193-5D4E591B6748}" dt="2022-04-04T05:56:07.987" v="18" actId="20577"/>
      <pc:docMkLst>
        <pc:docMk/>
      </pc:docMkLst>
      <pc:sldChg chg="mod modShow">
        <pc:chgData name="Alessandro Ortis" userId="dcdc90ed-3509-45f7-ac48-ad038638580b" providerId="ADAL" clId="{0FB28899-AB31-428C-9193-5D4E591B6748}" dt="2022-04-04T05:53:54.692" v="0" actId="729"/>
        <pc:sldMkLst>
          <pc:docMk/>
          <pc:sldMk cId="3519603380" sldId="481"/>
        </pc:sldMkLst>
      </pc:sldChg>
      <pc:sldChg chg="modSp mod">
        <pc:chgData name="Alessandro Ortis" userId="dcdc90ed-3509-45f7-ac48-ad038638580b" providerId="ADAL" clId="{0FB28899-AB31-428C-9193-5D4E591B6748}" dt="2022-04-04T05:56:03.460" v="9" actId="20577"/>
        <pc:sldMkLst>
          <pc:docMk/>
          <pc:sldMk cId="2404627665" sldId="539"/>
        </pc:sldMkLst>
        <pc:spChg chg="mod">
          <ac:chgData name="Alessandro Ortis" userId="dcdc90ed-3509-45f7-ac48-ad038638580b" providerId="ADAL" clId="{0FB28899-AB31-428C-9193-5D4E591B6748}" dt="2022-04-04T05:56:03.460" v="9" actId="20577"/>
          <ac:spMkLst>
            <pc:docMk/>
            <pc:sldMk cId="2404627665" sldId="539"/>
            <ac:spMk id="2" creationId="{EA881903-0196-4F97-81BE-4640E8690C61}"/>
          </ac:spMkLst>
        </pc:spChg>
      </pc:sldChg>
      <pc:sldChg chg="modSp mod">
        <pc:chgData name="Alessandro Ortis" userId="dcdc90ed-3509-45f7-ac48-ad038638580b" providerId="ADAL" clId="{0FB28899-AB31-428C-9193-5D4E591B6748}" dt="2022-04-04T05:56:07.987" v="18" actId="20577"/>
        <pc:sldMkLst>
          <pc:docMk/>
          <pc:sldMk cId="1737393372" sldId="540"/>
        </pc:sldMkLst>
        <pc:spChg chg="mod">
          <ac:chgData name="Alessandro Ortis" userId="dcdc90ed-3509-45f7-ac48-ad038638580b" providerId="ADAL" clId="{0FB28899-AB31-428C-9193-5D4E591B6748}" dt="2022-04-04T05:56:07.987" v="18" actId="20577"/>
          <ac:spMkLst>
            <pc:docMk/>
            <pc:sldMk cId="1737393372" sldId="540"/>
            <ac:spMk id="208898" creationId="{8367A76C-062C-452A-ACD5-355A1ED8F2FF}"/>
          </ac:spMkLst>
        </pc:spChg>
      </pc:sldChg>
    </pc:docChg>
  </pc:docChgLst>
  <pc:docChgLst>
    <pc:chgData name="Alessandro Ortis" userId="dcdc90ed-3509-45f7-ac48-ad038638580b" providerId="ADAL" clId="{EEEE7023-C695-4657-BCF4-487713A93706}"/>
    <pc:docChg chg="custSel modSld">
      <pc:chgData name="Alessandro Ortis" userId="dcdc90ed-3509-45f7-ac48-ad038638580b" providerId="ADAL" clId="{EEEE7023-C695-4657-BCF4-487713A93706}" dt="2022-04-04T07:17:59.562" v="36" actId="729"/>
      <pc:docMkLst>
        <pc:docMk/>
      </pc:docMkLst>
      <pc:sldChg chg="modSp mod">
        <pc:chgData name="Alessandro Ortis" userId="dcdc90ed-3509-45f7-ac48-ad038638580b" providerId="ADAL" clId="{EEEE7023-C695-4657-BCF4-487713A93706}" dt="2022-04-04T06:55:17.324" v="19" actId="20577"/>
        <pc:sldMkLst>
          <pc:docMk/>
          <pc:sldMk cId="1581560341" sldId="320"/>
        </pc:sldMkLst>
        <pc:spChg chg="mod">
          <ac:chgData name="Alessandro Ortis" userId="dcdc90ed-3509-45f7-ac48-ad038638580b" providerId="ADAL" clId="{EEEE7023-C695-4657-BCF4-487713A93706}" dt="2022-04-04T06:55:17.324" v="19" actId="20577"/>
          <ac:spMkLst>
            <pc:docMk/>
            <pc:sldMk cId="1581560341" sldId="320"/>
            <ac:spMk id="5" creationId="{41B5DAC0-D5DF-4EAD-87E9-0D8832B9021E}"/>
          </ac:spMkLst>
        </pc:spChg>
      </pc:sldChg>
      <pc:sldChg chg="mod modShow">
        <pc:chgData name="Alessandro Ortis" userId="dcdc90ed-3509-45f7-ac48-ad038638580b" providerId="ADAL" clId="{EEEE7023-C695-4657-BCF4-487713A93706}" dt="2022-04-04T07:16:32.441" v="20" actId="729"/>
        <pc:sldMkLst>
          <pc:docMk/>
          <pc:sldMk cId="3738923514" sldId="386"/>
        </pc:sldMkLst>
      </pc:sldChg>
      <pc:sldChg chg="modSp mod">
        <pc:chgData name="Alessandro Ortis" userId="dcdc90ed-3509-45f7-ac48-ad038638580b" providerId="ADAL" clId="{EEEE7023-C695-4657-BCF4-487713A93706}" dt="2022-04-04T07:17:55.598" v="35" actId="20577"/>
        <pc:sldMkLst>
          <pc:docMk/>
          <pc:sldMk cId="3663616890" sldId="387"/>
        </pc:sldMkLst>
        <pc:spChg chg="mod">
          <ac:chgData name="Alessandro Ortis" userId="dcdc90ed-3509-45f7-ac48-ad038638580b" providerId="ADAL" clId="{EEEE7023-C695-4657-BCF4-487713A93706}" dt="2022-04-04T07:17:55.598" v="35" actId="20577"/>
          <ac:spMkLst>
            <pc:docMk/>
            <pc:sldMk cId="3663616890" sldId="387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EEEE7023-C695-4657-BCF4-487713A93706}" dt="2022-04-04T07:17:59.562" v="36" actId="729"/>
        <pc:sldMkLst>
          <pc:docMk/>
          <pc:sldMk cId="2303998749" sldId="388"/>
        </pc:sldMkLst>
      </pc:sldChg>
      <pc:sldChg chg="mod modShow">
        <pc:chgData name="Alessandro Ortis" userId="dcdc90ed-3509-45f7-ac48-ad038638580b" providerId="ADAL" clId="{EEEE7023-C695-4657-BCF4-487713A93706}" dt="2022-04-04T07:17:09.401" v="21" actId="729"/>
        <pc:sldMkLst>
          <pc:docMk/>
          <pc:sldMk cId="1728195989" sldId="389"/>
        </pc:sldMkLst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FC25FC09-5746-4510-9F18-701AAFBE41D2}"/>
    <pc:docChg chg="undo redo custSel addSld delSld modSld sldOrd">
      <pc:chgData name="Alessandro Ortis" userId="dcdc90ed-3509-45f7-ac48-ad038638580b" providerId="ADAL" clId="{FC25FC09-5746-4510-9F18-701AAFBE41D2}" dt="2021-04-19T13:47:53.763" v="6983" actId="4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22T15:45:13.885" v="5559" actId="2711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6T15:56:52.084" v="5497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6T15:56:41.837" v="5495" actId="14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6T15:58:02.764" v="5521" actId="14100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6T15:59:12.103" v="5534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6T15:58:57.373" v="5527" actId="123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6T16:00:06.802" v="5540" actId="1076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6T16:00:53.189" v="5541" actId="14100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4-07T13:09:21.387" v="6026" actId="208"/>
          <ac:spMkLst>
            <pc:docMk/>
            <pc:sldMk cId="0" sldId="290"/>
            <ac:spMk id="202756" creationId="{D1CF00DB-D201-40A8-B788-3108DC9E415F}"/>
          </ac:spMkLst>
        </pc:spChg>
        <pc:spChg chg="mod">
          <ac:chgData name="Alessandro Ortis" userId="dcdc90ed-3509-45f7-ac48-ad038638580b" providerId="ADAL" clId="{FC25FC09-5746-4510-9F18-701AAFBE41D2}" dt="2021-03-16T16:01:09.214" v="5544" actId="20577"/>
          <ac:spMkLst>
            <pc:docMk/>
            <pc:sldMk cId="0" sldId="290"/>
            <ac:spMk id="202757" creationId="{BE7769F0-1E5E-4D0D-B39C-28EAF4CE282B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1"/>
        </pc:sldMkLst>
        <pc:spChg chg="add del mod">
          <ac:chgData name="Alessandro Ortis" userId="dcdc90ed-3509-45f7-ac48-ad038638580b" providerId="ADAL" clId="{FC25FC09-5746-4510-9F18-701AAFBE41D2}" dt="2021-03-18T15:02:40.701" v="5557" actId="478"/>
          <ac:spMkLst>
            <pc:docMk/>
            <pc:sldMk cId="0" sldId="291"/>
            <ac:spMk id="3" creationId="{ED67837E-ECCD-4649-B1D0-9EA318CE682C}"/>
          </ac:spMkLst>
        </pc:spChg>
        <pc:spChg chg="add mod">
          <ac:chgData name="Alessandro Ortis" userId="dcdc90ed-3509-45f7-ac48-ad038638580b" providerId="ADAL" clId="{FC25FC09-5746-4510-9F18-701AAFBE41D2}" dt="2021-03-18T15:02:41.047" v="5558"/>
          <ac:spMkLst>
            <pc:docMk/>
            <pc:sldMk cId="0" sldId="291"/>
            <ac:spMk id="9" creationId="{7C30F138-4AD4-41D1-B81A-56EE6C4A632B}"/>
          </ac:spMkLst>
        </pc:spChg>
        <pc:spChg chg="del mod">
          <ac:chgData name="Alessandro Ortis" userId="dcdc90ed-3509-45f7-ac48-ad038638580b" providerId="ADAL" clId="{FC25FC09-5746-4510-9F18-701AAFBE41D2}" dt="2021-03-18T15:02:33.639" v="5552" actId="478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22T15:47:11.580" v="5599" actId="6549"/>
          <ac:spMkLst>
            <pc:docMk/>
            <pc:sldMk cId="0" sldId="291"/>
            <ac:spMk id="204804" creationId="{B12826C1-1797-4F10-8E45-F82F56774A8A}"/>
          </ac:spMkLst>
        </pc:spChg>
        <pc:spChg chg="mod">
          <ac:chgData name="Alessandro Ortis" userId="dcdc90ed-3509-45f7-ac48-ad038638580b" providerId="ADAL" clId="{FC25FC09-5746-4510-9F18-701AAFBE41D2}" dt="2021-03-22T15:47:18.051" v="5600" actId="6549"/>
          <ac:spMkLst>
            <pc:docMk/>
            <pc:sldMk cId="0" sldId="291"/>
            <ac:spMk id="204806" creationId="{D0079A3D-20BB-4DA6-9BB3-F6E2493916B4}"/>
          </ac:spMkLst>
        </pc:spChg>
        <pc:spChg chg="mod">
          <ac:chgData name="Alessandro Ortis" userId="dcdc90ed-3509-45f7-ac48-ad038638580b" providerId="ADAL" clId="{FC25FC09-5746-4510-9F18-701AAFBE41D2}" dt="2021-03-22T15:48:01.589" v="5617" actId="20577"/>
          <ac:spMkLst>
            <pc:docMk/>
            <pc:sldMk cId="0" sldId="291"/>
            <ac:spMk id="204807" creationId="{04ACA393-AB56-4E5A-B0C1-05DE972F906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09:31:38.272" v="1036" actId="2711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4-13T20:21:28.339" v="6730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09:32:35.777" v="1052" actId="1076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7"/>
        </pc:sldMkLst>
      </pc:sldChg>
      <pc:sldChg chg="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6T15:57:31.355" v="5499" actId="404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6T15:57:51.221" v="5520" actId="6549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6T15:59:07.096" v="5533" actId="1038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4-07T13:08:51.551" v="6016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6T15:59:21.474" v="5535" actId="14100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4-07T13:08:59.248" v="6022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341860846" sldId="31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872623600" sldId="31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707176762" sldId="318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581560341" sldId="320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4-06T15:00:51.347" v="5998" actId="20577"/>
          <ac:spMkLst>
            <pc:docMk/>
            <pc:sldMk cId="4035406834" sldId="34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09594264" sldId="354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384353537" sldId="358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404566612" sldId="359"/>
        </pc:sldMkLst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4-06T15:04:52.648" v="6000" actId="6549"/>
          <ac:spMkLst>
            <pc:docMk/>
            <pc:sldMk cId="117896539" sldId="372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62563276" sldId="373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896731065" sldId="375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526657826" sldId="37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475669847" sldId="37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085820348" sldId="378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012001309" sldId="390"/>
        </pc:sldMkLst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519227886" sldId="39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683425995" sldId="397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447516178" sldId="400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56078651" sldId="401"/>
        </pc:sldMkLst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13580698" sldId="40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987792527" sldId="422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298434906" sldId="423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010739588" sldId="520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4-07T13:25:56.483" v="603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06T16:50:41.214" v="6011" actId="2696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905963308" sldId="525"/>
        </pc:sldMkLst>
      </pc:sldChg>
      <pc:sldChg chg="add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22T16:34:04.279" v="5620" actId="1076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6T16:03:40.823" v="5545" actId="123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6T16:07:00.422" v="5551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del mod ord">
        <pc:chgData name="Alessandro Ortis" userId="dcdc90ed-3509-45f7-ac48-ad038638580b" providerId="ADAL" clId="{FC25FC09-5746-4510-9F18-701AAFBE41D2}" dt="2021-04-19T13:47:53.763" v="6983" actId="47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355052276" sldId="533"/>
        </pc:sldMkLst>
      </pc:sldChg>
      <pc:sldChg chg="delSp modSp add del mod">
        <pc:chgData name="Alessandro Ortis" userId="dcdc90ed-3509-45f7-ac48-ad038638580b" providerId="ADAL" clId="{FC25FC09-5746-4510-9F18-701AAFBE41D2}" dt="2021-04-06T16:50:41.214" v="6011" actId="2696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4-13T20:23:03.624" v="6731" actId="115"/>
          <ac:spMkLst>
            <pc:docMk/>
            <pc:sldMk cId="3588884621" sldId="538"/>
            <ac:spMk id="208901" creationId="{87C80AEF-D07B-4C3C-8F22-D37CAE3DC876}"/>
          </ac:spMkLst>
        </pc:spChg>
      </pc:sldChg>
      <pc:sldChg chg="addSp delSp modSp add del mod modShow">
        <pc:chgData name="Alessandro Ortis" userId="dcdc90ed-3509-45f7-ac48-ad038638580b" providerId="ADAL" clId="{FC25FC09-5746-4510-9F18-701AAFBE41D2}" dt="2021-04-16T07:31:26.508" v="6978" actId="729"/>
        <pc:sldMkLst>
          <pc:docMk/>
          <pc:sldMk cId="2404627665" sldId="539"/>
        </pc:sldMkLst>
        <pc:spChg chg="add mod">
          <ac:chgData name="Alessandro Ortis" userId="dcdc90ed-3509-45f7-ac48-ad038638580b" providerId="ADAL" clId="{FC25FC09-5746-4510-9F18-701AAFBE41D2}" dt="2021-04-13T20:23:50.724" v="6749" actId="20577"/>
          <ac:spMkLst>
            <pc:docMk/>
            <pc:sldMk cId="2404627665" sldId="539"/>
            <ac:spMk id="2" creationId="{EA881903-0196-4F97-81BE-4640E8690C61}"/>
          </ac:spMkLst>
        </pc:spChg>
        <pc:spChg chg="add del mod">
          <ac:chgData name="Alessandro Ortis" userId="dcdc90ed-3509-45f7-ac48-ad038638580b" providerId="ADAL" clId="{FC25FC09-5746-4510-9F18-701AAFBE41D2}" dt="2021-03-22T17:33:46.882" v="5986" actId="478"/>
          <ac:spMkLst>
            <pc:docMk/>
            <pc:sldMk cId="2404627665" sldId="539"/>
            <ac:spMk id="3" creationId="{5B8044BB-1A48-4110-B0B9-927658CADBF1}"/>
          </ac:spMkLst>
        </pc:spChg>
        <pc:spChg chg="add mod">
          <ac:chgData name="Alessandro Ortis" userId="dcdc90ed-3509-45f7-ac48-ad038638580b" providerId="ADAL" clId="{FC25FC09-5746-4510-9F18-701AAFBE41D2}" dt="2021-04-13T20:26:55.950" v="6884" actId="20577"/>
          <ac:spMkLst>
            <pc:docMk/>
            <pc:sldMk cId="2404627665" sldId="539"/>
            <ac:spMk id="3" creationId="{9BCF4BB7-DA4A-4B58-968B-C9A5B9A13BF8}"/>
          </ac:spMkLst>
        </pc:spChg>
        <pc:spChg chg="add del mod">
          <ac:chgData name="Alessandro Ortis" userId="dcdc90ed-3509-45f7-ac48-ad038638580b" providerId="ADAL" clId="{FC25FC09-5746-4510-9F18-701AAFBE41D2}" dt="2021-03-22T17:33:11.851" v="5984" actId="478"/>
          <ac:spMkLst>
            <pc:docMk/>
            <pc:sldMk cId="2404627665" sldId="539"/>
            <ac:spMk id="4" creationId="{8E13A89A-9FEE-496D-8DDA-7DCCD7772944}"/>
          </ac:spMkLst>
        </pc:spChg>
        <pc:spChg chg="del mod">
          <ac:chgData name="Alessandro Ortis" userId="dcdc90ed-3509-45f7-ac48-ad038638580b" providerId="ADAL" clId="{FC25FC09-5746-4510-9F18-701AAFBE41D2}" dt="2021-03-22T17:33:45.782" v="5985" actId="478"/>
          <ac:spMkLst>
            <pc:docMk/>
            <pc:sldMk cId="2404627665" sldId="539"/>
            <ac:spMk id="208898" creationId="{8367A76C-062C-452A-ACD5-355A1ED8F2FF}"/>
          </ac:spMkLst>
        </pc:spChg>
        <pc:spChg chg="del">
          <ac:chgData name="Alessandro Ortis" userId="dcdc90ed-3509-45f7-ac48-ad038638580b" providerId="ADAL" clId="{FC25FC09-5746-4510-9F18-701AAFBE41D2}" dt="2021-03-22T17:20:23.621" v="5636" actId="478"/>
          <ac:spMkLst>
            <pc:docMk/>
            <pc:sldMk cId="2404627665" sldId="539"/>
            <ac:spMk id="208901" creationId="{87C80AEF-D07B-4C3C-8F22-D37CAE3DC87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8T15:45:34.724" v="6981" actId="20577"/>
        <pc:sldMkLst>
          <pc:docMk/>
          <pc:sldMk cId="1737393372" sldId="540"/>
        </pc:sldMkLst>
        <pc:spChg chg="mod">
          <ac:chgData name="Alessandro Ortis" userId="dcdc90ed-3509-45f7-ac48-ad038638580b" providerId="ADAL" clId="{FC25FC09-5746-4510-9F18-701AAFBE41D2}" dt="2021-04-18T15:45:34.724" v="6981" actId="20577"/>
          <ac:spMkLst>
            <pc:docMk/>
            <pc:sldMk cId="1737393372" sldId="540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4-13T20:23:54.531" v="6750"/>
          <ac:spMkLst>
            <pc:docMk/>
            <pc:sldMk cId="1737393372" sldId="540"/>
            <ac:spMk id="208898" creationId="{8367A76C-062C-452A-ACD5-355A1ED8F2FF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435146118" sldId="541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570448053" sldId="542"/>
        </pc:sldMkLst>
        <pc:spChg chg="mod">
          <ac:chgData name="Alessandro Ortis" userId="dcdc90ed-3509-45f7-ac48-ad038638580b" providerId="ADAL" clId="{FC25FC09-5746-4510-9F18-701AAFBE41D2}" dt="2021-04-06T14:59:16.746" v="5988" actId="20577"/>
          <ac:spMkLst>
            <pc:docMk/>
            <pc:sldMk cId="1570448053" sldId="542"/>
            <ac:spMk id="3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82413957" sldId="543"/>
        </pc:sldMkLst>
      </pc:sldChg>
      <pc:sldChg chg="modSp add del mod modShow modNotesTx">
        <pc:chgData name="Alessandro Ortis" userId="dcdc90ed-3509-45f7-ac48-ad038638580b" providerId="ADAL" clId="{FC25FC09-5746-4510-9F18-701AAFBE41D2}" dt="2021-04-19T13:47:53.763" v="6983" actId="47"/>
        <pc:sldMkLst>
          <pc:docMk/>
          <pc:sldMk cId="3077107309" sldId="544"/>
        </pc:sldMkLst>
        <pc:spChg chg="mod">
          <ac:chgData name="Alessandro Ortis" userId="dcdc90ed-3509-45f7-ac48-ad038638580b" providerId="ADAL" clId="{FC25FC09-5746-4510-9F18-701AAFBE41D2}" dt="2021-04-06T15:08:10.183" v="6009" actId="20577"/>
          <ac:spMkLst>
            <pc:docMk/>
            <pc:sldMk cId="3077107309" sldId="544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110C83-22AA-4985-BDBF-11F4AA88A455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FE5AC94-3CE9-4D6B-94D2-1FF0D85FA166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scritta</a:t>
          </a:r>
          <a:endParaRPr lang="it-IT" dirty="0"/>
        </a:p>
      </dgm:t>
    </dgm:pt>
    <dgm:pt modelId="{215E23EF-BB8A-46EE-889F-74768BCD9228}" type="parTrans" cxnId="{B89845EC-D03A-4D8D-AF3D-CBFA5C0AF1C5}">
      <dgm:prSet/>
      <dgm:spPr/>
      <dgm:t>
        <a:bodyPr/>
        <a:lstStyle/>
        <a:p>
          <a:endParaRPr lang="it-IT"/>
        </a:p>
      </dgm:t>
    </dgm:pt>
    <dgm:pt modelId="{5BBD4C61-B7CA-4E3D-9042-A9EB0214305F}" type="sibTrans" cxnId="{B89845EC-D03A-4D8D-AF3D-CBFA5C0AF1C5}">
      <dgm:prSet/>
      <dgm:spPr/>
      <dgm:t>
        <a:bodyPr/>
        <a:lstStyle/>
        <a:p>
          <a:endParaRPr lang="it-IT"/>
        </a:p>
      </dgm:t>
    </dgm:pt>
    <dgm:pt modelId="{655DD344-FFFB-4D47-907A-CB362E910036}">
      <dgm:prSet phldrT="[Testo]"/>
      <dgm:spPr/>
      <dgm:t>
        <a:bodyPr/>
        <a:lstStyle/>
        <a:p>
          <a:r>
            <a:rPr lang="en-US" dirty="0"/>
            <a:t>Test a </a:t>
          </a:r>
          <a:r>
            <a:rPr lang="en-US" dirty="0" err="1"/>
            <a:t>risposta</a:t>
          </a:r>
          <a:r>
            <a:rPr lang="en-US" dirty="0"/>
            <a:t> </a:t>
          </a:r>
          <a:r>
            <a:rPr lang="en-US" dirty="0" err="1"/>
            <a:t>multipla</a:t>
          </a:r>
          <a:endParaRPr lang="it-IT" dirty="0"/>
        </a:p>
      </dgm:t>
    </dgm:pt>
    <dgm:pt modelId="{FEDA9BC8-F180-4BBF-B0D4-61F25FA55E9C}" type="parTrans" cxnId="{45E4A30B-F52A-47DB-89D5-E0FD4FCED892}">
      <dgm:prSet/>
      <dgm:spPr/>
      <dgm:t>
        <a:bodyPr/>
        <a:lstStyle/>
        <a:p>
          <a:endParaRPr lang="it-IT"/>
        </a:p>
      </dgm:t>
    </dgm:pt>
    <dgm:pt modelId="{B4A1E597-1F1B-42B8-AE58-F1CCA2C7F9F2}" type="sibTrans" cxnId="{45E4A30B-F52A-47DB-89D5-E0FD4FCED892}">
      <dgm:prSet/>
      <dgm:spPr/>
      <dgm:t>
        <a:bodyPr/>
        <a:lstStyle/>
        <a:p>
          <a:endParaRPr lang="it-IT"/>
        </a:p>
      </dgm:t>
    </dgm:pt>
    <dgm:pt modelId="{23E23007-5744-48B1-A050-5B113A20E7AD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pratica</a:t>
          </a:r>
          <a:endParaRPr lang="it-IT" dirty="0"/>
        </a:p>
      </dgm:t>
    </dgm:pt>
    <dgm:pt modelId="{3BEB25CD-3E71-40C1-B565-1E7BABCD8789}" type="parTrans" cxnId="{BF0CFF41-11A2-47CE-8343-4E50F34BBBC8}">
      <dgm:prSet/>
      <dgm:spPr/>
      <dgm:t>
        <a:bodyPr/>
        <a:lstStyle/>
        <a:p>
          <a:endParaRPr lang="it-IT"/>
        </a:p>
      </dgm:t>
    </dgm:pt>
    <dgm:pt modelId="{5EE3D7E0-2F8F-447C-8841-656250477171}" type="sibTrans" cxnId="{BF0CFF41-11A2-47CE-8343-4E50F34BBBC8}">
      <dgm:prSet/>
      <dgm:spPr/>
      <dgm:t>
        <a:bodyPr/>
        <a:lstStyle/>
        <a:p>
          <a:endParaRPr lang="it-IT"/>
        </a:p>
      </dgm:t>
    </dgm:pt>
    <dgm:pt modelId="{429A591E-851C-42ED-B684-D22123CE1529}">
      <dgm:prSet phldrT="[Testo]"/>
      <dgm:spPr/>
      <dgm:t>
        <a:bodyPr/>
        <a:lstStyle/>
        <a:p>
          <a:r>
            <a:rPr lang="en-US" dirty="0" err="1"/>
            <a:t>Esercizio</a:t>
          </a:r>
          <a:r>
            <a:rPr lang="en-US" dirty="0"/>
            <a:t> in </a:t>
          </a:r>
          <a:r>
            <a:rPr lang="en-US" dirty="0" err="1"/>
            <a:t>linguaggio</a:t>
          </a:r>
          <a:r>
            <a:rPr lang="en-US" dirty="0"/>
            <a:t> C++ in lab</a:t>
          </a:r>
          <a:endParaRPr lang="it-IT" dirty="0"/>
        </a:p>
      </dgm:t>
    </dgm:pt>
    <dgm:pt modelId="{6DE350BB-F9F8-4E87-90C4-C602225ECAD2}" type="parTrans" cxnId="{C78B9068-52A6-49E3-9109-F9720986A108}">
      <dgm:prSet/>
      <dgm:spPr/>
      <dgm:t>
        <a:bodyPr/>
        <a:lstStyle/>
        <a:p>
          <a:endParaRPr lang="it-IT"/>
        </a:p>
      </dgm:t>
    </dgm:pt>
    <dgm:pt modelId="{800B5BD9-A493-405E-85F5-4049EEADD98B}" type="sibTrans" cxnId="{C78B9068-52A6-49E3-9109-F9720986A108}">
      <dgm:prSet/>
      <dgm:spPr/>
      <dgm:t>
        <a:bodyPr/>
        <a:lstStyle/>
        <a:p>
          <a:endParaRPr lang="it-IT"/>
        </a:p>
      </dgm:t>
    </dgm:pt>
    <dgm:pt modelId="{0E42E166-396E-4D85-A387-E71EFEEF6431}">
      <dgm:prSet phldrT="[Testo]"/>
      <dgm:spPr/>
      <dgm:t>
        <a:bodyPr/>
        <a:lstStyle/>
        <a:p>
          <a:r>
            <a:rPr lang="en-US" dirty="0" err="1"/>
            <a:t>Orale</a:t>
          </a:r>
          <a:endParaRPr lang="it-IT" dirty="0"/>
        </a:p>
      </dgm:t>
    </dgm:pt>
    <dgm:pt modelId="{B37E09DB-393F-4A42-8471-B45986563F22}" type="parTrans" cxnId="{8D0882A5-12FD-4B41-A41C-37AF74EE9758}">
      <dgm:prSet/>
      <dgm:spPr/>
      <dgm:t>
        <a:bodyPr/>
        <a:lstStyle/>
        <a:p>
          <a:endParaRPr lang="it-IT"/>
        </a:p>
      </dgm:t>
    </dgm:pt>
    <dgm:pt modelId="{CC1944D4-AD87-4F2A-9164-4A24609EBB56}" type="sibTrans" cxnId="{8D0882A5-12FD-4B41-A41C-37AF74EE9758}">
      <dgm:prSet/>
      <dgm:spPr/>
      <dgm:t>
        <a:bodyPr/>
        <a:lstStyle/>
        <a:p>
          <a:endParaRPr lang="it-IT"/>
        </a:p>
      </dgm:t>
    </dgm:pt>
    <dgm:pt modelId="{A5023504-8920-439B-BAE4-34C3224F68BB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orale</a:t>
          </a:r>
          <a:endParaRPr lang="it-IT" dirty="0"/>
        </a:p>
      </dgm:t>
    </dgm:pt>
    <dgm:pt modelId="{E33AE4C2-BFD0-4BB3-AC66-F0855049CED2}" type="parTrans" cxnId="{F3494A48-2BE9-46FC-BED0-7304ADFDEC00}">
      <dgm:prSet/>
      <dgm:spPr/>
      <dgm:t>
        <a:bodyPr/>
        <a:lstStyle/>
        <a:p>
          <a:endParaRPr lang="it-IT"/>
        </a:p>
      </dgm:t>
    </dgm:pt>
    <dgm:pt modelId="{5D4FC6DE-DDC8-4CF7-82D3-06295B4E408E}" type="sibTrans" cxnId="{F3494A48-2BE9-46FC-BED0-7304ADFDEC00}">
      <dgm:prSet/>
      <dgm:spPr/>
      <dgm:t>
        <a:bodyPr/>
        <a:lstStyle/>
        <a:p>
          <a:endParaRPr lang="it-IT"/>
        </a:p>
      </dgm:t>
    </dgm:pt>
    <dgm:pt modelId="{594B9F2C-1282-4B9F-BCA6-A5D3A57F3996}" type="pres">
      <dgm:prSet presAssocID="{A7110C83-22AA-4985-BDBF-11F4AA88A455}" presName="theList" presStyleCnt="0">
        <dgm:presLayoutVars>
          <dgm:dir/>
          <dgm:animLvl val="lvl"/>
          <dgm:resizeHandles val="exact"/>
        </dgm:presLayoutVars>
      </dgm:prSet>
      <dgm:spPr/>
    </dgm:pt>
    <dgm:pt modelId="{F4949EEC-0DF4-446C-AB85-E50E5156B0AB}" type="pres">
      <dgm:prSet presAssocID="{AFE5AC94-3CE9-4D6B-94D2-1FF0D85FA166}" presName="compNode" presStyleCnt="0"/>
      <dgm:spPr/>
    </dgm:pt>
    <dgm:pt modelId="{0BB144C2-BDF8-4C01-8F30-7F9D40304801}" type="pres">
      <dgm:prSet presAssocID="{AFE5AC94-3CE9-4D6B-94D2-1FF0D85FA166}" presName="noGeometry" presStyleCnt="0"/>
      <dgm:spPr/>
    </dgm:pt>
    <dgm:pt modelId="{A2F703BA-A15E-46C6-9A5A-D63232F8DBBD}" type="pres">
      <dgm:prSet presAssocID="{AFE5AC94-3CE9-4D6B-94D2-1FF0D85FA166}" presName="childTextVisible" presStyleLbl="bgAccFollowNode1" presStyleIdx="0" presStyleCnt="3">
        <dgm:presLayoutVars>
          <dgm:bulletEnabled val="1"/>
        </dgm:presLayoutVars>
      </dgm:prSet>
      <dgm:spPr/>
    </dgm:pt>
    <dgm:pt modelId="{5F642EA4-03CE-4786-9E37-847E46E4194E}" type="pres">
      <dgm:prSet presAssocID="{AFE5AC94-3CE9-4D6B-94D2-1FF0D85FA166}" presName="childTextHidden" presStyleLbl="bgAccFollowNode1" presStyleIdx="0" presStyleCnt="3"/>
      <dgm:spPr/>
    </dgm:pt>
    <dgm:pt modelId="{7DE85058-9332-4D7B-B2EC-0B62A0A2AEBE}" type="pres">
      <dgm:prSet presAssocID="{AFE5AC94-3CE9-4D6B-94D2-1FF0D85FA16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EEBD3AE-CD10-47A6-A3E3-1A75699172AC}" type="pres">
      <dgm:prSet presAssocID="{AFE5AC94-3CE9-4D6B-94D2-1FF0D85FA166}" presName="aSpace" presStyleCnt="0"/>
      <dgm:spPr/>
    </dgm:pt>
    <dgm:pt modelId="{2B85B497-D996-44EA-A996-F1AAC6B6E1FE}" type="pres">
      <dgm:prSet presAssocID="{23E23007-5744-48B1-A050-5B113A20E7AD}" presName="compNode" presStyleCnt="0"/>
      <dgm:spPr/>
    </dgm:pt>
    <dgm:pt modelId="{095BBA23-2591-4160-B746-0A3A5D88BBCF}" type="pres">
      <dgm:prSet presAssocID="{23E23007-5744-48B1-A050-5B113A20E7AD}" presName="noGeometry" presStyleCnt="0"/>
      <dgm:spPr/>
    </dgm:pt>
    <dgm:pt modelId="{235239DB-72AC-43E3-A227-AF749165A62E}" type="pres">
      <dgm:prSet presAssocID="{23E23007-5744-48B1-A050-5B113A20E7AD}" presName="childTextVisible" presStyleLbl="bgAccFollowNode1" presStyleIdx="1" presStyleCnt="3">
        <dgm:presLayoutVars>
          <dgm:bulletEnabled val="1"/>
        </dgm:presLayoutVars>
      </dgm:prSet>
      <dgm:spPr/>
    </dgm:pt>
    <dgm:pt modelId="{13D486E6-5B8D-44FF-BAA8-EB8442C2B432}" type="pres">
      <dgm:prSet presAssocID="{23E23007-5744-48B1-A050-5B113A20E7AD}" presName="childTextHidden" presStyleLbl="bgAccFollowNode1" presStyleIdx="1" presStyleCnt="3"/>
      <dgm:spPr/>
    </dgm:pt>
    <dgm:pt modelId="{29CEB372-57A8-4C51-BB49-4AB6AD126CC1}" type="pres">
      <dgm:prSet presAssocID="{23E23007-5744-48B1-A050-5B113A20E7A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0C85614-3B3F-4093-80A2-02D478A6A7FF}" type="pres">
      <dgm:prSet presAssocID="{23E23007-5744-48B1-A050-5B113A20E7AD}" presName="aSpace" presStyleCnt="0"/>
      <dgm:spPr/>
    </dgm:pt>
    <dgm:pt modelId="{495C33CE-5AA1-4BB9-81A9-9695007AE44F}" type="pres">
      <dgm:prSet presAssocID="{0E42E166-396E-4D85-A387-E71EFEEF6431}" presName="compNode" presStyleCnt="0"/>
      <dgm:spPr/>
    </dgm:pt>
    <dgm:pt modelId="{65BFEB22-DE1A-4C27-8C61-22B09ABC4300}" type="pres">
      <dgm:prSet presAssocID="{0E42E166-396E-4D85-A387-E71EFEEF6431}" presName="noGeometry" presStyleCnt="0"/>
      <dgm:spPr/>
    </dgm:pt>
    <dgm:pt modelId="{3DBFF082-A9CC-4D6E-BBDC-D6BE9B77F748}" type="pres">
      <dgm:prSet presAssocID="{0E42E166-396E-4D85-A387-E71EFEEF6431}" presName="childTextVisible" presStyleLbl="bgAccFollowNode1" presStyleIdx="2" presStyleCnt="3">
        <dgm:presLayoutVars>
          <dgm:bulletEnabled val="1"/>
        </dgm:presLayoutVars>
      </dgm:prSet>
      <dgm:spPr/>
    </dgm:pt>
    <dgm:pt modelId="{5CB3F2D7-9564-452F-9B46-38AF2C6B2275}" type="pres">
      <dgm:prSet presAssocID="{0E42E166-396E-4D85-A387-E71EFEEF6431}" presName="childTextHidden" presStyleLbl="bgAccFollowNode1" presStyleIdx="2" presStyleCnt="3"/>
      <dgm:spPr/>
    </dgm:pt>
    <dgm:pt modelId="{C37E6F9F-9080-4791-975C-89DB11961C47}" type="pres">
      <dgm:prSet presAssocID="{0E42E166-396E-4D85-A387-E71EFEEF6431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E4A30B-F52A-47DB-89D5-E0FD4FCED892}" srcId="{AFE5AC94-3CE9-4D6B-94D2-1FF0D85FA166}" destId="{655DD344-FFFB-4D47-907A-CB362E910036}" srcOrd="0" destOrd="0" parTransId="{FEDA9BC8-F180-4BBF-B0D4-61F25FA55E9C}" sibTransId="{B4A1E597-1F1B-42B8-AE58-F1CCA2C7F9F2}"/>
    <dgm:cxn modelId="{751FD60B-3F72-463A-AE1D-A607955FD9C5}" type="presOf" srcId="{655DD344-FFFB-4D47-907A-CB362E910036}" destId="{A2F703BA-A15E-46C6-9A5A-D63232F8DBBD}" srcOrd="0" destOrd="0" presId="urn:microsoft.com/office/officeart/2005/8/layout/hProcess6"/>
    <dgm:cxn modelId="{31E3391F-275C-463F-9B74-523D6E5313AF}" type="presOf" srcId="{A5023504-8920-439B-BAE4-34C3224F68BB}" destId="{3DBFF082-A9CC-4D6E-BBDC-D6BE9B77F748}" srcOrd="0" destOrd="0" presId="urn:microsoft.com/office/officeart/2005/8/layout/hProcess6"/>
    <dgm:cxn modelId="{9992142A-56ED-4A55-A86B-D0E7F644D06C}" type="presOf" srcId="{AFE5AC94-3CE9-4D6B-94D2-1FF0D85FA166}" destId="{7DE85058-9332-4D7B-B2EC-0B62A0A2AEBE}" srcOrd="0" destOrd="0" presId="urn:microsoft.com/office/officeart/2005/8/layout/hProcess6"/>
    <dgm:cxn modelId="{41C9C45B-7DB0-49CD-A942-E91CDC32359A}" type="presOf" srcId="{A7110C83-22AA-4985-BDBF-11F4AA88A455}" destId="{594B9F2C-1282-4B9F-BCA6-A5D3A57F3996}" srcOrd="0" destOrd="0" presId="urn:microsoft.com/office/officeart/2005/8/layout/hProcess6"/>
    <dgm:cxn modelId="{BF0CFF41-11A2-47CE-8343-4E50F34BBBC8}" srcId="{A7110C83-22AA-4985-BDBF-11F4AA88A455}" destId="{23E23007-5744-48B1-A050-5B113A20E7AD}" srcOrd="1" destOrd="0" parTransId="{3BEB25CD-3E71-40C1-B565-1E7BABCD8789}" sibTransId="{5EE3D7E0-2F8F-447C-8841-656250477171}"/>
    <dgm:cxn modelId="{F3494A48-2BE9-46FC-BED0-7304ADFDEC00}" srcId="{0E42E166-396E-4D85-A387-E71EFEEF6431}" destId="{A5023504-8920-439B-BAE4-34C3224F68BB}" srcOrd="0" destOrd="0" parTransId="{E33AE4C2-BFD0-4BB3-AC66-F0855049CED2}" sibTransId="{5D4FC6DE-DDC8-4CF7-82D3-06295B4E408E}"/>
    <dgm:cxn modelId="{C78B9068-52A6-49E3-9109-F9720986A108}" srcId="{23E23007-5744-48B1-A050-5B113A20E7AD}" destId="{429A591E-851C-42ED-B684-D22123CE1529}" srcOrd="0" destOrd="0" parTransId="{6DE350BB-F9F8-4E87-90C4-C602225ECAD2}" sibTransId="{800B5BD9-A493-405E-85F5-4049EEADD98B}"/>
    <dgm:cxn modelId="{E747AE74-34AB-46CB-920D-C0C3DEBAA2BB}" type="presOf" srcId="{655DD344-FFFB-4D47-907A-CB362E910036}" destId="{5F642EA4-03CE-4786-9E37-847E46E4194E}" srcOrd="1" destOrd="0" presId="urn:microsoft.com/office/officeart/2005/8/layout/hProcess6"/>
    <dgm:cxn modelId="{B91EF456-6F8A-4501-89A1-E31B767F89EF}" type="presOf" srcId="{429A591E-851C-42ED-B684-D22123CE1529}" destId="{13D486E6-5B8D-44FF-BAA8-EB8442C2B432}" srcOrd="1" destOrd="0" presId="urn:microsoft.com/office/officeart/2005/8/layout/hProcess6"/>
    <dgm:cxn modelId="{3B472996-5E12-4DF7-A500-2B31D83A7810}" type="presOf" srcId="{23E23007-5744-48B1-A050-5B113A20E7AD}" destId="{29CEB372-57A8-4C51-BB49-4AB6AD126CC1}" srcOrd="0" destOrd="0" presId="urn:microsoft.com/office/officeart/2005/8/layout/hProcess6"/>
    <dgm:cxn modelId="{8D0882A5-12FD-4B41-A41C-37AF74EE9758}" srcId="{A7110C83-22AA-4985-BDBF-11F4AA88A455}" destId="{0E42E166-396E-4D85-A387-E71EFEEF6431}" srcOrd="2" destOrd="0" parTransId="{B37E09DB-393F-4A42-8471-B45986563F22}" sibTransId="{CC1944D4-AD87-4F2A-9164-4A24609EBB56}"/>
    <dgm:cxn modelId="{D566B6A6-9FAF-41E8-9BDE-181A81360063}" type="presOf" srcId="{429A591E-851C-42ED-B684-D22123CE1529}" destId="{235239DB-72AC-43E3-A227-AF749165A62E}" srcOrd="0" destOrd="0" presId="urn:microsoft.com/office/officeart/2005/8/layout/hProcess6"/>
    <dgm:cxn modelId="{68A9BBB8-0D6F-4880-AA0F-B7E6A4F6F83F}" type="presOf" srcId="{0E42E166-396E-4D85-A387-E71EFEEF6431}" destId="{C37E6F9F-9080-4791-975C-89DB11961C47}" srcOrd="0" destOrd="0" presId="urn:microsoft.com/office/officeart/2005/8/layout/hProcess6"/>
    <dgm:cxn modelId="{B322A5C0-1DA1-4CD9-9AD3-9BD4637F4807}" type="presOf" srcId="{A5023504-8920-439B-BAE4-34C3224F68BB}" destId="{5CB3F2D7-9564-452F-9B46-38AF2C6B2275}" srcOrd="1" destOrd="0" presId="urn:microsoft.com/office/officeart/2005/8/layout/hProcess6"/>
    <dgm:cxn modelId="{B89845EC-D03A-4D8D-AF3D-CBFA5C0AF1C5}" srcId="{A7110C83-22AA-4985-BDBF-11F4AA88A455}" destId="{AFE5AC94-3CE9-4D6B-94D2-1FF0D85FA166}" srcOrd="0" destOrd="0" parTransId="{215E23EF-BB8A-46EE-889F-74768BCD9228}" sibTransId="{5BBD4C61-B7CA-4E3D-9042-A9EB0214305F}"/>
    <dgm:cxn modelId="{5EFCC6CE-3343-478F-860B-E15D584797A6}" type="presParOf" srcId="{594B9F2C-1282-4B9F-BCA6-A5D3A57F3996}" destId="{F4949EEC-0DF4-446C-AB85-E50E5156B0AB}" srcOrd="0" destOrd="0" presId="urn:microsoft.com/office/officeart/2005/8/layout/hProcess6"/>
    <dgm:cxn modelId="{C52D7731-F454-4DDC-AFCD-109A08A10A39}" type="presParOf" srcId="{F4949EEC-0DF4-446C-AB85-E50E5156B0AB}" destId="{0BB144C2-BDF8-4C01-8F30-7F9D40304801}" srcOrd="0" destOrd="0" presId="urn:microsoft.com/office/officeart/2005/8/layout/hProcess6"/>
    <dgm:cxn modelId="{3CAD37A1-2152-45AF-B8DB-76C61F686986}" type="presParOf" srcId="{F4949EEC-0DF4-446C-AB85-E50E5156B0AB}" destId="{A2F703BA-A15E-46C6-9A5A-D63232F8DBBD}" srcOrd="1" destOrd="0" presId="urn:microsoft.com/office/officeart/2005/8/layout/hProcess6"/>
    <dgm:cxn modelId="{6C57328A-33FD-4933-8480-D08DBD90B64C}" type="presParOf" srcId="{F4949EEC-0DF4-446C-AB85-E50E5156B0AB}" destId="{5F642EA4-03CE-4786-9E37-847E46E4194E}" srcOrd="2" destOrd="0" presId="urn:microsoft.com/office/officeart/2005/8/layout/hProcess6"/>
    <dgm:cxn modelId="{51A60EBD-0D42-4138-8812-D768579D0302}" type="presParOf" srcId="{F4949EEC-0DF4-446C-AB85-E50E5156B0AB}" destId="{7DE85058-9332-4D7B-B2EC-0B62A0A2AEBE}" srcOrd="3" destOrd="0" presId="urn:microsoft.com/office/officeart/2005/8/layout/hProcess6"/>
    <dgm:cxn modelId="{98BA595B-FBA1-4E50-81CD-A0ADF7B5FD46}" type="presParOf" srcId="{594B9F2C-1282-4B9F-BCA6-A5D3A57F3996}" destId="{7EEBD3AE-CD10-47A6-A3E3-1A75699172AC}" srcOrd="1" destOrd="0" presId="urn:microsoft.com/office/officeart/2005/8/layout/hProcess6"/>
    <dgm:cxn modelId="{5135F4B4-8078-4066-A055-47077EFE86E4}" type="presParOf" srcId="{594B9F2C-1282-4B9F-BCA6-A5D3A57F3996}" destId="{2B85B497-D996-44EA-A996-F1AAC6B6E1FE}" srcOrd="2" destOrd="0" presId="urn:microsoft.com/office/officeart/2005/8/layout/hProcess6"/>
    <dgm:cxn modelId="{E88A6A84-C1AE-498E-A659-F39551AC6505}" type="presParOf" srcId="{2B85B497-D996-44EA-A996-F1AAC6B6E1FE}" destId="{095BBA23-2591-4160-B746-0A3A5D88BBCF}" srcOrd="0" destOrd="0" presId="urn:microsoft.com/office/officeart/2005/8/layout/hProcess6"/>
    <dgm:cxn modelId="{770417A5-32E5-4257-8F01-1E4D60DE25B9}" type="presParOf" srcId="{2B85B497-D996-44EA-A996-F1AAC6B6E1FE}" destId="{235239DB-72AC-43E3-A227-AF749165A62E}" srcOrd="1" destOrd="0" presId="urn:microsoft.com/office/officeart/2005/8/layout/hProcess6"/>
    <dgm:cxn modelId="{09A3CE0D-8DDD-480D-9629-4312F0A0FE90}" type="presParOf" srcId="{2B85B497-D996-44EA-A996-F1AAC6B6E1FE}" destId="{13D486E6-5B8D-44FF-BAA8-EB8442C2B432}" srcOrd="2" destOrd="0" presId="urn:microsoft.com/office/officeart/2005/8/layout/hProcess6"/>
    <dgm:cxn modelId="{7DC9BFC7-FD77-4C9F-B6BB-008F8849EEEF}" type="presParOf" srcId="{2B85B497-D996-44EA-A996-F1AAC6B6E1FE}" destId="{29CEB372-57A8-4C51-BB49-4AB6AD126CC1}" srcOrd="3" destOrd="0" presId="urn:microsoft.com/office/officeart/2005/8/layout/hProcess6"/>
    <dgm:cxn modelId="{2259AA1A-4C33-4367-B52D-AEAE27C97485}" type="presParOf" srcId="{594B9F2C-1282-4B9F-BCA6-A5D3A57F3996}" destId="{D0C85614-3B3F-4093-80A2-02D478A6A7FF}" srcOrd="3" destOrd="0" presId="urn:microsoft.com/office/officeart/2005/8/layout/hProcess6"/>
    <dgm:cxn modelId="{2E5ECCE9-D56E-4E89-A706-B851CAC7FD87}" type="presParOf" srcId="{594B9F2C-1282-4B9F-BCA6-A5D3A57F3996}" destId="{495C33CE-5AA1-4BB9-81A9-9695007AE44F}" srcOrd="4" destOrd="0" presId="urn:microsoft.com/office/officeart/2005/8/layout/hProcess6"/>
    <dgm:cxn modelId="{33ADB769-82F2-48BF-B581-064753DD2965}" type="presParOf" srcId="{495C33CE-5AA1-4BB9-81A9-9695007AE44F}" destId="{65BFEB22-DE1A-4C27-8C61-22B09ABC4300}" srcOrd="0" destOrd="0" presId="urn:microsoft.com/office/officeart/2005/8/layout/hProcess6"/>
    <dgm:cxn modelId="{E7D27208-657D-4D13-9297-5B55E6337E6A}" type="presParOf" srcId="{495C33CE-5AA1-4BB9-81A9-9695007AE44F}" destId="{3DBFF082-A9CC-4D6E-BBDC-D6BE9B77F748}" srcOrd="1" destOrd="0" presId="urn:microsoft.com/office/officeart/2005/8/layout/hProcess6"/>
    <dgm:cxn modelId="{A7D4F855-2D83-4994-A338-B2AF17581D99}" type="presParOf" srcId="{495C33CE-5AA1-4BB9-81A9-9695007AE44F}" destId="{5CB3F2D7-9564-452F-9B46-38AF2C6B2275}" srcOrd="2" destOrd="0" presId="urn:microsoft.com/office/officeart/2005/8/layout/hProcess6"/>
    <dgm:cxn modelId="{64C8AB7B-25ED-45AF-90AC-3B3B85A60EE2}" type="presParOf" srcId="{495C33CE-5AA1-4BB9-81A9-9695007AE44F}" destId="{C37E6F9F-9080-4791-975C-89DB11961C4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110C83-22AA-4985-BDBF-11F4AA88A455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FE5AC94-3CE9-4D6B-94D2-1FF0D85FA166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scritta</a:t>
          </a:r>
          <a:endParaRPr lang="it-IT" dirty="0"/>
        </a:p>
      </dgm:t>
    </dgm:pt>
    <dgm:pt modelId="{215E23EF-BB8A-46EE-889F-74768BCD9228}" type="parTrans" cxnId="{B89845EC-D03A-4D8D-AF3D-CBFA5C0AF1C5}">
      <dgm:prSet/>
      <dgm:spPr/>
      <dgm:t>
        <a:bodyPr/>
        <a:lstStyle/>
        <a:p>
          <a:endParaRPr lang="it-IT"/>
        </a:p>
      </dgm:t>
    </dgm:pt>
    <dgm:pt modelId="{5BBD4C61-B7CA-4E3D-9042-A9EB0214305F}" type="sibTrans" cxnId="{B89845EC-D03A-4D8D-AF3D-CBFA5C0AF1C5}">
      <dgm:prSet/>
      <dgm:spPr/>
      <dgm:t>
        <a:bodyPr/>
        <a:lstStyle/>
        <a:p>
          <a:endParaRPr lang="it-IT"/>
        </a:p>
      </dgm:t>
    </dgm:pt>
    <dgm:pt modelId="{655DD344-FFFB-4D47-907A-CB362E910036}">
      <dgm:prSet phldrT="[Testo]"/>
      <dgm:spPr/>
      <dgm:t>
        <a:bodyPr/>
        <a:lstStyle/>
        <a:p>
          <a:r>
            <a:rPr lang="en-US" dirty="0"/>
            <a:t>Test a </a:t>
          </a:r>
          <a:r>
            <a:rPr lang="en-US" dirty="0" err="1"/>
            <a:t>risposta</a:t>
          </a:r>
          <a:r>
            <a:rPr lang="en-US" dirty="0"/>
            <a:t> </a:t>
          </a:r>
          <a:r>
            <a:rPr lang="en-US" dirty="0" err="1"/>
            <a:t>multipla</a:t>
          </a:r>
          <a:endParaRPr lang="it-IT" dirty="0"/>
        </a:p>
      </dgm:t>
    </dgm:pt>
    <dgm:pt modelId="{FEDA9BC8-F180-4BBF-B0D4-61F25FA55E9C}" type="parTrans" cxnId="{45E4A30B-F52A-47DB-89D5-E0FD4FCED892}">
      <dgm:prSet/>
      <dgm:spPr/>
      <dgm:t>
        <a:bodyPr/>
        <a:lstStyle/>
        <a:p>
          <a:endParaRPr lang="it-IT"/>
        </a:p>
      </dgm:t>
    </dgm:pt>
    <dgm:pt modelId="{B4A1E597-1F1B-42B8-AE58-F1CCA2C7F9F2}" type="sibTrans" cxnId="{45E4A30B-F52A-47DB-89D5-E0FD4FCED892}">
      <dgm:prSet/>
      <dgm:spPr/>
      <dgm:t>
        <a:bodyPr/>
        <a:lstStyle/>
        <a:p>
          <a:endParaRPr lang="it-IT"/>
        </a:p>
      </dgm:t>
    </dgm:pt>
    <dgm:pt modelId="{23E23007-5744-48B1-A050-5B113A20E7AD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pratica</a:t>
          </a:r>
          <a:endParaRPr lang="it-IT" dirty="0"/>
        </a:p>
      </dgm:t>
    </dgm:pt>
    <dgm:pt modelId="{3BEB25CD-3E71-40C1-B565-1E7BABCD8789}" type="parTrans" cxnId="{BF0CFF41-11A2-47CE-8343-4E50F34BBBC8}">
      <dgm:prSet/>
      <dgm:spPr/>
      <dgm:t>
        <a:bodyPr/>
        <a:lstStyle/>
        <a:p>
          <a:endParaRPr lang="it-IT"/>
        </a:p>
      </dgm:t>
    </dgm:pt>
    <dgm:pt modelId="{5EE3D7E0-2F8F-447C-8841-656250477171}" type="sibTrans" cxnId="{BF0CFF41-11A2-47CE-8343-4E50F34BBBC8}">
      <dgm:prSet/>
      <dgm:spPr/>
      <dgm:t>
        <a:bodyPr/>
        <a:lstStyle/>
        <a:p>
          <a:endParaRPr lang="it-IT"/>
        </a:p>
      </dgm:t>
    </dgm:pt>
    <dgm:pt modelId="{429A591E-851C-42ED-B684-D22123CE1529}">
      <dgm:prSet phldrT="[Testo]"/>
      <dgm:spPr/>
      <dgm:t>
        <a:bodyPr/>
        <a:lstStyle/>
        <a:p>
          <a:r>
            <a:rPr lang="en-US" dirty="0" err="1"/>
            <a:t>Esercizio</a:t>
          </a:r>
          <a:r>
            <a:rPr lang="en-US" dirty="0"/>
            <a:t> in </a:t>
          </a:r>
          <a:r>
            <a:rPr lang="en-US" dirty="0" err="1"/>
            <a:t>linguaggio</a:t>
          </a:r>
          <a:r>
            <a:rPr lang="en-US" dirty="0"/>
            <a:t> C++ in lab</a:t>
          </a:r>
          <a:endParaRPr lang="it-IT" dirty="0"/>
        </a:p>
      </dgm:t>
    </dgm:pt>
    <dgm:pt modelId="{6DE350BB-F9F8-4E87-90C4-C602225ECAD2}" type="parTrans" cxnId="{C78B9068-52A6-49E3-9109-F9720986A108}">
      <dgm:prSet/>
      <dgm:spPr/>
      <dgm:t>
        <a:bodyPr/>
        <a:lstStyle/>
        <a:p>
          <a:endParaRPr lang="it-IT"/>
        </a:p>
      </dgm:t>
    </dgm:pt>
    <dgm:pt modelId="{800B5BD9-A493-405E-85F5-4049EEADD98B}" type="sibTrans" cxnId="{C78B9068-52A6-49E3-9109-F9720986A108}">
      <dgm:prSet/>
      <dgm:spPr/>
      <dgm:t>
        <a:bodyPr/>
        <a:lstStyle/>
        <a:p>
          <a:endParaRPr lang="it-IT"/>
        </a:p>
      </dgm:t>
    </dgm:pt>
    <dgm:pt modelId="{0E42E166-396E-4D85-A387-E71EFEEF6431}">
      <dgm:prSet phldrT="[Testo]"/>
      <dgm:spPr/>
      <dgm:t>
        <a:bodyPr/>
        <a:lstStyle/>
        <a:p>
          <a:r>
            <a:rPr lang="en-US" dirty="0" err="1"/>
            <a:t>Orale</a:t>
          </a:r>
          <a:endParaRPr lang="it-IT" dirty="0"/>
        </a:p>
      </dgm:t>
    </dgm:pt>
    <dgm:pt modelId="{B37E09DB-393F-4A42-8471-B45986563F22}" type="parTrans" cxnId="{8D0882A5-12FD-4B41-A41C-37AF74EE9758}">
      <dgm:prSet/>
      <dgm:spPr/>
      <dgm:t>
        <a:bodyPr/>
        <a:lstStyle/>
        <a:p>
          <a:endParaRPr lang="it-IT"/>
        </a:p>
      </dgm:t>
    </dgm:pt>
    <dgm:pt modelId="{CC1944D4-AD87-4F2A-9164-4A24609EBB56}" type="sibTrans" cxnId="{8D0882A5-12FD-4B41-A41C-37AF74EE9758}">
      <dgm:prSet/>
      <dgm:spPr/>
      <dgm:t>
        <a:bodyPr/>
        <a:lstStyle/>
        <a:p>
          <a:endParaRPr lang="it-IT"/>
        </a:p>
      </dgm:t>
    </dgm:pt>
    <dgm:pt modelId="{A5023504-8920-439B-BAE4-34C3224F68BB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orale</a:t>
          </a:r>
          <a:endParaRPr lang="it-IT" dirty="0"/>
        </a:p>
      </dgm:t>
    </dgm:pt>
    <dgm:pt modelId="{E33AE4C2-BFD0-4BB3-AC66-F0855049CED2}" type="parTrans" cxnId="{F3494A48-2BE9-46FC-BED0-7304ADFDEC00}">
      <dgm:prSet/>
      <dgm:spPr/>
      <dgm:t>
        <a:bodyPr/>
        <a:lstStyle/>
        <a:p>
          <a:endParaRPr lang="it-IT"/>
        </a:p>
      </dgm:t>
    </dgm:pt>
    <dgm:pt modelId="{5D4FC6DE-DDC8-4CF7-82D3-06295B4E408E}" type="sibTrans" cxnId="{F3494A48-2BE9-46FC-BED0-7304ADFDEC00}">
      <dgm:prSet/>
      <dgm:spPr/>
      <dgm:t>
        <a:bodyPr/>
        <a:lstStyle/>
        <a:p>
          <a:endParaRPr lang="it-IT"/>
        </a:p>
      </dgm:t>
    </dgm:pt>
    <dgm:pt modelId="{594B9F2C-1282-4B9F-BCA6-A5D3A57F3996}" type="pres">
      <dgm:prSet presAssocID="{A7110C83-22AA-4985-BDBF-11F4AA88A455}" presName="theList" presStyleCnt="0">
        <dgm:presLayoutVars>
          <dgm:dir/>
          <dgm:animLvl val="lvl"/>
          <dgm:resizeHandles val="exact"/>
        </dgm:presLayoutVars>
      </dgm:prSet>
      <dgm:spPr/>
    </dgm:pt>
    <dgm:pt modelId="{F4949EEC-0DF4-446C-AB85-E50E5156B0AB}" type="pres">
      <dgm:prSet presAssocID="{AFE5AC94-3CE9-4D6B-94D2-1FF0D85FA166}" presName="compNode" presStyleCnt="0"/>
      <dgm:spPr/>
    </dgm:pt>
    <dgm:pt modelId="{0BB144C2-BDF8-4C01-8F30-7F9D40304801}" type="pres">
      <dgm:prSet presAssocID="{AFE5AC94-3CE9-4D6B-94D2-1FF0D85FA166}" presName="noGeometry" presStyleCnt="0"/>
      <dgm:spPr/>
    </dgm:pt>
    <dgm:pt modelId="{A2F703BA-A15E-46C6-9A5A-D63232F8DBBD}" type="pres">
      <dgm:prSet presAssocID="{AFE5AC94-3CE9-4D6B-94D2-1FF0D85FA166}" presName="childTextVisible" presStyleLbl="bgAccFollowNode1" presStyleIdx="0" presStyleCnt="3">
        <dgm:presLayoutVars>
          <dgm:bulletEnabled val="1"/>
        </dgm:presLayoutVars>
      </dgm:prSet>
      <dgm:spPr/>
    </dgm:pt>
    <dgm:pt modelId="{5F642EA4-03CE-4786-9E37-847E46E4194E}" type="pres">
      <dgm:prSet presAssocID="{AFE5AC94-3CE9-4D6B-94D2-1FF0D85FA166}" presName="childTextHidden" presStyleLbl="bgAccFollowNode1" presStyleIdx="0" presStyleCnt="3"/>
      <dgm:spPr/>
    </dgm:pt>
    <dgm:pt modelId="{7DE85058-9332-4D7B-B2EC-0B62A0A2AEBE}" type="pres">
      <dgm:prSet presAssocID="{AFE5AC94-3CE9-4D6B-94D2-1FF0D85FA16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EEBD3AE-CD10-47A6-A3E3-1A75699172AC}" type="pres">
      <dgm:prSet presAssocID="{AFE5AC94-3CE9-4D6B-94D2-1FF0D85FA166}" presName="aSpace" presStyleCnt="0"/>
      <dgm:spPr/>
    </dgm:pt>
    <dgm:pt modelId="{2B85B497-D996-44EA-A996-F1AAC6B6E1FE}" type="pres">
      <dgm:prSet presAssocID="{23E23007-5744-48B1-A050-5B113A20E7AD}" presName="compNode" presStyleCnt="0"/>
      <dgm:spPr/>
    </dgm:pt>
    <dgm:pt modelId="{095BBA23-2591-4160-B746-0A3A5D88BBCF}" type="pres">
      <dgm:prSet presAssocID="{23E23007-5744-48B1-A050-5B113A20E7AD}" presName="noGeometry" presStyleCnt="0"/>
      <dgm:spPr/>
    </dgm:pt>
    <dgm:pt modelId="{235239DB-72AC-43E3-A227-AF749165A62E}" type="pres">
      <dgm:prSet presAssocID="{23E23007-5744-48B1-A050-5B113A20E7AD}" presName="childTextVisible" presStyleLbl="bgAccFollowNode1" presStyleIdx="1" presStyleCnt="3">
        <dgm:presLayoutVars>
          <dgm:bulletEnabled val="1"/>
        </dgm:presLayoutVars>
      </dgm:prSet>
      <dgm:spPr/>
    </dgm:pt>
    <dgm:pt modelId="{13D486E6-5B8D-44FF-BAA8-EB8442C2B432}" type="pres">
      <dgm:prSet presAssocID="{23E23007-5744-48B1-A050-5B113A20E7AD}" presName="childTextHidden" presStyleLbl="bgAccFollowNode1" presStyleIdx="1" presStyleCnt="3"/>
      <dgm:spPr/>
    </dgm:pt>
    <dgm:pt modelId="{29CEB372-57A8-4C51-BB49-4AB6AD126CC1}" type="pres">
      <dgm:prSet presAssocID="{23E23007-5744-48B1-A050-5B113A20E7A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0C85614-3B3F-4093-80A2-02D478A6A7FF}" type="pres">
      <dgm:prSet presAssocID="{23E23007-5744-48B1-A050-5B113A20E7AD}" presName="aSpace" presStyleCnt="0"/>
      <dgm:spPr/>
    </dgm:pt>
    <dgm:pt modelId="{495C33CE-5AA1-4BB9-81A9-9695007AE44F}" type="pres">
      <dgm:prSet presAssocID="{0E42E166-396E-4D85-A387-E71EFEEF6431}" presName="compNode" presStyleCnt="0"/>
      <dgm:spPr/>
    </dgm:pt>
    <dgm:pt modelId="{65BFEB22-DE1A-4C27-8C61-22B09ABC4300}" type="pres">
      <dgm:prSet presAssocID="{0E42E166-396E-4D85-A387-E71EFEEF6431}" presName="noGeometry" presStyleCnt="0"/>
      <dgm:spPr/>
    </dgm:pt>
    <dgm:pt modelId="{3DBFF082-A9CC-4D6E-BBDC-D6BE9B77F748}" type="pres">
      <dgm:prSet presAssocID="{0E42E166-396E-4D85-A387-E71EFEEF6431}" presName="childTextVisible" presStyleLbl="bgAccFollowNode1" presStyleIdx="2" presStyleCnt="3">
        <dgm:presLayoutVars>
          <dgm:bulletEnabled val="1"/>
        </dgm:presLayoutVars>
      </dgm:prSet>
      <dgm:spPr/>
    </dgm:pt>
    <dgm:pt modelId="{5CB3F2D7-9564-452F-9B46-38AF2C6B2275}" type="pres">
      <dgm:prSet presAssocID="{0E42E166-396E-4D85-A387-E71EFEEF6431}" presName="childTextHidden" presStyleLbl="bgAccFollowNode1" presStyleIdx="2" presStyleCnt="3"/>
      <dgm:spPr/>
    </dgm:pt>
    <dgm:pt modelId="{C37E6F9F-9080-4791-975C-89DB11961C47}" type="pres">
      <dgm:prSet presAssocID="{0E42E166-396E-4D85-A387-E71EFEEF6431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E4A30B-F52A-47DB-89D5-E0FD4FCED892}" srcId="{AFE5AC94-3CE9-4D6B-94D2-1FF0D85FA166}" destId="{655DD344-FFFB-4D47-907A-CB362E910036}" srcOrd="0" destOrd="0" parTransId="{FEDA9BC8-F180-4BBF-B0D4-61F25FA55E9C}" sibTransId="{B4A1E597-1F1B-42B8-AE58-F1CCA2C7F9F2}"/>
    <dgm:cxn modelId="{751FD60B-3F72-463A-AE1D-A607955FD9C5}" type="presOf" srcId="{655DD344-FFFB-4D47-907A-CB362E910036}" destId="{A2F703BA-A15E-46C6-9A5A-D63232F8DBBD}" srcOrd="0" destOrd="0" presId="urn:microsoft.com/office/officeart/2005/8/layout/hProcess6"/>
    <dgm:cxn modelId="{31E3391F-275C-463F-9B74-523D6E5313AF}" type="presOf" srcId="{A5023504-8920-439B-BAE4-34C3224F68BB}" destId="{3DBFF082-A9CC-4D6E-BBDC-D6BE9B77F748}" srcOrd="0" destOrd="0" presId="urn:microsoft.com/office/officeart/2005/8/layout/hProcess6"/>
    <dgm:cxn modelId="{9992142A-56ED-4A55-A86B-D0E7F644D06C}" type="presOf" srcId="{AFE5AC94-3CE9-4D6B-94D2-1FF0D85FA166}" destId="{7DE85058-9332-4D7B-B2EC-0B62A0A2AEBE}" srcOrd="0" destOrd="0" presId="urn:microsoft.com/office/officeart/2005/8/layout/hProcess6"/>
    <dgm:cxn modelId="{41C9C45B-7DB0-49CD-A942-E91CDC32359A}" type="presOf" srcId="{A7110C83-22AA-4985-BDBF-11F4AA88A455}" destId="{594B9F2C-1282-4B9F-BCA6-A5D3A57F3996}" srcOrd="0" destOrd="0" presId="urn:microsoft.com/office/officeart/2005/8/layout/hProcess6"/>
    <dgm:cxn modelId="{BF0CFF41-11A2-47CE-8343-4E50F34BBBC8}" srcId="{A7110C83-22AA-4985-BDBF-11F4AA88A455}" destId="{23E23007-5744-48B1-A050-5B113A20E7AD}" srcOrd="1" destOrd="0" parTransId="{3BEB25CD-3E71-40C1-B565-1E7BABCD8789}" sibTransId="{5EE3D7E0-2F8F-447C-8841-656250477171}"/>
    <dgm:cxn modelId="{F3494A48-2BE9-46FC-BED0-7304ADFDEC00}" srcId="{0E42E166-396E-4D85-A387-E71EFEEF6431}" destId="{A5023504-8920-439B-BAE4-34C3224F68BB}" srcOrd="0" destOrd="0" parTransId="{E33AE4C2-BFD0-4BB3-AC66-F0855049CED2}" sibTransId="{5D4FC6DE-DDC8-4CF7-82D3-06295B4E408E}"/>
    <dgm:cxn modelId="{C78B9068-52A6-49E3-9109-F9720986A108}" srcId="{23E23007-5744-48B1-A050-5B113A20E7AD}" destId="{429A591E-851C-42ED-B684-D22123CE1529}" srcOrd="0" destOrd="0" parTransId="{6DE350BB-F9F8-4E87-90C4-C602225ECAD2}" sibTransId="{800B5BD9-A493-405E-85F5-4049EEADD98B}"/>
    <dgm:cxn modelId="{E747AE74-34AB-46CB-920D-C0C3DEBAA2BB}" type="presOf" srcId="{655DD344-FFFB-4D47-907A-CB362E910036}" destId="{5F642EA4-03CE-4786-9E37-847E46E4194E}" srcOrd="1" destOrd="0" presId="urn:microsoft.com/office/officeart/2005/8/layout/hProcess6"/>
    <dgm:cxn modelId="{B91EF456-6F8A-4501-89A1-E31B767F89EF}" type="presOf" srcId="{429A591E-851C-42ED-B684-D22123CE1529}" destId="{13D486E6-5B8D-44FF-BAA8-EB8442C2B432}" srcOrd="1" destOrd="0" presId="urn:microsoft.com/office/officeart/2005/8/layout/hProcess6"/>
    <dgm:cxn modelId="{3B472996-5E12-4DF7-A500-2B31D83A7810}" type="presOf" srcId="{23E23007-5744-48B1-A050-5B113A20E7AD}" destId="{29CEB372-57A8-4C51-BB49-4AB6AD126CC1}" srcOrd="0" destOrd="0" presId="urn:microsoft.com/office/officeart/2005/8/layout/hProcess6"/>
    <dgm:cxn modelId="{8D0882A5-12FD-4B41-A41C-37AF74EE9758}" srcId="{A7110C83-22AA-4985-BDBF-11F4AA88A455}" destId="{0E42E166-396E-4D85-A387-E71EFEEF6431}" srcOrd="2" destOrd="0" parTransId="{B37E09DB-393F-4A42-8471-B45986563F22}" sibTransId="{CC1944D4-AD87-4F2A-9164-4A24609EBB56}"/>
    <dgm:cxn modelId="{D566B6A6-9FAF-41E8-9BDE-181A81360063}" type="presOf" srcId="{429A591E-851C-42ED-B684-D22123CE1529}" destId="{235239DB-72AC-43E3-A227-AF749165A62E}" srcOrd="0" destOrd="0" presId="urn:microsoft.com/office/officeart/2005/8/layout/hProcess6"/>
    <dgm:cxn modelId="{68A9BBB8-0D6F-4880-AA0F-B7E6A4F6F83F}" type="presOf" srcId="{0E42E166-396E-4D85-A387-E71EFEEF6431}" destId="{C37E6F9F-9080-4791-975C-89DB11961C47}" srcOrd="0" destOrd="0" presId="urn:microsoft.com/office/officeart/2005/8/layout/hProcess6"/>
    <dgm:cxn modelId="{B322A5C0-1DA1-4CD9-9AD3-9BD4637F4807}" type="presOf" srcId="{A5023504-8920-439B-BAE4-34C3224F68BB}" destId="{5CB3F2D7-9564-452F-9B46-38AF2C6B2275}" srcOrd="1" destOrd="0" presId="urn:microsoft.com/office/officeart/2005/8/layout/hProcess6"/>
    <dgm:cxn modelId="{B89845EC-D03A-4D8D-AF3D-CBFA5C0AF1C5}" srcId="{A7110C83-22AA-4985-BDBF-11F4AA88A455}" destId="{AFE5AC94-3CE9-4D6B-94D2-1FF0D85FA166}" srcOrd="0" destOrd="0" parTransId="{215E23EF-BB8A-46EE-889F-74768BCD9228}" sibTransId="{5BBD4C61-B7CA-4E3D-9042-A9EB0214305F}"/>
    <dgm:cxn modelId="{5EFCC6CE-3343-478F-860B-E15D584797A6}" type="presParOf" srcId="{594B9F2C-1282-4B9F-BCA6-A5D3A57F3996}" destId="{F4949EEC-0DF4-446C-AB85-E50E5156B0AB}" srcOrd="0" destOrd="0" presId="urn:microsoft.com/office/officeart/2005/8/layout/hProcess6"/>
    <dgm:cxn modelId="{C52D7731-F454-4DDC-AFCD-109A08A10A39}" type="presParOf" srcId="{F4949EEC-0DF4-446C-AB85-E50E5156B0AB}" destId="{0BB144C2-BDF8-4C01-8F30-7F9D40304801}" srcOrd="0" destOrd="0" presId="urn:microsoft.com/office/officeart/2005/8/layout/hProcess6"/>
    <dgm:cxn modelId="{3CAD37A1-2152-45AF-B8DB-76C61F686986}" type="presParOf" srcId="{F4949EEC-0DF4-446C-AB85-E50E5156B0AB}" destId="{A2F703BA-A15E-46C6-9A5A-D63232F8DBBD}" srcOrd="1" destOrd="0" presId="urn:microsoft.com/office/officeart/2005/8/layout/hProcess6"/>
    <dgm:cxn modelId="{6C57328A-33FD-4933-8480-D08DBD90B64C}" type="presParOf" srcId="{F4949EEC-0DF4-446C-AB85-E50E5156B0AB}" destId="{5F642EA4-03CE-4786-9E37-847E46E4194E}" srcOrd="2" destOrd="0" presId="urn:microsoft.com/office/officeart/2005/8/layout/hProcess6"/>
    <dgm:cxn modelId="{51A60EBD-0D42-4138-8812-D768579D0302}" type="presParOf" srcId="{F4949EEC-0DF4-446C-AB85-E50E5156B0AB}" destId="{7DE85058-9332-4D7B-B2EC-0B62A0A2AEBE}" srcOrd="3" destOrd="0" presId="urn:microsoft.com/office/officeart/2005/8/layout/hProcess6"/>
    <dgm:cxn modelId="{98BA595B-FBA1-4E50-81CD-A0ADF7B5FD46}" type="presParOf" srcId="{594B9F2C-1282-4B9F-BCA6-A5D3A57F3996}" destId="{7EEBD3AE-CD10-47A6-A3E3-1A75699172AC}" srcOrd="1" destOrd="0" presId="urn:microsoft.com/office/officeart/2005/8/layout/hProcess6"/>
    <dgm:cxn modelId="{5135F4B4-8078-4066-A055-47077EFE86E4}" type="presParOf" srcId="{594B9F2C-1282-4B9F-BCA6-A5D3A57F3996}" destId="{2B85B497-D996-44EA-A996-F1AAC6B6E1FE}" srcOrd="2" destOrd="0" presId="urn:microsoft.com/office/officeart/2005/8/layout/hProcess6"/>
    <dgm:cxn modelId="{E88A6A84-C1AE-498E-A659-F39551AC6505}" type="presParOf" srcId="{2B85B497-D996-44EA-A996-F1AAC6B6E1FE}" destId="{095BBA23-2591-4160-B746-0A3A5D88BBCF}" srcOrd="0" destOrd="0" presId="urn:microsoft.com/office/officeart/2005/8/layout/hProcess6"/>
    <dgm:cxn modelId="{770417A5-32E5-4257-8F01-1E4D60DE25B9}" type="presParOf" srcId="{2B85B497-D996-44EA-A996-F1AAC6B6E1FE}" destId="{235239DB-72AC-43E3-A227-AF749165A62E}" srcOrd="1" destOrd="0" presId="urn:microsoft.com/office/officeart/2005/8/layout/hProcess6"/>
    <dgm:cxn modelId="{09A3CE0D-8DDD-480D-9629-4312F0A0FE90}" type="presParOf" srcId="{2B85B497-D996-44EA-A996-F1AAC6B6E1FE}" destId="{13D486E6-5B8D-44FF-BAA8-EB8442C2B432}" srcOrd="2" destOrd="0" presId="urn:microsoft.com/office/officeart/2005/8/layout/hProcess6"/>
    <dgm:cxn modelId="{7DC9BFC7-FD77-4C9F-B6BB-008F8849EEEF}" type="presParOf" srcId="{2B85B497-D996-44EA-A996-F1AAC6B6E1FE}" destId="{29CEB372-57A8-4C51-BB49-4AB6AD126CC1}" srcOrd="3" destOrd="0" presId="urn:microsoft.com/office/officeart/2005/8/layout/hProcess6"/>
    <dgm:cxn modelId="{2259AA1A-4C33-4367-B52D-AEAE27C97485}" type="presParOf" srcId="{594B9F2C-1282-4B9F-BCA6-A5D3A57F3996}" destId="{D0C85614-3B3F-4093-80A2-02D478A6A7FF}" srcOrd="3" destOrd="0" presId="urn:microsoft.com/office/officeart/2005/8/layout/hProcess6"/>
    <dgm:cxn modelId="{2E5ECCE9-D56E-4E89-A706-B851CAC7FD87}" type="presParOf" srcId="{594B9F2C-1282-4B9F-BCA6-A5D3A57F3996}" destId="{495C33CE-5AA1-4BB9-81A9-9695007AE44F}" srcOrd="4" destOrd="0" presId="urn:microsoft.com/office/officeart/2005/8/layout/hProcess6"/>
    <dgm:cxn modelId="{33ADB769-82F2-48BF-B581-064753DD2965}" type="presParOf" srcId="{495C33CE-5AA1-4BB9-81A9-9695007AE44F}" destId="{65BFEB22-DE1A-4C27-8C61-22B09ABC4300}" srcOrd="0" destOrd="0" presId="urn:microsoft.com/office/officeart/2005/8/layout/hProcess6"/>
    <dgm:cxn modelId="{E7D27208-657D-4D13-9297-5B55E6337E6A}" type="presParOf" srcId="{495C33CE-5AA1-4BB9-81A9-9695007AE44F}" destId="{3DBFF082-A9CC-4D6E-BBDC-D6BE9B77F748}" srcOrd="1" destOrd="0" presId="urn:microsoft.com/office/officeart/2005/8/layout/hProcess6"/>
    <dgm:cxn modelId="{A7D4F855-2D83-4994-A338-B2AF17581D99}" type="presParOf" srcId="{495C33CE-5AA1-4BB9-81A9-9695007AE44F}" destId="{5CB3F2D7-9564-452F-9B46-38AF2C6B2275}" srcOrd="2" destOrd="0" presId="urn:microsoft.com/office/officeart/2005/8/layout/hProcess6"/>
    <dgm:cxn modelId="{64C8AB7B-25ED-45AF-90AC-3B3B85A60EE2}" type="presParOf" srcId="{495C33CE-5AA1-4BB9-81A9-9695007AE44F}" destId="{C37E6F9F-9080-4791-975C-89DB11961C4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110C83-22AA-4985-BDBF-11F4AA88A455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FE5AC94-3CE9-4D6B-94D2-1FF0D85FA166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scritta</a:t>
          </a:r>
          <a:endParaRPr lang="it-IT" dirty="0"/>
        </a:p>
      </dgm:t>
    </dgm:pt>
    <dgm:pt modelId="{215E23EF-BB8A-46EE-889F-74768BCD9228}" type="parTrans" cxnId="{B89845EC-D03A-4D8D-AF3D-CBFA5C0AF1C5}">
      <dgm:prSet/>
      <dgm:spPr/>
      <dgm:t>
        <a:bodyPr/>
        <a:lstStyle/>
        <a:p>
          <a:endParaRPr lang="it-IT"/>
        </a:p>
      </dgm:t>
    </dgm:pt>
    <dgm:pt modelId="{5BBD4C61-B7CA-4E3D-9042-A9EB0214305F}" type="sibTrans" cxnId="{B89845EC-D03A-4D8D-AF3D-CBFA5C0AF1C5}">
      <dgm:prSet/>
      <dgm:spPr/>
      <dgm:t>
        <a:bodyPr/>
        <a:lstStyle/>
        <a:p>
          <a:endParaRPr lang="it-IT"/>
        </a:p>
      </dgm:t>
    </dgm:pt>
    <dgm:pt modelId="{655DD344-FFFB-4D47-907A-CB362E910036}">
      <dgm:prSet phldrT="[Testo]"/>
      <dgm:spPr/>
      <dgm:t>
        <a:bodyPr/>
        <a:lstStyle/>
        <a:p>
          <a:r>
            <a:rPr lang="en-US" dirty="0"/>
            <a:t>Test a </a:t>
          </a:r>
          <a:r>
            <a:rPr lang="en-US" dirty="0" err="1"/>
            <a:t>risposta</a:t>
          </a:r>
          <a:r>
            <a:rPr lang="en-US" dirty="0"/>
            <a:t> </a:t>
          </a:r>
          <a:r>
            <a:rPr lang="en-US" dirty="0" err="1"/>
            <a:t>multipla</a:t>
          </a:r>
          <a:endParaRPr lang="it-IT" dirty="0"/>
        </a:p>
      </dgm:t>
    </dgm:pt>
    <dgm:pt modelId="{FEDA9BC8-F180-4BBF-B0D4-61F25FA55E9C}" type="parTrans" cxnId="{45E4A30B-F52A-47DB-89D5-E0FD4FCED892}">
      <dgm:prSet/>
      <dgm:spPr/>
      <dgm:t>
        <a:bodyPr/>
        <a:lstStyle/>
        <a:p>
          <a:endParaRPr lang="it-IT"/>
        </a:p>
      </dgm:t>
    </dgm:pt>
    <dgm:pt modelId="{B4A1E597-1F1B-42B8-AE58-F1CCA2C7F9F2}" type="sibTrans" cxnId="{45E4A30B-F52A-47DB-89D5-E0FD4FCED892}">
      <dgm:prSet/>
      <dgm:spPr/>
      <dgm:t>
        <a:bodyPr/>
        <a:lstStyle/>
        <a:p>
          <a:endParaRPr lang="it-IT"/>
        </a:p>
      </dgm:t>
    </dgm:pt>
    <dgm:pt modelId="{23E23007-5744-48B1-A050-5B113A20E7AD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pratica</a:t>
          </a:r>
          <a:endParaRPr lang="it-IT" dirty="0"/>
        </a:p>
      </dgm:t>
    </dgm:pt>
    <dgm:pt modelId="{3BEB25CD-3E71-40C1-B565-1E7BABCD8789}" type="parTrans" cxnId="{BF0CFF41-11A2-47CE-8343-4E50F34BBBC8}">
      <dgm:prSet/>
      <dgm:spPr/>
      <dgm:t>
        <a:bodyPr/>
        <a:lstStyle/>
        <a:p>
          <a:endParaRPr lang="it-IT"/>
        </a:p>
      </dgm:t>
    </dgm:pt>
    <dgm:pt modelId="{5EE3D7E0-2F8F-447C-8841-656250477171}" type="sibTrans" cxnId="{BF0CFF41-11A2-47CE-8343-4E50F34BBBC8}">
      <dgm:prSet/>
      <dgm:spPr/>
      <dgm:t>
        <a:bodyPr/>
        <a:lstStyle/>
        <a:p>
          <a:endParaRPr lang="it-IT"/>
        </a:p>
      </dgm:t>
    </dgm:pt>
    <dgm:pt modelId="{429A591E-851C-42ED-B684-D22123CE1529}">
      <dgm:prSet phldrT="[Testo]"/>
      <dgm:spPr/>
      <dgm:t>
        <a:bodyPr/>
        <a:lstStyle/>
        <a:p>
          <a:r>
            <a:rPr lang="en-US" dirty="0" err="1"/>
            <a:t>Esercizio</a:t>
          </a:r>
          <a:r>
            <a:rPr lang="en-US" dirty="0"/>
            <a:t> in </a:t>
          </a:r>
          <a:r>
            <a:rPr lang="en-US" dirty="0" err="1"/>
            <a:t>linguaggio</a:t>
          </a:r>
          <a:r>
            <a:rPr lang="en-US" dirty="0"/>
            <a:t> C++ in lab</a:t>
          </a:r>
          <a:endParaRPr lang="it-IT" dirty="0"/>
        </a:p>
      </dgm:t>
    </dgm:pt>
    <dgm:pt modelId="{6DE350BB-F9F8-4E87-90C4-C602225ECAD2}" type="parTrans" cxnId="{C78B9068-52A6-49E3-9109-F9720986A108}">
      <dgm:prSet/>
      <dgm:spPr/>
      <dgm:t>
        <a:bodyPr/>
        <a:lstStyle/>
        <a:p>
          <a:endParaRPr lang="it-IT"/>
        </a:p>
      </dgm:t>
    </dgm:pt>
    <dgm:pt modelId="{800B5BD9-A493-405E-85F5-4049EEADD98B}" type="sibTrans" cxnId="{C78B9068-52A6-49E3-9109-F9720986A108}">
      <dgm:prSet/>
      <dgm:spPr/>
      <dgm:t>
        <a:bodyPr/>
        <a:lstStyle/>
        <a:p>
          <a:endParaRPr lang="it-IT"/>
        </a:p>
      </dgm:t>
    </dgm:pt>
    <dgm:pt modelId="{0E42E166-396E-4D85-A387-E71EFEEF6431}">
      <dgm:prSet phldrT="[Testo]"/>
      <dgm:spPr/>
      <dgm:t>
        <a:bodyPr/>
        <a:lstStyle/>
        <a:p>
          <a:r>
            <a:rPr lang="en-US" dirty="0" err="1"/>
            <a:t>Orale</a:t>
          </a:r>
          <a:endParaRPr lang="it-IT" dirty="0"/>
        </a:p>
      </dgm:t>
    </dgm:pt>
    <dgm:pt modelId="{B37E09DB-393F-4A42-8471-B45986563F22}" type="parTrans" cxnId="{8D0882A5-12FD-4B41-A41C-37AF74EE9758}">
      <dgm:prSet/>
      <dgm:spPr/>
      <dgm:t>
        <a:bodyPr/>
        <a:lstStyle/>
        <a:p>
          <a:endParaRPr lang="it-IT"/>
        </a:p>
      </dgm:t>
    </dgm:pt>
    <dgm:pt modelId="{CC1944D4-AD87-4F2A-9164-4A24609EBB56}" type="sibTrans" cxnId="{8D0882A5-12FD-4B41-A41C-37AF74EE9758}">
      <dgm:prSet/>
      <dgm:spPr/>
      <dgm:t>
        <a:bodyPr/>
        <a:lstStyle/>
        <a:p>
          <a:endParaRPr lang="it-IT"/>
        </a:p>
      </dgm:t>
    </dgm:pt>
    <dgm:pt modelId="{A5023504-8920-439B-BAE4-34C3224F68BB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orale</a:t>
          </a:r>
          <a:endParaRPr lang="it-IT" dirty="0"/>
        </a:p>
      </dgm:t>
    </dgm:pt>
    <dgm:pt modelId="{E33AE4C2-BFD0-4BB3-AC66-F0855049CED2}" type="parTrans" cxnId="{F3494A48-2BE9-46FC-BED0-7304ADFDEC00}">
      <dgm:prSet/>
      <dgm:spPr/>
      <dgm:t>
        <a:bodyPr/>
        <a:lstStyle/>
        <a:p>
          <a:endParaRPr lang="it-IT"/>
        </a:p>
      </dgm:t>
    </dgm:pt>
    <dgm:pt modelId="{5D4FC6DE-DDC8-4CF7-82D3-06295B4E408E}" type="sibTrans" cxnId="{F3494A48-2BE9-46FC-BED0-7304ADFDEC00}">
      <dgm:prSet/>
      <dgm:spPr/>
      <dgm:t>
        <a:bodyPr/>
        <a:lstStyle/>
        <a:p>
          <a:endParaRPr lang="it-IT"/>
        </a:p>
      </dgm:t>
    </dgm:pt>
    <dgm:pt modelId="{594B9F2C-1282-4B9F-BCA6-A5D3A57F3996}" type="pres">
      <dgm:prSet presAssocID="{A7110C83-22AA-4985-BDBF-11F4AA88A455}" presName="theList" presStyleCnt="0">
        <dgm:presLayoutVars>
          <dgm:dir/>
          <dgm:animLvl val="lvl"/>
          <dgm:resizeHandles val="exact"/>
        </dgm:presLayoutVars>
      </dgm:prSet>
      <dgm:spPr/>
    </dgm:pt>
    <dgm:pt modelId="{F4949EEC-0DF4-446C-AB85-E50E5156B0AB}" type="pres">
      <dgm:prSet presAssocID="{AFE5AC94-3CE9-4D6B-94D2-1FF0D85FA166}" presName="compNode" presStyleCnt="0"/>
      <dgm:spPr/>
    </dgm:pt>
    <dgm:pt modelId="{0BB144C2-BDF8-4C01-8F30-7F9D40304801}" type="pres">
      <dgm:prSet presAssocID="{AFE5AC94-3CE9-4D6B-94D2-1FF0D85FA166}" presName="noGeometry" presStyleCnt="0"/>
      <dgm:spPr/>
    </dgm:pt>
    <dgm:pt modelId="{A2F703BA-A15E-46C6-9A5A-D63232F8DBBD}" type="pres">
      <dgm:prSet presAssocID="{AFE5AC94-3CE9-4D6B-94D2-1FF0D85FA166}" presName="childTextVisible" presStyleLbl="bgAccFollowNode1" presStyleIdx="0" presStyleCnt="3">
        <dgm:presLayoutVars>
          <dgm:bulletEnabled val="1"/>
        </dgm:presLayoutVars>
      </dgm:prSet>
      <dgm:spPr/>
    </dgm:pt>
    <dgm:pt modelId="{5F642EA4-03CE-4786-9E37-847E46E4194E}" type="pres">
      <dgm:prSet presAssocID="{AFE5AC94-3CE9-4D6B-94D2-1FF0D85FA166}" presName="childTextHidden" presStyleLbl="bgAccFollowNode1" presStyleIdx="0" presStyleCnt="3"/>
      <dgm:spPr/>
    </dgm:pt>
    <dgm:pt modelId="{7DE85058-9332-4D7B-B2EC-0B62A0A2AEBE}" type="pres">
      <dgm:prSet presAssocID="{AFE5AC94-3CE9-4D6B-94D2-1FF0D85FA16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EEBD3AE-CD10-47A6-A3E3-1A75699172AC}" type="pres">
      <dgm:prSet presAssocID="{AFE5AC94-3CE9-4D6B-94D2-1FF0D85FA166}" presName="aSpace" presStyleCnt="0"/>
      <dgm:spPr/>
    </dgm:pt>
    <dgm:pt modelId="{2B85B497-D996-44EA-A996-F1AAC6B6E1FE}" type="pres">
      <dgm:prSet presAssocID="{23E23007-5744-48B1-A050-5B113A20E7AD}" presName="compNode" presStyleCnt="0"/>
      <dgm:spPr/>
    </dgm:pt>
    <dgm:pt modelId="{095BBA23-2591-4160-B746-0A3A5D88BBCF}" type="pres">
      <dgm:prSet presAssocID="{23E23007-5744-48B1-A050-5B113A20E7AD}" presName="noGeometry" presStyleCnt="0"/>
      <dgm:spPr/>
    </dgm:pt>
    <dgm:pt modelId="{235239DB-72AC-43E3-A227-AF749165A62E}" type="pres">
      <dgm:prSet presAssocID="{23E23007-5744-48B1-A050-5B113A20E7AD}" presName="childTextVisible" presStyleLbl="bgAccFollowNode1" presStyleIdx="1" presStyleCnt="3">
        <dgm:presLayoutVars>
          <dgm:bulletEnabled val="1"/>
        </dgm:presLayoutVars>
      </dgm:prSet>
      <dgm:spPr/>
    </dgm:pt>
    <dgm:pt modelId="{13D486E6-5B8D-44FF-BAA8-EB8442C2B432}" type="pres">
      <dgm:prSet presAssocID="{23E23007-5744-48B1-A050-5B113A20E7AD}" presName="childTextHidden" presStyleLbl="bgAccFollowNode1" presStyleIdx="1" presStyleCnt="3"/>
      <dgm:spPr/>
    </dgm:pt>
    <dgm:pt modelId="{29CEB372-57A8-4C51-BB49-4AB6AD126CC1}" type="pres">
      <dgm:prSet presAssocID="{23E23007-5744-48B1-A050-5B113A20E7A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0C85614-3B3F-4093-80A2-02D478A6A7FF}" type="pres">
      <dgm:prSet presAssocID="{23E23007-5744-48B1-A050-5B113A20E7AD}" presName="aSpace" presStyleCnt="0"/>
      <dgm:spPr/>
    </dgm:pt>
    <dgm:pt modelId="{495C33CE-5AA1-4BB9-81A9-9695007AE44F}" type="pres">
      <dgm:prSet presAssocID="{0E42E166-396E-4D85-A387-E71EFEEF6431}" presName="compNode" presStyleCnt="0"/>
      <dgm:spPr/>
    </dgm:pt>
    <dgm:pt modelId="{65BFEB22-DE1A-4C27-8C61-22B09ABC4300}" type="pres">
      <dgm:prSet presAssocID="{0E42E166-396E-4D85-A387-E71EFEEF6431}" presName="noGeometry" presStyleCnt="0"/>
      <dgm:spPr/>
    </dgm:pt>
    <dgm:pt modelId="{3DBFF082-A9CC-4D6E-BBDC-D6BE9B77F748}" type="pres">
      <dgm:prSet presAssocID="{0E42E166-396E-4D85-A387-E71EFEEF6431}" presName="childTextVisible" presStyleLbl="bgAccFollowNode1" presStyleIdx="2" presStyleCnt="3">
        <dgm:presLayoutVars>
          <dgm:bulletEnabled val="1"/>
        </dgm:presLayoutVars>
      </dgm:prSet>
      <dgm:spPr/>
    </dgm:pt>
    <dgm:pt modelId="{5CB3F2D7-9564-452F-9B46-38AF2C6B2275}" type="pres">
      <dgm:prSet presAssocID="{0E42E166-396E-4D85-A387-E71EFEEF6431}" presName="childTextHidden" presStyleLbl="bgAccFollowNode1" presStyleIdx="2" presStyleCnt="3"/>
      <dgm:spPr/>
    </dgm:pt>
    <dgm:pt modelId="{C37E6F9F-9080-4791-975C-89DB11961C47}" type="pres">
      <dgm:prSet presAssocID="{0E42E166-396E-4D85-A387-E71EFEEF6431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E4A30B-F52A-47DB-89D5-E0FD4FCED892}" srcId="{AFE5AC94-3CE9-4D6B-94D2-1FF0D85FA166}" destId="{655DD344-FFFB-4D47-907A-CB362E910036}" srcOrd="0" destOrd="0" parTransId="{FEDA9BC8-F180-4BBF-B0D4-61F25FA55E9C}" sibTransId="{B4A1E597-1F1B-42B8-AE58-F1CCA2C7F9F2}"/>
    <dgm:cxn modelId="{751FD60B-3F72-463A-AE1D-A607955FD9C5}" type="presOf" srcId="{655DD344-FFFB-4D47-907A-CB362E910036}" destId="{A2F703BA-A15E-46C6-9A5A-D63232F8DBBD}" srcOrd="0" destOrd="0" presId="urn:microsoft.com/office/officeart/2005/8/layout/hProcess6"/>
    <dgm:cxn modelId="{31E3391F-275C-463F-9B74-523D6E5313AF}" type="presOf" srcId="{A5023504-8920-439B-BAE4-34C3224F68BB}" destId="{3DBFF082-A9CC-4D6E-BBDC-D6BE9B77F748}" srcOrd="0" destOrd="0" presId="urn:microsoft.com/office/officeart/2005/8/layout/hProcess6"/>
    <dgm:cxn modelId="{9992142A-56ED-4A55-A86B-D0E7F644D06C}" type="presOf" srcId="{AFE5AC94-3CE9-4D6B-94D2-1FF0D85FA166}" destId="{7DE85058-9332-4D7B-B2EC-0B62A0A2AEBE}" srcOrd="0" destOrd="0" presId="urn:microsoft.com/office/officeart/2005/8/layout/hProcess6"/>
    <dgm:cxn modelId="{41C9C45B-7DB0-49CD-A942-E91CDC32359A}" type="presOf" srcId="{A7110C83-22AA-4985-BDBF-11F4AA88A455}" destId="{594B9F2C-1282-4B9F-BCA6-A5D3A57F3996}" srcOrd="0" destOrd="0" presId="urn:microsoft.com/office/officeart/2005/8/layout/hProcess6"/>
    <dgm:cxn modelId="{BF0CFF41-11A2-47CE-8343-4E50F34BBBC8}" srcId="{A7110C83-22AA-4985-BDBF-11F4AA88A455}" destId="{23E23007-5744-48B1-A050-5B113A20E7AD}" srcOrd="1" destOrd="0" parTransId="{3BEB25CD-3E71-40C1-B565-1E7BABCD8789}" sibTransId="{5EE3D7E0-2F8F-447C-8841-656250477171}"/>
    <dgm:cxn modelId="{F3494A48-2BE9-46FC-BED0-7304ADFDEC00}" srcId="{0E42E166-396E-4D85-A387-E71EFEEF6431}" destId="{A5023504-8920-439B-BAE4-34C3224F68BB}" srcOrd="0" destOrd="0" parTransId="{E33AE4C2-BFD0-4BB3-AC66-F0855049CED2}" sibTransId="{5D4FC6DE-DDC8-4CF7-82D3-06295B4E408E}"/>
    <dgm:cxn modelId="{C78B9068-52A6-49E3-9109-F9720986A108}" srcId="{23E23007-5744-48B1-A050-5B113A20E7AD}" destId="{429A591E-851C-42ED-B684-D22123CE1529}" srcOrd="0" destOrd="0" parTransId="{6DE350BB-F9F8-4E87-90C4-C602225ECAD2}" sibTransId="{800B5BD9-A493-405E-85F5-4049EEADD98B}"/>
    <dgm:cxn modelId="{E747AE74-34AB-46CB-920D-C0C3DEBAA2BB}" type="presOf" srcId="{655DD344-FFFB-4D47-907A-CB362E910036}" destId="{5F642EA4-03CE-4786-9E37-847E46E4194E}" srcOrd="1" destOrd="0" presId="urn:microsoft.com/office/officeart/2005/8/layout/hProcess6"/>
    <dgm:cxn modelId="{B91EF456-6F8A-4501-89A1-E31B767F89EF}" type="presOf" srcId="{429A591E-851C-42ED-B684-D22123CE1529}" destId="{13D486E6-5B8D-44FF-BAA8-EB8442C2B432}" srcOrd="1" destOrd="0" presId="urn:microsoft.com/office/officeart/2005/8/layout/hProcess6"/>
    <dgm:cxn modelId="{3B472996-5E12-4DF7-A500-2B31D83A7810}" type="presOf" srcId="{23E23007-5744-48B1-A050-5B113A20E7AD}" destId="{29CEB372-57A8-4C51-BB49-4AB6AD126CC1}" srcOrd="0" destOrd="0" presId="urn:microsoft.com/office/officeart/2005/8/layout/hProcess6"/>
    <dgm:cxn modelId="{8D0882A5-12FD-4B41-A41C-37AF74EE9758}" srcId="{A7110C83-22AA-4985-BDBF-11F4AA88A455}" destId="{0E42E166-396E-4D85-A387-E71EFEEF6431}" srcOrd="2" destOrd="0" parTransId="{B37E09DB-393F-4A42-8471-B45986563F22}" sibTransId="{CC1944D4-AD87-4F2A-9164-4A24609EBB56}"/>
    <dgm:cxn modelId="{D566B6A6-9FAF-41E8-9BDE-181A81360063}" type="presOf" srcId="{429A591E-851C-42ED-B684-D22123CE1529}" destId="{235239DB-72AC-43E3-A227-AF749165A62E}" srcOrd="0" destOrd="0" presId="urn:microsoft.com/office/officeart/2005/8/layout/hProcess6"/>
    <dgm:cxn modelId="{68A9BBB8-0D6F-4880-AA0F-B7E6A4F6F83F}" type="presOf" srcId="{0E42E166-396E-4D85-A387-E71EFEEF6431}" destId="{C37E6F9F-9080-4791-975C-89DB11961C47}" srcOrd="0" destOrd="0" presId="urn:microsoft.com/office/officeart/2005/8/layout/hProcess6"/>
    <dgm:cxn modelId="{B322A5C0-1DA1-4CD9-9AD3-9BD4637F4807}" type="presOf" srcId="{A5023504-8920-439B-BAE4-34C3224F68BB}" destId="{5CB3F2D7-9564-452F-9B46-38AF2C6B2275}" srcOrd="1" destOrd="0" presId="urn:microsoft.com/office/officeart/2005/8/layout/hProcess6"/>
    <dgm:cxn modelId="{B89845EC-D03A-4D8D-AF3D-CBFA5C0AF1C5}" srcId="{A7110C83-22AA-4985-BDBF-11F4AA88A455}" destId="{AFE5AC94-3CE9-4D6B-94D2-1FF0D85FA166}" srcOrd="0" destOrd="0" parTransId="{215E23EF-BB8A-46EE-889F-74768BCD9228}" sibTransId="{5BBD4C61-B7CA-4E3D-9042-A9EB0214305F}"/>
    <dgm:cxn modelId="{5EFCC6CE-3343-478F-860B-E15D584797A6}" type="presParOf" srcId="{594B9F2C-1282-4B9F-BCA6-A5D3A57F3996}" destId="{F4949EEC-0DF4-446C-AB85-E50E5156B0AB}" srcOrd="0" destOrd="0" presId="urn:microsoft.com/office/officeart/2005/8/layout/hProcess6"/>
    <dgm:cxn modelId="{C52D7731-F454-4DDC-AFCD-109A08A10A39}" type="presParOf" srcId="{F4949EEC-0DF4-446C-AB85-E50E5156B0AB}" destId="{0BB144C2-BDF8-4C01-8F30-7F9D40304801}" srcOrd="0" destOrd="0" presId="urn:microsoft.com/office/officeart/2005/8/layout/hProcess6"/>
    <dgm:cxn modelId="{3CAD37A1-2152-45AF-B8DB-76C61F686986}" type="presParOf" srcId="{F4949EEC-0DF4-446C-AB85-E50E5156B0AB}" destId="{A2F703BA-A15E-46C6-9A5A-D63232F8DBBD}" srcOrd="1" destOrd="0" presId="urn:microsoft.com/office/officeart/2005/8/layout/hProcess6"/>
    <dgm:cxn modelId="{6C57328A-33FD-4933-8480-D08DBD90B64C}" type="presParOf" srcId="{F4949EEC-0DF4-446C-AB85-E50E5156B0AB}" destId="{5F642EA4-03CE-4786-9E37-847E46E4194E}" srcOrd="2" destOrd="0" presId="urn:microsoft.com/office/officeart/2005/8/layout/hProcess6"/>
    <dgm:cxn modelId="{51A60EBD-0D42-4138-8812-D768579D0302}" type="presParOf" srcId="{F4949EEC-0DF4-446C-AB85-E50E5156B0AB}" destId="{7DE85058-9332-4D7B-B2EC-0B62A0A2AEBE}" srcOrd="3" destOrd="0" presId="urn:microsoft.com/office/officeart/2005/8/layout/hProcess6"/>
    <dgm:cxn modelId="{98BA595B-FBA1-4E50-81CD-A0ADF7B5FD46}" type="presParOf" srcId="{594B9F2C-1282-4B9F-BCA6-A5D3A57F3996}" destId="{7EEBD3AE-CD10-47A6-A3E3-1A75699172AC}" srcOrd="1" destOrd="0" presId="urn:microsoft.com/office/officeart/2005/8/layout/hProcess6"/>
    <dgm:cxn modelId="{5135F4B4-8078-4066-A055-47077EFE86E4}" type="presParOf" srcId="{594B9F2C-1282-4B9F-BCA6-A5D3A57F3996}" destId="{2B85B497-D996-44EA-A996-F1AAC6B6E1FE}" srcOrd="2" destOrd="0" presId="urn:microsoft.com/office/officeart/2005/8/layout/hProcess6"/>
    <dgm:cxn modelId="{E88A6A84-C1AE-498E-A659-F39551AC6505}" type="presParOf" srcId="{2B85B497-D996-44EA-A996-F1AAC6B6E1FE}" destId="{095BBA23-2591-4160-B746-0A3A5D88BBCF}" srcOrd="0" destOrd="0" presId="urn:microsoft.com/office/officeart/2005/8/layout/hProcess6"/>
    <dgm:cxn modelId="{770417A5-32E5-4257-8F01-1E4D60DE25B9}" type="presParOf" srcId="{2B85B497-D996-44EA-A996-F1AAC6B6E1FE}" destId="{235239DB-72AC-43E3-A227-AF749165A62E}" srcOrd="1" destOrd="0" presId="urn:microsoft.com/office/officeart/2005/8/layout/hProcess6"/>
    <dgm:cxn modelId="{09A3CE0D-8DDD-480D-9629-4312F0A0FE90}" type="presParOf" srcId="{2B85B497-D996-44EA-A996-F1AAC6B6E1FE}" destId="{13D486E6-5B8D-44FF-BAA8-EB8442C2B432}" srcOrd="2" destOrd="0" presId="urn:microsoft.com/office/officeart/2005/8/layout/hProcess6"/>
    <dgm:cxn modelId="{7DC9BFC7-FD77-4C9F-B6BB-008F8849EEEF}" type="presParOf" srcId="{2B85B497-D996-44EA-A996-F1AAC6B6E1FE}" destId="{29CEB372-57A8-4C51-BB49-4AB6AD126CC1}" srcOrd="3" destOrd="0" presId="urn:microsoft.com/office/officeart/2005/8/layout/hProcess6"/>
    <dgm:cxn modelId="{2259AA1A-4C33-4367-B52D-AEAE27C97485}" type="presParOf" srcId="{594B9F2C-1282-4B9F-BCA6-A5D3A57F3996}" destId="{D0C85614-3B3F-4093-80A2-02D478A6A7FF}" srcOrd="3" destOrd="0" presId="urn:microsoft.com/office/officeart/2005/8/layout/hProcess6"/>
    <dgm:cxn modelId="{2E5ECCE9-D56E-4E89-A706-B851CAC7FD87}" type="presParOf" srcId="{594B9F2C-1282-4B9F-BCA6-A5D3A57F3996}" destId="{495C33CE-5AA1-4BB9-81A9-9695007AE44F}" srcOrd="4" destOrd="0" presId="urn:microsoft.com/office/officeart/2005/8/layout/hProcess6"/>
    <dgm:cxn modelId="{33ADB769-82F2-48BF-B581-064753DD2965}" type="presParOf" srcId="{495C33CE-5AA1-4BB9-81A9-9695007AE44F}" destId="{65BFEB22-DE1A-4C27-8C61-22B09ABC4300}" srcOrd="0" destOrd="0" presId="urn:microsoft.com/office/officeart/2005/8/layout/hProcess6"/>
    <dgm:cxn modelId="{E7D27208-657D-4D13-9297-5B55E6337E6A}" type="presParOf" srcId="{495C33CE-5AA1-4BB9-81A9-9695007AE44F}" destId="{3DBFF082-A9CC-4D6E-BBDC-D6BE9B77F748}" srcOrd="1" destOrd="0" presId="urn:microsoft.com/office/officeart/2005/8/layout/hProcess6"/>
    <dgm:cxn modelId="{A7D4F855-2D83-4994-A338-B2AF17581D99}" type="presParOf" srcId="{495C33CE-5AA1-4BB9-81A9-9695007AE44F}" destId="{5CB3F2D7-9564-452F-9B46-38AF2C6B2275}" srcOrd="2" destOrd="0" presId="urn:microsoft.com/office/officeart/2005/8/layout/hProcess6"/>
    <dgm:cxn modelId="{64C8AB7B-25ED-45AF-90AC-3B3B85A60EE2}" type="presParOf" srcId="{495C33CE-5AA1-4BB9-81A9-9695007AE44F}" destId="{C37E6F9F-9080-4791-975C-89DB11961C4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110C83-22AA-4985-BDBF-11F4AA88A455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FE5AC94-3CE9-4D6B-94D2-1FF0D85FA166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scritta</a:t>
          </a:r>
          <a:endParaRPr lang="it-IT" dirty="0"/>
        </a:p>
      </dgm:t>
    </dgm:pt>
    <dgm:pt modelId="{215E23EF-BB8A-46EE-889F-74768BCD9228}" type="parTrans" cxnId="{B89845EC-D03A-4D8D-AF3D-CBFA5C0AF1C5}">
      <dgm:prSet/>
      <dgm:spPr/>
      <dgm:t>
        <a:bodyPr/>
        <a:lstStyle/>
        <a:p>
          <a:endParaRPr lang="it-IT"/>
        </a:p>
      </dgm:t>
    </dgm:pt>
    <dgm:pt modelId="{5BBD4C61-B7CA-4E3D-9042-A9EB0214305F}" type="sibTrans" cxnId="{B89845EC-D03A-4D8D-AF3D-CBFA5C0AF1C5}">
      <dgm:prSet/>
      <dgm:spPr/>
      <dgm:t>
        <a:bodyPr/>
        <a:lstStyle/>
        <a:p>
          <a:endParaRPr lang="it-IT"/>
        </a:p>
      </dgm:t>
    </dgm:pt>
    <dgm:pt modelId="{655DD344-FFFB-4D47-907A-CB362E910036}">
      <dgm:prSet phldrT="[Testo]"/>
      <dgm:spPr/>
      <dgm:t>
        <a:bodyPr/>
        <a:lstStyle/>
        <a:p>
          <a:r>
            <a:rPr lang="en-US" dirty="0"/>
            <a:t>Test a </a:t>
          </a:r>
          <a:r>
            <a:rPr lang="en-US" dirty="0" err="1"/>
            <a:t>risposta</a:t>
          </a:r>
          <a:r>
            <a:rPr lang="en-US" dirty="0"/>
            <a:t> </a:t>
          </a:r>
          <a:r>
            <a:rPr lang="en-US" dirty="0" err="1"/>
            <a:t>multipla</a:t>
          </a:r>
          <a:endParaRPr lang="it-IT" dirty="0"/>
        </a:p>
      </dgm:t>
    </dgm:pt>
    <dgm:pt modelId="{FEDA9BC8-F180-4BBF-B0D4-61F25FA55E9C}" type="parTrans" cxnId="{45E4A30B-F52A-47DB-89D5-E0FD4FCED892}">
      <dgm:prSet/>
      <dgm:spPr/>
      <dgm:t>
        <a:bodyPr/>
        <a:lstStyle/>
        <a:p>
          <a:endParaRPr lang="it-IT"/>
        </a:p>
      </dgm:t>
    </dgm:pt>
    <dgm:pt modelId="{B4A1E597-1F1B-42B8-AE58-F1CCA2C7F9F2}" type="sibTrans" cxnId="{45E4A30B-F52A-47DB-89D5-E0FD4FCED892}">
      <dgm:prSet/>
      <dgm:spPr/>
      <dgm:t>
        <a:bodyPr/>
        <a:lstStyle/>
        <a:p>
          <a:endParaRPr lang="it-IT"/>
        </a:p>
      </dgm:t>
    </dgm:pt>
    <dgm:pt modelId="{23E23007-5744-48B1-A050-5B113A20E7AD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pratica</a:t>
          </a:r>
          <a:endParaRPr lang="it-IT" dirty="0"/>
        </a:p>
      </dgm:t>
    </dgm:pt>
    <dgm:pt modelId="{3BEB25CD-3E71-40C1-B565-1E7BABCD8789}" type="parTrans" cxnId="{BF0CFF41-11A2-47CE-8343-4E50F34BBBC8}">
      <dgm:prSet/>
      <dgm:spPr/>
      <dgm:t>
        <a:bodyPr/>
        <a:lstStyle/>
        <a:p>
          <a:endParaRPr lang="it-IT"/>
        </a:p>
      </dgm:t>
    </dgm:pt>
    <dgm:pt modelId="{5EE3D7E0-2F8F-447C-8841-656250477171}" type="sibTrans" cxnId="{BF0CFF41-11A2-47CE-8343-4E50F34BBBC8}">
      <dgm:prSet/>
      <dgm:spPr/>
      <dgm:t>
        <a:bodyPr/>
        <a:lstStyle/>
        <a:p>
          <a:endParaRPr lang="it-IT"/>
        </a:p>
      </dgm:t>
    </dgm:pt>
    <dgm:pt modelId="{429A591E-851C-42ED-B684-D22123CE1529}">
      <dgm:prSet phldrT="[Testo]"/>
      <dgm:spPr/>
      <dgm:t>
        <a:bodyPr/>
        <a:lstStyle/>
        <a:p>
          <a:r>
            <a:rPr lang="en-US" dirty="0" err="1"/>
            <a:t>Esercizio</a:t>
          </a:r>
          <a:r>
            <a:rPr lang="en-US" dirty="0"/>
            <a:t> in </a:t>
          </a:r>
          <a:r>
            <a:rPr lang="en-US" dirty="0" err="1"/>
            <a:t>linguaggio</a:t>
          </a:r>
          <a:r>
            <a:rPr lang="en-US" dirty="0"/>
            <a:t> C++ in lab</a:t>
          </a:r>
          <a:endParaRPr lang="it-IT" dirty="0"/>
        </a:p>
      </dgm:t>
    </dgm:pt>
    <dgm:pt modelId="{6DE350BB-F9F8-4E87-90C4-C602225ECAD2}" type="parTrans" cxnId="{C78B9068-52A6-49E3-9109-F9720986A108}">
      <dgm:prSet/>
      <dgm:spPr/>
      <dgm:t>
        <a:bodyPr/>
        <a:lstStyle/>
        <a:p>
          <a:endParaRPr lang="it-IT"/>
        </a:p>
      </dgm:t>
    </dgm:pt>
    <dgm:pt modelId="{800B5BD9-A493-405E-85F5-4049EEADD98B}" type="sibTrans" cxnId="{C78B9068-52A6-49E3-9109-F9720986A108}">
      <dgm:prSet/>
      <dgm:spPr/>
      <dgm:t>
        <a:bodyPr/>
        <a:lstStyle/>
        <a:p>
          <a:endParaRPr lang="it-IT"/>
        </a:p>
      </dgm:t>
    </dgm:pt>
    <dgm:pt modelId="{0E42E166-396E-4D85-A387-E71EFEEF6431}">
      <dgm:prSet phldrT="[Testo]"/>
      <dgm:spPr/>
      <dgm:t>
        <a:bodyPr/>
        <a:lstStyle/>
        <a:p>
          <a:r>
            <a:rPr lang="en-US" dirty="0" err="1"/>
            <a:t>Orale</a:t>
          </a:r>
          <a:endParaRPr lang="it-IT" dirty="0"/>
        </a:p>
      </dgm:t>
    </dgm:pt>
    <dgm:pt modelId="{B37E09DB-393F-4A42-8471-B45986563F22}" type="parTrans" cxnId="{8D0882A5-12FD-4B41-A41C-37AF74EE9758}">
      <dgm:prSet/>
      <dgm:spPr/>
      <dgm:t>
        <a:bodyPr/>
        <a:lstStyle/>
        <a:p>
          <a:endParaRPr lang="it-IT"/>
        </a:p>
      </dgm:t>
    </dgm:pt>
    <dgm:pt modelId="{CC1944D4-AD87-4F2A-9164-4A24609EBB56}" type="sibTrans" cxnId="{8D0882A5-12FD-4B41-A41C-37AF74EE9758}">
      <dgm:prSet/>
      <dgm:spPr/>
      <dgm:t>
        <a:bodyPr/>
        <a:lstStyle/>
        <a:p>
          <a:endParaRPr lang="it-IT"/>
        </a:p>
      </dgm:t>
    </dgm:pt>
    <dgm:pt modelId="{A5023504-8920-439B-BAE4-34C3224F68BB}">
      <dgm:prSet phldrT="[Testo]"/>
      <dgm:spPr/>
      <dgm:t>
        <a:bodyPr/>
        <a:lstStyle/>
        <a:p>
          <a:r>
            <a:rPr lang="en-US" dirty="0" err="1"/>
            <a:t>Prova</a:t>
          </a:r>
          <a:r>
            <a:rPr lang="en-US" dirty="0"/>
            <a:t> </a:t>
          </a:r>
          <a:r>
            <a:rPr lang="en-US" dirty="0" err="1"/>
            <a:t>orale</a:t>
          </a:r>
          <a:endParaRPr lang="it-IT" dirty="0"/>
        </a:p>
      </dgm:t>
    </dgm:pt>
    <dgm:pt modelId="{E33AE4C2-BFD0-4BB3-AC66-F0855049CED2}" type="parTrans" cxnId="{F3494A48-2BE9-46FC-BED0-7304ADFDEC00}">
      <dgm:prSet/>
      <dgm:spPr/>
      <dgm:t>
        <a:bodyPr/>
        <a:lstStyle/>
        <a:p>
          <a:endParaRPr lang="it-IT"/>
        </a:p>
      </dgm:t>
    </dgm:pt>
    <dgm:pt modelId="{5D4FC6DE-DDC8-4CF7-82D3-06295B4E408E}" type="sibTrans" cxnId="{F3494A48-2BE9-46FC-BED0-7304ADFDEC00}">
      <dgm:prSet/>
      <dgm:spPr/>
      <dgm:t>
        <a:bodyPr/>
        <a:lstStyle/>
        <a:p>
          <a:endParaRPr lang="it-IT"/>
        </a:p>
      </dgm:t>
    </dgm:pt>
    <dgm:pt modelId="{594B9F2C-1282-4B9F-BCA6-A5D3A57F3996}" type="pres">
      <dgm:prSet presAssocID="{A7110C83-22AA-4985-BDBF-11F4AA88A455}" presName="theList" presStyleCnt="0">
        <dgm:presLayoutVars>
          <dgm:dir/>
          <dgm:animLvl val="lvl"/>
          <dgm:resizeHandles val="exact"/>
        </dgm:presLayoutVars>
      </dgm:prSet>
      <dgm:spPr/>
    </dgm:pt>
    <dgm:pt modelId="{F4949EEC-0DF4-446C-AB85-E50E5156B0AB}" type="pres">
      <dgm:prSet presAssocID="{AFE5AC94-3CE9-4D6B-94D2-1FF0D85FA166}" presName="compNode" presStyleCnt="0"/>
      <dgm:spPr/>
    </dgm:pt>
    <dgm:pt modelId="{0BB144C2-BDF8-4C01-8F30-7F9D40304801}" type="pres">
      <dgm:prSet presAssocID="{AFE5AC94-3CE9-4D6B-94D2-1FF0D85FA166}" presName="noGeometry" presStyleCnt="0"/>
      <dgm:spPr/>
    </dgm:pt>
    <dgm:pt modelId="{A2F703BA-A15E-46C6-9A5A-D63232F8DBBD}" type="pres">
      <dgm:prSet presAssocID="{AFE5AC94-3CE9-4D6B-94D2-1FF0D85FA166}" presName="childTextVisible" presStyleLbl="bgAccFollowNode1" presStyleIdx="0" presStyleCnt="3">
        <dgm:presLayoutVars>
          <dgm:bulletEnabled val="1"/>
        </dgm:presLayoutVars>
      </dgm:prSet>
      <dgm:spPr/>
    </dgm:pt>
    <dgm:pt modelId="{5F642EA4-03CE-4786-9E37-847E46E4194E}" type="pres">
      <dgm:prSet presAssocID="{AFE5AC94-3CE9-4D6B-94D2-1FF0D85FA166}" presName="childTextHidden" presStyleLbl="bgAccFollowNode1" presStyleIdx="0" presStyleCnt="3"/>
      <dgm:spPr/>
    </dgm:pt>
    <dgm:pt modelId="{7DE85058-9332-4D7B-B2EC-0B62A0A2AEBE}" type="pres">
      <dgm:prSet presAssocID="{AFE5AC94-3CE9-4D6B-94D2-1FF0D85FA16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EEBD3AE-CD10-47A6-A3E3-1A75699172AC}" type="pres">
      <dgm:prSet presAssocID="{AFE5AC94-3CE9-4D6B-94D2-1FF0D85FA166}" presName="aSpace" presStyleCnt="0"/>
      <dgm:spPr/>
    </dgm:pt>
    <dgm:pt modelId="{2B85B497-D996-44EA-A996-F1AAC6B6E1FE}" type="pres">
      <dgm:prSet presAssocID="{23E23007-5744-48B1-A050-5B113A20E7AD}" presName="compNode" presStyleCnt="0"/>
      <dgm:spPr/>
    </dgm:pt>
    <dgm:pt modelId="{095BBA23-2591-4160-B746-0A3A5D88BBCF}" type="pres">
      <dgm:prSet presAssocID="{23E23007-5744-48B1-A050-5B113A20E7AD}" presName="noGeometry" presStyleCnt="0"/>
      <dgm:spPr/>
    </dgm:pt>
    <dgm:pt modelId="{235239DB-72AC-43E3-A227-AF749165A62E}" type="pres">
      <dgm:prSet presAssocID="{23E23007-5744-48B1-A050-5B113A20E7AD}" presName="childTextVisible" presStyleLbl="bgAccFollowNode1" presStyleIdx="1" presStyleCnt="3">
        <dgm:presLayoutVars>
          <dgm:bulletEnabled val="1"/>
        </dgm:presLayoutVars>
      </dgm:prSet>
      <dgm:spPr/>
    </dgm:pt>
    <dgm:pt modelId="{13D486E6-5B8D-44FF-BAA8-EB8442C2B432}" type="pres">
      <dgm:prSet presAssocID="{23E23007-5744-48B1-A050-5B113A20E7AD}" presName="childTextHidden" presStyleLbl="bgAccFollowNode1" presStyleIdx="1" presStyleCnt="3"/>
      <dgm:spPr/>
    </dgm:pt>
    <dgm:pt modelId="{29CEB372-57A8-4C51-BB49-4AB6AD126CC1}" type="pres">
      <dgm:prSet presAssocID="{23E23007-5744-48B1-A050-5B113A20E7A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0C85614-3B3F-4093-80A2-02D478A6A7FF}" type="pres">
      <dgm:prSet presAssocID="{23E23007-5744-48B1-A050-5B113A20E7AD}" presName="aSpace" presStyleCnt="0"/>
      <dgm:spPr/>
    </dgm:pt>
    <dgm:pt modelId="{495C33CE-5AA1-4BB9-81A9-9695007AE44F}" type="pres">
      <dgm:prSet presAssocID="{0E42E166-396E-4D85-A387-E71EFEEF6431}" presName="compNode" presStyleCnt="0"/>
      <dgm:spPr/>
    </dgm:pt>
    <dgm:pt modelId="{65BFEB22-DE1A-4C27-8C61-22B09ABC4300}" type="pres">
      <dgm:prSet presAssocID="{0E42E166-396E-4D85-A387-E71EFEEF6431}" presName="noGeometry" presStyleCnt="0"/>
      <dgm:spPr/>
    </dgm:pt>
    <dgm:pt modelId="{3DBFF082-A9CC-4D6E-BBDC-D6BE9B77F748}" type="pres">
      <dgm:prSet presAssocID="{0E42E166-396E-4D85-A387-E71EFEEF6431}" presName="childTextVisible" presStyleLbl="bgAccFollowNode1" presStyleIdx="2" presStyleCnt="3">
        <dgm:presLayoutVars>
          <dgm:bulletEnabled val="1"/>
        </dgm:presLayoutVars>
      </dgm:prSet>
      <dgm:spPr/>
    </dgm:pt>
    <dgm:pt modelId="{5CB3F2D7-9564-452F-9B46-38AF2C6B2275}" type="pres">
      <dgm:prSet presAssocID="{0E42E166-396E-4D85-A387-E71EFEEF6431}" presName="childTextHidden" presStyleLbl="bgAccFollowNode1" presStyleIdx="2" presStyleCnt="3"/>
      <dgm:spPr/>
    </dgm:pt>
    <dgm:pt modelId="{C37E6F9F-9080-4791-975C-89DB11961C47}" type="pres">
      <dgm:prSet presAssocID="{0E42E166-396E-4D85-A387-E71EFEEF6431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E4A30B-F52A-47DB-89D5-E0FD4FCED892}" srcId="{AFE5AC94-3CE9-4D6B-94D2-1FF0D85FA166}" destId="{655DD344-FFFB-4D47-907A-CB362E910036}" srcOrd="0" destOrd="0" parTransId="{FEDA9BC8-F180-4BBF-B0D4-61F25FA55E9C}" sibTransId="{B4A1E597-1F1B-42B8-AE58-F1CCA2C7F9F2}"/>
    <dgm:cxn modelId="{751FD60B-3F72-463A-AE1D-A607955FD9C5}" type="presOf" srcId="{655DD344-FFFB-4D47-907A-CB362E910036}" destId="{A2F703BA-A15E-46C6-9A5A-D63232F8DBBD}" srcOrd="0" destOrd="0" presId="urn:microsoft.com/office/officeart/2005/8/layout/hProcess6"/>
    <dgm:cxn modelId="{31E3391F-275C-463F-9B74-523D6E5313AF}" type="presOf" srcId="{A5023504-8920-439B-BAE4-34C3224F68BB}" destId="{3DBFF082-A9CC-4D6E-BBDC-D6BE9B77F748}" srcOrd="0" destOrd="0" presId="urn:microsoft.com/office/officeart/2005/8/layout/hProcess6"/>
    <dgm:cxn modelId="{9992142A-56ED-4A55-A86B-D0E7F644D06C}" type="presOf" srcId="{AFE5AC94-3CE9-4D6B-94D2-1FF0D85FA166}" destId="{7DE85058-9332-4D7B-B2EC-0B62A0A2AEBE}" srcOrd="0" destOrd="0" presId="urn:microsoft.com/office/officeart/2005/8/layout/hProcess6"/>
    <dgm:cxn modelId="{41C9C45B-7DB0-49CD-A942-E91CDC32359A}" type="presOf" srcId="{A7110C83-22AA-4985-BDBF-11F4AA88A455}" destId="{594B9F2C-1282-4B9F-BCA6-A5D3A57F3996}" srcOrd="0" destOrd="0" presId="urn:microsoft.com/office/officeart/2005/8/layout/hProcess6"/>
    <dgm:cxn modelId="{BF0CFF41-11A2-47CE-8343-4E50F34BBBC8}" srcId="{A7110C83-22AA-4985-BDBF-11F4AA88A455}" destId="{23E23007-5744-48B1-A050-5B113A20E7AD}" srcOrd="1" destOrd="0" parTransId="{3BEB25CD-3E71-40C1-B565-1E7BABCD8789}" sibTransId="{5EE3D7E0-2F8F-447C-8841-656250477171}"/>
    <dgm:cxn modelId="{F3494A48-2BE9-46FC-BED0-7304ADFDEC00}" srcId="{0E42E166-396E-4D85-A387-E71EFEEF6431}" destId="{A5023504-8920-439B-BAE4-34C3224F68BB}" srcOrd="0" destOrd="0" parTransId="{E33AE4C2-BFD0-4BB3-AC66-F0855049CED2}" sibTransId="{5D4FC6DE-DDC8-4CF7-82D3-06295B4E408E}"/>
    <dgm:cxn modelId="{C78B9068-52A6-49E3-9109-F9720986A108}" srcId="{23E23007-5744-48B1-A050-5B113A20E7AD}" destId="{429A591E-851C-42ED-B684-D22123CE1529}" srcOrd="0" destOrd="0" parTransId="{6DE350BB-F9F8-4E87-90C4-C602225ECAD2}" sibTransId="{800B5BD9-A493-405E-85F5-4049EEADD98B}"/>
    <dgm:cxn modelId="{E747AE74-34AB-46CB-920D-C0C3DEBAA2BB}" type="presOf" srcId="{655DD344-FFFB-4D47-907A-CB362E910036}" destId="{5F642EA4-03CE-4786-9E37-847E46E4194E}" srcOrd="1" destOrd="0" presId="urn:microsoft.com/office/officeart/2005/8/layout/hProcess6"/>
    <dgm:cxn modelId="{B91EF456-6F8A-4501-89A1-E31B767F89EF}" type="presOf" srcId="{429A591E-851C-42ED-B684-D22123CE1529}" destId="{13D486E6-5B8D-44FF-BAA8-EB8442C2B432}" srcOrd="1" destOrd="0" presId="urn:microsoft.com/office/officeart/2005/8/layout/hProcess6"/>
    <dgm:cxn modelId="{3B472996-5E12-4DF7-A500-2B31D83A7810}" type="presOf" srcId="{23E23007-5744-48B1-A050-5B113A20E7AD}" destId="{29CEB372-57A8-4C51-BB49-4AB6AD126CC1}" srcOrd="0" destOrd="0" presId="urn:microsoft.com/office/officeart/2005/8/layout/hProcess6"/>
    <dgm:cxn modelId="{8D0882A5-12FD-4B41-A41C-37AF74EE9758}" srcId="{A7110C83-22AA-4985-BDBF-11F4AA88A455}" destId="{0E42E166-396E-4D85-A387-E71EFEEF6431}" srcOrd="2" destOrd="0" parTransId="{B37E09DB-393F-4A42-8471-B45986563F22}" sibTransId="{CC1944D4-AD87-4F2A-9164-4A24609EBB56}"/>
    <dgm:cxn modelId="{D566B6A6-9FAF-41E8-9BDE-181A81360063}" type="presOf" srcId="{429A591E-851C-42ED-B684-D22123CE1529}" destId="{235239DB-72AC-43E3-A227-AF749165A62E}" srcOrd="0" destOrd="0" presId="urn:microsoft.com/office/officeart/2005/8/layout/hProcess6"/>
    <dgm:cxn modelId="{68A9BBB8-0D6F-4880-AA0F-B7E6A4F6F83F}" type="presOf" srcId="{0E42E166-396E-4D85-A387-E71EFEEF6431}" destId="{C37E6F9F-9080-4791-975C-89DB11961C47}" srcOrd="0" destOrd="0" presId="urn:microsoft.com/office/officeart/2005/8/layout/hProcess6"/>
    <dgm:cxn modelId="{B322A5C0-1DA1-4CD9-9AD3-9BD4637F4807}" type="presOf" srcId="{A5023504-8920-439B-BAE4-34C3224F68BB}" destId="{5CB3F2D7-9564-452F-9B46-38AF2C6B2275}" srcOrd="1" destOrd="0" presId="urn:microsoft.com/office/officeart/2005/8/layout/hProcess6"/>
    <dgm:cxn modelId="{B89845EC-D03A-4D8D-AF3D-CBFA5C0AF1C5}" srcId="{A7110C83-22AA-4985-BDBF-11F4AA88A455}" destId="{AFE5AC94-3CE9-4D6B-94D2-1FF0D85FA166}" srcOrd="0" destOrd="0" parTransId="{215E23EF-BB8A-46EE-889F-74768BCD9228}" sibTransId="{5BBD4C61-B7CA-4E3D-9042-A9EB0214305F}"/>
    <dgm:cxn modelId="{5EFCC6CE-3343-478F-860B-E15D584797A6}" type="presParOf" srcId="{594B9F2C-1282-4B9F-BCA6-A5D3A57F3996}" destId="{F4949EEC-0DF4-446C-AB85-E50E5156B0AB}" srcOrd="0" destOrd="0" presId="urn:microsoft.com/office/officeart/2005/8/layout/hProcess6"/>
    <dgm:cxn modelId="{C52D7731-F454-4DDC-AFCD-109A08A10A39}" type="presParOf" srcId="{F4949EEC-0DF4-446C-AB85-E50E5156B0AB}" destId="{0BB144C2-BDF8-4C01-8F30-7F9D40304801}" srcOrd="0" destOrd="0" presId="urn:microsoft.com/office/officeart/2005/8/layout/hProcess6"/>
    <dgm:cxn modelId="{3CAD37A1-2152-45AF-B8DB-76C61F686986}" type="presParOf" srcId="{F4949EEC-0DF4-446C-AB85-E50E5156B0AB}" destId="{A2F703BA-A15E-46C6-9A5A-D63232F8DBBD}" srcOrd="1" destOrd="0" presId="urn:microsoft.com/office/officeart/2005/8/layout/hProcess6"/>
    <dgm:cxn modelId="{6C57328A-33FD-4933-8480-D08DBD90B64C}" type="presParOf" srcId="{F4949EEC-0DF4-446C-AB85-E50E5156B0AB}" destId="{5F642EA4-03CE-4786-9E37-847E46E4194E}" srcOrd="2" destOrd="0" presId="urn:microsoft.com/office/officeart/2005/8/layout/hProcess6"/>
    <dgm:cxn modelId="{51A60EBD-0D42-4138-8812-D768579D0302}" type="presParOf" srcId="{F4949EEC-0DF4-446C-AB85-E50E5156B0AB}" destId="{7DE85058-9332-4D7B-B2EC-0B62A0A2AEBE}" srcOrd="3" destOrd="0" presId="urn:microsoft.com/office/officeart/2005/8/layout/hProcess6"/>
    <dgm:cxn modelId="{98BA595B-FBA1-4E50-81CD-A0ADF7B5FD46}" type="presParOf" srcId="{594B9F2C-1282-4B9F-BCA6-A5D3A57F3996}" destId="{7EEBD3AE-CD10-47A6-A3E3-1A75699172AC}" srcOrd="1" destOrd="0" presId="urn:microsoft.com/office/officeart/2005/8/layout/hProcess6"/>
    <dgm:cxn modelId="{5135F4B4-8078-4066-A055-47077EFE86E4}" type="presParOf" srcId="{594B9F2C-1282-4B9F-BCA6-A5D3A57F3996}" destId="{2B85B497-D996-44EA-A996-F1AAC6B6E1FE}" srcOrd="2" destOrd="0" presId="urn:microsoft.com/office/officeart/2005/8/layout/hProcess6"/>
    <dgm:cxn modelId="{E88A6A84-C1AE-498E-A659-F39551AC6505}" type="presParOf" srcId="{2B85B497-D996-44EA-A996-F1AAC6B6E1FE}" destId="{095BBA23-2591-4160-B746-0A3A5D88BBCF}" srcOrd="0" destOrd="0" presId="urn:microsoft.com/office/officeart/2005/8/layout/hProcess6"/>
    <dgm:cxn modelId="{770417A5-32E5-4257-8F01-1E4D60DE25B9}" type="presParOf" srcId="{2B85B497-D996-44EA-A996-F1AAC6B6E1FE}" destId="{235239DB-72AC-43E3-A227-AF749165A62E}" srcOrd="1" destOrd="0" presId="urn:microsoft.com/office/officeart/2005/8/layout/hProcess6"/>
    <dgm:cxn modelId="{09A3CE0D-8DDD-480D-9629-4312F0A0FE90}" type="presParOf" srcId="{2B85B497-D996-44EA-A996-F1AAC6B6E1FE}" destId="{13D486E6-5B8D-44FF-BAA8-EB8442C2B432}" srcOrd="2" destOrd="0" presId="urn:microsoft.com/office/officeart/2005/8/layout/hProcess6"/>
    <dgm:cxn modelId="{7DC9BFC7-FD77-4C9F-B6BB-008F8849EEEF}" type="presParOf" srcId="{2B85B497-D996-44EA-A996-F1AAC6B6E1FE}" destId="{29CEB372-57A8-4C51-BB49-4AB6AD126CC1}" srcOrd="3" destOrd="0" presId="urn:microsoft.com/office/officeart/2005/8/layout/hProcess6"/>
    <dgm:cxn modelId="{2259AA1A-4C33-4367-B52D-AEAE27C97485}" type="presParOf" srcId="{594B9F2C-1282-4B9F-BCA6-A5D3A57F3996}" destId="{D0C85614-3B3F-4093-80A2-02D478A6A7FF}" srcOrd="3" destOrd="0" presId="urn:microsoft.com/office/officeart/2005/8/layout/hProcess6"/>
    <dgm:cxn modelId="{2E5ECCE9-D56E-4E89-A706-B851CAC7FD87}" type="presParOf" srcId="{594B9F2C-1282-4B9F-BCA6-A5D3A57F3996}" destId="{495C33CE-5AA1-4BB9-81A9-9695007AE44F}" srcOrd="4" destOrd="0" presId="urn:microsoft.com/office/officeart/2005/8/layout/hProcess6"/>
    <dgm:cxn modelId="{33ADB769-82F2-48BF-B581-064753DD2965}" type="presParOf" srcId="{495C33CE-5AA1-4BB9-81A9-9695007AE44F}" destId="{65BFEB22-DE1A-4C27-8C61-22B09ABC4300}" srcOrd="0" destOrd="0" presId="urn:microsoft.com/office/officeart/2005/8/layout/hProcess6"/>
    <dgm:cxn modelId="{E7D27208-657D-4D13-9297-5B55E6337E6A}" type="presParOf" srcId="{495C33CE-5AA1-4BB9-81A9-9695007AE44F}" destId="{3DBFF082-A9CC-4D6E-BBDC-D6BE9B77F748}" srcOrd="1" destOrd="0" presId="urn:microsoft.com/office/officeart/2005/8/layout/hProcess6"/>
    <dgm:cxn modelId="{A7D4F855-2D83-4994-A338-B2AF17581D99}" type="presParOf" srcId="{495C33CE-5AA1-4BB9-81A9-9695007AE44F}" destId="{5CB3F2D7-9564-452F-9B46-38AF2C6B2275}" srcOrd="2" destOrd="0" presId="urn:microsoft.com/office/officeart/2005/8/layout/hProcess6"/>
    <dgm:cxn modelId="{64C8AB7B-25ED-45AF-90AC-3B3B85A60EE2}" type="presParOf" srcId="{495C33CE-5AA1-4BB9-81A9-9695007AE44F}" destId="{C37E6F9F-9080-4791-975C-89DB11961C4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703BA-A15E-46C6-9A5A-D63232F8DBBD}">
      <dsp:nvSpPr>
        <dsp:cNvPr id="0" name=""/>
        <dsp:cNvSpPr/>
      </dsp:nvSpPr>
      <dsp:spPr>
        <a:xfrm>
          <a:off x="850180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a </a:t>
          </a:r>
          <a:r>
            <a:rPr lang="en-US" sz="1600" kern="1200" dirty="0" err="1"/>
            <a:t>risposta</a:t>
          </a:r>
          <a:r>
            <a:rPr lang="en-US" sz="1600" kern="1200" dirty="0"/>
            <a:t> </a:t>
          </a:r>
          <a:r>
            <a:rPr lang="en-US" sz="1600" kern="1200" dirty="0" err="1"/>
            <a:t>multipla</a:t>
          </a:r>
          <a:endParaRPr lang="it-IT" sz="1600" kern="1200" dirty="0"/>
        </a:p>
      </dsp:txBody>
      <dsp:txXfrm>
        <a:off x="1332028" y="252718"/>
        <a:ext cx="939604" cy="1179348"/>
      </dsp:txXfrm>
    </dsp:sp>
    <dsp:sp modelId="{7DE85058-9332-4D7B-B2EC-0B62A0A2AEBE}">
      <dsp:nvSpPr>
        <dsp:cNvPr id="0" name=""/>
        <dsp:cNvSpPr/>
      </dsp:nvSpPr>
      <dsp:spPr>
        <a:xfrm>
          <a:off x="368332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scritta</a:t>
          </a:r>
          <a:endParaRPr lang="it-IT" sz="1800" kern="1200" dirty="0"/>
        </a:p>
      </dsp:txBody>
      <dsp:txXfrm>
        <a:off x="509462" y="501673"/>
        <a:ext cx="681436" cy="681436"/>
      </dsp:txXfrm>
    </dsp:sp>
    <dsp:sp modelId="{235239DB-72AC-43E3-A227-AF749165A62E}">
      <dsp:nvSpPr>
        <dsp:cNvPr id="0" name=""/>
        <dsp:cNvSpPr/>
      </dsp:nvSpPr>
      <dsp:spPr>
        <a:xfrm>
          <a:off x="3392027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Esercizio</a:t>
          </a:r>
          <a:r>
            <a:rPr lang="en-US" sz="1600" kern="1200" dirty="0"/>
            <a:t> in </a:t>
          </a:r>
          <a:r>
            <a:rPr lang="en-US" sz="1600" kern="1200" dirty="0" err="1"/>
            <a:t>linguaggio</a:t>
          </a:r>
          <a:r>
            <a:rPr lang="en-US" sz="1600" kern="1200" dirty="0"/>
            <a:t> C++ in lab</a:t>
          </a:r>
          <a:endParaRPr lang="it-IT" sz="1600" kern="1200" dirty="0"/>
        </a:p>
      </dsp:txBody>
      <dsp:txXfrm>
        <a:off x="3873875" y="252718"/>
        <a:ext cx="939604" cy="1179348"/>
      </dsp:txXfrm>
    </dsp:sp>
    <dsp:sp modelId="{29CEB372-57A8-4C51-BB49-4AB6AD126CC1}">
      <dsp:nvSpPr>
        <dsp:cNvPr id="0" name=""/>
        <dsp:cNvSpPr/>
      </dsp:nvSpPr>
      <dsp:spPr>
        <a:xfrm>
          <a:off x="2910179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pratica</a:t>
          </a:r>
          <a:endParaRPr lang="it-IT" sz="1800" kern="1200" dirty="0"/>
        </a:p>
      </dsp:txBody>
      <dsp:txXfrm>
        <a:off x="3051309" y="501673"/>
        <a:ext cx="681436" cy="681436"/>
      </dsp:txXfrm>
    </dsp:sp>
    <dsp:sp modelId="{3DBFF082-A9CC-4D6E-BBDC-D6BE9B77F748}">
      <dsp:nvSpPr>
        <dsp:cNvPr id="0" name=""/>
        <dsp:cNvSpPr/>
      </dsp:nvSpPr>
      <dsp:spPr>
        <a:xfrm>
          <a:off x="5933874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Prova</a:t>
          </a:r>
          <a:r>
            <a:rPr lang="en-US" sz="1600" kern="1200" dirty="0"/>
            <a:t> </a:t>
          </a:r>
          <a:r>
            <a:rPr lang="en-US" sz="1600" kern="1200" dirty="0" err="1"/>
            <a:t>orale</a:t>
          </a:r>
          <a:endParaRPr lang="it-IT" sz="1600" kern="1200" dirty="0"/>
        </a:p>
      </dsp:txBody>
      <dsp:txXfrm>
        <a:off x="6415722" y="252718"/>
        <a:ext cx="939604" cy="1179348"/>
      </dsp:txXfrm>
    </dsp:sp>
    <dsp:sp modelId="{C37E6F9F-9080-4791-975C-89DB11961C47}">
      <dsp:nvSpPr>
        <dsp:cNvPr id="0" name=""/>
        <dsp:cNvSpPr/>
      </dsp:nvSpPr>
      <dsp:spPr>
        <a:xfrm>
          <a:off x="5452026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Orale</a:t>
          </a:r>
          <a:endParaRPr lang="it-IT" sz="1800" kern="1200" dirty="0"/>
        </a:p>
      </dsp:txBody>
      <dsp:txXfrm>
        <a:off x="5593156" y="501673"/>
        <a:ext cx="681436" cy="6814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703BA-A15E-46C6-9A5A-D63232F8DBBD}">
      <dsp:nvSpPr>
        <dsp:cNvPr id="0" name=""/>
        <dsp:cNvSpPr/>
      </dsp:nvSpPr>
      <dsp:spPr>
        <a:xfrm>
          <a:off x="850180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a </a:t>
          </a:r>
          <a:r>
            <a:rPr lang="en-US" sz="1600" kern="1200" dirty="0" err="1"/>
            <a:t>risposta</a:t>
          </a:r>
          <a:r>
            <a:rPr lang="en-US" sz="1600" kern="1200" dirty="0"/>
            <a:t> </a:t>
          </a:r>
          <a:r>
            <a:rPr lang="en-US" sz="1600" kern="1200" dirty="0" err="1"/>
            <a:t>multipla</a:t>
          </a:r>
          <a:endParaRPr lang="it-IT" sz="1600" kern="1200" dirty="0"/>
        </a:p>
      </dsp:txBody>
      <dsp:txXfrm>
        <a:off x="1332028" y="252718"/>
        <a:ext cx="939604" cy="1179348"/>
      </dsp:txXfrm>
    </dsp:sp>
    <dsp:sp modelId="{7DE85058-9332-4D7B-B2EC-0B62A0A2AEBE}">
      <dsp:nvSpPr>
        <dsp:cNvPr id="0" name=""/>
        <dsp:cNvSpPr/>
      </dsp:nvSpPr>
      <dsp:spPr>
        <a:xfrm>
          <a:off x="368332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scritta</a:t>
          </a:r>
          <a:endParaRPr lang="it-IT" sz="1800" kern="1200" dirty="0"/>
        </a:p>
      </dsp:txBody>
      <dsp:txXfrm>
        <a:off x="509462" y="501673"/>
        <a:ext cx="681436" cy="681436"/>
      </dsp:txXfrm>
    </dsp:sp>
    <dsp:sp modelId="{235239DB-72AC-43E3-A227-AF749165A62E}">
      <dsp:nvSpPr>
        <dsp:cNvPr id="0" name=""/>
        <dsp:cNvSpPr/>
      </dsp:nvSpPr>
      <dsp:spPr>
        <a:xfrm>
          <a:off x="3392027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Esercizio</a:t>
          </a:r>
          <a:r>
            <a:rPr lang="en-US" sz="1600" kern="1200" dirty="0"/>
            <a:t> in </a:t>
          </a:r>
          <a:r>
            <a:rPr lang="en-US" sz="1600" kern="1200" dirty="0" err="1"/>
            <a:t>linguaggio</a:t>
          </a:r>
          <a:r>
            <a:rPr lang="en-US" sz="1600" kern="1200" dirty="0"/>
            <a:t> C++ in lab</a:t>
          </a:r>
          <a:endParaRPr lang="it-IT" sz="1600" kern="1200" dirty="0"/>
        </a:p>
      </dsp:txBody>
      <dsp:txXfrm>
        <a:off x="3873875" y="252718"/>
        <a:ext cx="939604" cy="1179348"/>
      </dsp:txXfrm>
    </dsp:sp>
    <dsp:sp modelId="{29CEB372-57A8-4C51-BB49-4AB6AD126CC1}">
      <dsp:nvSpPr>
        <dsp:cNvPr id="0" name=""/>
        <dsp:cNvSpPr/>
      </dsp:nvSpPr>
      <dsp:spPr>
        <a:xfrm>
          <a:off x="2910179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pratica</a:t>
          </a:r>
          <a:endParaRPr lang="it-IT" sz="1800" kern="1200" dirty="0"/>
        </a:p>
      </dsp:txBody>
      <dsp:txXfrm>
        <a:off x="3051309" y="501673"/>
        <a:ext cx="681436" cy="681436"/>
      </dsp:txXfrm>
    </dsp:sp>
    <dsp:sp modelId="{3DBFF082-A9CC-4D6E-BBDC-D6BE9B77F748}">
      <dsp:nvSpPr>
        <dsp:cNvPr id="0" name=""/>
        <dsp:cNvSpPr/>
      </dsp:nvSpPr>
      <dsp:spPr>
        <a:xfrm>
          <a:off x="5933874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Prova</a:t>
          </a:r>
          <a:r>
            <a:rPr lang="en-US" sz="1600" kern="1200" dirty="0"/>
            <a:t> </a:t>
          </a:r>
          <a:r>
            <a:rPr lang="en-US" sz="1600" kern="1200" dirty="0" err="1"/>
            <a:t>orale</a:t>
          </a:r>
          <a:endParaRPr lang="it-IT" sz="1600" kern="1200" dirty="0"/>
        </a:p>
      </dsp:txBody>
      <dsp:txXfrm>
        <a:off x="6415722" y="252718"/>
        <a:ext cx="939604" cy="1179348"/>
      </dsp:txXfrm>
    </dsp:sp>
    <dsp:sp modelId="{C37E6F9F-9080-4791-975C-89DB11961C47}">
      <dsp:nvSpPr>
        <dsp:cNvPr id="0" name=""/>
        <dsp:cNvSpPr/>
      </dsp:nvSpPr>
      <dsp:spPr>
        <a:xfrm>
          <a:off x="5452026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Orale</a:t>
          </a:r>
          <a:endParaRPr lang="it-IT" sz="1800" kern="1200" dirty="0"/>
        </a:p>
      </dsp:txBody>
      <dsp:txXfrm>
        <a:off x="5593156" y="501673"/>
        <a:ext cx="681436" cy="6814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703BA-A15E-46C6-9A5A-D63232F8DBBD}">
      <dsp:nvSpPr>
        <dsp:cNvPr id="0" name=""/>
        <dsp:cNvSpPr/>
      </dsp:nvSpPr>
      <dsp:spPr>
        <a:xfrm>
          <a:off x="850180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a </a:t>
          </a:r>
          <a:r>
            <a:rPr lang="en-US" sz="1600" kern="1200" dirty="0" err="1"/>
            <a:t>risposta</a:t>
          </a:r>
          <a:r>
            <a:rPr lang="en-US" sz="1600" kern="1200" dirty="0"/>
            <a:t> </a:t>
          </a:r>
          <a:r>
            <a:rPr lang="en-US" sz="1600" kern="1200" dirty="0" err="1"/>
            <a:t>multipla</a:t>
          </a:r>
          <a:endParaRPr lang="it-IT" sz="1600" kern="1200" dirty="0"/>
        </a:p>
      </dsp:txBody>
      <dsp:txXfrm>
        <a:off x="1332028" y="252718"/>
        <a:ext cx="939604" cy="1179348"/>
      </dsp:txXfrm>
    </dsp:sp>
    <dsp:sp modelId="{7DE85058-9332-4D7B-B2EC-0B62A0A2AEBE}">
      <dsp:nvSpPr>
        <dsp:cNvPr id="0" name=""/>
        <dsp:cNvSpPr/>
      </dsp:nvSpPr>
      <dsp:spPr>
        <a:xfrm>
          <a:off x="368332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scritta</a:t>
          </a:r>
          <a:endParaRPr lang="it-IT" sz="1800" kern="1200" dirty="0"/>
        </a:p>
      </dsp:txBody>
      <dsp:txXfrm>
        <a:off x="509462" y="501673"/>
        <a:ext cx="681436" cy="681436"/>
      </dsp:txXfrm>
    </dsp:sp>
    <dsp:sp modelId="{235239DB-72AC-43E3-A227-AF749165A62E}">
      <dsp:nvSpPr>
        <dsp:cNvPr id="0" name=""/>
        <dsp:cNvSpPr/>
      </dsp:nvSpPr>
      <dsp:spPr>
        <a:xfrm>
          <a:off x="3392027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Esercizio</a:t>
          </a:r>
          <a:r>
            <a:rPr lang="en-US" sz="1600" kern="1200" dirty="0"/>
            <a:t> in </a:t>
          </a:r>
          <a:r>
            <a:rPr lang="en-US" sz="1600" kern="1200" dirty="0" err="1"/>
            <a:t>linguaggio</a:t>
          </a:r>
          <a:r>
            <a:rPr lang="en-US" sz="1600" kern="1200" dirty="0"/>
            <a:t> C++ in lab</a:t>
          </a:r>
          <a:endParaRPr lang="it-IT" sz="1600" kern="1200" dirty="0"/>
        </a:p>
      </dsp:txBody>
      <dsp:txXfrm>
        <a:off x="3873875" y="252718"/>
        <a:ext cx="939604" cy="1179348"/>
      </dsp:txXfrm>
    </dsp:sp>
    <dsp:sp modelId="{29CEB372-57A8-4C51-BB49-4AB6AD126CC1}">
      <dsp:nvSpPr>
        <dsp:cNvPr id="0" name=""/>
        <dsp:cNvSpPr/>
      </dsp:nvSpPr>
      <dsp:spPr>
        <a:xfrm>
          <a:off x="2910179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pratica</a:t>
          </a:r>
          <a:endParaRPr lang="it-IT" sz="1800" kern="1200" dirty="0"/>
        </a:p>
      </dsp:txBody>
      <dsp:txXfrm>
        <a:off x="3051309" y="501673"/>
        <a:ext cx="681436" cy="681436"/>
      </dsp:txXfrm>
    </dsp:sp>
    <dsp:sp modelId="{3DBFF082-A9CC-4D6E-BBDC-D6BE9B77F748}">
      <dsp:nvSpPr>
        <dsp:cNvPr id="0" name=""/>
        <dsp:cNvSpPr/>
      </dsp:nvSpPr>
      <dsp:spPr>
        <a:xfrm>
          <a:off x="5933874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Prova</a:t>
          </a:r>
          <a:r>
            <a:rPr lang="en-US" sz="1600" kern="1200" dirty="0"/>
            <a:t> </a:t>
          </a:r>
          <a:r>
            <a:rPr lang="en-US" sz="1600" kern="1200" dirty="0" err="1"/>
            <a:t>orale</a:t>
          </a:r>
          <a:endParaRPr lang="it-IT" sz="1600" kern="1200" dirty="0"/>
        </a:p>
      </dsp:txBody>
      <dsp:txXfrm>
        <a:off x="6415722" y="252718"/>
        <a:ext cx="939604" cy="1179348"/>
      </dsp:txXfrm>
    </dsp:sp>
    <dsp:sp modelId="{C37E6F9F-9080-4791-975C-89DB11961C47}">
      <dsp:nvSpPr>
        <dsp:cNvPr id="0" name=""/>
        <dsp:cNvSpPr/>
      </dsp:nvSpPr>
      <dsp:spPr>
        <a:xfrm>
          <a:off x="5452026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Orale</a:t>
          </a:r>
          <a:endParaRPr lang="it-IT" sz="1800" kern="1200" dirty="0"/>
        </a:p>
      </dsp:txBody>
      <dsp:txXfrm>
        <a:off x="5593156" y="501673"/>
        <a:ext cx="681436" cy="6814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703BA-A15E-46C6-9A5A-D63232F8DBBD}">
      <dsp:nvSpPr>
        <dsp:cNvPr id="0" name=""/>
        <dsp:cNvSpPr/>
      </dsp:nvSpPr>
      <dsp:spPr>
        <a:xfrm>
          <a:off x="850180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a </a:t>
          </a:r>
          <a:r>
            <a:rPr lang="en-US" sz="1600" kern="1200" dirty="0" err="1"/>
            <a:t>risposta</a:t>
          </a:r>
          <a:r>
            <a:rPr lang="en-US" sz="1600" kern="1200" dirty="0"/>
            <a:t> </a:t>
          </a:r>
          <a:r>
            <a:rPr lang="en-US" sz="1600" kern="1200" dirty="0" err="1"/>
            <a:t>multipla</a:t>
          </a:r>
          <a:endParaRPr lang="it-IT" sz="1600" kern="1200" dirty="0"/>
        </a:p>
      </dsp:txBody>
      <dsp:txXfrm>
        <a:off x="1332028" y="252718"/>
        <a:ext cx="939604" cy="1179348"/>
      </dsp:txXfrm>
    </dsp:sp>
    <dsp:sp modelId="{7DE85058-9332-4D7B-B2EC-0B62A0A2AEBE}">
      <dsp:nvSpPr>
        <dsp:cNvPr id="0" name=""/>
        <dsp:cNvSpPr/>
      </dsp:nvSpPr>
      <dsp:spPr>
        <a:xfrm>
          <a:off x="368332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scritta</a:t>
          </a:r>
          <a:endParaRPr lang="it-IT" sz="1800" kern="1200" dirty="0"/>
        </a:p>
      </dsp:txBody>
      <dsp:txXfrm>
        <a:off x="509462" y="501673"/>
        <a:ext cx="681436" cy="681436"/>
      </dsp:txXfrm>
    </dsp:sp>
    <dsp:sp modelId="{235239DB-72AC-43E3-A227-AF749165A62E}">
      <dsp:nvSpPr>
        <dsp:cNvPr id="0" name=""/>
        <dsp:cNvSpPr/>
      </dsp:nvSpPr>
      <dsp:spPr>
        <a:xfrm>
          <a:off x="3392027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Esercizio</a:t>
          </a:r>
          <a:r>
            <a:rPr lang="en-US" sz="1600" kern="1200" dirty="0"/>
            <a:t> in </a:t>
          </a:r>
          <a:r>
            <a:rPr lang="en-US" sz="1600" kern="1200" dirty="0" err="1"/>
            <a:t>linguaggio</a:t>
          </a:r>
          <a:r>
            <a:rPr lang="en-US" sz="1600" kern="1200" dirty="0"/>
            <a:t> C++ in lab</a:t>
          </a:r>
          <a:endParaRPr lang="it-IT" sz="1600" kern="1200" dirty="0"/>
        </a:p>
      </dsp:txBody>
      <dsp:txXfrm>
        <a:off x="3873875" y="252718"/>
        <a:ext cx="939604" cy="1179348"/>
      </dsp:txXfrm>
    </dsp:sp>
    <dsp:sp modelId="{29CEB372-57A8-4C51-BB49-4AB6AD126CC1}">
      <dsp:nvSpPr>
        <dsp:cNvPr id="0" name=""/>
        <dsp:cNvSpPr/>
      </dsp:nvSpPr>
      <dsp:spPr>
        <a:xfrm>
          <a:off x="2910179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Prova</a:t>
          </a:r>
          <a:r>
            <a:rPr lang="en-US" sz="1800" kern="1200" dirty="0"/>
            <a:t> </a:t>
          </a:r>
          <a:r>
            <a:rPr lang="en-US" sz="1800" kern="1200" dirty="0" err="1"/>
            <a:t>pratica</a:t>
          </a:r>
          <a:endParaRPr lang="it-IT" sz="1800" kern="1200" dirty="0"/>
        </a:p>
      </dsp:txBody>
      <dsp:txXfrm>
        <a:off x="3051309" y="501673"/>
        <a:ext cx="681436" cy="681436"/>
      </dsp:txXfrm>
    </dsp:sp>
    <dsp:sp modelId="{3DBFF082-A9CC-4D6E-BBDC-D6BE9B77F748}">
      <dsp:nvSpPr>
        <dsp:cNvPr id="0" name=""/>
        <dsp:cNvSpPr/>
      </dsp:nvSpPr>
      <dsp:spPr>
        <a:xfrm>
          <a:off x="5933874" y="0"/>
          <a:ext cx="1927392" cy="168478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Prova</a:t>
          </a:r>
          <a:r>
            <a:rPr lang="en-US" sz="1600" kern="1200" dirty="0"/>
            <a:t> </a:t>
          </a:r>
          <a:r>
            <a:rPr lang="en-US" sz="1600" kern="1200" dirty="0" err="1"/>
            <a:t>orale</a:t>
          </a:r>
          <a:endParaRPr lang="it-IT" sz="1600" kern="1200" dirty="0"/>
        </a:p>
      </dsp:txBody>
      <dsp:txXfrm>
        <a:off x="6415722" y="252718"/>
        <a:ext cx="939604" cy="1179348"/>
      </dsp:txXfrm>
    </dsp:sp>
    <dsp:sp modelId="{C37E6F9F-9080-4791-975C-89DB11961C47}">
      <dsp:nvSpPr>
        <dsp:cNvPr id="0" name=""/>
        <dsp:cNvSpPr/>
      </dsp:nvSpPr>
      <dsp:spPr>
        <a:xfrm>
          <a:off x="5452026" y="360543"/>
          <a:ext cx="963696" cy="963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Orale</a:t>
          </a:r>
          <a:endParaRPr lang="it-IT" sz="1800" kern="1200" dirty="0"/>
        </a:p>
      </dsp:txBody>
      <dsp:txXfrm>
        <a:off x="5593156" y="501673"/>
        <a:ext cx="681436" cy="681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07/03/2023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07/03/2023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Provare a definire il concetto di astrazione…  esempi…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63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Provare a definire il concetto di astrazione…  esempi…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382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949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69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07/03/2023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07/03/2023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07/03/2023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07/03/2023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07/03/2023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07/03/2023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07/03/2023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izizz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Introduzione</a:t>
            </a:r>
            <a:r>
              <a:rPr lang="en-US" sz="3600" dirty="0"/>
              <a:t> al Corso di </a:t>
            </a:r>
            <a:r>
              <a:rPr lang="en-US" sz="3600" dirty="0" err="1"/>
              <a:t>Programmazione</a:t>
            </a:r>
            <a:r>
              <a:rPr lang="en-US" sz="3600" dirty="0"/>
              <a:t> II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:\Users\Alessandro\Desktop\CD FRANCESCO\iplab.png">
            <a:extLst>
              <a:ext uri="{FF2B5EF4-FFF2-40B4-BE49-F238E27FC236}">
                <a16:creationId xmlns:a16="http://schemas.microsoft.com/office/drawing/2014/main" id="{E7E6F0A8-0B30-4C7A-938B-DB9BBACF3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6FF11C-D1D5-4E8F-95A1-9D2E89F8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Canale MS Teams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296C58-0F16-4E8B-A9CB-C335B0C70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16832"/>
          </a:xfrm>
        </p:spPr>
        <p:txBody>
          <a:bodyPr>
            <a:normAutofit/>
          </a:bodyPr>
          <a:lstStyle/>
          <a:p>
            <a:r>
              <a:rPr lang="it-IT" sz="5400" dirty="0"/>
              <a:t>Codice del team:</a:t>
            </a:r>
          </a:p>
          <a:p>
            <a:r>
              <a:rPr lang="it-IT" sz="5400" b="1" i="0" dirty="0" err="1">
                <a:solidFill>
                  <a:srgbClr val="242424"/>
                </a:solidFill>
                <a:effectLst/>
                <a:latin typeface="-apple-system"/>
              </a:rPr>
              <a:t>onfpfjq</a:t>
            </a:r>
            <a:endParaRPr lang="it-IT" sz="5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664F7D0-CDD0-491A-A3A7-B0644D6D9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3428999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8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0BCF46-3834-4DD7-B78F-6F0437B0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Canale </a:t>
            </a:r>
            <a:r>
              <a:rPr lang="it-IT" dirty="0" err="1"/>
              <a:t>telegram</a:t>
            </a:r>
            <a:r>
              <a:rPr lang="it-IT" dirty="0"/>
              <a:t> programmazione mobile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EACD02-6E88-4791-BE89-71393352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canale </a:t>
            </a:r>
            <a:r>
              <a:rPr lang="it-IT" dirty="0" err="1"/>
              <a:t>telegram</a:t>
            </a:r>
            <a:r>
              <a:rPr lang="it-IT" dirty="0"/>
              <a:t>…</a:t>
            </a:r>
          </a:p>
          <a:p>
            <a:r>
              <a:rPr lang="it-IT" dirty="0"/>
              <a:t>https://t.me/+0_K-uxO-LwxiYmFk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4110F27-0308-4761-8BFC-A89CFF84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88" y="3140968"/>
            <a:ext cx="3292624" cy="32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5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Obiettivi Formativi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it-IT" dirty="0"/>
              <a:t>Acquisire metodi di programmazione</a:t>
            </a:r>
          </a:p>
          <a:p>
            <a:pPr lvl="1" algn="just"/>
            <a:r>
              <a:rPr lang="it-IT" dirty="0"/>
              <a:t>Imparare a ragionare da informatici</a:t>
            </a:r>
          </a:p>
          <a:p>
            <a:pPr algn="just"/>
            <a:r>
              <a:rPr lang="it-IT" dirty="0"/>
              <a:t>Acquisire e sviluppare capacità di</a:t>
            </a:r>
          </a:p>
          <a:p>
            <a:pPr lvl="1" algn="just"/>
            <a:r>
              <a:rPr lang="it-IT" dirty="0"/>
              <a:t>Comprendere le proprietà fondamentali di diversi</a:t>
            </a:r>
          </a:p>
          <a:p>
            <a:pPr lvl="1" algn="just"/>
            <a:r>
              <a:rPr lang="it-IT" dirty="0"/>
              <a:t>Algoritmi e strutture dati per essi</a:t>
            </a:r>
          </a:p>
          <a:p>
            <a:pPr lvl="1" algn="just"/>
            <a:r>
              <a:rPr lang="it-IT" dirty="0"/>
              <a:t>Implementare gli algoritmi studiati in C++ in modo da ottenere soluzioni affidabili ed efficienti</a:t>
            </a:r>
          </a:p>
        </p:txBody>
      </p:sp>
    </p:spTree>
    <p:extLst>
      <p:ext uri="{BB962C8B-B14F-4D97-AF65-F5344CB8AC3E}">
        <p14:creationId xmlns:p14="http://schemas.microsoft.com/office/powerpoint/2010/main" val="414321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Perché “Efficienti”?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it-IT" dirty="0"/>
              <a:t>I computer diventano sempre più rapidi e potenti perché curarsi di scrivere programmi efficienti?</a:t>
            </a:r>
          </a:p>
          <a:p>
            <a:pPr algn="just"/>
            <a:r>
              <a:rPr lang="it-IT" dirty="0"/>
              <a:t>Perché l’efficienza è più importante della potenza</a:t>
            </a:r>
          </a:p>
        </p:txBody>
      </p:sp>
    </p:spTree>
    <p:extLst>
      <p:ext uri="{BB962C8B-B14F-4D97-AF65-F5344CB8AC3E}">
        <p14:creationId xmlns:p14="http://schemas.microsoft.com/office/powerpoint/2010/main" val="234186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Tempo n</a:t>
            </a:r>
            <a:r>
              <a:rPr lang="pt-BR" baseline="30000" dirty="0"/>
              <a:t>5</a:t>
            </a:r>
            <a:r>
              <a:rPr lang="pt-BR" dirty="0"/>
              <a:t> (1 operaz . al secondo)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852935"/>
            <a:ext cx="8229600" cy="1440161"/>
          </a:xfrm>
        </p:spPr>
        <p:txBody>
          <a:bodyPr>
            <a:normAutofit/>
          </a:bodyPr>
          <a:lstStyle/>
          <a:p>
            <a:endParaRPr lang="it-IT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it-IT" dirty="0"/>
              <a:t>Portiamo a 10 op/sec la potenza di calcolo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A8B85D25-7907-4D1F-8380-CE59B2F2C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75987"/>
              </p:ext>
            </p:extLst>
          </p:nvPr>
        </p:nvGraphicFramePr>
        <p:xfrm>
          <a:off x="457200" y="1397000"/>
          <a:ext cx="81472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67">
                  <a:extLst>
                    <a:ext uri="{9D8B030D-6E8A-4147-A177-3AD203B41FA5}">
                      <a16:colId xmlns:a16="http://schemas.microsoft.com/office/drawing/2014/main" val="3834948956"/>
                    </a:ext>
                  </a:extLst>
                </a:gridCol>
                <a:gridCol w="733986">
                  <a:extLst>
                    <a:ext uri="{9D8B030D-6E8A-4147-A177-3AD203B41FA5}">
                      <a16:colId xmlns:a16="http://schemas.microsoft.com/office/drawing/2014/main" val="3584229317"/>
                    </a:ext>
                  </a:extLst>
                </a:gridCol>
                <a:gridCol w="1027581">
                  <a:extLst>
                    <a:ext uri="{9D8B030D-6E8A-4147-A177-3AD203B41FA5}">
                      <a16:colId xmlns:a16="http://schemas.microsoft.com/office/drawing/2014/main" val="2833011178"/>
                    </a:ext>
                  </a:extLst>
                </a:gridCol>
                <a:gridCol w="807385">
                  <a:extLst>
                    <a:ext uri="{9D8B030D-6E8A-4147-A177-3AD203B41FA5}">
                      <a16:colId xmlns:a16="http://schemas.microsoft.com/office/drawing/2014/main" val="3513819439"/>
                    </a:ext>
                  </a:extLst>
                </a:gridCol>
                <a:gridCol w="761511">
                  <a:extLst>
                    <a:ext uri="{9D8B030D-6E8A-4147-A177-3AD203B41FA5}">
                      <a16:colId xmlns:a16="http://schemas.microsoft.com/office/drawing/2014/main" val="3230522519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3572008653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750634018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624991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Dimensione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dell’input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3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 di </a:t>
                      </a:r>
                      <a:r>
                        <a:rPr lang="en-US" dirty="0" err="1"/>
                        <a:t>calcolo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 min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 ore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37 gg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 anni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25303"/>
                  </a:ext>
                </a:extLst>
              </a:tr>
            </a:tbl>
          </a:graphicData>
        </a:graphic>
      </p:graphicFrame>
      <p:graphicFrame>
        <p:nvGraphicFramePr>
          <p:cNvPr id="8" name="Tabella 4">
            <a:extLst>
              <a:ext uri="{FF2B5EF4-FFF2-40B4-BE49-F238E27FC236}">
                <a16:creationId xmlns:a16="http://schemas.microsoft.com/office/drawing/2014/main" id="{F123AF76-A657-4424-ADC8-1EF1F5411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48952"/>
              </p:ext>
            </p:extLst>
          </p:nvPr>
        </p:nvGraphicFramePr>
        <p:xfrm>
          <a:off x="457200" y="4584260"/>
          <a:ext cx="81472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67">
                  <a:extLst>
                    <a:ext uri="{9D8B030D-6E8A-4147-A177-3AD203B41FA5}">
                      <a16:colId xmlns:a16="http://schemas.microsoft.com/office/drawing/2014/main" val="3834948956"/>
                    </a:ext>
                  </a:extLst>
                </a:gridCol>
                <a:gridCol w="733986">
                  <a:extLst>
                    <a:ext uri="{9D8B030D-6E8A-4147-A177-3AD203B41FA5}">
                      <a16:colId xmlns:a16="http://schemas.microsoft.com/office/drawing/2014/main" val="3584229317"/>
                    </a:ext>
                  </a:extLst>
                </a:gridCol>
                <a:gridCol w="1027581">
                  <a:extLst>
                    <a:ext uri="{9D8B030D-6E8A-4147-A177-3AD203B41FA5}">
                      <a16:colId xmlns:a16="http://schemas.microsoft.com/office/drawing/2014/main" val="2833011178"/>
                    </a:ext>
                  </a:extLst>
                </a:gridCol>
                <a:gridCol w="807385">
                  <a:extLst>
                    <a:ext uri="{9D8B030D-6E8A-4147-A177-3AD203B41FA5}">
                      <a16:colId xmlns:a16="http://schemas.microsoft.com/office/drawing/2014/main" val="3513819439"/>
                    </a:ext>
                  </a:extLst>
                </a:gridCol>
                <a:gridCol w="761511">
                  <a:extLst>
                    <a:ext uri="{9D8B030D-6E8A-4147-A177-3AD203B41FA5}">
                      <a16:colId xmlns:a16="http://schemas.microsoft.com/office/drawing/2014/main" val="3230522519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3572008653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750634018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624991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Dimensione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dell’input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3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 di </a:t>
                      </a:r>
                      <a:r>
                        <a:rPr lang="en-US" dirty="0" err="1"/>
                        <a:t>calcolo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3,2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5,2 min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2,8 ore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3,7 gg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3,9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5,4 anni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25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62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Tempo n</a:t>
            </a:r>
            <a:r>
              <a:rPr lang="pt-BR" baseline="30000" dirty="0"/>
              <a:t>2</a:t>
            </a:r>
            <a:r>
              <a:rPr lang="pt-BR" dirty="0"/>
              <a:t> (1 operaz . al secondo)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780927"/>
            <a:ext cx="8229600" cy="1280161"/>
          </a:xfrm>
        </p:spPr>
        <p:txBody>
          <a:bodyPr>
            <a:normAutofit fontScale="85000" lnSpcReduction="20000"/>
          </a:bodyPr>
          <a:lstStyle/>
          <a:p>
            <a:endParaRPr lang="it-IT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t-IT" dirty="0"/>
              <a:t>Meglio del metodo precedente implementato su una macchina 10 volte più veloce!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A8B85D25-7907-4D1F-8380-CE59B2F2C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883442"/>
              </p:ext>
            </p:extLst>
          </p:nvPr>
        </p:nvGraphicFramePr>
        <p:xfrm>
          <a:off x="457200" y="1397000"/>
          <a:ext cx="81472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67">
                  <a:extLst>
                    <a:ext uri="{9D8B030D-6E8A-4147-A177-3AD203B41FA5}">
                      <a16:colId xmlns:a16="http://schemas.microsoft.com/office/drawing/2014/main" val="3834948956"/>
                    </a:ext>
                  </a:extLst>
                </a:gridCol>
                <a:gridCol w="733986">
                  <a:extLst>
                    <a:ext uri="{9D8B030D-6E8A-4147-A177-3AD203B41FA5}">
                      <a16:colId xmlns:a16="http://schemas.microsoft.com/office/drawing/2014/main" val="3584229317"/>
                    </a:ext>
                  </a:extLst>
                </a:gridCol>
                <a:gridCol w="1027581">
                  <a:extLst>
                    <a:ext uri="{9D8B030D-6E8A-4147-A177-3AD203B41FA5}">
                      <a16:colId xmlns:a16="http://schemas.microsoft.com/office/drawing/2014/main" val="2833011178"/>
                    </a:ext>
                  </a:extLst>
                </a:gridCol>
                <a:gridCol w="951706">
                  <a:extLst>
                    <a:ext uri="{9D8B030D-6E8A-4147-A177-3AD203B41FA5}">
                      <a16:colId xmlns:a16="http://schemas.microsoft.com/office/drawing/2014/main" val="351381943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3052251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72008653"/>
                    </a:ext>
                  </a:extLst>
                </a:gridCol>
                <a:gridCol w="925810">
                  <a:extLst>
                    <a:ext uri="{9D8B030D-6E8A-4147-A177-3AD203B41FA5}">
                      <a16:colId xmlns:a16="http://schemas.microsoft.com/office/drawing/2014/main" val="2750634018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624991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Dimensione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dell’input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3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 di </a:t>
                      </a:r>
                      <a:r>
                        <a:rPr lang="en-US" dirty="0" err="1"/>
                        <a:t>calcolo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 min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 min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27 min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 min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25303"/>
                  </a:ext>
                </a:extLst>
              </a:tr>
            </a:tbl>
          </a:graphicData>
        </a:graphic>
      </p:graphicFrame>
      <p:graphicFrame>
        <p:nvGraphicFramePr>
          <p:cNvPr id="8" name="Tabella 4">
            <a:extLst>
              <a:ext uri="{FF2B5EF4-FFF2-40B4-BE49-F238E27FC236}">
                <a16:creationId xmlns:a16="http://schemas.microsoft.com/office/drawing/2014/main" id="{F123AF76-A657-4424-ADC8-1EF1F541191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584260"/>
          <a:ext cx="81472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67">
                  <a:extLst>
                    <a:ext uri="{9D8B030D-6E8A-4147-A177-3AD203B41FA5}">
                      <a16:colId xmlns:a16="http://schemas.microsoft.com/office/drawing/2014/main" val="3834948956"/>
                    </a:ext>
                  </a:extLst>
                </a:gridCol>
                <a:gridCol w="733986">
                  <a:extLst>
                    <a:ext uri="{9D8B030D-6E8A-4147-A177-3AD203B41FA5}">
                      <a16:colId xmlns:a16="http://schemas.microsoft.com/office/drawing/2014/main" val="3584229317"/>
                    </a:ext>
                  </a:extLst>
                </a:gridCol>
                <a:gridCol w="1027581">
                  <a:extLst>
                    <a:ext uri="{9D8B030D-6E8A-4147-A177-3AD203B41FA5}">
                      <a16:colId xmlns:a16="http://schemas.microsoft.com/office/drawing/2014/main" val="2833011178"/>
                    </a:ext>
                  </a:extLst>
                </a:gridCol>
                <a:gridCol w="807385">
                  <a:extLst>
                    <a:ext uri="{9D8B030D-6E8A-4147-A177-3AD203B41FA5}">
                      <a16:colId xmlns:a16="http://schemas.microsoft.com/office/drawing/2014/main" val="3513819439"/>
                    </a:ext>
                  </a:extLst>
                </a:gridCol>
                <a:gridCol w="761511">
                  <a:extLst>
                    <a:ext uri="{9D8B030D-6E8A-4147-A177-3AD203B41FA5}">
                      <a16:colId xmlns:a16="http://schemas.microsoft.com/office/drawing/2014/main" val="3230522519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3572008653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750634018"/>
                    </a:ext>
                  </a:extLst>
                </a:gridCol>
                <a:gridCol w="1018406">
                  <a:extLst>
                    <a:ext uri="{9D8B030D-6E8A-4147-A177-3AD203B41FA5}">
                      <a16:colId xmlns:a16="http://schemas.microsoft.com/office/drawing/2014/main" val="2624991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Dimensione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dell’input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3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 di </a:t>
                      </a:r>
                      <a:r>
                        <a:rPr lang="en-US" dirty="0" err="1"/>
                        <a:t>calcolo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3,2 sec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5,2 min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2,8 ore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3,7 gg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3,9 </a:t>
                      </a:r>
                      <a:r>
                        <a:rPr lang="en-US" dirty="0" err="1"/>
                        <a:t>mesi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5,4 anni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25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61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EEB677-A13C-469C-AD0A-2658F530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Attività formative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D3AD3D-39F1-4A4B-88B9-2F03EA1D8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72 ore di lezione frontale ( </a:t>
            </a:r>
            <a:r>
              <a:rPr lang="it-IT" dirty="0" err="1"/>
              <a:t>teoria+pratica</a:t>
            </a:r>
            <a:endParaRPr lang="it-IT" dirty="0"/>
          </a:p>
          <a:p>
            <a:r>
              <a:rPr lang="it-IT" dirty="0"/>
              <a:t>L’acquisizione dei metodi e delle competenze professionali della materia è sostenuta da</a:t>
            </a:r>
          </a:p>
          <a:p>
            <a:pPr lvl="1"/>
            <a:r>
              <a:rPr lang="it-IT" dirty="0"/>
              <a:t>Frequenza delle lezioni</a:t>
            </a:r>
          </a:p>
          <a:p>
            <a:pPr lvl="1"/>
            <a:r>
              <a:rPr lang="it-IT" dirty="0"/>
              <a:t>Studio individuale (tanto)</a:t>
            </a:r>
          </a:p>
          <a:p>
            <a:pPr lvl="1"/>
            <a:r>
              <a:rPr lang="it-IT" dirty="0"/>
              <a:t>Studio del testo</a:t>
            </a:r>
          </a:p>
          <a:p>
            <a:pPr lvl="1"/>
            <a:r>
              <a:rPr lang="it-IT" dirty="0"/>
              <a:t>Partecipazione al tutorato</a:t>
            </a:r>
          </a:p>
        </p:txBody>
      </p:sp>
    </p:spTree>
    <p:extLst>
      <p:ext uri="{BB962C8B-B14F-4D97-AF65-F5344CB8AC3E}">
        <p14:creationId xmlns:p14="http://schemas.microsoft.com/office/powerpoint/2010/main" val="376202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B46993-4B24-4F2B-A4B1-DF2C98CD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7707F2-00BB-44DD-A009-54DADE34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/>
              <a:t>Luis </a:t>
            </a:r>
            <a:r>
              <a:rPr lang="it-IT" dirty="0" err="1"/>
              <a:t>Joyanes</a:t>
            </a:r>
            <a:r>
              <a:rPr lang="it-IT" dirty="0"/>
              <a:t> Aguilar Fondamenti di Programmazione in C++ </a:t>
            </a:r>
            <a:r>
              <a:rPr lang="it-IT" dirty="0" err="1"/>
              <a:t>McGrawHill</a:t>
            </a:r>
            <a:endParaRPr lang="it-IT" dirty="0"/>
          </a:p>
          <a:p>
            <a:r>
              <a:rPr lang="it-IT" dirty="0"/>
              <a:t>T. H </a:t>
            </a:r>
            <a:r>
              <a:rPr lang="it-IT" dirty="0" err="1"/>
              <a:t>Cormen</a:t>
            </a:r>
            <a:r>
              <a:rPr lang="it-IT" dirty="0"/>
              <a:t> </a:t>
            </a:r>
            <a:r>
              <a:rPr lang="it-IT" dirty="0" err="1"/>
              <a:t>Introduction</a:t>
            </a:r>
            <a:r>
              <a:rPr lang="it-IT" dirty="0"/>
              <a:t> to </a:t>
            </a:r>
            <a:r>
              <a:rPr lang="it-IT" dirty="0" err="1"/>
              <a:t>Algorithms</a:t>
            </a:r>
            <a:r>
              <a:rPr lang="it-IT" dirty="0"/>
              <a:t> The MIT Press</a:t>
            </a:r>
          </a:p>
          <a:p>
            <a:r>
              <a:rPr lang="it-IT" dirty="0"/>
              <a:t>Consigliati:</a:t>
            </a:r>
          </a:p>
          <a:p>
            <a:r>
              <a:rPr lang="it-IT" dirty="0"/>
              <a:t>C++ Tecniche avanzate di programmazione Apogeo</a:t>
            </a:r>
          </a:p>
          <a:p>
            <a:r>
              <a:rPr lang="it-IT" dirty="0"/>
              <a:t>Algoritmi in C++ (terza edizione) Pearson </a:t>
            </a:r>
            <a:r>
              <a:rPr lang="it-IT" dirty="0" err="1"/>
              <a:t>Education</a:t>
            </a:r>
            <a:r>
              <a:rPr lang="it-IT" dirty="0"/>
              <a:t> Italia</a:t>
            </a:r>
          </a:p>
          <a:p>
            <a:r>
              <a:rPr lang="it-IT" dirty="0" err="1"/>
              <a:t>Effective</a:t>
            </a:r>
            <a:r>
              <a:rPr lang="it-IT" dirty="0"/>
              <a:t> C++ e More </a:t>
            </a:r>
            <a:r>
              <a:rPr lang="it-IT" dirty="0" err="1"/>
              <a:t>Effective</a:t>
            </a:r>
            <a:r>
              <a:rPr lang="it-IT" dirty="0"/>
              <a:t> C++ Addison Wesley</a:t>
            </a:r>
          </a:p>
        </p:txBody>
      </p:sp>
    </p:spTree>
    <p:extLst>
      <p:ext uri="{BB962C8B-B14F-4D97-AF65-F5344CB8AC3E}">
        <p14:creationId xmlns:p14="http://schemas.microsoft.com/office/powerpoint/2010/main" val="423775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CB0680-A011-40AD-96C1-F85ADC84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Tutorato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7FBCEE-DD7C-49FC-8F49-1CB5613E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36 ore</a:t>
            </a:r>
          </a:p>
          <a:p>
            <a:r>
              <a:rPr lang="it-IT" dirty="0"/>
              <a:t>Orari prestabiliti (si consulti </a:t>
            </a:r>
            <a:r>
              <a:rPr lang="it-IT" dirty="0" err="1"/>
              <a:t>aulario</a:t>
            </a:r>
            <a:r>
              <a:rPr lang="it-IT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90425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F3301-486A-4B21-892E-60E56A57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 con altri insegnamenti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CF5CFE-666C-4F43-98A9-419619BCC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Propedeuticità richieste: per sostenere l’esame di Programmazione 2, dovrete aver già superato:</a:t>
            </a:r>
          </a:p>
          <a:p>
            <a:r>
              <a:rPr lang="it-IT" dirty="0"/>
              <a:t>Programmazione 1</a:t>
            </a:r>
          </a:p>
          <a:p>
            <a:r>
              <a:rPr lang="it-IT" dirty="0"/>
              <a:t>Strutture Discrete</a:t>
            </a:r>
          </a:p>
        </p:txBody>
      </p:sp>
    </p:spTree>
    <p:extLst>
      <p:ext uri="{BB962C8B-B14F-4D97-AF65-F5344CB8AC3E}">
        <p14:creationId xmlns:p14="http://schemas.microsoft.com/office/powerpoint/2010/main" val="119173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1835B2-4A36-4C5F-9BC9-95679F00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Programma delle lezioni 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6E1342-8013-4654-9741-EA8FD0AF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Parte 1: Introduzione al linguaggio C++</a:t>
            </a:r>
          </a:p>
          <a:p>
            <a:pPr lvl="1"/>
            <a:r>
              <a:rPr lang="it-IT" dirty="0"/>
              <a:t>Elementi di base</a:t>
            </a:r>
          </a:p>
          <a:p>
            <a:pPr lvl="1"/>
            <a:r>
              <a:rPr lang="it-IT" dirty="0"/>
              <a:t>La programmazione strutturata</a:t>
            </a:r>
          </a:p>
          <a:p>
            <a:pPr lvl="1"/>
            <a:r>
              <a:rPr lang="it-IT" dirty="0"/>
              <a:t>Le funzioni</a:t>
            </a:r>
          </a:p>
          <a:p>
            <a:pPr lvl="1"/>
            <a:r>
              <a:rPr lang="it-IT" dirty="0"/>
              <a:t>Operatori ed espressioni</a:t>
            </a:r>
          </a:p>
          <a:p>
            <a:pPr lvl="1"/>
            <a:r>
              <a:rPr lang="it-IT" dirty="0"/>
              <a:t>Stringhe</a:t>
            </a:r>
          </a:p>
          <a:p>
            <a:pPr lvl="1"/>
            <a:r>
              <a:rPr lang="it-IT" dirty="0"/>
              <a:t>Flussi di file e stream</a:t>
            </a:r>
          </a:p>
        </p:txBody>
      </p:sp>
    </p:spTree>
    <p:extLst>
      <p:ext uri="{BB962C8B-B14F-4D97-AF65-F5344CB8AC3E}">
        <p14:creationId xmlns:p14="http://schemas.microsoft.com/office/powerpoint/2010/main" val="179077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5B727E-CABF-4BD7-856B-A459B299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Programma delle lezioni II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41312E-2A8B-4119-B4CA-C1D2E187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Parte 2: Programmazione avanzata a oggetti</a:t>
            </a:r>
          </a:p>
          <a:p>
            <a:r>
              <a:rPr lang="it-IT" dirty="0"/>
              <a:t>Classi e Oggetti</a:t>
            </a:r>
          </a:p>
          <a:p>
            <a:r>
              <a:rPr lang="it-IT" dirty="0"/>
              <a:t>Classi derivate</a:t>
            </a:r>
          </a:p>
          <a:p>
            <a:r>
              <a:rPr lang="it-IT" dirty="0"/>
              <a:t>Templates</a:t>
            </a:r>
          </a:p>
          <a:p>
            <a:r>
              <a:rPr lang="it-IT" dirty="0" err="1"/>
              <a:t>Sovraccaricamento</a:t>
            </a:r>
            <a:r>
              <a:rPr lang="it-IT" dirty="0"/>
              <a:t> degli operatori</a:t>
            </a:r>
          </a:p>
        </p:txBody>
      </p:sp>
    </p:spTree>
    <p:extLst>
      <p:ext uri="{BB962C8B-B14F-4D97-AF65-F5344CB8AC3E}">
        <p14:creationId xmlns:p14="http://schemas.microsoft.com/office/powerpoint/2010/main" val="413409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2C0DE-3978-4225-83FF-20C8B98D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Programma delle lezioni III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260A70-C1D4-490D-81CB-09374B2F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Parte 3: Strutture Dati</a:t>
            </a:r>
          </a:p>
          <a:p>
            <a:r>
              <a:rPr lang="it-IT" dirty="0"/>
              <a:t>Liste</a:t>
            </a:r>
          </a:p>
          <a:p>
            <a:r>
              <a:rPr lang="it-IT" dirty="0"/>
              <a:t>Pile e code</a:t>
            </a:r>
          </a:p>
          <a:p>
            <a:r>
              <a:rPr lang="it-IT" dirty="0"/>
              <a:t>Alberi</a:t>
            </a:r>
          </a:p>
          <a:p>
            <a:r>
              <a:rPr lang="it-IT" dirty="0"/>
              <a:t>Grafi</a:t>
            </a:r>
          </a:p>
          <a:p>
            <a:r>
              <a:rPr lang="it-IT" b="1" dirty="0"/>
              <a:t>Parte 1, 2 e 3:</a:t>
            </a:r>
          </a:p>
          <a:p>
            <a:pPr lvl="1"/>
            <a:r>
              <a:rPr lang="it-IT" dirty="0"/>
              <a:t>Tantissimi esercizi</a:t>
            </a:r>
          </a:p>
        </p:txBody>
      </p:sp>
    </p:spTree>
    <p:extLst>
      <p:ext uri="{BB962C8B-B14F-4D97-AF65-F5344CB8AC3E}">
        <p14:creationId xmlns:p14="http://schemas.microsoft.com/office/powerpoint/2010/main" val="49593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7ECC27-659E-45BD-80D6-44E6CA89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Quizizz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A8EFD6A-DD09-4CA0-9822-06021A880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597732"/>
            <a:ext cx="3662536" cy="366253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024455D-B36D-4AF5-A6A1-6E8B63ADC292}"/>
              </a:ext>
            </a:extLst>
          </p:cNvPr>
          <p:cNvSpPr txBox="1"/>
          <p:nvPr/>
        </p:nvSpPr>
        <p:spPr>
          <a:xfrm>
            <a:off x="2488869" y="5589240"/>
            <a:ext cx="4516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hlinkClick r:id="rId3"/>
              </a:rPr>
              <a:t>www.quizizz.com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00565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BD128-1349-4B2D-89E9-4B1643B3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d’esame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16C07B7-886E-4961-BB0A-84592CE12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75727"/>
              </p:ext>
            </p:extLst>
          </p:nvPr>
        </p:nvGraphicFramePr>
        <p:xfrm>
          <a:off x="457200" y="1600201"/>
          <a:ext cx="8229600" cy="1684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0439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BD128-1349-4B2D-89E9-4B1643B3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d’esame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16C07B7-886E-4961-BB0A-84592CE12C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1684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362552-2EE7-43F1-B92D-5BBBEE1F9E2B}"/>
              </a:ext>
            </a:extLst>
          </p:cNvPr>
          <p:cNvSpPr txBox="1"/>
          <p:nvPr/>
        </p:nvSpPr>
        <p:spPr>
          <a:xfrm>
            <a:off x="827584" y="4005064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 Prova scritta: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Durata 1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30 quesiti a risposta multipla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Tutti i fogli utilizzati vanno consegnati</a:t>
            </a:r>
          </a:p>
        </p:txBody>
      </p:sp>
    </p:spTree>
    <p:extLst>
      <p:ext uri="{BB962C8B-B14F-4D97-AF65-F5344CB8AC3E}">
        <p14:creationId xmlns:p14="http://schemas.microsoft.com/office/powerpoint/2010/main" val="119839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BD128-1349-4B2D-89E9-4B1643B3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d’esame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16C07B7-886E-4961-BB0A-84592CE12C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1684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362552-2EE7-43F1-B92D-5BBBEE1F9E2B}"/>
              </a:ext>
            </a:extLst>
          </p:cNvPr>
          <p:cNvSpPr txBox="1"/>
          <p:nvPr/>
        </p:nvSpPr>
        <p:spPr>
          <a:xfrm>
            <a:off x="827584" y="4005064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 Prova pratica (assegnazione via mail @studium </a:t>
            </a:r>
            <a:r>
              <a:rPr lang="it-IT" dirty="0" err="1"/>
              <a:t>unict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Realizzazione di un progetto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Consegna tramite repository </a:t>
            </a:r>
            <a:r>
              <a:rPr lang="it-IT" dirty="0" err="1"/>
              <a:t>boxexam</a:t>
            </a:r>
            <a:r>
              <a:rPr lang="it-IT" dirty="0"/>
              <a:t> in uno dei laboratori del </a:t>
            </a:r>
            <a:r>
              <a:rPr lang="it-IT" dirty="0" err="1"/>
              <a:t>dmi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Compilazione mediate g++ (o </a:t>
            </a:r>
            <a:r>
              <a:rPr lang="it-IT" dirty="0" err="1"/>
              <a:t>devC</a:t>
            </a:r>
            <a:r>
              <a:rPr lang="it-IT" dirty="0"/>
              <a:t>++) su una macchina generica</a:t>
            </a:r>
          </a:p>
        </p:txBody>
      </p:sp>
    </p:spTree>
    <p:extLst>
      <p:ext uri="{BB962C8B-B14F-4D97-AF65-F5344CB8AC3E}">
        <p14:creationId xmlns:p14="http://schemas.microsoft.com/office/powerpoint/2010/main" val="1750317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BD128-1349-4B2D-89E9-4B1643B3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d’esame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16C07B7-886E-4961-BB0A-84592CE12C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1684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362552-2EE7-43F1-B92D-5BBBEE1F9E2B}"/>
              </a:ext>
            </a:extLst>
          </p:cNvPr>
          <p:cNvSpPr txBox="1"/>
          <p:nvPr/>
        </p:nvSpPr>
        <p:spPr>
          <a:xfrm>
            <a:off x="827584" y="4005064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 Orale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Compilazione ed esecuzione del progetto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Quesiti sull’implementazione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Quesiti su tutto il programma didattico</a:t>
            </a:r>
          </a:p>
        </p:txBody>
      </p:sp>
    </p:spTree>
    <p:extLst>
      <p:ext uri="{BB962C8B-B14F-4D97-AF65-F5344CB8AC3E}">
        <p14:creationId xmlns:p14="http://schemas.microsoft.com/office/powerpoint/2010/main" val="85500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375713-41B7-43C1-9BDF-F63AF8A3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Grazie</a:t>
            </a:r>
            <a:r>
              <a:rPr lang="en-US" dirty="0"/>
              <a:t> per </a:t>
            </a:r>
            <a:r>
              <a:rPr lang="en-US" dirty="0" err="1"/>
              <a:t>l’attenzione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74B0A2-7B18-44B7-8CC8-576C93B7E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Domande</a:t>
            </a:r>
            <a:r>
              <a:rPr lang="en-US" dirty="0"/>
              <a:t>?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4934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83C68F-91A0-4A11-A9E2-4849A6F66E20}"/>
</file>

<file path=customXml/itemProps2.xml><?xml version="1.0" encoding="utf-8"?>
<ds:datastoreItem xmlns:ds="http://schemas.openxmlformats.org/officeDocument/2006/customXml" ds:itemID="{6BE9FB4D-AF71-4DFB-8ED8-3A10A2213BD7}"/>
</file>

<file path=customXml/itemProps3.xml><?xml version="1.0" encoding="utf-8"?>
<ds:datastoreItem xmlns:ds="http://schemas.openxmlformats.org/officeDocument/2006/customXml" ds:itemID="{5CD6275C-2DEB-46A3-A9F0-75BB586352FF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651</Words>
  <Application>Microsoft Office PowerPoint</Application>
  <PresentationFormat>Presentazione su schermo (4:3)</PresentationFormat>
  <Paragraphs>181</Paragraphs>
  <Slides>20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-apple-system</vt:lpstr>
      <vt:lpstr>Arial</vt:lpstr>
      <vt:lpstr>Calibri</vt:lpstr>
      <vt:lpstr>Times New Roman</vt:lpstr>
      <vt:lpstr>Tema di Office</vt:lpstr>
      <vt:lpstr>Introduzione al Corso di Programmazione II Massimo Orazio Spata   massimo.spata@unict.it www.dmi.unict.it/spata/</vt:lpstr>
      <vt:lpstr>Canale MS Teams</vt:lpstr>
      <vt:lpstr>Canale telegram programmazione mobile</vt:lpstr>
      <vt:lpstr>Obiettivi Formativi</vt:lpstr>
      <vt:lpstr>Perché “Efficienti”?</vt:lpstr>
      <vt:lpstr>Tempo n5 (1 operaz . al secondo)</vt:lpstr>
      <vt:lpstr>Tempo n2 (1 operaz . al secondo)</vt:lpstr>
      <vt:lpstr>Attività formative</vt:lpstr>
      <vt:lpstr>Testi</vt:lpstr>
      <vt:lpstr>Tutorato</vt:lpstr>
      <vt:lpstr>Relazione con altri insegnamenti</vt:lpstr>
      <vt:lpstr>Programma delle lezioni I</vt:lpstr>
      <vt:lpstr>Programma delle lezioni II</vt:lpstr>
      <vt:lpstr>Programma delle lezioni III</vt:lpstr>
      <vt:lpstr>Quizizz</vt:lpstr>
      <vt:lpstr>Modalità d’esame</vt:lpstr>
      <vt:lpstr>Modalità d’esame</vt:lpstr>
      <vt:lpstr>Modalità d’esame</vt:lpstr>
      <vt:lpstr>Modalità d’esame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750</cp:revision>
  <dcterms:created xsi:type="dcterms:W3CDTF">2012-01-04T08:06:02Z</dcterms:created>
  <dcterms:modified xsi:type="dcterms:W3CDTF">2023-03-07T07:32:28Z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