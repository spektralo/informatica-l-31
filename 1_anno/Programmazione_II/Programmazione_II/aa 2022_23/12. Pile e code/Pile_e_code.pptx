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</p:sldMasterIdLst>
  <p:notesMasterIdLst>
    <p:notesMasterId r:id="rId14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6" d="100"/>
          <a:sy n="56" d="100"/>
        </p:scale>
        <p:origin x="1190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simo Orazio Spata" userId="cc365b76-c41f-4401-a5bc-1d5b99d6e750" providerId="ADAL" clId="{952605DF-5E9B-4DC7-A656-C3F514E671F1}"/>
    <pc:docChg chg="modSld">
      <pc:chgData name="Massimo Orazio Spata" userId="cc365b76-c41f-4401-a5bc-1d5b99d6e750" providerId="ADAL" clId="{952605DF-5E9B-4DC7-A656-C3F514E671F1}" dt="2023-02-01T10:15:07.327" v="1" actId="1076"/>
      <pc:docMkLst>
        <pc:docMk/>
      </pc:docMkLst>
      <pc:sldChg chg="addSp modSp mod">
        <pc:chgData name="Massimo Orazio Spata" userId="cc365b76-c41f-4401-a5bc-1d5b99d6e750" providerId="ADAL" clId="{952605DF-5E9B-4DC7-A656-C3F514E671F1}" dt="2023-02-01T10:15:07.327" v="1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952605DF-5E9B-4DC7-A656-C3F514E671F1}" dt="2023-02-01T10:15:07.327" v="1" actId="1076"/>
          <ac:spMkLst>
            <pc:docMk/>
            <pc:sldMk cId="0" sldId="286"/>
            <ac:spMk id="5" creationId="{B7794ECC-2E3A-409D-A656-CFCB111E127F}"/>
          </ac:spMkLst>
        </pc:spChg>
      </pc:sldChg>
    </pc:docChg>
  </pc:docChgLst>
  <pc:docChgLst>
    <pc:chgData name="Natale, Luigi" userId="0bb35f83-ebdf-4526-ae9a-c3e8393a1d1b" providerId="ADAL" clId="{FBA48F4D-DCA4-4BBF-AF41-B34872A00226}"/>
    <pc:docChg chg="custSel addSld delSld modSld modMainMaster">
      <pc:chgData name="Natale, Luigi" userId="0bb35f83-ebdf-4526-ae9a-c3e8393a1d1b" providerId="ADAL" clId="{FBA48F4D-DCA4-4BBF-AF41-B34872A00226}" dt="2021-09-01T14:29:41.423" v="140" actId="478"/>
      <pc:docMkLst>
        <pc:docMk/>
      </pc:docMkLst>
      <pc:sldChg chg="del modNotes">
        <pc:chgData name="Natale, Luigi" userId="0bb35f83-ebdf-4526-ae9a-c3e8393a1d1b" providerId="ADAL" clId="{FBA48F4D-DCA4-4BBF-AF41-B34872A00226}" dt="2021-09-01T14:26:01.504" v="17" actId="47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FBA48F4D-DCA4-4BBF-AF41-B34872A00226}" dt="2021-09-01T14:29:41.423" v="140" actId="478"/>
        <pc:sldMkLst>
          <pc:docMk/>
          <pc:sldMk cId="0" sldId="257"/>
        </pc:sldMkLst>
        <pc:spChg chg="add mod">
          <ac:chgData name="Natale, Luigi" userId="0bb35f83-ebdf-4526-ae9a-c3e8393a1d1b" providerId="ADAL" clId="{FBA48F4D-DCA4-4BBF-AF41-B34872A00226}" dt="2021-09-01T14:29:39.750" v="139" actId="114"/>
          <ac:spMkLst>
            <pc:docMk/>
            <pc:sldMk cId="0" sldId="257"/>
            <ac:spMk id="4" creationId="{503A1D4A-FF81-4397-AD45-E083157A4104}"/>
          </ac:spMkLst>
        </pc:spChg>
        <pc:spChg chg="del">
          <ac:chgData name="Natale, Luigi" userId="0bb35f83-ebdf-4526-ae9a-c3e8393a1d1b" providerId="ADAL" clId="{FBA48F4D-DCA4-4BBF-AF41-B34872A00226}" dt="2021-09-01T14:29:41.423" v="140" actId="478"/>
          <ac:spMkLst>
            <pc:docMk/>
            <pc:sldMk cId="0" sldId="257"/>
            <ac:spMk id="14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BA48F4D-DCA4-4BBF-AF41-B34872A00226}" dt="2021-09-01T14:29:02.366" v="124" actId="1076"/>
        <pc:sldMkLst>
          <pc:docMk/>
          <pc:sldMk cId="0" sldId="258"/>
        </pc:sldMkLst>
        <pc:spChg chg="add mod">
          <ac:chgData name="Natale, Luigi" userId="0bb35f83-ebdf-4526-ae9a-c3e8393a1d1b" providerId="ADAL" clId="{FBA48F4D-DCA4-4BBF-AF41-B34872A00226}" dt="2021-09-01T14:28:53.532" v="119" actId="114"/>
          <ac:spMkLst>
            <pc:docMk/>
            <pc:sldMk cId="0" sldId="258"/>
            <ac:spMk id="4" creationId="{13E2866D-89E3-491E-B2E8-E95B73917A1E}"/>
          </ac:spMkLst>
        </pc:spChg>
        <pc:spChg chg="del mod">
          <ac:chgData name="Natale, Luigi" userId="0bb35f83-ebdf-4526-ae9a-c3e8393a1d1b" providerId="ADAL" clId="{FBA48F4D-DCA4-4BBF-AF41-B34872A00226}" dt="2021-09-01T14:28:58.083" v="121" actId="478"/>
          <ac:spMkLst>
            <pc:docMk/>
            <pc:sldMk cId="0" sldId="258"/>
            <ac:spMk id="147" creationId="{00000000-0000-0000-0000-000000000000}"/>
          </ac:spMkLst>
        </pc:spChg>
        <pc:picChg chg="mod">
          <ac:chgData name="Natale, Luigi" userId="0bb35f83-ebdf-4526-ae9a-c3e8393a1d1b" providerId="ADAL" clId="{FBA48F4D-DCA4-4BBF-AF41-B34872A00226}" dt="2021-09-01T14:29:02.366" v="124" actId="1076"/>
          <ac:picMkLst>
            <pc:docMk/>
            <pc:sldMk cId="0" sldId="258"/>
            <ac:picMk id="148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FBA48F4D-DCA4-4BBF-AF41-B34872A00226}" dt="2021-09-01T14:29:10.953" v="130" actId="1038"/>
        <pc:sldMkLst>
          <pc:docMk/>
          <pc:sldMk cId="0" sldId="259"/>
        </pc:sldMkLst>
        <pc:spChg chg="add del mod">
          <ac:chgData name="Natale, Luigi" userId="0bb35f83-ebdf-4526-ae9a-c3e8393a1d1b" providerId="ADAL" clId="{FBA48F4D-DCA4-4BBF-AF41-B34872A00226}" dt="2021-09-01T14:28:44.701" v="116" actId="478"/>
          <ac:spMkLst>
            <pc:docMk/>
            <pc:sldMk cId="0" sldId="259"/>
            <ac:spMk id="6" creationId="{ED33D641-044E-4370-8360-1EB5932F0D5C}"/>
          </ac:spMkLst>
        </pc:spChg>
        <pc:spChg chg="add mod">
          <ac:chgData name="Natale, Luigi" userId="0bb35f83-ebdf-4526-ae9a-c3e8393a1d1b" providerId="ADAL" clId="{FBA48F4D-DCA4-4BBF-AF41-B34872A00226}" dt="2021-09-01T14:28:42.812" v="115"/>
          <ac:spMkLst>
            <pc:docMk/>
            <pc:sldMk cId="0" sldId="259"/>
            <ac:spMk id="7" creationId="{53541779-0911-40B6-B6C5-CAC777DE5C04}"/>
          </ac:spMkLst>
        </pc:spChg>
        <pc:spChg chg="del">
          <ac:chgData name="Natale, Luigi" userId="0bb35f83-ebdf-4526-ae9a-c3e8393a1d1b" providerId="ADAL" clId="{FBA48F4D-DCA4-4BBF-AF41-B34872A00226}" dt="2021-09-01T14:28:45.878" v="117" actId="478"/>
          <ac:spMkLst>
            <pc:docMk/>
            <pc:sldMk cId="0" sldId="259"/>
            <ac:spMk id="149" creationId="{00000000-0000-0000-0000-000000000000}"/>
          </ac:spMkLst>
        </pc:spChg>
        <pc:grpChg chg="mod">
          <ac:chgData name="Natale, Luigi" userId="0bb35f83-ebdf-4526-ae9a-c3e8393a1d1b" providerId="ADAL" clId="{FBA48F4D-DCA4-4BBF-AF41-B34872A00226}" dt="2021-09-01T14:29:10.953" v="130" actId="1038"/>
          <ac:grpSpMkLst>
            <pc:docMk/>
            <pc:sldMk cId="0" sldId="259"/>
            <ac:grpSpMk id="150" creationId="{00000000-0000-0000-0000-000000000000}"/>
          </ac:grpSpMkLst>
        </pc:grpChg>
      </pc:sldChg>
      <pc:sldChg chg="addSp delSp modSp mod modClrScheme chgLayout">
        <pc:chgData name="Natale, Luigi" userId="0bb35f83-ebdf-4526-ae9a-c3e8393a1d1b" providerId="ADAL" clId="{FBA48F4D-DCA4-4BBF-AF41-B34872A00226}" dt="2021-09-01T14:29:19.741" v="132" actId="1076"/>
        <pc:sldMkLst>
          <pc:docMk/>
          <pc:sldMk cId="0" sldId="260"/>
        </pc:sldMkLst>
        <pc:spChg chg="add mod">
          <ac:chgData name="Natale, Luigi" userId="0bb35f83-ebdf-4526-ae9a-c3e8393a1d1b" providerId="ADAL" clId="{FBA48F4D-DCA4-4BBF-AF41-B34872A00226}" dt="2021-09-01T14:28:31.225" v="112" actId="1036"/>
          <ac:spMkLst>
            <pc:docMk/>
            <pc:sldMk cId="0" sldId="260"/>
            <ac:spMk id="5" creationId="{0DD70228-1C7E-4F9F-B89F-D33622188270}"/>
          </ac:spMkLst>
        </pc:spChg>
        <pc:spChg chg="del">
          <ac:chgData name="Natale, Luigi" userId="0bb35f83-ebdf-4526-ae9a-c3e8393a1d1b" providerId="ADAL" clId="{FBA48F4D-DCA4-4BBF-AF41-B34872A00226}" dt="2021-09-01T14:28:34.403" v="113" actId="478"/>
          <ac:spMkLst>
            <pc:docMk/>
            <pc:sldMk cId="0" sldId="260"/>
            <ac:spMk id="153" creationId="{00000000-0000-0000-0000-000000000000}"/>
          </ac:spMkLst>
        </pc:spChg>
        <pc:picChg chg="mod">
          <ac:chgData name="Natale, Luigi" userId="0bb35f83-ebdf-4526-ae9a-c3e8393a1d1b" providerId="ADAL" clId="{FBA48F4D-DCA4-4BBF-AF41-B34872A00226}" dt="2021-09-01T14:29:15.217" v="131" actId="1036"/>
          <ac:picMkLst>
            <pc:docMk/>
            <pc:sldMk cId="0" sldId="260"/>
            <ac:picMk id="154" creationId="{00000000-0000-0000-0000-000000000000}"/>
          </ac:picMkLst>
        </pc:picChg>
        <pc:picChg chg="mod">
          <ac:chgData name="Natale, Luigi" userId="0bb35f83-ebdf-4526-ae9a-c3e8393a1d1b" providerId="ADAL" clId="{FBA48F4D-DCA4-4BBF-AF41-B34872A00226}" dt="2021-09-01T14:29:19.741" v="132" actId="1076"/>
          <ac:picMkLst>
            <pc:docMk/>
            <pc:sldMk cId="0" sldId="260"/>
            <ac:picMk id="155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FBA48F4D-DCA4-4BBF-AF41-B34872A00226}" dt="2021-09-01T14:29:25.581" v="135" actId="1038"/>
        <pc:sldMkLst>
          <pc:docMk/>
          <pc:sldMk cId="0" sldId="261"/>
        </pc:sldMkLst>
        <pc:spChg chg="add del mod">
          <ac:chgData name="Natale, Luigi" userId="0bb35f83-ebdf-4526-ae9a-c3e8393a1d1b" providerId="ADAL" clId="{FBA48F4D-DCA4-4BBF-AF41-B34872A00226}" dt="2021-09-01T14:28:15.340" v="96" actId="478"/>
          <ac:spMkLst>
            <pc:docMk/>
            <pc:sldMk cId="0" sldId="261"/>
            <ac:spMk id="4" creationId="{37CA8F8A-AC0A-41B8-8984-7AB1560D765A}"/>
          </ac:spMkLst>
        </pc:spChg>
        <pc:spChg chg="add mod">
          <ac:chgData name="Natale, Luigi" userId="0bb35f83-ebdf-4526-ae9a-c3e8393a1d1b" providerId="ADAL" clId="{FBA48F4D-DCA4-4BBF-AF41-B34872A00226}" dt="2021-09-01T14:28:17.378" v="98" actId="20577"/>
          <ac:spMkLst>
            <pc:docMk/>
            <pc:sldMk cId="0" sldId="261"/>
            <ac:spMk id="5" creationId="{EBF83D0D-1E22-4B6F-88EC-ABD174D14C90}"/>
          </ac:spMkLst>
        </pc:spChg>
        <pc:spChg chg="del">
          <ac:chgData name="Natale, Luigi" userId="0bb35f83-ebdf-4526-ae9a-c3e8393a1d1b" providerId="ADAL" clId="{FBA48F4D-DCA4-4BBF-AF41-B34872A00226}" dt="2021-09-01T14:28:19.326" v="99" actId="478"/>
          <ac:spMkLst>
            <pc:docMk/>
            <pc:sldMk cId="0" sldId="261"/>
            <ac:spMk id="156" creationId="{00000000-0000-0000-0000-000000000000}"/>
          </ac:spMkLst>
        </pc:spChg>
        <pc:picChg chg="mod">
          <ac:chgData name="Natale, Luigi" userId="0bb35f83-ebdf-4526-ae9a-c3e8393a1d1b" providerId="ADAL" clId="{FBA48F4D-DCA4-4BBF-AF41-B34872A00226}" dt="2021-09-01T14:29:25.581" v="135" actId="1038"/>
          <ac:picMkLst>
            <pc:docMk/>
            <pc:sldMk cId="0" sldId="261"/>
            <ac:picMk id="157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FBA48F4D-DCA4-4BBF-AF41-B34872A00226}" dt="2021-09-01T14:29:28.872" v="137" actId="1038"/>
        <pc:sldMkLst>
          <pc:docMk/>
          <pc:sldMk cId="0" sldId="262"/>
        </pc:sldMkLst>
        <pc:spChg chg="add mod">
          <ac:chgData name="Natale, Luigi" userId="0bb35f83-ebdf-4526-ae9a-c3e8393a1d1b" providerId="ADAL" clId="{FBA48F4D-DCA4-4BBF-AF41-B34872A00226}" dt="2021-09-01T14:28:06.753" v="95" actId="1036"/>
          <ac:spMkLst>
            <pc:docMk/>
            <pc:sldMk cId="0" sldId="262"/>
            <ac:spMk id="6" creationId="{E9B7D5CD-8B45-46F8-8FD2-E7D8A7BF5D89}"/>
          </ac:spMkLst>
        </pc:spChg>
        <pc:spChg chg="del">
          <ac:chgData name="Natale, Luigi" userId="0bb35f83-ebdf-4526-ae9a-c3e8393a1d1b" providerId="ADAL" clId="{FBA48F4D-DCA4-4BBF-AF41-B34872A00226}" dt="2021-09-01T14:28:02.721" v="84" actId="478"/>
          <ac:spMkLst>
            <pc:docMk/>
            <pc:sldMk cId="0" sldId="262"/>
            <ac:spMk id="158" creationId="{00000000-0000-0000-0000-000000000000}"/>
          </ac:spMkLst>
        </pc:spChg>
        <pc:grpChg chg="mod">
          <ac:chgData name="Natale, Luigi" userId="0bb35f83-ebdf-4526-ae9a-c3e8393a1d1b" providerId="ADAL" clId="{FBA48F4D-DCA4-4BBF-AF41-B34872A00226}" dt="2021-09-01T14:29:28.872" v="137" actId="1038"/>
          <ac:grpSpMkLst>
            <pc:docMk/>
            <pc:sldMk cId="0" sldId="262"/>
            <ac:grpSpMk id="159" creationId="{00000000-0000-0000-0000-000000000000}"/>
          </ac:grpSpMkLst>
        </pc:grpChg>
      </pc:sldChg>
      <pc:sldChg chg="addSp delSp modSp mod modClrScheme chgLayout">
        <pc:chgData name="Natale, Luigi" userId="0bb35f83-ebdf-4526-ae9a-c3e8393a1d1b" providerId="ADAL" clId="{FBA48F4D-DCA4-4BBF-AF41-B34872A00226}" dt="2021-09-01T14:27:50.284" v="81" actId="1036"/>
        <pc:sldMkLst>
          <pc:docMk/>
          <pc:sldMk cId="0" sldId="263"/>
        </pc:sldMkLst>
        <pc:spChg chg="add mod">
          <ac:chgData name="Natale, Luigi" userId="0bb35f83-ebdf-4526-ae9a-c3e8393a1d1b" providerId="ADAL" clId="{FBA48F4D-DCA4-4BBF-AF41-B34872A00226}" dt="2021-09-01T14:27:50.284" v="81" actId="1036"/>
          <ac:spMkLst>
            <pc:docMk/>
            <pc:sldMk cId="0" sldId="263"/>
            <ac:spMk id="6" creationId="{C6A20C3A-0B7A-4D88-92E7-8DD7E30738DF}"/>
          </ac:spMkLst>
        </pc:spChg>
        <pc:spChg chg="del">
          <ac:chgData name="Natale, Luigi" userId="0bb35f83-ebdf-4526-ae9a-c3e8393a1d1b" providerId="ADAL" clId="{FBA48F4D-DCA4-4BBF-AF41-B34872A00226}" dt="2021-09-01T14:27:42.399" v="69" actId="478"/>
          <ac:spMkLst>
            <pc:docMk/>
            <pc:sldMk cId="0" sldId="263"/>
            <ac:spMk id="16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BA48F4D-DCA4-4BBF-AF41-B34872A00226}" dt="2021-09-01T14:27:34.106" v="67" actId="478"/>
        <pc:sldMkLst>
          <pc:docMk/>
          <pc:sldMk cId="0" sldId="264"/>
        </pc:sldMkLst>
        <pc:spChg chg="add mod">
          <ac:chgData name="Natale, Luigi" userId="0bb35f83-ebdf-4526-ae9a-c3e8393a1d1b" providerId="ADAL" clId="{FBA48F4D-DCA4-4BBF-AF41-B34872A00226}" dt="2021-09-01T14:27:31.898" v="66" actId="114"/>
          <ac:spMkLst>
            <pc:docMk/>
            <pc:sldMk cId="0" sldId="264"/>
            <ac:spMk id="4" creationId="{0E6C05F2-83DE-4915-B675-E5A15D9AF9B6}"/>
          </ac:spMkLst>
        </pc:spChg>
        <pc:spChg chg="del">
          <ac:chgData name="Natale, Luigi" userId="0bb35f83-ebdf-4526-ae9a-c3e8393a1d1b" providerId="ADAL" clId="{FBA48F4D-DCA4-4BBF-AF41-B34872A00226}" dt="2021-09-01T14:27:34.106" v="67" actId="478"/>
          <ac:spMkLst>
            <pc:docMk/>
            <pc:sldMk cId="0" sldId="264"/>
            <ac:spMk id="16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BA48F4D-DCA4-4BBF-AF41-B34872A00226}" dt="2021-09-01T14:27:25.126" v="64" actId="478"/>
        <pc:sldMkLst>
          <pc:docMk/>
          <pc:sldMk cId="0" sldId="265"/>
        </pc:sldMkLst>
        <pc:spChg chg="add mod">
          <ac:chgData name="Natale, Luigi" userId="0bb35f83-ebdf-4526-ae9a-c3e8393a1d1b" providerId="ADAL" clId="{FBA48F4D-DCA4-4BBF-AF41-B34872A00226}" dt="2021-09-01T14:27:22.983" v="63" actId="114"/>
          <ac:spMkLst>
            <pc:docMk/>
            <pc:sldMk cId="0" sldId="265"/>
            <ac:spMk id="4" creationId="{6A139F7F-984F-4F11-8A87-31405EDCF532}"/>
          </ac:spMkLst>
        </pc:spChg>
        <pc:spChg chg="del">
          <ac:chgData name="Natale, Luigi" userId="0bb35f83-ebdf-4526-ae9a-c3e8393a1d1b" providerId="ADAL" clId="{FBA48F4D-DCA4-4BBF-AF41-B34872A00226}" dt="2021-09-01T14:27:25.126" v="64" actId="478"/>
          <ac:spMkLst>
            <pc:docMk/>
            <pc:sldMk cId="0" sldId="265"/>
            <ac:spMk id="16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BA48F4D-DCA4-4BBF-AF41-B34872A00226}" dt="2021-09-01T14:27:12.716" v="61" actId="1036"/>
        <pc:sldMkLst>
          <pc:docMk/>
          <pc:sldMk cId="0" sldId="266"/>
        </pc:sldMkLst>
        <pc:spChg chg="add mod">
          <ac:chgData name="Natale, Luigi" userId="0bb35f83-ebdf-4526-ae9a-c3e8393a1d1b" providerId="ADAL" clId="{FBA48F4D-DCA4-4BBF-AF41-B34872A00226}" dt="2021-09-01T14:27:12.716" v="61" actId="1036"/>
          <ac:spMkLst>
            <pc:docMk/>
            <pc:sldMk cId="0" sldId="266"/>
            <ac:spMk id="4" creationId="{9CF1A337-A206-4FEF-9FAA-ADD466ACCAB5}"/>
          </ac:spMkLst>
        </pc:spChg>
        <pc:spChg chg="del">
          <ac:chgData name="Natale, Luigi" userId="0bb35f83-ebdf-4526-ae9a-c3e8393a1d1b" providerId="ADAL" clId="{FBA48F4D-DCA4-4BBF-AF41-B34872A00226}" dt="2021-09-01T14:27:04.996" v="49" actId="478"/>
          <ac:spMkLst>
            <pc:docMk/>
            <pc:sldMk cId="0" sldId="266"/>
            <ac:spMk id="17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BA48F4D-DCA4-4BBF-AF41-B34872A00226}" dt="2021-09-01T14:26:55.012" v="47" actId="1036"/>
        <pc:sldMkLst>
          <pc:docMk/>
          <pc:sldMk cId="0" sldId="267"/>
        </pc:sldMkLst>
        <pc:spChg chg="add mod">
          <ac:chgData name="Natale, Luigi" userId="0bb35f83-ebdf-4526-ae9a-c3e8393a1d1b" providerId="ADAL" clId="{FBA48F4D-DCA4-4BBF-AF41-B34872A00226}" dt="2021-09-01T14:26:55.012" v="47" actId="1036"/>
          <ac:spMkLst>
            <pc:docMk/>
            <pc:sldMk cId="0" sldId="267"/>
            <ac:spMk id="5" creationId="{FC3B3D0E-893C-4426-84DC-50C8FE07E674}"/>
          </ac:spMkLst>
        </pc:spChg>
        <pc:spChg chg="del">
          <ac:chgData name="Natale, Luigi" userId="0bb35f83-ebdf-4526-ae9a-c3e8393a1d1b" providerId="ADAL" clId="{FBA48F4D-DCA4-4BBF-AF41-B34872A00226}" dt="2021-09-01T14:26:46.990" v="34" actId="478"/>
          <ac:spMkLst>
            <pc:docMk/>
            <pc:sldMk cId="0" sldId="267"/>
            <ac:spMk id="172" creationId="{00000000-0000-0000-0000-000000000000}"/>
          </ac:spMkLst>
        </pc:spChg>
      </pc:sldChg>
      <pc:sldChg chg="modSp add mod modClrScheme chgLayout">
        <pc:chgData name="Natale, Luigi" userId="0bb35f83-ebdf-4526-ae9a-c3e8393a1d1b" providerId="ADAL" clId="{FBA48F4D-DCA4-4BBF-AF41-B34872A00226}" dt="2021-09-01T14:26:19.298" v="20" actId="700"/>
        <pc:sldMkLst>
          <pc:docMk/>
          <pc:sldMk cId="0" sldId="286"/>
        </pc:sldMkLst>
        <pc:spChg chg="mod">
          <ac:chgData name="Natale, Luigi" userId="0bb35f83-ebdf-4526-ae9a-c3e8393a1d1b" providerId="ADAL" clId="{FBA48F4D-DCA4-4BBF-AF41-B34872A00226}" dt="2021-09-01T14:25:59.229" v="16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SldLayout modSldLayout">
        <pc:chgData name="Natale, Luigi" userId="0bb35f83-ebdf-4526-ae9a-c3e8393a1d1b" providerId="ADAL" clId="{FBA48F4D-DCA4-4BBF-AF41-B34872A00226}" dt="2021-09-01T14:26:07.588" v="18" actId="20577"/>
        <pc:sldMasterMkLst>
          <pc:docMk/>
          <pc:sldMasterMk cId="1709077455" sldId="2147483687"/>
        </pc:sldMasterMkLst>
        <pc:sldLayoutChg chg="modSp mod">
          <pc:chgData name="Natale, Luigi" userId="0bb35f83-ebdf-4526-ae9a-c3e8393a1d1b" providerId="ADAL" clId="{FBA48F4D-DCA4-4BBF-AF41-B34872A00226}" dt="2021-09-01T14:26:07.588" v="18" actId="20577"/>
          <pc:sldLayoutMkLst>
            <pc:docMk/>
            <pc:sldMasterMk cId="1709077455" sldId="2147483687"/>
            <pc:sldLayoutMk cId="187196898" sldId="2147483688"/>
          </pc:sldLayoutMkLst>
          <pc:spChg chg="mod">
            <ac:chgData name="Natale, Luigi" userId="0bb35f83-ebdf-4526-ae9a-c3e8393a1d1b" providerId="ADAL" clId="{FBA48F4D-DCA4-4BBF-AF41-B34872A00226}" dt="2021-09-01T14:26:07.588" v="18" actId="20577"/>
            <ac:spMkLst>
              <pc:docMk/>
              <pc:sldMasterMk cId="1709077455" sldId="2147483687"/>
              <pc:sldLayoutMk cId="187196898" sldId="2147483688"/>
              <ac:spMk id="8" creationId="{39337AFF-2B3D-43A8-B024-4B73D336750A}"/>
            </ac:spMkLst>
          </pc:spChg>
        </pc:sldLayoutChg>
        <pc:sldLayoutChg chg="delSp del mod">
          <pc:chgData name="Natale, Luigi" userId="0bb35f83-ebdf-4526-ae9a-c3e8393a1d1b" providerId="ADAL" clId="{FBA48F4D-DCA4-4BBF-AF41-B34872A00226}" dt="2021-09-01T14:25:10.840" v="5" actId="2696"/>
          <pc:sldLayoutMkLst>
            <pc:docMk/>
            <pc:sldMasterMk cId="1709077455" sldId="2147483687"/>
            <pc:sldLayoutMk cId="1882984472" sldId="2147483689"/>
          </pc:sldLayoutMkLst>
          <pc:picChg chg="del">
            <ac:chgData name="Natale, Luigi" userId="0bb35f83-ebdf-4526-ae9a-c3e8393a1d1b" providerId="ADAL" clId="{FBA48F4D-DCA4-4BBF-AF41-B34872A00226}" dt="2021-09-01T14:25:07.517" v="3" actId="21"/>
            <ac:picMkLst>
              <pc:docMk/>
              <pc:sldMasterMk cId="1709077455" sldId="2147483687"/>
              <pc:sldLayoutMk cId="1882984472" sldId="2147483689"/>
              <ac:picMk id="5" creationId="{2C852528-98ED-4EF8-94D2-65154EB73827}"/>
            </ac:picMkLst>
          </pc:picChg>
        </pc:sldLayoutChg>
        <pc:sldLayoutChg chg="del">
          <pc:chgData name="Natale, Luigi" userId="0bb35f83-ebdf-4526-ae9a-c3e8393a1d1b" providerId="ADAL" clId="{FBA48F4D-DCA4-4BBF-AF41-B34872A00226}" dt="2021-09-01T14:25:02.955" v="1" actId="2696"/>
          <pc:sldLayoutMkLst>
            <pc:docMk/>
            <pc:sldMasterMk cId="1709077455" sldId="2147483687"/>
            <pc:sldLayoutMk cId="1460604940" sldId="2147483690"/>
          </pc:sldLayoutMkLst>
        </pc:sldLayoutChg>
        <pc:sldLayoutChg chg="addSp delSp modSp del mod">
          <pc:chgData name="Natale, Luigi" userId="0bb35f83-ebdf-4526-ae9a-c3e8393a1d1b" providerId="ADAL" clId="{FBA48F4D-DCA4-4BBF-AF41-B34872A00226}" dt="2021-09-01T14:26:01.504" v="17" actId="47"/>
          <pc:sldLayoutMkLst>
            <pc:docMk/>
            <pc:sldMasterMk cId="1709077455" sldId="2147483687"/>
            <pc:sldLayoutMk cId="2588989479" sldId="2147483691"/>
          </pc:sldLayoutMkLst>
          <pc:spChg chg="del">
            <ac:chgData name="Natale, Luigi" userId="0bb35f83-ebdf-4526-ae9a-c3e8393a1d1b" providerId="ADAL" clId="{FBA48F4D-DCA4-4BBF-AF41-B34872A00226}" dt="2021-09-01T14:25:04.807" v="2" actId="478"/>
            <ac:spMkLst>
              <pc:docMk/>
              <pc:sldMasterMk cId="1709077455" sldId="2147483687"/>
              <pc:sldLayoutMk cId="2588989479" sldId="2147483691"/>
              <ac:spMk id="11" creationId="{00000000-0000-0000-0000-000000000000}"/>
            </ac:spMkLst>
          </pc:spChg>
          <pc:spChg chg="del">
            <ac:chgData name="Natale, Luigi" userId="0bb35f83-ebdf-4526-ae9a-c3e8393a1d1b" providerId="ADAL" clId="{FBA48F4D-DCA4-4BBF-AF41-B34872A00226}" dt="2021-09-01T14:25:04.807" v="2" actId="478"/>
            <ac:spMkLst>
              <pc:docMk/>
              <pc:sldMasterMk cId="1709077455" sldId="2147483687"/>
              <pc:sldLayoutMk cId="2588989479" sldId="2147483691"/>
              <ac:spMk id="12" creationId="{00000000-0000-0000-0000-000000000000}"/>
            </ac:spMkLst>
          </pc:spChg>
          <pc:picChg chg="add mod">
            <ac:chgData name="Natale, Luigi" userId="0bb35f83-ebdf-4526-ae9a-c3e8393a1d1b" providerId="ADAL" clId="{FBA48F4D-DCA4-4BBF-AF41-B34872A00226}" dt="2021-09-01T14:25:08.880" v="4"/>
            <ac:picMkLst>
              <pc:docMk/>
              <pc:sldMasterMk cId="1709077455" sldId="2147483687"/>
              <pc:sldLayoutMk cId="2588989479" sldId="2147483691"/>
              <ac:picMk id="4" creationId="{F9DF3B4D-CAA2-4F1D-98DE-5EBB511F5FE1}"/>
            </ac:picMkLst>
          </pc:picChg>
        </pc:sldLayoutChg>
        <pc:sldLayoutChg chg="delSp mod">
          <pc:chgData name="Natale, Luigi" userId="0bb35f83-ebdf-4526-ae9a-c3e8393a1d1b" providerId="ADAL" clId="{FBA48F4D-DCA4-4BBF-AF41-B34872A00226}" dt="2021-09-01T14:25:12.480" v="6" actId="478"/>
          <pc:sldLayoutMkLst>
            <pc:docMk/>
            <pc:sldMasterMk cId="1709077455" sldId="2147483687"/>
            <pc:sldLayoutMk cId="2619260853" sldId="2147483692"/>
          </pc:sldLayoutMkLst>
          <pc:spChg chg="del">
            <ac:chgData name="Natale, Luigi" userId="0bb35f83-ebdf-4526-ae9a-c3e8393a1d1b" providerId="ADAL" clId="{FBA48F4D-DCA4-4BBF-AF41-B34872A00226}" dt="2021-09-01T14:25:12.480" v="6" actId="478"/>
            <ac:spMkLst>
              <pc:docMk/>
              <pc:sldMasterMk cId="1709077455" sldId="2147483687"/>
              <pc:sldLayoutMk cId="2619260853" sldId="2147483692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FBA48F4D-DCA4-4BBF-AF41-B34872A00226}" dt="2021-09-01T14:25:12.480" v="6" actId="478"/>
            <ac:spMkLst>
              <pc:docMk/>
              <pc:sldMasterMk cId="1709077455" sldId="2147483687"/>
              <pc:sldLayoutMk cId="2619260853" sldId="2147483692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FBA48F4D-DCA4-4BBF-AF41-B34872A00226}" dt="2021-09-01T14:25:12.480" v="6" actId="478"/>
            <ac:spMkLst>
              <pc:docMk/>
              <pc:sldMasterMk cId="1709077455" sldId="2147483687"/>
              <pc:sldLayoutMk cId="2619260853" sldId="2147483692"/>
              <ac:spMk id="61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Fai clic per spostare la diapositiva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2000" b="0" strike="noStrike" spc="-1">
                <a:latin typeface="Arial"/>
              </a:rPr>
              <a:t>Fai clic per modificare il formato delle note</a:t>
            </a:r>
          </a:p>
        </p:txBody>
      </p:sp>
      <p:sp>
        <p:nvSpPr>
          <p:cNvPr id="1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&lt;intestazione&gt;</a:t>
            </a:r>
          </a:p>
        </p:txBody>
      </p:sp>
      <p:sp>
        <p:nvSpPr>
          <p:cNvPr id="140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&lt;data/ora&gt;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&lt;piè di pagina&gt;</a:t>
            </a:r>
          </a:p>
        </p:txBody>
      </p:sp>
      <p:sp>
        <p:nvSpPr>
          <p:cNvPr id="142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F7407DDA-8DC2-419C-9507-96641AE1FBBD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18. Pile e code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8719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260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4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9077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18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Pile e code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581349" y="4509000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2"/>
          <p:cNvSpPr/>
          <p:nvPr/>
        </p:nvSpPr>
        <p:spPr>
          <a:xfrm>
            <a:off x="162720" y="1897560"/>
            <a:ext cx="8657280" cy="458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393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lista alla quale si può accedere solo da un estremo; gli elementi si aggiungono o si rimuovono solo dalla sua parte “superiore”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393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gestita con strategia Last In First Out (LIFO)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393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le operazioni usuali nella pila sono:</a:t>
            </a:r>
            <a:endParaRPr lang="it-IT" sz="22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inserire ( 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  <a:ea typeface="SimSun"/>
              </a:rPr>
              <a:t>push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) aggiunge un elemento alla cima della pila e l’operazione</a:t>
            </a:r>
            <a:endParaRPr lang="it-IT" sz="22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rimuovere ( 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  <a:ea typeface="SimSun"/>
              </a:rPr>
              <a:t>pop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) elimina o toglie un elemento dalla pila. 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393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si può implementare tramite array (dimensione massima fissa) o tramite liste concatenate (memoria dinamica dimensione libera)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503A1D4A-FF81-4397-AD45-E083157A410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pila (</a:t>
            </a:r>
            <a:r>
              <a:rPr lang="it-IT" sz="4000" i="1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stack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magine 147"/>
          <p:cNvPicPr/>
          <p:nvPr/>
        </p:nvPicPr>
        <p:blipFill>
          <a:blip r:embed="rId2"/>
          <a:stretch/>
        </p:blipFill>
        <p:spPr>
          <a:xfrm>
            <a:off x="224100" y="2076660"/>
            <a:ext cx="8695800" cy="270468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13E2866D-89E3-491E-B2E8-E95B73917A1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pila (</a:t>
            </a:r>
            <a:r>
              <a:rPr lang="it-IT" sz="4000" i="1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stack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uppo 149"/>
          <p:cNvGrpSpPr/>
          <p:nvPr/>
        </p:nvGrpSpPr>
        <p:grpSpPr>
          <a:xfrm>
            <a:off x="180000" y="540000"/>
            <a:ext cx="4320000" cy="5760000"/>
            <a:chOff x="180000" y="540000"/>
            <a:chExt cx="4320000" cy="5760000"/>
          </a:xfrm>
        </p:grpSpPr>
        <p:pic>
          <p:nvPicPr>
            <p:cNvPr id="151" name="Immagine 150"/>
            <p:cNvPicPr/>
            <p:nvPr/>
          </p:nvPicPr>
          <p:blipFill>
            <a:blip r:embed="rId2"/>
            <a:stretch/>
          </p:blipFill>
          <p:spPr>
            <a:xfrm>
              <a:off x="180000" y="540000"/>
              <a:ext cx="4320000" cy="1873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2" name="Immagine 151"/>
            <p:cNvPicPr/>
            <p:nvPr/>
          </p:nvPicPr>
          <p:blipFill>
            <a:blip r:embed="rId3"/>
            <a:stretch/>
          </p:blipFill>
          <p:spPr>
            <a:xfrm>
              <a:off x="180000" y="2413080"/>
              <a:ext cx="4282200" cy="3886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" name="CustomShape 1">
            <a:extLst>
              <a:ext uri="{FF2B5EF4-FFF2-40B4-BE49-F238E27FC236}">
                <a16:creationId xmlns:a16="http://schemas.microsoft.com/office/drawing/2014/main" id="{53541779-0911-40B6-B6C5-CAC777DE5C04}"/>
              </a:ext>
            </a:extLst>
          </p:cNvPr>
          <p:cNvSpPr/>
          <p:nvPr/>
        </p:nvSpPr>
        <p:spPr>
          <a:xfrm>
            <a:off x="4572000" y="1485200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pila tramite vettore: </a:t>
            </a:r>
            <a:b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 (1/2)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Immagine 153"/>
          <p:cNvPicPr/>
          <p:nvPr/>
        </p:nvPicPr>
        <p:blipFill>
          <a:blip r:embed="rId2"/>
          <a:stretch/>
        </p:blipFill>
        <p:spPr>
          <a:xfrm>
            <a:off x="180000" y="596520"/>
            <a:ext cx="2351160" cy="5784480"/>
          </a:xfrm>
          <a:prstGeom prst="rect">
            <a:avLst/>
          </a:prstGeom>
          <a:ln w="0">
            <a:noFill/>
          </a:ln>
        </p:spPr>
      </p:pic>
      <p:pic>
        <p:nvPicPr>
          <p:cNvPr id="155" name="Immagine 154"/>
          <p:cNvPicPr/>
          <p:nvPr/>
        </p:nvPicPr>
        <p:blipFill>
          <a:blip r:embed="rId3"/>
          <a:stretch/>
        </p:blipFill>
        <p:spPr>
          <a:xfrm>
            <a:off x="3492000" y="3488760"/>
            <a:ext cx="2525400" cy="2578680"/>
          </a:xfrm>
          <a:prstGeom prst="rect">
            <a:avLst/>
          </a:prstGeom>
          <a:ln w="0"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0DD70228-1C7E-4F9F-B89F-D33622188270}"/>
              </a:ext>
            </a:extLst>
          </p:cNvPr>
          <p:cNvSpPr/>
          <p:nvPr/>
        </p:nvSpPr>
        <p:spPr>
          <a:xfrm>
            <a:off x="4572000" y="1485200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pila tramite vettore: </a:t>
            </a:r>
            <a:b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 (2/2)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magine 156"/>
          <p:cNvPicPr/>
          <p:nvPr/>
        </p:nvPicPr>
        <p:blipFill>
          <a:blip r:embed="rId2"/>
          <a:stretch/>
        </p:blipFill>
        <p:spPr>
          <a:xfrm>
            <a:off x="61560" y="540000"/>
            <a:ext cx="4510440" cy="5760000"/>
          </a:xfrm>
          <a:prstGeom prst="rect">
            <a:avLst/>
          </a:prstGeom>
          <a:ln w="0"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EBF83D0D-1E22-4B6F-88EC-ABD174D14C90}"/>
              </a:ext>
            </a:extLst>
          </p:cNvPr>
          <p:cNvSpPr/>
          <p:nvPr/>
        </p:nvSpPr>
        <p:spPr>
          <a:xfrm>
            <a:off x="4572000" y="1485200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pila tramite liste: </a:t>
            </a:r>
            <a:b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 (a/3)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uppo 158"/>
          <p:cNvGrpSpPr/>
          <p:nvPr/>
        </p:nvGrpSpPr>
        <p:grpSpPr>
          <a:xfrm>
            <a:off x="192600" y="540000"/>
            <a:ext cx="4451400" cy="5940000"/>
            <a:chOff x="48600" y="540000"/>
            <a:chExt cx="4451400" cy="5940000"/>
          </a:xfrm>
        </p:grpSpPr>
        <p:pic>
          <p:nvPicPr>
            <p:cNvPr id="160" name="Immagine 159"/>
            <p:cNvPicPr/>
            <p:nvPr/>
          </p:nvPicPr>
          <p:blipFill>
            <a:blip r:embed="rId2"/>
            <a:stretch/>
          </p:blipFill>
          <p:spPr>
            <a:xfrm>
              <a:off x="86400" y="540000"/>
              <a:ext cx="2267640" cy="1811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1" name="Immagine 160"/>
            <p:cNvPicPr/>
            <p:nvPr/>
          </p:nvPicPr>
          <p:blipFill>
            <a:blip r:embed="rId3"/>
            <a:stretch/>
          </p:blipFill>
          <p:spPr>
            <a:xfrm>
              <a:off x="48600" y="2351880"/>
              <a:ext cx="4451400" cy="41281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" name="CustomShape 1">
            <a:extLst>
              <a:ext uri="{FF2B5EF4-FFF2-40B4-BE49-F238E27FC236}">
                <a16:creationId xmlns:a16="http://schemas.microsoft.com/office/drawing/2014/main" id="{E9B7D5CD-8B45-46F8-8FD2-E7D8A7BF5D89}"/>
              </a:ext>
            </a:extLst>
          </p:cNvPr>
          <p:cNvSpPr/>
          <p:nvPr/>
        </p:nvSpPr>
        <p:spPr>
          <a:xfrm>
            <a:off x="4572000" y="1485200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pila tramite liste: </a:t>
            </a:r>
            <a:b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 (2/3)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uppo 162"/>
          <p:cNvGrpSpPr/>
          <p:nvPr/>
        </p:nvGrpSpPr>
        <p:grpSpPr>
          <a:xfrm>
            <a:off x="360000" y="716040"/>
            <a:ext cx="2573280" cy="5403960"/>
            <a:chOff x="360000" y="716040"/>
            <a:chExt cx="2573280" cy="5403960"/>
          </a:xfrm>
        </p:grpSpPr>
        <p:pic>
          <p:nvPicPr>
            <p:cNvPr id="164" name="Immagine 163"/>
            <p:cNvPicPr/>
            <p:nvPr/>
          </p:nvPicPr>
          <p:blipFill>
            <a:blip r:embed="rId2"/>
            <a:stretch/>
          </p:blipFill>
          <p:spPr>
            <a:xfrm>
              <a:off x="360000" y="716040"/>
              <a:ext cx="2573280" cy="4017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5" name="Immagine 164"/>
            <p:cNvPicPr/>
            <p:nvPr/>
          </p:nvPicPr>
          <p:blipFill>
            <a:blip r:embed="rId3"/>
            <a:stretch/>
          </p:blipFill>
          <p:spPr>
            <a:xfrm>
              <a:off x="360000" y="4733280"/>
              <a:ext cx="1169640" cy="13867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" name="CustomShape 1">
            <a:extLst>
              <a:ext uri="{FF2B5EF4-FFF2-40B4-BE49-F238E27FC236}">
                <a16:creationId xmlns:a16="http://schemas.microsoft.com/office/drawing/2014/main" id="{C6A20C3A-0B7A-4D88-92E7-8DD7E30738DF}"/>
              </a:ext>
            </a:extLst>
          </p:cNvPr>
          <p:cNvSpPr/>
          <p:nvPr/>
        </p:nvSpPr>
        <p:spPr>
          <a:xfrm>
            <a:off x="4572000" y="1485200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pila tramite liste: </a:t>
            </a:r>
            <a:b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 (3/3)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3"/>
          <p:cNvSpPr/>
          <p:nvPr/>
        </p:nvSpPr>
        <p:spPr>
          <a:xfrm>
            <a:off x="180000" y="1620000"/>
            <a:ext cx="8657280" cy="458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393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struttura dati gestita con politica First In First Out (FIFO)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393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pensata come un vettore, permette di accedere ai dati da ciascuno dei suoi due estremi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393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gli elementi si immettono in coda e si rimuovono dalla testa nello stesso ordine in cui sono stati immessi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393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azioni permesse:</a:t>
            </a:r>
            <a:endParaRPr lang="it-IT" sz="22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creazione di una coda vuota</a:t>
            </a:r>
            <a:endParaRPr lang="it-IT" sz="22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verifica che una coda sia vuota</a:t>
            </a:r>
            <a:endParaRPr lang="it-IT" sz="22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aggiunta di un dato alla fine della coda</a:t>
            </a:r>
            <a:endParaRPr lang="it-IT" sz="22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eliminazione di un dato dalla testa della coda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0E6C05F2-83DE-4915-B675-E5A15D9AF9B6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coda (</a:t>
            </a:r>
            <a:r>
              <a:rPr lang="it-IT" sz="4000" i="1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queue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Immagine 168"/>
          <p:cNvPicPr/>
          <p:nvPr/>
        </p:nvPicPr>
        <p:blipFill>
          <a:blip r:embed="rId2"/>
          <a:stretch/>
        </p:blipFill>
        <p:spPr>
          <a:xfrm>
            <a:off x="1980000" y="1385280"/>
            <a:ext cx="4943160" cy="491472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6A139F7F-984F-4F11-8A87-31405EDCF532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coda (</a:t>
            </a:r>
            <a:r>
              <a:rPr lang="it-IT" sz="4000" i="1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queue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mmagine 170"/>
          <p:cNvPicPr/>
          <p:nvPr/>
        </p:nvPicPr>
        <p:blipFill>
          <a:blip r:embed="rId2"/>
          <a:stretch/>
        </p:blipFill>
        <p:spPr>
          <a:xfrm>
            <a:off x="125280" y="607680"/>
            <a:ext cx="5274720" cy="569232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9CF1A337-A206-4FEF-9FAA-ADD466ACCAB5}"/>
              </a:ext>
            </a:extLst>
          </p:cNvPr>
          <p:cNvSpPr/>
          <p:nvPr/>
        </p:nvSpPr>
        <p:spPr>
          <a:xfrm>
            <a:off x="4572000" y="1485200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coda tramite vettore circolare: </a:t>
            </a:r>
            <a:b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 (1/2)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Immagine 172"/>
          <p:cNvPicPr/>
          <p:nvPr/>
        </p:nvPicPr>
        <p:blipFill>
          <a:blip r:embed="rId2"/>
          <a:stretch/>
        </p:blipFill>
        <p:spPr>
          <a:xfrm>
            <a:off x="161640" y="638280"/>
            <a:ext cx="4338360" cy="5679360"/>
          </a:xfrm>
          <a:prstGeom prst="rect">
            <a:avLst/>
          </a:prstGeom>
          <a:ln w="0">
            <a:noFill/>
          </a:ln>
        </p:spPr>
      </p:pic>
      <p:pic>
        <p:nvPicPr>
          <p:cNvPr id="174" name="Immagine 173"/>
          <p:cNvPicPr/>
          <p:nvPr/>
        </p:nvPicPr>
        <p:blipFill>
          <a:blip r:embed="rId3"/>
          <a:stretch/>
        </p:blipFill>
        <p:spPr>
          <a:xfrm>
            <a:off x="5481000" y="5400000"/>
            <a:ext cx="2619000" cy="837720"/>
          </a:xfrm>
          <a:prstGeom prst="rect">
            <a:avLst/>
          </a:prstGeom>
          <a:ln w="0"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FC3B3D0E-893C-4426-84DC-50C8FE07E674}"/>
              </a:ext>
            </a:extLst>
          </p:cNvPr>
          <p:cNvSpPr/>
          <p:nvPr/>
        </p:nvSpPr>
        <p:spPr>
          <a:xfrm>
            <a:off x="4572000" y="1485200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coda tramite vettore circolare: </a:t>
            </a:r>
            <a:b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 (2/2)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D516FA-8201-4B2A-9526-8BD37213D4ED}"/>
</file>

<file path=customXml/itemProps2.xml><?xml version="1.0" encoding="utf-8"?>
<ds:datastoreItem xmlns:ds="http://schemas.openxmlformats.org/officeDocument/2006/customXml" ds:itemID="{3358FF49-4595-4618-8A32-9997484632E4}"/>
</file>

<file path=customXml/itemProps3.xml><?xml version="1.0" encoding="utf-8"?>
<ds:datastoreItem xmlns:ds="http://schemas.openxmlformats.org/officeDocument/2006/customXml" ds:itemID="{ABF054DF-88D5-498B-B203-6C72DA35DA4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260</Words>
  <Application>Microsoft Office PowerPoint</Application>
  <PresentationFormat>Presentazione su schermo (4:3)</PresentationFormat>
  <Paragraphs>30</Paragraphs>
  <Slides>12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Tahoma</vt:lpstr>
      <vt:lpstr>Times New Roman</vt:lpstr>
      <vt:lpstr>Wingdings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340</cp:revision>
  <cp:lastPrinted>1999-03-05T00:48:02Z</cp:lastPrinted>
  <dcterms:created xsi:type="dcterms:W3CDTF">1999-01-19T02:07:12Z</dcterms:created>
  <dcterms:modified xsi:type="dcterms:W3CDTF">2023-02-01T10:15:08Z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0</vt:r8>
  </property>
  <property fmtid="{D5CDD505-2E9C-101B-9397-08002B2CF9AE}" pid="6" name="Notes">
    <vt:r8>1</vt:r8>
  </property>
  <property fmtid="{D5CDD505-2E9C-101B-9397-08002B2CF9AE}" pid="7" name="PresentationFormat">
    <vt:lpwstr>Presentazione su schermo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2</vt:r8>
  </property>
  <property fmtid="{D5CDD505-2E9C-101B-9397-08002B2CF9AE}" pid="11" name="ContentTypeId">
    <vt:lpwstr>0x010100CD9CE4ACF4375A4C8C0602FFE49177BE</vt:lpwstr>
  </property>
</Properties>
</file>