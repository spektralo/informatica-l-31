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2"/>
  </p:notesMasterIdLst>
  <p:sldIdLst>
    <p:sldId id="28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90038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37" autoAdjust="0"/>
  </p:normalViewPr>
  <p:slideViewPr>
    <p:cSldViewPr showGuides="1">
      <p:cViewPr varScale="1">
        <p:scale>
          <a:sx n="62" d="100"/>
          <a:sy n="62" d="100"/>
        </p:scale>
        <p:origin x="1203" y="-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ale, Luigi" userId="0bb35f83-ebdf-4526-ae9a-c3e8393a1d1b" providerId="ADAL" clId="{DC1DF27D-A177-4843-A575-26F1F0CFD1FF}"/>
    <pc:docChg chg="custSel addSld delSld modSld modMainMaster">
      <pc:chgData name="Natale, Luigi" userId="0bb35f83-ebdf-4526-ae9a-c3e8393a1d1b" providerId="ADAL" clId="{DC1DF27D-A177-4843-A575-26F1F0CFD1FF}" dt="2021-09-01T10:17:51.511" v="93" actId="1036"/>
      <pc:docMkLst>
        <pc:docMk/>
      </pc:docMkLst>
      <pc:sldChg chg="del mod modClrScheme chgLayout modNotes">
        <pc:chgData name="Natale, Luigi" userId="0bb35f83-ebdf-4526-ae9a-c3e8393a1d1b" providerId="ADAL" clId="{DC1DF27D-A177-4843-A575-26F1F0CFD1FF}" dt="2021-09-01T10:14:23.358" v="9" actId="47"/>
        <pc:sldMkLst>
          <pc:docMk/>
          <pc:sldMk cId="0" sldId="256"/>
        </pc:sldMkLst>
      </pc:sldChg>
      <pc:sldChg chg="addSp delSp modSp mod modClrScheme chgLayout">
        <pc:chgData name="Natale, Luigi" userId="0bb35f83-ebdf-4526-ae9a-c3e8393a1d1b" providerId="ADAL" clId="{DC1DF27D-A177-4843-A575-26F1F0CFD1FF}" dt="2021-09-01T10:17:51.511" v="93" actId="1036"/>
        <pc:sldMkLst>
          <pc:docMk/>
          <pc:sldMk cId="0" sldId="257"/>
        </pc:sldMkLst>
        <pc:spChg chg="add mod">
          <ac:chgData name="Natale, Luigi" userId="0bb35f83-ebdf-4526-ae9a-c3e8393a1d1b" providerId="ADAL" clId="{DC1DF27D-A177-4843-A575-26F1F0CFD1FF}" dt="2021-09-01T10:17:48.179" v="91"/>
          <ac:spMkLst>
            <pc:docMk/>
            <pc:sldMk cId="0" sldId="257"/>
            <ac:spMk id="4" creationId="{661FE0B4-DC0B-4424-951B-F1B5E1021332}"/>
          </ac:spMkLst>
        </pc:spChg>
        <pc:spChg chg="del mod">
          <ac:chgData name="Natale, Luigi" userId="0bb35f83-ebdf-4526-ae9a-c3e8393a1d1b" providerId="ADAL" clId="{DC1DF27D-A177-4843-A575-26F1F0CFD1FF}" dt="2021-09-01T10:17:50.300" v="92" actId="478"/>
          <ac:spMkLst>
            <pc:docMk/>
            <pc:sldMk cId="0" sldId="257"/>
            <ac:spMk id="99" creationId="{00000000-0000-0000-0000-000000000000}"/>
          </ac:spMkLst>
        </pc:spChg>
        <pc:picChg chg="mod">
          <ac:chgData name="Natale, Luigi" userId="0bb35f83-ebdf-4526-ae9a-c3e8393a1d1b" providerId="ADAL" clId="{DC1DF27D-A177-4843-A575-26F1F0CFD1FF}" dt="2021-09-01T10:17:51.511" v="93" actId="1036"/>
          <ac:picMkLst>
            <pc:docMk/>
            <pc:sldMk cId="0" sldId="257"/>
            <ac:picMk id="100" creationId="{00000000-0000-0000-0000-000000000000}"/>
          </ac:picMkLst>
        </pc:picChg>
      </pc:sldChg>
      <pc:sldChg chg="addSp delSp modSp mod modClrScheme chgLayout">
        <pc:chgData name="Natale, Luigi" userId="0bb35f83-ebdf-4526-ae9a-c3e8393a1d1b" providerId="ADAL" clId="{DC1DF27D-A177-4843-A575-26F1F0CFD1FF}" dt="2021-09-01T10:17:43.168" v="90" actId="2711"/>
        <pc:sldMkLst>
          <pc:docMk/>
          <pc:sldMk cId="0" sldId="258"/>
        </pc:sldMkLst>
        <pc:spChg chg="add mod">
          <ac:chgData name="Natale, Luigi" userId="0bb35f83-ebdf-4526-ae9a-c3e8393a1d1b" providerId="ADAL" clId="{DC1DF27D-A177-4843-A575-26F1F0CFD1FF}" dt="2021-09-01T10:17:43.168" v="90" actId="2711"/>
          <ac:spMkLst>
            <pc:docMk/>
            <pc:sldMk cId="0" sldId="258"/>
            <ac:spMk id="8" creationId="{05F17DC0-E299-4B56-BA92-1989A72323E8}"/>
          </ac:spMkLst>
        </pc:spChg>
        <pc:spChg chg="del mod">
          <ac:chgData name="Natale, Luigi" userId="0bb35f83-ebdf-4526-ae9a-c3e8393a1d1b" providerId="ADAL" clId="{DC1DF27D-A177-4843-A575-26F1F0CFD1FF}" dt="2021-09-01T10:17:37.086" v="89" actId="478"/>
          <ac:spMkLst>
            <pc:docMk/>
            <pc:sldMk cId="0" sldId="258"/>
            <ac:spMk id="10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7:25.934" v="87" actId="478"/>
        <pc:sldMkLst>
          <pc:docMk/>
          <pc:sldMk cId="0" sldId="259"/>
        </pc:sldMkLst>
        <pc:spChg chg="add mod">
          <ac:chgData name="Natale, Luigi" userId="0bb35f83-ebdf-4526-ae9a-c3e8393a1d1b" providerId="ADAL" clId="{DC1DF27D-A177-4843-A575-26F1F0CFD1FF}" dt="2021-09-01T10:17:23.099" v="86" actId="2711"/>
          <ac:spMkLst>
            <pc:docMk/>
            <pc:sldMk cId="0" sldId="259"/>
            <ac:spMk id="5" creationId="{1EE14988-6866-43A1-8531-B889C8A2BB00}"/>
          </ac:spMkLst>
        </pc:spChg>
        <pc:spChg chg="del mod">
          <ac:chgData name="Natale, Luigi" userId="0bb35f83-ebdf-4526-ae9a-c3e8393a1d1b" providerId="ADAL" clId="{DC1DF27D-A177-4843-A575-26F1F0CFD1FF}" dt="2021-09-01T10:17:25.934" v="87" actId="478"/>
          <ac:spMkLst>
            <pc:docMk/>
            <pc:sldMk cId="0" sldId="259"/>
            <ac:spMk id="10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7:13.590" v="84" actId="1036"/>
        <pc:sldMkLst>
          <pc:docMk/>
          <pc:sldMk cId="0" sldId="260"/>
        </pc:sldMkLst>
        <pc:spChg chg="add mod">
          <ac:chgData name="Natale, Luigi" userId="0bb35f83-ebdf-4526-ae9a-c3e8393a1d1b" providerId="ADAL" clId="{DC1DF27D-A177-4843-A575-26F1F0CFD1FF}" dt="2021-09-01T10:17:08.813" v="79"/>
          <ac:spMkLst>
            <pc:docMk/>
            <pc:sldMk cId="0" sldId="260"/>
            <ac:spMk id="4" creationId="{833044A4-ED76-4CA5-B32C-24708B2DFEFF}"/>
          </ac:spMkLst>
        </pc:spChg>
        <pc:spChg chg="del mod">
          <ac:chgData name="Natale, Luigi" userId="0bb35f83-ebdf-4526-ae9a-c3e8393a1d1b" providerId="ADAL" clId="{DC1DF27D-A177-4843-A575-26F1F0CFD1FF}" dt="2021-09-01T10:17:10.806" v="80" actId="478"/>
          <ac:spMkLst>
            <pc:docMk/>
            <pc:sldMk cId="0" sldId="260"/>
            <ac:spMk id="110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7:13.590" v="84" actId="1036"/>
          <ac:spMkLst>
            <pc:docMk/>
            <pc:sldMk cId="0" sldId="260"/>
            <ac:spMk id="111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7:02.773" v="78" actId="1035"/>
        <pc:sldMkLst>
          <pc:docMk/>
          <pc:sldMk cId="0" sldId="261"/>
        </pc:sldMkLst>
        <pc:spChg chg="add mod">
          <ac:chgData name="Natale, Luigi" userId="0bb35f83-ebdf-4526-ae9a-c3e8393a1d1b" providerId="ADAL" clId="{DC1DF27D-A177-4843-A575-26F1F0CFD1FF}" dt="2021-09-01T10:16:55.867" v="71"/>
          <ac:spMkLst>
            <pc:docMk/>
            <pc:sldMk cId="0" sldId="261"/>
            <ac:spMk id="4" creationId="{0D432753-C3DC-4602-B29D-B877C92887C6}"/>
          </ac:spMkLst>
        </pc:spChg>
        <pc:spChg chg="del mod">
          <ac:chgData name="Natale, Luigi" userId="0bb35f83-ebdf-4526-ae9a-c3e8393a1d1b" providerId="ADAL" clId="{DC1DF27D-A177-4843-A575-26F1F0CFD1FF}" dt="2021-09-01T10:16:57.857" v="72" actId="478"/>
          <ac:spMkLst>
            <pc:docMk/>
            <pc:sldMk cId="0" sldId="261"/>
            <ac:spMk id="112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7:02.773" v="78" actId="1035"/>
          <ac:spMkLst>
            <pc:docMk/>
            <pc:sldMk cId="0" sldId="261"/>
            <ac:spMk id="113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6:49.602" v="70" actId="1036"/>
        <pc:sldMkLst>
          <pc:docMk/>
          <pc:sldMk cId="0" sldId="262"/>
        </pc:sldMkLst>
        <pc:spChg chg="add mod">
          <ac:chgData name="Natale, Luigi" userId="0bb35f83-ebdf-4526-ae9a-c3e8393a1d1b" providerId="ADAL" clId="{DC1DF27D-A177-4843-A575-26F1F0CFD1FF}" dt="2021-09-01T10:16:42.661" v="62"/>
          <ac:spMkLst>
            <pc:docMk/>
            <pc:sldMk cId="0" sldId="262"/>
            <ac:spMk id="4" creationId="{376DE925-8FF1-40DB-BA33-3834794B16D8}"/>
          </ac:spMkLst>
        </pc:spChg>
        <pc:spChg chg="del mod">
          <ac:chgData name="Natale, Luigi" userId="0bb35f83-ebdf-4526-ae9a-c3e8393a1d1b" providerId="ADAL" clId="{DC1DF27D-A177-4843-A575-26F1F0CFD1FF}" dt="2021-09-01T10:16:44.291" v="63" actId="478"/>
          <ac:spMkLst>
            <pc:docMk/>
            <pc:sldMk cId="0" sldId="262"/>
            <ac:spMk id="114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6:49.602" v="70" actId="1036"/>
          <ac:spMkLst>
            <pc:docMk/>
            <pc:sldMk cId="0" sldId="262"/>
            <ac:spMk id="115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6:36.882" v="61" actId="1036"/>
        <pc:sldMkLst>
          <pc:docMk/>
          <pc:sldMk cId="0" sldId="263"/>
        </pc:sldMkLst>
        <pc:spChg chg="add mod">
          <ac:chgData name="Natale, Luigi" userId="0bb35f83-ebdf-4526-ae9a-c3e8393a1d1b" providerId="ADAL" clId="{DC1DF27D-A177-4843-A575-26F1F0CFD1FF}" dt="2021-09-01T10:16:31.020" v="58"/>
          <ac:spMkLst>
            <pc:docMk/>
            <pc:sldMk cId="0" sldId="263"/>
            <ac:spMk id="4" creationId="{AD901CD6-075B-4BE8-AE6E-74521A17661F}"/>
          </ac:spMkLst>
        </pc:spChg>
        <pc:spChg chg="del mod">
          <ac:chgData name="Natale, Luigi" userId="0bb35f83-ebdf-4526-ae9a-c3e8393a1d1b" providerId="ADAL" clId="{DC1DF27D-A177-4843-A575-26F1F0CFD1FF}" dt="2021-09-01T10:16:33.449" v="59" actId="478"/>
          <ac:spMkLst>
            <pc:docMk/>
            <pc:sldMk cId="0" sldId="263"/>
            <ac:spMk id="116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6:36.882" v="61" actId="1036"/>
          <ac:spMkLst>
            <pc:docMk/>
            <pc:sldMk cId="0" sldId="263"/>
            <ac:spMk id="117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6:25.656" v="57" actId="1035"/>
        <pc:sldMkLst>
          <pc:docMk/>
          <pc:sldMk cId="0" sldId="264"/>
        </pc:sldMkLst>
        <pc:spChg chg="add mod">
          <ac:chgData name="Natale, Luigi" userId="0bb35f83-ebdf-4526-ae9a-c3e8393a1d1b" providerId="ADAL" clId="{DC1DF27D-A177-4843-A575-26F1F0CFD1FF}" dt="2021-09-01T10:16:14.432" v="48"/>
          <ac:spMkLst>
            <pc:docMk/>
            <pc:sldMk cId="0" sldId="264"/>
            <ac:spMk id="4" creationId="{0286364E-4704-47C9-BE30-EF1E1CFB7C99}"/>
          </ac:spMkLst>
        </pc:spChg>
        <pc:spChg chg="del mod">
          <ac:chgData name="Natale, Luigi" userId="0bb35f83-ebdf-4526-ae9a-c3e8393a1d1b" providerId="ADAL" clId="{DC1DF27D-A177-4843-A575-26F1F0CFD1FF}" dt="2021-09-01T10:16:16.295" v="49" actId="478"/>
          <ac:spMkLst>
            <pc:docMk/>
            <pc:sldMk cId="0" sldId="264"/>
            <ac:spMk id="118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6:25.656" v="57" actId="1035"/>
          <ac:spMkLst>
            <pc:docMk/>
            <pc:sldMk cId="0" sldId="264"/>
            <ac:spMk id="119" creationId="{00000000-0000-0000-0000-000000000000}"/>
          </ac:spMkLst>
        </pc:spChg>
      </pc:sldChg>
      <pc:sldChg chg="addSp delSp modSp mod modClrScheme chgLayout">
        <pc:chgData name="Natale, Luigi" userId="0bb35f83-ebdf-4526-ae9a-c3e8393a1d1b" providerId="ADAL" clId="{DC1DF27D-A177-4843-A575-26F1F0CFD1FF}" dt="2021-09-01T10:16:09.078" v="47" actId="1035"/>
        <pc:sldMkLst>
          <pc:docMk/>
          <pc:sldMk cId="0" sldId="265"/>
        </pc:sldMkLst>
        <pc:spChg chg="add mod">
          <ac:chgData name="Natale, Luigi" userId="0bb35f83-ebdf-4526-ae9a-c3e8393a1d1b" providerId="ADAL" clId="{DC1DF27D-A177-4843-A575-26F1F0CFD1FF}" dt="2021-09-01T10:16:00.688" v="36"/>
          <ac:spMkLst>
            <pc:docMk/>
            <pc:sldMk cId="0" sldId="265"/>
            <ac:spMk id="4" creationId="{084C87FE-74C9-439B-8EFE-7044FEB1A2C4}"/>
          </ac:spMkLst>
        </pc:spChg>
        <pc:spChg chg="del mod">
          <ac:chgData name="Natale, Luigi" userId="0bb35f83-ebdf-4526-ae9a-c3e8393a1d1b" providerId="ADAL" clId="{DC1DF27D-A177-4843-A575-26F1F0CFD1FF}" dt="2021-09-01T10:16:03.772" v="37" actId="478"/>
          <ac:spMkLst>
            <pc:docMk/>
            <pc:sldMk cId="0" sldId="265"/>
            <ac:spMk id="120" creationId="{00000000-0000-0000-0000-000000000000}"/>
          </ac:spMkLst>
        </pc:spChg>
        <pc:spChg chg="mod">
          <ac:chgData name="Natale, Luigi" userId="0bb35f83-ebdf-4526-ae9a-c3e8393a1d1b" providerId="ADAL" clId="{DC1DF27D-A177-4843-A575-26F1F0CFD1FF}" dt="2021-09-01T10:16:09.078" v="47" actId="1035"/>
          <ac:spMkLst>
            <pc:docMk/>
            <pc:sldMk cId="0" sldId="265"/>
            <ac:spMk id="121" creationId="{00000000-0000-0000-0000-000000000000}"/>
          </ac:spMkLst>
        </pc:spChg>
      </pc:sldChg>
      <pc:sldChg chg="modSp add mod modClrScheme chgLayout">
        <pc:chgData name="Natale, Luigi" userId="0bb35f83-ebdf-4526-ae9a-c3e8393a1d1b" providerId="ADAL" clId="{DC1DF27D-A177-4843-A575-26F1F0CFD1FF}" dt="2021-09-01T10:14:47.254" v="11" actId="700"/>
        <pc:sldMkLst>
          <pc:docMk/>
          <pc:sldMk cId="0" sldId="286"/>
        </pc:sldMkLst>
        <pc:spChg chg="mod">
          <ac:chgData name="Natale, Luigi" userId="0bb35f83-ebdf-4526-ae9a-c3e8393a1d1b" providerId="ADAL" clId="{DC1DF27D-A177-4843-A575-26F1F0CFD1FF}" dt="2021-09-01T10:14:21.485" v="8" actId="20577"/>
          <ac:spMkLst>
            <pc:docMk/>
            <pc:sldMk cId="0" sldId="286"/>
            <ac:spMk id="104" creationId="{00000000-0000-0000-0000-000000000000}"/>
          </ac:spMkLst>
        </pc:spChg>
      </pc:sldChg>
      <pc:sldMasterChg chg="delSldLayout modSldLayout">
        <pc:chgData name="Natale, Luigi" userId="0bb35f83-ebdf-4526-ae9a-c3e8393a1d1b" providerId="ADAL" clId="{DC1DF27D-A177-4843-A575-26F1F0CFD1FF}" dt="2021-09-01T10:15:06.379" v="17" actId="6549"/>
        <pc:sldMasterMkLst>
          <pc:docMk/>
          <pc:sldMasterMk cId="4080256017" sldId="2147483674"/>
        </pc:sldMasterMkLst>
        <pc:sldLayoutChg chg="modSp mod">
          <pc:chgData name="Natale, Luigi" userId="0bb35f83-ebdf-4526-ae9a-c3e8393a1d1b" providerId="ADAL" clId="{DC1DF27D-A177-4843-A575-26F1F0CFD1FF}" dt="2021-09-01T10:15:06.379" v="17" actId="6549"/>
          <pc:sldLayoutMkLst>
            <pc:docMk/>
            <pc:sldMasterMk cId="4080256017" sldId="2147483674"/>
            <pc:sldLayoutMk cId="4007211530" sldId="2147483675"/>
          </pc:sldLayoutMkLst>
          <pc:spChg chg="mod">
            <ac:chgData name="Natale, Luigi" userId="0bb35f83-ebdf-4526-ae9a-c3e8393a1d1b" providerId="ADAL" clId="{DC1DF27D-A177-4843-A575-26F1F0CFD1FF}" dt="2021-09-01T10:15:06.379" v="17" actId="6549"/>
            <ac:spMkLst>
              <pc:docMk/>
              <pc:sldMasterMk cId="4080256017" sldId="2147483674"/>
              <pc:sldLayoutMk cId="4007211530" sldId="2147483675"/>
              <ac:spMk id="8" creationId="{39337AFF-2B3D-43A8-B024-4B73D336750A}"/>
            </ac:spMkLst>
          </pc:spChg>
        </pc:sldLayoutChg>
        <pc:sldLayoutChg chg="delSp mod">
          <pc:chgData name="Natale, Luigi" userId="0bb35f83-ebdf-4526-ae9a-c3e8393a1d1b" providerId="ADAL" clId="{DC1DF27D-A177-4843-A575-26F1F0CFD1FF}" dt="2021-09-01T10:14:42.765" v="10" actId="478"/>
          <pc:sldLayoutMkLst>
            <pc:docMk/>
            <pc:sldMasterMk cId="4080256017" sldId="2147483674"/>
            <pc:sldLayoutMk cId="131201211" sldId="2147483677"/>
          </pc:sldLayoutMkLst>
          <pc:picChg chg="del">
            <ac:chgData name="Natale, Luigi" userId="0bb35f83-ebdf-4526-ae9a-c3e8393a1d1b" providerId="ADAL" clId="{DC1DF27D-A177-4843-A575-26F1F0CFD1FF}" dt="2021-09-01T10:14:42.765" v="10" actId="478"/>
            <ac:picMkLst>
              <pc:docMk/>
              <pc:sldMasterMk cId="4080256017" sldId="2147483674"/>
              <pc:sldLayoutMk cId="131201211" sldId="2147483677"/>
              <ac:picMk id="5" creationId="{2C852528-98ED-4EF8-94D2-65154EB73827}"/>
            </ac:picMkLst>
          </pc:picChg>
        </pc:sldLayoutChg>
        <pc:sldLayoutChg chg="del">
          <pc:chgData name="Natale, Luigi" userId="0bb35f83-ebdf-4526-ae9a-c3e8393a1d1b" providerId="ADAL" clId="{DC1DF27D-A177-4843-A575-26F1F0CFD1FF}" dt="2021-09-01T10:13:41.430" v="1" actId="2696"/>
          <pc:sldLayoutMkLst>
            <pc:docMk/>
            <pc:sldMasterMk cId="4080256017" sldId="2147483674"/>
            <pc:sldLayoutMk cId="2114563189" sldId="2147483677"/>
          </pc:sldLayoutMkLst>
        </pc:sldLayoutChg>
        <pc:sldLayoutChg chg="delSp del mod">
          <pc:chgData name="Natale, Luigi" userId="0bb35f83-ebdf-4526-ae9a-c3e8393a1d1b" providerId="ADAL" clId="{DC1DF27D-A177-4843-A575-26F1F0CFD1FF}" dt="2021-09-01T10:14:23.358" v="9" actId="47"/>
          <pc:sldLayoutMkLst>
            <pc:docMk/>
            <pc:sldMasterMk cId="4080256017" sldId="2147483674"/>
            <pc:sldLayoutMk cId="1414103438" sldId="2147483678"/>
          </pc:sldLayoutMkLst>
          <pc:spChg chg="del">
            <ac:chgData name="Natale, Luigi" userId="0bb35f83-ebdf-4526-ae9a-c3e8393a1d1b" providerId="ADAL" clId="{DC1DF27D-A177-4843-A575-26F1F0CFD1FF}" dt="2021-09-01T10:13:42.997" v="2" actId="478"/>
            <ac:spMkLst>
              <pc:docMk/>
              <pc:sldMasterMk cId="4080256017" sldId="2147483674"/>
              <pc:sldLayoutMk cId="1414103438" sldId="2147483678"/>
              <ac:spMk id="59" creationId="{00000000-0000-0000-0000-000000000000}"/>
            </ac:spMkLst>
          </pc:spChg>
          <pc:spChg chg="del">
            <ac:chgData name="Natale, Luigi" userId="0bb35f83-ebdf-4526-ae9a-c3e8393a1d1b" providerId="ADAL" clId="{DC1DF27D-A177-4843-A575-26F1F0CFD1FF}" dt="2021-09-01T10:13:42.997" v="2" actId="478"/>
            <ac:spMkLst>
              <pc:docMk/>
              <pc:sldMasterMk cId="4080256017" sldId="2147483674"/>
              <pc:sldLayoutMk cId="1414103438" sldId="2147483678"/>
              <ac:spMk id="60" creationId="{00000000-0000-0000-0000-000000000000}"/>
            </ac:spMkLst>
          </pc:spChg>
          <pc:spChg chg="del">
            <ac:chgData name="Natale, Luigi" userId="0bb35f83-ebdf-4526-ae9a-c3e8393a1d1b" providerId="ADAL" clId="{DC1DF27D-A177-4843-A575-26F1F0CFD1FF}" dt="2021-09-01T10:13:42.997" v="2" actId="478"/>
            <ac:spMkLst>
              <pc:docMk/>
              <pc:sldMasterMk cId="4080256017" sldId="2147483674"/>
              <pc:sldLayoutMk cId="1414103438" sldId="2147483678"/>
              <ac:spMk id="61" creationId="{00000000-0000-0000-0000-000000000000}"/>
            </ac:spMkLst>
          </pc:spChg>
        </pc:sldLayoutChg>
      </pc:sldMasterChg>
    </pc:docChg>
  </pc:docChgLst>
  <pc:docChgLst>
    <pc:chgData name="Massimo Orazio Spata" userId="cc365b76-c41f-4401-a5bc-1d5b99d6e750" providerId="ADAL" clId="{E602FFEF-14A6-481F-BB9C-BAB8194A98E5}"/>
    <pc:docChg chg="undo custSel modSld">
      <pc:chgData name="Massimo Orazio Spata" userId="cc365b76-c41f-4401-a5bc-1d5b99d6e750" providerId="ADAL" clId="{E602FFEF-14A6-481F-BB9C-BAB8194A98E5}" dt="2023-02-01T10:10:02.937" v="3" actId="1076"/>
      <pc:docMkLst>
        <pc:docMk/>
      </pc:docMkLst>
      <pc:sldChg chg="addSp modSp mod">
        <pc:chgData name="Massimo Orazio Spata" userId="cc365b76-c41f-4401-a5bc-1d5b99d6e750" providerId="ADAL" clId="{E602FFEF-14A6-481F-BB9C-BAB8194A98E5}" dt="2023-02-01T10:10:02.937" v="3" actId="1076"/>
        <pc:sldMkLst>
          <pc:docMk/>
          <pc:sldMk cId="0" sldId="286"/>
        </pc:sldMkLst>
        <pc:spChg chg="add mod">
          <ac:chgData name="Massimo Orazio Spata" userId="cc365b76-c41f-4401-a5bc-1d5b99d6e750" providerId="ADAL" clId="{E602FFEF-14A6-481F-BB9C-BAB8194A98E5}" dt="2023-02-01T10:10:02.937" v="3" actId="1076"/>
          <ac:spMkLst>
            <pc:docMk/>
            <pc:sldMk cId="0" sldId="286"/>
            <ac:spMk id="5" creationId="{B7794ECC-2E3A-409D-A656-CFCB111E127F}"/>
          </ac:spMkLst>
        </pc:spChg>
        <pc:picChg chg="mod">
          <ac:chgData name="Massimo Orazio Spata" userId="cc365b76-c41f-4401-a5bc-1d5b99d6e750" providerId="ADAL" clId="{E602FFEF-14A6-481F-BB9C-BAB8194A98E5}" dt="2023-02-01T10:09:58.916" v="2" actId="1076"/>
          <ac:picMkLst>
            <pc:docMk/>
            <pc:sldMk cId="0" sldId="286"/>
            <ac:picMk id="7" creationId="{740FA196-2483-41FD-A148-0D19FA9F75E8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r>
              <a:rPr lang="it-IT" sz="4400" b="0" strike="noStrike" spc="-1">
                <a:latin typeface="Arial"/>
              </a:rPr>
              <a:t>Click to move the slide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200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4" name="PlaceHolder 4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it-IT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5" name="PlaceHolder 5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it-IT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6" name="PlaceHolder 6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30168A43-2B6C-40C2-8AF9-14FF6307E0C4}" type="slidenum">
              <a:rPr lang="it-IT" sz="1400" b="0" strike="noStrike" spc="-1">
                <a:latin typeface="Times New Roman"/>
              </a:rPr>
              <a:t>‹N›</a:t>
            </a:fld>
            <a:endParaRPr lang="it-IT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Shape 1"/>
          <p:cNvSpPr txBox="1"/>
          <p:nvPr/>
        </p:nvSpPr>
        <p:spPr>
          <a:xfrm>
            <a:off x="3886200" y="873108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91A6927-7EC0-4837-8C9E-FE19125D3E56}" type="slidenum">
              <a:rPr lang="en-US" sz="1200" b="0" strike="noStrike" spc="-1">
                <a:solidFill>
                  <a:srgbClr val="000000"/>
                </a:solidFill>
                <a:latin typeface="Times New Roman"/>
              </a:rPr>
              <a:t>1</a:t>
            </a:fld>
            <a:endParaRPr lang="it-IT" sz="1200" b="0" strike="noStrike" spc="-1">
              <a:latin typeface="Times New Roman"/>
            </a:endParaRPr>
          </a:p>
        </p:txBody>
      </p:sp>
      <p:sp>
        <p:nvSpPr>
          <p:cNvPr id="168" name="PlaceHolder 2"/>
          <p:cNvSpPr>
            <a:spLocks noGrp="1" noRot="1" noChangeAspect="1"/>
          </p:cNvSpPr>
          <p:nvPr>
            <p:ph type="sldImg"/>
          </p:nvPr>
        </p:nvSpPr>
        <p:spPr>
          <a:xfrm>
            <a:off x="1131888" y="688975"/>
            <a:ext cx="4594225" cy="3446463"/>
          </a:xfrm>
          <a:prstGeom prst="rect">
            <a:avLst/>
          </a:prstGeom>
        </p:spPr>
      </p:sp>
      <p:sp>
        <p:nvSpPr>
          <p:cNvPr id="169" name="PlaceHolder 3"/>
          <p:cNvSpPr>
            <a:spLocks noGrp="1"/>
          </p:cNvSpPr>
          <p:nvPr>
            <p:ph type="body"/>
          </p:nvPr>
        </p:nvSpPr>
        <p:spPr>
          <a:xfrm>
            <a:off x="914400" y="4365720"/>
            <a:ext cx="5028840" cy="413496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it-IT" sz="200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1108075" y="812800"/>
            <a:ext cx="5343525" cy="4008438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Mappa di memoria di un programma.</a:t>
            </a:r>
          </a:p>
          <a:p>
            <a:endParaRPr lang="it-IT" dirty="0"/>
          </a:p>
          <a:p>
            <a:r>
              <a:rPr lang="it-IT" dirty="0" err="1"/>
              <a:t>Segment</a:t>
            </a:r>
            <a:r>
              <a:rPr lang="it-IT" dirty="0"/>
              <a:t> </a:t>
            </a:r>
            <a:r>
              <a:rPr lang="it-IT" dirty="0" err="1"/>
              <a:t>registers</a:t>
            </a:r>
            <a:endParaRPr lang="it-IT" dirty="0"/>
          </a:p>
          <a:p>
            <a:r>
              <a:rPr lang="it-IT" dirty="0"/>
              <a:t>SP = stack pointer</a:t>
            </a:r>
          </a:p>
          <a:p>
            <a:r>
              <a:rPr lang="it-IT" dirty="0"/>
              <a:t>SS = stack </a:t>
            </a:r>
            <a:r>
              <a:rPr lang="it-IT" dirty="0" err="1"/>
              <a:t>segment</a:t>
            </a:r>
            <a:endParaRPr lang="it-IT" dirty="0"/>
          </a:p>
          <a:p>
            <a:r>
              <a:rPr lang="it-IT" dirty="0"/>
              <a:t>DS = Data </a:t>
            </a:r>
            <a:r>
              <a:rPr lang="it-IT" dirty="0" err="1"/>
              <a:t>segment</a:t>
            </a:r>
            <a:endParaRPr lang="it-IT" dirty="0"/>
          </a:p>
          <a:p>
            <a:r>
              <a:rPr lang="it-IT" dirty="0"/>
              <a:t>CS = code </a:t>
            </a:r>
            <a:r>
              <a:rPr lang="it-IT" dirty="0" err="1"/>
              <a:t>segment</a:t>
            </a:r>
            <a:endParaRPr lang="it-IT" dirty="0"/>
          </a:p>
          <a:p>
            <a:endParaRPr lang="it-IT" dirty="0"/>
          </a:p>
          <a:p>
            <a:r>
              <a:rPr lang="it-IT" dirty="0"/>
              <a:t>E’ abbastanza frequente non conoscere la quantità di memoria necessaria fino al momento di esecuzione di un programma.</a:t>
            </a:r>
          </a:p>
          <a:p>
            <a:r>
              <a:rPr lang="it-IT" dirty="0"/>
              <a:t>Per risolvere questo problema si ricorre ai puntatori ed alla allocazione dinamica della memoria.</a:t>
            </a:r>
          </a:p>
          <a:p>
            <a:r>
              <a:rPr lang="it-IT" dirty="0"/>
              <a:t>Il sistema operativo assegna al programma tre specifici segmenti della memoria principale:</a:t>
            </a:r>
          </a:p>
          <a:p>
            <a:endParaRPr lang="it-IT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Il code </a:t>
            </a:r>
            <a:r>
              <a:rPr lang="it-IT" dirty="0" err="1"/>
              <a:t>segment</a:t>
            </a:r>
            <a:r>
              <a:rPr lang="it-IT" dirty="0"/>
              <a:t>: che ospita il codice stesso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Il data </a:t>
            </a:r>
            <a:r>
              <a:rPr lang="it-IT" dirty="0" err="1"/>
              <a:t>segment</a:t>
            </a:r>
            <a:r>
              <a:rPr lang="it-IT" dirty="0"/>
              <a:t>: che ospita costanti e variabili globali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Lo stack: che a </a:t>
            </a:r>
            <a:r>
              <a:rPr lang="it-IT" dirty="0" err="1"/>
              <a:t>runtime</a:t>
            </a:r>
            <a:r>
              <a:rPr lang="it-IT" dirty="0"/>
              <a:t> conterrà le variabili locali alle funzioni, i parametri delle funzioni e le copie dei registri per restituire il controllo alle funzioni chiamanti al termine delle funzioni chiamate. Quindi questa porzione di memoria allocata in questo segmento cresce e decresce continuamente durante l’esecuzione del programma.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it-IT" dirty="0"/>
              <a:t>La memoria che rimane libera nello stack viene denominata heap e cresce verso l’alto e cresce e decresce </a:t>
            </a:r>
            <a:r>
              <a:rPr lang="it-IT" dirty="0" err="1"/>
              <a:t>dinamcamente</a:t>
            </a:r>
            <a:r>
              <a:rPr lang="it-IT" dirty="0"/>
              <a:t>, mentre invece lo stack cresce verso il basso.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/>
          </p:nvPr>
        </p:nvSpPr>
        <p:spPr/>
        <p:txBody>
          <a:bodyPr/>
          <a:lstStyle/>
          <a:p>
            <a:pPr algn="r"/>
            <a:fld id="{30168A43-2B6C-40C2-8AF9-14FF6307E0C4}" type="slidenum">
              <a:rPr lang="it-IT" sz="1400" b="0" strike="noStrike" spc="-1" smtClean="0">
                <a:latin typeface="Times New Roman"/>
              </a:rPr>
              <a:t>2</a:t>
            </a:fld>
            <a:endParaRPr lang="it-IT" sz="14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69251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stomShape 1">
            <a:extLst>
              <a:ext uri="{FF2B5EF4-FFF2-40B4-BE49-F238E27FC236}">
                <a16:creationId xmlns:a16="http://schemas.microsoft.com/office/drawing/2014/main" id="{39337AFF-2B3D-43A8-B024-4B73D336750A}"/>
              </a:ext>
            </a:extLst>
          </p:cNvPr>
          <p:cNvSpPr/>
          <p:nvPr userDrawn="1"/>
        </p:nvSpPr>
        <p:spPr>
          <a:xfrm>
            <a:off x="0" y="0"/>
            <a:ext cx="9144000" cy="460211"/>
          </a:xfrm>
          <a:prstGeom prst="rect">
            <a:avLst/>
          </a:prstGeom>
          <a:solidFill>
            <a:srgbClr val="2893D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2400" b="1" strike="noStrike" spc="0" dirty="0">
                <a:solidFill>
                  <a:srgbClr val="FFFFFF"/>
                </a:solidFill>
                <a:latin typeface="Tahoma"/>
                <a:ea typeface="Tahoma"/>
              </a:rPr>
              <a:t>Capitolo 8. Allocazione dinamica della memoria</a:t>
            </a:r>
            <a:endParaRPr lang="it-IT" sz="2400" b="0" strike="noStrike" spc="0" dirty="0">
              <a:latin typeface="Arial"/>
            </a:endParaRPr>
          </a:p>
        </p:txBody>
      </p:sp>
      <p:sp>
        <p:nvSpPr>
          <p:cNvPr id="9" name="Line 2">
            <a:extLst>
              <a:ext uri="{FF2B5EF4-FFF2-40B4-BE49-F238E27FC236}">
                <a16:creationId xmlns:a16="http://schemas.microsoft.com/office/drawing/2014/main" id="{15AE6D9E-DF10-40C5-8429-9386A2B34B28}"/>
              </a:ext>
            </a:extLst>
          </p:cNvPr>
          <p:cNvSpPr/>
          <p:nvPr userDrawn="1"/>
        </p:nvSpPr>
        <p:spPr>
          <a:xfrm>
            <a:off x="0" y="444170"/>
            <a:ext cx="7808760" cy="0"/>
          </a:xfrm>
          <a:prstGeom prst="line">
            <a:avLst/>
          </a:prstGeom>
          <a:ln w="9360">
            <a:solidFill>
              <a:schemeClr val="tx2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it-IT" dirty="0"/>
          </a:p>
        </p:txBody>
      </p:sp>
      <p:pic>
        <p:nvPicPr>
          <p:cNvPr id="10" name="Immagine 2">
            <a:extLst>
              <a:ext uri="{FF2B5EF4-FFF2-40B4-BE49-F238E27FC236}">
                <a16:creationId xmlns:a16="http://schemas.microsoft.com/office/drawing/2014/main" id="{34C3AAF7-DEFB-44BD-A9A4-FB105D3862A8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4007211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2">
            <a:extLst>
              <a:ext uri="{FF2B5EF4-FFF2-40B4-BE49-F238E27FC236}">
                <a16:creationId xmlns:a16="http://schemas.microsoft.com/office/drawing/2014/main" id="{2C852528-98ED-4EF8-94D2-65154EB73827}"/>
              </a:ext>
            </a:extLst>
          </p:cNvPr>
          <p:cNvPicPr/>
          <p:nvPr userDrawn="1"/>
        </p:nvPicPr>
        <p:blipFill>
          <a:blip r:embed="rId2"/>
          <a:stretch/>
        </p:blipFill>
        <p:spPr>
          <a:xfrm>
            <a:off x="7782120" y="0"/>
            <a:ext cx="1361880" cy="1924560"/>
          </a:xfrm>
          <a:prstGeom prst="rect">
            <a:avLst/>
          </a:prstGeom>
          <a:ln>
            <a:solidFill>
              <a:schemeClr val="bg2"/>
            </a:solidFill>
          </a:ln>
        </p:spPr>
      </p:pic>
    </p:spTree>
    <p:extLst>
      <p:ext uri="{BB962C8B-B14F-4D97-AF65-F5344CB8AC3E}">
        <p14:creationId xmlns:p14="http://schemas.microsoft.com/office/powerpoint/2010/main" val="1945599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20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stomShape 3"/>
          <p:cNvSpPr/>
          <p:nvPr/>
        </p:nvSpPr>
        <p:spPr>
          <a:xfrm>
            <a:off x="0" y="6453360"/>
            <a:ext cx="9143640" cy="431280"/>
          </a:xfrm>
          <a:prstGeom prst="rect">
            <a:avLst/>
          </a:prstGeom>
          <a:solidFill>
            <a:srgbClr val="2893D1"/>
          </a:solidFill>
          <a:ln w="9360">
            <a:solidFill>
              <a:schemeClr val="tx2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" name="CustomShape 4"/>
          <p:cNvSpPr/>
          <p:nvPr/>
        </p:nvSpPr>
        <p:spPr>
          <a:xfrm>
            <a:off x="59040" y="6472440"/>
            <a:ext cx="4368960" cy="3949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Fondamenti di programmazione in C++ – Seconda edizione</a:t>
            </a:r>
            <a:br/>
            <a:r>
              <a:rPr lang="it-IT" sz="1000" b="0" strike="noStrike" spc="-1">
                <a:solidFill>
                  <a:srgbClr val="FFFFFF"/>
                </a:solidFill>
                <a:latin typeface="Tahoma"/>
                <a:ea typeface="Tahoma"/>
              </a:rPr>
              <a:t>Luis Joyanes Aguilar, Aldo Franco Dragoni (a cura di)</a:t>
            </a:r>
            <a:endParaRPr lang="it-IT" sz="1000" b="0" strike="noStrike" spc="-1">
              <a:latin typeface="Arial"/>
            </a:endParaRPr>
          </a:p>
        </p:txBody>
      </p:sp>
      <p:sp>
        <p:nvSpPr>
          <p:cNvPr id="4" name="CustomShape 5"/>
          <p:cNvSpPr/>
          <p:nvPr/>
        </p:nvSpPr>
        <p:spPr>
          <a:xfrm>
            <a:off x="6156000" y="6453360"/>
            <a:ext cx="2499120" cy="54648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Copyright © 2021</a:t>
            </a:r>
            <a:endParaRPr lang="it-IT" sz="1000" b="0" strike="noStrike" spc="-1">
              <a:latin typeface="Arial"/>
            </a:endParaRPr>
          </a:p>
          <a:p>
            <a:pPr algn="r">
              <a:lnSpc>
                <a:spcPct val="100000"/>
              </a:lnSpc>
            </a:pPr>
            <a:r>
              <a:rPr lang="it-IT" sz="1000" b="1" strike="noStrike" spc="-1">
                <a:solidFill>
                  <a:srgbClr val="FFFFFF"/>
                </a:solidFill>
                <a:latin typeface="Tahoma"/>
                <a:ea typeface="Tahoma"/>
              </a:rPr>
              <a:t>McGraw-Hill Education (Italy) S.r.l. </a:t>
            </a:r>
            <a:endParaRPr lang="it-IT" sz="1000" b="0" strike="noStrike" spc="-1">
              <a:latin typeface="Arial"/>
            </a:endParaRPr>
          </a:p>
        </p:txBody>
      </p:sp>
      <p:pic>
        <p:nvPicPr>
          <p:cNvPr id="5" name="Immagine 15" descr="Immagine che contiene segnale, arresto, disegnando, camion&#10;&#10;Descrizione generata automaticamente"/>
          <p:cNvPicPr/>
          <p:nvPr/>
        </p:nvPicPr>
        <p:blipFill>
          <a:blip r:embed="rId5"/>
          <a:stretch/>
        </p:blipFill>
        <p:spPr>
          <a:xfrm>
            <a:off x="8623440" y="6362640"/>
            <a:ext cx="520200" cy="5220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80256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CustomShape 1"/>
          <p:cNvSpPr/>
          <p:nvPr/>
        </p:nvSpPr>
        <p:spPr>
          <a:xfrm>
            <a:off x="8317080" y="6093000"/>
            <a:ext cx="647280" cy="431280"/>
          </a:xfrm>
          <a:prstGeom prst="actionButtonBlank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04" name="CustomShape 2"/>
          <p:cNvSpPr/>
          <p:nvPr/>
        </p:nvSpPr>
        <p:spPr>
          <a:xfrm>
            <a:off x="4572000" y="1139299"/>
            <a:ext cx="3619500" cy="3168645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it-IT" sz="4000" b="1" strike="noStrike" spc="-1" dirty="0">
                <a:solidFill>
                  <a:srgbClr val="2893D1"/>
                </a:solidFill>
                <a:latin typeface="Calibri"/>
              </a:rPr>
              <a:t>Capitolo 8</a:t>
            </a: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endParaRPr lang="it-IT" sz="4000" b="0" strike="noStrike" spc="-1" dirty="0"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Allocazione dinamica</a:t>
            </a:r>
          </a:p>
          <a:p>
            <a:pPr algn="ctr">
              <a:lnSpc>
                <a:spcPct val="100000"/>
              </a:lnSpc>
            </a:pPr>
            <a:r>
              <a:rPr lang="it-IT" sz="4000" b="1" spc="-100" dirty="0">
                <a:solidFill>
                  <a:srgbClr val="E21A24"/>
                </a:solidFill>
                <a:latin typeface="Calibri"/>
              </a:rPr>
              <a:t>della memoria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740FA196-2483-41FD-A148-0D19FA9F75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500" y="636397"/>
            <a:ext cx="3619500" cy="511492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</p:pic>
      <p:sp>
        <p:nvSpPr>
          <p:cNvPr id="5" name="CasellaDiTesto 1">
            <a:extLst>
              <a:ext uri="{FF2B5EF4-FFF2-40B4-BE49-F238E27FC236}">
                <a16:creationId xmlns:a16="http://schemas.microsoft.com/office/drawing/2014/main" id="{B7794ECC-2E3A-409D-A656-CFCB111E127F}"/>
              </a:ext>
            </a:extLst>
          </p:cNvPr>
          <p:cNvSpPr txBox="1"/>
          <p:nvPr/>
        </p:nvSpPr>
        <p:spPr>
          <a:xfrm>
            <a:off x="4572000" y="4844967"/>
            <a:ext cx="4147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it-IT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it-IT" dirty="0"/>
              <a:t>Presenta: Massimo Orazio Spata, PhD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Immagine 99"/>
          <p:cNvPicPr/>
          <p:nvPr/>
        </p:nvPicPr>
        <p:blipFill>
          <a:blip r:embed="rId3"/>
          <a:stretch/>
        </p:blipFill>
        <p:spPr>
          <a:xfrm>
            <a:off x="180000" y="1341000"/>
            <a:ext cx="4996080" cy="5146200"/>
          </a:xfrm>
          <a:prstGeom prst="rect">
            <a:avLst/>
          </a:prstGeom>
          <a:ln>
            <a:noFill/>
          </a:ln>
        </p:spPr>
      </p:pic>
      <p:sp>
        <p:nvSpPr>
          <p:cNvPr id="4" name="CustomShape 1">
            <a:extLst>
              <a:ext uri="{FF2B5EF4-FFF2-40B4-BE49-F238E27FC236}">
                <a16:creationId xmlns:a16="http://schemas.microsoft.com/office/drawing/2014/main" id="{661FE0B4-DC0B-4424-951B-F1B5E1021332}"/>
              </a:ext>
            </a:extLst>
          </p:cNvPr>
          <p:cNvSpPr/>
          <p:nvPr/>
        </p:nvSpPr>
        <p:spPr>
          <a:xfrm>
            <a:off x="1403350" y="549000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mappa della memoria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4D41713-85E0-4F67-871F-FCDD1996F233}"/>
              </a:ext>
            </a:extLst>
          </p:cNvPr>
          <p:cNvSpPr txBox="1"/>
          <p:nvPr/>
        </p:nvSpPr>
        <p:spPr>
          <a:xfrm>
            <a:off x="5274425" y="2147550"/>
            <a:ext cx="368957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E’ abbastanza frequente non conoscere la quantità di memoria necessaria fino al momento di esecuzione di un programma.</a:t>
            </a:r>
          </a:p>
          <a:p>
            <a:r>
              <a:rPr lang="it-IT" sz="1200" dirty="0"/>
              <a:t>Per risolvere questo problema si ricorre ai puntatori ed alla allocazione dinamica della memoria.</a:t>
            </a:r>
          </a:p>
          <a:p>
            <a:r>
              <a:rPr lang="it-IT" sz="1200" dirty="0"/>
              <a:t>Il sistema operativo assegna al programma tre specifici segmenti della memoria principale:</a:t>
            </a:r>
          </a:p>
          <a:p>
            <a:endParaRPr lang="it-IT" sz="1200" dirty="0"/>
          </a:p>
          <a:p>
            <a:r>
              <a:rPr lang="it-IT" sz="1200" dirty="0"/>
              <a:t>Il code </a:t>
            </a:r>
            <a:r>
              <a:rPr lang="it-IT" sz="1200" dirty="0" err="1"/>
              <a:t>segment</a:t>
            </a:r>
            <a:r>
              <a:rPr lang="it-IT" sz="1200" dirty="0"/>
              <a:t>: che ospita il codice stesso</a:t>
            </a:r>
          </a:p>
          <a:p>
            <a:r>
              <a:rPr lang="it-IT" sz="1200" dirty="0"/>
              <a:t>Il data </a:t>
            </a:r>
            <a:r>
              <a:rPr lang="it-IT" sz="1200" dirty="0" err="1"/>
              <a:t>segment</a:t>
            </a:r>
            <a:r>
              <a:rPr lang="it-IT" sz="1200" dirty="0"/>
              <a:t>: che ospita costanti e variabili globali</a:t>
            </a:r>
          </a:p>
          <a:p>
            <a:r>
              <a:rPr lang="it-IT" sz="1200" dirty="0"/>
              <a:t>Lo stack: che a </a:t>
            </a:r>
            <a:r>
              <a:rPr lang="it-IT" sz="1200" dirty="0" err="1"/>
              <a:t>runtime</a:t>
            </a:r>
            <a:r>
              <a:rPr lang="it-IT" sz="1200" dirty="0"/>
              <a:t> conterrà le variabili locali alle funzioni, i parametri delle funzioni e le copie dei registri per restituire il controllo alle funzioni chiamanti al termine delle funzioni chiamate. Quindi questa porzione di memoria allocata in questo segmento cresce e decresce continuamente durante l’esecuzione del programma.</a:t>
            </a:r>
          </a:p>
          <a:p>
            <a:r>
              <a:rPr lang="it-IT" sz="1200" dirty="0"/>
              <a:t>La memoria che rimane libera nello stack viene denominata heap e cresce verso l’alto e cresce e decresce </a:t>
            </a:r>
            <a:r>
              <a:rPr lang="it-IT" sz="1200" dirty="0" err="1"/>
              <a:t>dinamcamente</a:t>
            </a:r>
            <a:r>
              <a:rPr lang="it-IT" sz="1200" dirty="0"/>
              <a:t>, mentre invece lo stack cresce verso il basso.</a:t>
            </a:r>
          </a:p>
          <a:p>
            <a:endParaRPr lang="it-IT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TextShape 2"/>
          <p:cNvSpPr txBox="1"/>
          <p:nvPr/>
        </p:nvSpPr>
        <p:spPr>
          <a:xfrm>
            <a:off x="72000" y="2366640"/>
            <a:ext cx="8737920" cy="370296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genera dinamicamente una variabile di un certo tipo assegnandole un blocco di memoria della dimensione opportuna</a:t>
            </a:r>
            <a:endParaRPr lang="it-IT" sz="22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  <a:ea typeface="Arial"/>
              </a:rPr>
              <a:t>restituisce un puntatore che contiene l’indirizzo del blocco di memoria allocato, cioè della variabile, la quale sarà quindi accessibile dereferenziando il puntatore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  <a:ea typeface="Arial"/>
              </a:rPr>
              <a:t>char* p = new char[100]; // genera dinamicamente un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  <a:ea typeface="Arial"/>
              </a:rPr>
              <a:t>                         // vettore di cento char</a:t>
            </a:r>
            <a:endParaRPr lang="it-IT" sz="2000" b="0" strike="noStrike" spc="-1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se il puntatore è già stato definito si può semplicemente usare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new</a:t>
            </a:r>
            <a:r>
              <a:rPr lang="it-IT" sz="2200" b="0" strike="noStrike" spc="-1">
                <a:solidFill>
                  <a:srgbClr val="000000"/>
                </a:solidFill>
                <a:latin typeface="Arial"/>
              </a:rPr>
              <a:t> per assegnargli la variabile dinamica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int* pi;</a:t>
            </a:r>
            <a:br/>
            <a:r>
              <a:rPr lang="it-IT" sz="2000" b="0" strike="noStrike" spc="-1">
                <a:solidFill>
                  <a:srgbClr val="3333CC"/>
                </a:solidFill>
                <a:latin typeface="Courier New"/>
              </a:rPr>
              <a:t>pi = new int;</a:t>
            </a:r>
            <a:endParaRPr lang="it-IT" sz="2000" b="0" strike="noStrike" spc="-1">
              <a:latin typeface="Arial"/>
            </a:endParaRPr>
          </a:p>
        </p:txBody>
      </p:sp>
      <p:sp>
        <p:nvSpPr>
          <p:cNvPr id="103" name="CustomShape 3"/>
          <p:cNvSpPr/>
          <p:nvPr/>
        </p:nvSpPr>
        <p:spPr>
          <a:xfrm>
            <a:off x="149040" y="1522080"/>
            <a:ext cx="8785080" cy="764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tipo* puntatore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= </a:t>
            </a:r>
            <a:r>
              <a:rPr lang="it-IT" sz="2200" b="1" strike="noStrike" spc="-1">
                <a:solidFill>
                  <a:srgbClr val="FF0000"/>
                </a:solidFill>
                <a:latin typeface="Courier New"/>
              </a:rPr>
              <a:t>new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tipo	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// non array</a:t>
            </a:r>
            <a:endParaRPr lang="it-IT" sz="2200" b="0" strike="noStrike" spc="-1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tipo* puntatore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= </a:t>
            </a:r>
            <a:r>
              <a:rPr lang="it-IT" sz="2200" b="1" strike="noStrike" spc="-1">
                <a:solidFill>
                  <a:srgbClr val="FF0000"/>
                </a:solidFill>
                <a:latin typeface="Courier New"/>
              </a:rPr>
              <a:t>new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i="1" strike="noStrike" spc="-1">
                <a:solidFill>
                  <a:srgbClr val="000000"/>
                </a:solidFill>
                <a:latin typeface="Courier New"/>
              </a:rPr>
              <a:t>tipo</a:t>
            </a: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[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dimensione</a:t>
            </a:r>
            <a:r>
              <a:rPr lang="it-IT" sz="2200" b="1" strike="noStrike" spc="-1">
                <a:solidFill>
                  <a:srgbClr val="000000"/>
                </a:solidFill>
                <a:latin typeface="Courier New"/>
              </a:rPr>
              <a:t>] </a:t>
            </a:r>
            <a:r>
              <a:rPr lang="it-IT" sz="2200" b="0" strike="noStrike" spc="-1">
                <a:solidFill>
                  <a:srgbClr val="000000"/>
                </a:solidFill>
                <a:latin typeface="Courier New"/>
              </a:rPr>
              <a:t>// array </a:t>
            </a:r>
            <a:endParaRPr lang="it-IT" sz="2200" b="0" strike="noStrike" spc="-1">
              <a:latin typeface="Arial"/>
            </a:endParaRPr>
          </a:p>
        </p:txBody>
      </p:sp>
      <p:pic>
        <p:nvPicPr>
          <p:cNvPr id="104" name="Immagine 103"/>
          <p:cNvPicPr/>
          <p:nvPr/>
        </p:nvPicPr>
        <p:blipFill>
          <a:blip r:embed="rId3"/>
          <a:stretch/>
        </p:blipFill>
        <p:spPr>
          <a:xfrm>
            <a:off x="4788000" y="5709960"/>
            <a:ext cx="3348000" cy="698040"/>
          </a:xfrm>
          <a:prstGeom prst="rect">
            <a:avLst/>
          </a:prstGeom>
          <a:ln>
            <a:noFill/>
          </a:ln>
        </p:spPr>
      </p:pic>
      <p:sp>
        <p:nvSpPr>
          <p:cNvPr id="105" name="TextShape 4"/>
          <p:cNvSpPr txBox="1"/>
          <p:nvPr/>
        </p:nvSpPr>
        <p:spPr>
          <a:xfrm>
            <a:off x="4808880" y="5760000"/>
            <a:ext cx="1095120" cy="3646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800" b="0" strike="noStrike" spc="-1">
                <a:latin typeface="Ubuntu Mono"/>
              </a:rPr>
              <a:t>F000000F</a:t>
            </a:r>
            <a:endParaRPr lang="it-IT" sz="1800" b="0" strike="noStrike" spc="-1">
              <a:latin typeface="Arial"/>
            </a:endParaRPr>
          </a:p>
        </p:txBody>
      </p:sp>
      <p:sp>
        <p:nvSpPr>
          <p:cNvPr id="106" name="TextShape 5"/>
          <p:cNvSpPr txBox="1"/>
          <p:nvPr/>
        </p:nvSpPr>
        <p:spPr>
          <a:xfrm>
            <a:off x="6804000" y="5472000"/>
            <a:ext cx="900000" cy="3034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r>
              <a:rPr lang="it-IT" sz="1400" b="0" strike="noStrike" spc="-1">
                <a:latin typeface="Ubuntu Mono"/>
              </a:rPr>
              <a:t>F000000F</a:t>
            </a:r>
            <a:endParaRPr lang="it-IT" sz="1400" b="0" strike="noStrike" spc="-1">
              <a:latin typeface="Arial"/>
            </a:endParaRPr>
          </a:p>
        </p:txBody>
      </p:sp>
      <p:sp>
        <p:nvSpPr>
          <p:cNvPr id="8" name="CustomShape 1">
            <a:extLst>
              <a:ext uri="{FF2B5EF4-FFF2-40B4-BE49-F238E27FC236}">
                <a16:creationId xmlns:a16="http://schemas.microsoft.com/office/drawing/2014/main" id="{05F17DC0-E299-4B56-BA92-1989A72323E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memoria dinamica: 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2"/>
          <p:cNvSpPr txBox="1"/>
          <p:nvPr/>
        </p:nvSpPr>
        <p:spPr>
          <a:xfrm>
            <a:off x="162000" y="2138760"/>
            <a:ext cx="8737920" cy="40532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libera la memoria allocata dinamicamente perché possa eventualmente essere riallocata mediante successive chiamate all'operatore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  <a:ea typeface="Arial"/>
              </a:rPr>
              <a:t>new</a:t>
            </a:r>
            <a:endParaRPr lang="it-IT" sz="22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lo spazio assegnato per le variabili dinamiche:</a:t>
            </a:r>
            <a:br>
              <a:rPr dirty="0"/>
            </a:br>
            <a:r>
              <a:rPr lang="en-GB" sz="1800" b="0" strike="noStrike" spc="-1" dirty="0">
                <a:solidFill>
                  <a:srgbClr val="3333CC"/>
                </a:solidFill>
                <a:latin typeface="Courier New"/>
              </a:rPr>
              <a:t>int* ad = new int;</a:t>
            </a:r>
            <a:br>
              <a:rPr dirty="0"/>
            </a:br>
            <a:r>
              <a:rPr lang="en-GB" sz="1800" b="0" strike="noStrike" spc="-1" dirty="0">
                <a:solidFill>
                  <a:srgbClr val="3333CC"/>
                </a:solidFill>
                <a:latin typeface="Courier New"/>
              </a:rPr>
              <a:t>char* </a:t>
            </a:r>
            <a:r>
              <a:rPr lang="en-GB" sz="1800" b="0" strike="noStrike" spc="-1" dirty="0" err="1">
                <a:solidFill>
                  <a:srgbClr val="3333CC"/>
                </a:solidFill>
                <a:latin typeface="Courier New"/>
              </a:rPr>
              <a:t>adc</a:t>
            </a:r>
            <a:r>
              <a:rPr lang="en-GB" sz="1800" b="0" strike="noStrike" spc="-1" dirty="0">
                <a:solidFill>
                  <a:srgbClr val="3333CC"/>
                </a:solidFill>
                <a:latin typeface="Courier New"/>
              </a:rPr>
              <a:t> = new char[100];</a:t>
            </a:r>
            <a:br>
              <a:rPr dirty="0"/>
            </a:b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si può liberare con le istruzioni:</a:t>
            </a:r>
            <a:br>
              <a:rPr dirty="0"/>
            </a:br>
            <a:r>
              <a:rPr lang="it-IT" sz="1800" b="0" strike="noStrike" spc="-1" dirty="0">
                <a:solidFill>
                  <a:srgbClr val="3333CC"/>
                </a:solidFill>
                <a:latin typeface="Courier New"/>
              </a:rPr>
              <a:t>delete ad;</a:t>
            </a:r>
            <a:br>
              <a:rPr dirty="0"/>
            </a:br>
            <a:r>
              <a:rPr lang="es-ES" sz="1800" b="0" strike="noStrike" spc="-1" dirty="0" err="1">
                <a:solidFill>
                  <a:srgbClr val="3333CC"/>
                </a:solidFill>
                <a:latin typeface="Courier New"/>
              </a:rPr>
              <a:t>delete</a:t>
            </a:r>
            <a:r>
              <a:rPr lang="es-ES" sz="1800" b="0" strike="noStrike" spc="-1" dirty="0">
                <a:solidFill>
                  <a:srgbClr val="3333CC"/>
                </a:solidFill>
                <a:latin typeface="Courier New"/>
              </a:rPr>
              <a:t> [] </a:t>
            </a:r>
            <a:r>
              <a:rPr lang="es-ES" sz="1800" b="0" strike="noStrike" spc="-1" dirty="0" err="1">
                <a:solidFill>
                  <a:srgbClr val="3333CC"/>
                </a:solidFill>
                <a:latin typeface="Courier New"/>
              </a:rPr>
              <a:t>adc</a:t>
            </a:r>
            <a:r>
              <a:rPr lang="es-ES" sz="18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18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rende riutilizzabile la memoria puntata ma non cancella il puntatore che può quindi essere riutilizzato, ad esempio per puntare un'altra variabile successivamente allocata con 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new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109" name="CustomShape 3"/>
          <p:cNvSpPr/>
          <p:nvPr/>
        </p:nvSpPr>
        <p:spPr>
          <a:xfrm>
            <a:off x="515520" y="1294200"/>
            <a:ext cx="8508600" cy="7642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delete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puntatore	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// non array</a:t>
            </a:r>
            <a:endParaRPr lang="it-IT" sz="2200" b="0" strike="noStrike" spc="-1" dirty="0">
              <a:latin typeface="Arial"/>
            </a:endParaRPr>
          </a:p>
          <a:p>
            <a:pPr>
              <a:lnSpc>
                <a:spcPct val="100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200" b="1" strike="noStrike" spc="-1" dirty="0">
                <a:solidFill>
                  <a:srgbClr val="000000"/>
                </a:solidFill>
                <a:latin typeface="Courier New"/>
              </a:rPr>
              <a:t>delete [] </a:t>
            </a:r>
            <a:r>
              <a:rPr lang="it-IT" sz="2200" b="0" i="1" strike="noStrike" spc="-1" dirty="0">
                <a:solidFill>
                  <a:srgbClr val="000000"/>
                </a:solidFill>
                <a:latin typeface="Courier New"/>
              </a:rPr>
              <a:t>puntatore</a:t>
            </a:r>
            <a:r>
              <a:rPr lang="it-IT" sz="2200" b="0" strike="noStrike" spc="-1" dirty="0">
                <a:solidFill>
                  <a:srgbClr val="000000"/>
                </a:solidFill>
                <a:latin typeface="Courier New"/>
              </a:rPr>
              <a:t>	// per array  </a:t>
            </a:r>
            <a:endParaRPr lang="it-IT" sz="2200" b="0" strike="noStrike" spc="-1" dirty="0">
              <a:latin typeface="Arial"/>
            </a:endParaRPr>
          </a:p>
        </p:txBody>
      </p:sp>
      <p:sp>
        <p:nvSpPr>
          <p:cNvPr id="5" name="CustomShape 1">
            <a:extLst>
              <a:ext uri="{FF2B5EF4-FFF2-40B4-BE49-F238E27FC236}">
                <a16:creationId xmlns:a16="http://schemas.microsoft.com/office/drawing/2014/main" id="{1EE14988-6866-43A1-8531-B889C8A2BB00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memoria dinamica: </a:t>
            </a:r>
            <a:r>
              <a:rPr lang="it-IT" sz="4000" spc="-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delete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CustomShape 2"/>
          <p:cNvSpPr/>
          <p:nvPr/>
        </p:nvSpPr>
        <p:spPr>
          <a:xfrm>
            <a:off x="274320" y="1480320"/>
            <a:ext cx="8640720" cy="4972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iostream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string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main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()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lunghezza_stringa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*p;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&lt;&lt; "Quanti caratteri si assegnano?";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cin &gt;&gt;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lunghezza_stringa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cin.ignore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(1);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p = new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[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lunghezza_stringa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];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strcpy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(p, "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Carchel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tambien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esta en Sierra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Magina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");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&lt;&lt; p &lt;&lt;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endl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delete p;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&lt;&lt; "Prema Invio per continuare";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cin.get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();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} 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833044A4-ED76-4CA5-B32C-24708B2DFEF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2"/>
          <p:cNvSpPr/>
          <p:nvPr/>
        </p:nvSpPr>
        <p:spPr>
          <a:xfrm>
            <a:off x="176760" y="1917000"/>
            <a:ext cx="8856720" cy="436284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iostream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cstring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		//contiene la funzione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strlen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using namespace std;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int main()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char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*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= "Mi pueblo es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Carchelejo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en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Jaen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";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lung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=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strlen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(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); //ottiene la lunghezza di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char* p = new char[lung+1]; 	//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memoria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a str + '\0'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strcpy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(p,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);            // copia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a p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&lt;&lt; "p = " &lt;&lt; p &lt;&lt;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endl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; // p sta ora in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str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delete [] p;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0;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} 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D432753-C3DC-4602-B29D-B877C92887C6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CustomShape 2"/>
          <p:cNvSpPr/>
          <p:nvPr/>
        </p:nvSpPr>
        <p:spPr>
          <a:xfrm>
            <a:off x="178200" y="1247400"/>
            <a:ext cx="8497800" cy="527760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iostream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using namespace std;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int main()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* Giorni = new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int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[3];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Giorni[0] = 15;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Giorni[1] = 8;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Giorni[2] = 1999;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&lt;&lt; "Le feste del paese sono in Agosto "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      &lt;&lt; Giorni[0] &lt;&lt; "/ "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      &lt;&lt; Giorni[1] &lt;&lt; "/ "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      &lt;&lt; Giorni[2];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delete [] Giorni;        // Libera memoria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0;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}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000000"/>
                </a:solidFill>
                <a:latin typeface="Arial"/>
              </a:rPr>
              <a:t>l’output del programma è: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Le feste del paese sono in Agosto 15/8/1999   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376DE925-8FF1-40DB-BA33-3834794B16D8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CustomShape 2"/>
          <p:cNvSpPr/>
          <p:nvPr/>
        </p:nvSpPr>
        <p:spPr>
          <a:xfrm>
            <a:off x="172800" y="1480320"/>
            <a:ext cx="8497800" cy="497268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>
            <a:spAutoFit/>
          </a:bodyPr>
          <a:lstStyle/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iostream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#include &lt;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stdlib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&gt;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using namespace std;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int main()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{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&lt;&lt; "Quanti elementi ha il vettore?";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int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lun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cin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&gt;&gt;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lun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int*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mioArray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= new int[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lun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];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for (int n = 0; n &lt;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lun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; n++)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  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mioArray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[n] = n + 1;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for (int n = 0; n &lt;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lun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; n++)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  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cout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&lt;&lt; '\n' &lt;&lt; </a:t>
            </a:r>
            <a:r>
              <a:rPr lang="en-GB" sz="2000" b="0" strike="noStrike" spc="-1" dirty="0" err="1">
                <a:solidFill>
                  <a:srgbClr val="3333CC"/>
                </a:solidFill>
                <a:latin typeface="Courier New"/>
              </a:rPr>
              <a:t>mioArray</a:t>
            </a: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[n];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delete []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mioArray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  </a:t>
            </a:r>
            <a:r>
              <a:rPr lang="it-IT" sz="2000" b="0" strike="noStrike" spc="-1" dirty="0" err="1">
                <a:solidFill>
                  <a:srgbClr val="3333CC"/>
                </a:solidFill>
                <a:latin typeface="Courier New"/>
              </a:rPr>
              <a:t>return</a:t>
            </a: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 0;</a:t>
            </a:r>
            <a:endParaRPr lang="it-IT" sz="2000" b="0" strike="noStrike" spc="-1" dirty="0">
              <a:latin typeface="Arial"/>
            </a:endParaRPr>
          </a:p>
          <a:p>
            <a:pPr marL="216000" indent="-216000">
              <a:lnSpc>
                <a:spcPct val="100000"/>
              </a:lnSpc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strike="noStrike" spc="-1" dirty="0">
                <a:solidFill>
                  <a:srgbClr val="3333CC"/>
                </a:solidFill>
                <a:latin typeface="Courier New"/>
              </a:rPr>
              <a:t>} </a:t>
            </a:r>
            <a:endParaRPr lang="it-IT" sz="20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AD901CD6-075B-4BE8-AE6E-74521A17661F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esempio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Shape 2"/>
          <p:cNvSpPr txBox="1"/>
          <p:nvPr/>
        </p:nvSpPr>
        <p:spPr>
          <a:xfrm>
            <a:off x="118080" y="1629000"/>
            <a:ext cx="8737920" cy="5118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senza la memoria dinamica la cosa sarebbe un po’ sciocca</a:t>
            </a:r>
            <a:br>
              <a:rPr dirty="0"/>
            </a:br>
            <a:r>
              <a:rPr lang="en-GB" sz="2400" b="0" strike="noStrike" spc="-1" dirty="0" err="1">
                <a:solidFill>
                  <a:srgbClr val="0000FF"/>
                </a:solidFill>
                <a:latin typeface="courier new"/>
              </a:rPr>
              <a:t>studente</a:t>
            </a: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 a, b;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a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</a:rPr>
              <a:t>.nome[0] = 'U';</a:t>
            </a:r>
            <a:br>
              <a:rPr dirty="0"/>
            </a:br>
            <a:r>
              <a:rPr lang="it-IT" sz="2400" b="0" strike="noStrike" spc="-1" dirty="0" err="1">
                <a:solidFill>
                  <a:srgbClr val="0000FF"/>
                </a:solidFill>
                <a:latin typeface="courier new"/>
              </a:rPr>
              <a:t>a.nome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</a:rPr>
              <a:t>[1] = 'g';</a:t>
            </a:r>
            <a:br>
              <a:rPr dirty="0"/>
            </a:br>
            <a:r>
              <a:rPr lang="it-IT" sz="2400" b="0" strike="noStrike" spc="-1" dirty="0" err="1">
                <a:solidFill>
                  <a:srgbClr val="0000FF"/>
                </a:solidFill>
                <a:latin typeface="courier new"/>
              </a:rPr>
              <a:t>a.nome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</a:rPr>
              <a:t>[2] = 'o';</a:t>
            </a:r>
            <a:br>
              <a:rPr dirty="0"/>
            </a:br>
            <a:r>
              <a:rPr lang="it-IT" sz="2400" b="0" strike="noStrike" spc="-1" dirty="0" err="1">
                <a:solidFill>
                  <a:srgbClr val="0000FF"/>
                </a:solidFill>
                <a:latin typeface="courier new"/>
              </a:rPr>
              <a:t>a.nome</a:t>
            </a:r>
            <a:r>
              <a:rPr lang="it-IT" sz="2400" b="0" strike="noStrike" spc="-1" dirty="0">
                <a:solidFill>
                  <a:srgbClr val="0000FF"/>
                </a:solidFill>
                <a:latin typeface="courier new"/>
              </a:rPr>
              <a:t>[4] = '\0';</a:t>
            </a:r>
            <a:br>
              <a:rPr dirty="0"/>
            </a:br>
            <a:r>
              <a:rPr lang="it-IT" sz="2400" b="0" strike="noStrike" spc="-1" dirty="0">
                <a:solidFill>
                  <a:srgbClr val="0000FF"/>
                </a:solidFill>
                <a:latin typeface="courier new"/>
              </a:rPr>
              <a:t>a.data_nascita.gg = 22;</a:t>
            </a:r>
            <a:endParaRPr lang="it-IT" sz="24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3"/>
              </a:buBlip>
            </a:pPr>
            <a:r>
              <a:rPr lang="en-GB" sz="2400" b="0" strike="noStrike" spc="-1" dirty="0" err="1">
                <a:solidFill>
                  <a:srgbClr val="000000"/>
                </a:solidFill>
                <a:latin typeface="courier new"/>
              </a:rPr>
              <a:t>studente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* p = &amp;a</a:t>
            </a:r>
            <a:br>
              <a:rPr dirty="0"/>
            </a:br>
            <a:r>
              <a:rPr lang="it-IT" sz="2400" b="0" strike="noStrike" spc="-1" dirty="0">
                <a:solidFill>
                  <a:srgbClr val="FF0000"/>
                </a:solidFill>
                <a:latin typeface="courier new"/>
              </a:rPr>
              <a:t>(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*p</a:t>
            </a:r>
            <a:r>
              <a:rPr lang="it-IT" sz="2400" b="0" strike="noStrike" spc="-1" dirty="0">
                <a:solidFill>
                  <a:srgbClr val="FF0000"/>
                </a:solidFill>
                <a:latin typeface="courier new"/>
              </a:rPr>
              <a:t>).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puntatore_al_successivo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= &amp;b;</a:t>
            </a:r>
            <a:br>
              <a:rPr dirty="0"/>
            </a:br>
            <a:endParaRPr lang="it-IT" sz="24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200" b="0" strike="noStrike" spc="-1" dirty="0">
                <a:solidFill>
                  <a:srgbClr val="000000"/>
                </a:solidFill>
                <a:latin typeface="Arial"/>
              </a:rPr>
              <a:t>questa operazione comune va scritta in maniera più comoda</a:t>
            </a:r>
            <a:br>
              <a:rPr dirty="0"/>
            </a:b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inizio</a:t>
            </a:r>
            <a:r>
              <a:rPr lang="it-IT" sz="2400" b="1" strike="noStrike" spc="-1" dirty="0">
                <a:solidFill>
                  <a:srgbClr val="FF0000"/>
                </a:solidFill>
                <a:latin typeface="courier new"/>
              </a:rPr>
              <a:t>-&gt;</a:t>
            </a:r>
            <a:r>
              <a:rPr lang="it-IT" sz="2400" b="0" strike="noStrike" spc="-1" dirty="0" err="1">
                <a:solidFill>
                  <a:srgbClr val="000000"/>
                </a:solidFill>
                <a:latin typeface="courier new"/>
              </a:rPr>
              <a:t>puntatore_al_successivo</a:t>
            </a:r>
            <a:r>
              <a:rPr lang="it-IT" sz="2400" b="0" strike="noStrike" spc="-1" dirty="0">
                <a:solidFill>
                  <a:srgbClr val="000000"/>
                </a:solidFill>
                <a:latin typeface="courier new"/>
              </a:rPr>
              <a:t> = &amp;b;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286364E-4704-47C9-BE30-EF1E1CFB7C99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memoria dinamica e puntatori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TextShape 2"/>
          <p:cNvSpPr txBox="1"/>
          <p:nvPr/>
        </p:nvSpPr>
        <p:spPr>
          <a:xfrm>
            <a:off x="245160" y="1917000"/>
            <a:ext cx="8737920" cy="5118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Autofit/>
          </a:bodyPr>
          <a:lstStyle/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un puntatore in una struttura può essere usato per</a:t>
            </a:r>
            <a:br>
              <a:rPr dirty="0"/>
            </a:b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collegare fra loro strutture generate dinamicamente </a:t>
            </a:r>
            <a:br>
              <a:rPr dirty="0"/>
            </a:br>
            <a:r>
              <a:rPr lang="it-IT" sz="2400" b="0" strike="noStrike" spc="-1" dirty="0">
                <a:solidFill>
                  <a:srgbClr val="000000"/>
                </a:solidFill>
                <a:latin typeface="Arial"/>
                <a:ea typeface="Arial"/>
              </a:rPr>
              <a:t>per costruire “liste semplici”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struct </a:t>
            </a:r>
            <a:r>
              <a:rPr lang="en-GB" sz="2400" b="0" strike="noStrike" spc="-1" dirty="0" err="1">
                <a:solidFill>
                  <a:srgbClr val="0000FF"/>
                </a:solidFill>
                <a:latin typeface="courier new"/>
              </a:rPr>
              <a:t>elem</a:t>
            </a: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{ &lt;</a:t>
            </a:r>
            <a:r>
              <a:rPr lang="en-GB" sz="2400" b="0" i="1" strike="noStrike" spc="-1" dirty="0" err="1">
                <a:solidFill>
                  <a:srgbClr val="0000FF"/>
                </a:solidFill>
                <a:latin typeface="courier new"/>
              </a:rPr>
              <a:t>qualunque</a:t>
            </a:r>
            <a:r>
              <a:rPr lang="en-GB" sz="2400" b="0" i="1" strike="noStrike" spc="-1" dirty="0">
                <a:solidFill>
                  <a:srgbClr val="0000FF"/>
                </a:solidFill>
                <a:latin typeface="courier new"/>
              </a:rPr>
              <a:t> </a:t>
            </a:r>
            <a:r>
              <a:rPr lang="en-GB" sz="2400" b="0" i="1" strike="noStrike" spc="-1" dirty="0" err="1">
                <a:solidFill>
                  <a:srgbClr val="0000FF"/>
                </a:solidFill>
                <a:latin typeface="courier new"/>
              </a:rPr>
              <a:t>tipo</a:t>
            </a: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&gt; </a:t>
            </a:r>
            <a:r>
              <a:rPr lang="en-GB" sz="2400" b="0" strike="noStrike" spc="-1" dirty="0">
                <a:solidFill>
                  <a:srgbClr val="FF0000"/>
                </a:solidFill>
                <a:latin typeface="courier new"/>
              </a:rPr>
              <a:t>info</a:t>
            </a: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;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  </a:t>
            </a:r>
            <a:r>
              <a:rPr lang="en-GB" sz="2400" b="0" strike="noStrike" spc="-1" dirty="0" err="1">
                <a:solidFill>
                  <a:srgbClr val="0000FF"/>
                </a:solidFill>
                <a:latin typeface="courier new"/>
              </a:rPr>
              <a:t>elem</a:t>
            </a:r>
            <a:r>
              <a:rPr lang="en-GB" sz="2400" b="0" strike="noStrike" spc="-1" dirty="0">
                <a:solidFill>
                  <a:srgbClr val="FF0000"/>
                </a:solidFill>
                <a:latin typeface="courier new"/>
              </a:rPr>
              <a:t>* </a:t>
            </a:r>
            <a:r>
              <a:rPr lang="en-GB" sz="2400" b="0" strike="noStrike" spc="-1" dirty="0" err="1">
                <a:solidFill>
                  <a:srgbClr val="FF0000"/>
                </a:solidFill>
                <a:latin typeface="courier new"/>
              </a:rPr>
              <a:t>puntatore_al_successivo</a:t>
            </a:r>
            <a:r>
              <a:rPr lang="en-GB" sz="2400" b="0" strike="noStrike" spc="-1" dirty="0">
                <a:solidFill>
                  <a:srgbClr val="FF0000"/>
                </a:solidFill>
                <a:latin typeface="courier new"/>
              </a:rPr>
              <a:t>;</a:t>
            </a: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}</a:t>
            </a:r>
            <a:br>
              <a:rPr dirty="0"/>
            </a:br>
            <a:r>
              <a:rPr lang="en-GB" sz="2400" b="0" strike="noStrike" spc="-1" dirty="0">
                <a:solidFill>
                  <a:srgbClr val="0000FF"/>
                </a:solidFill>
                <a:latin typeface="courier new"/>
              </a:rPr>
              <a:t> </a:t>
            </a:r>
            <a:endParaRPr lang="it-IT" sz="2400" b="0" strike="noStrike" spc="-1" dirty="0">
              <a:latin typeface="Arial"/>
            </a:endParaRPr>
          </a:p>
          <a:p>
            <a:pPr marL="306000" indent="-270000">
              <a:spcBef>
                <a:spcPts val="1417"/>
              </a:spcBef>
              <a:buSzPct val="100000"/>
              <a:buBlip>
                <a:blip r:embed="rId2"/>
              </a:buBlip>
            </a:pPr>
            <a:r>
              <a:rPr lang="it-IT" sz="2400" b="0" strike="noStrike" spc="-1" dirty="0">
                <a:solidFill>
                  <a:srgbClr val="000000"/>
                </a:solidFill>
                <a:latin typeface="Arial"/>
              </a:rPr>
              <a:t>con più puntatori si possono realizzare “liste doppiamente concatenate” (2) o “alberi” (2 o più puntatori)</a:t>
            </a:r>
            <a:endParaRPr lang="it-IT" sz="2400" b="0" strike="noStrike" spc="-1" dirty="0">
              <a:latin typeface="Arial"/>
            </a:endParaRPr>
          </a:p>
        </p:txBody>
      </p:sp>
      <p:sp>
        <p:nvSpPr>
          <p:cNvPr id="4" name="CustomShape 1">
            <a:extLst>
              <a:ext uri="{FF2B5EF4-FFF2-40B4-BE49-F238E27FC236}">
                <a16:creationId xmlns:a16="http://schemas.microsoft.com/office/drawing/2014/main" id="{084C87FE-74C9-439B-8EFE-7044FEB1A2C4}"/>
              </a:ext>
            </a:extLst>
          </p:cNvPr>
          <p:cNvSpPr/>
          <p:nvPr/>
        </p:nvSpPr>
        <p:spPr>
          <a:xfrm>
            <a:off x="1403350" y="836613"/>
            <a:ext cx="6337300" cy="431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lnSpc>
                <a:spcPct val="93000"/>
              </a:lnSpc>
              <a:tabLst>
                <a:tab pos="0" algn="l"/>
                <a:tab pos="448920" algn="l"/>
                <a:tab pos="898200" algn="l"/>
                <a:tab pos="1347480" algn="l"/>
                <a:tab pos="1796760" algn="l"/>
                <a:tab pos="2246040" algn="l"/>
                <a:tab pos="2695320" algn="l"/>
                <a:tab pos="3144600" algn="l"/>
                <a:tab pos="3593880" algn="l"/>
                <a:tab pos="4043160" algn="l"/>
                <a:tab pos="4492440" algn="l"/>
                <a:tab pos="4941720" algn="l"/>
                <a:tab pos="5391000" algn="l"/>
                <a:tab pos="5840280" algn="l"/>
                <a:tab pos="6289560" algn="l"/>
                <a:tab pos="6738840" algn="l"/>
                <a:tab pos="7188120" algn="l"/>
                <a:tab pos="7637400" algn="l"/>
                <a:tab pos="8086680" algn="l"/>
                <a:tab pos="8535960" algn="l"/>
                <a:tab pos="8985240" algn="l"/>
              </a:tabLst>
            </a:pPr>
            <a:r>
              <a:rPr lang="it-IT" sz="4000" spc="-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memoria dinamica e puntatori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9CE4ACF4375A4C8C0602FFE49177BE" ma:contentTypeVersion="6" ma:contentTypeDescription="Create a new document." ma:contentTypeScope="" ma:versionID="82a94c78be15446697ccc96dbbd817c7">
  <xsd:schema xmlns:xsd="http://www.w3.org/2001/XMLSchema" xmlns:xs="http://www.w3.org/2001/XMLSchema" xmlns:p="http://schemas.microsoft.com/office/2006/metadata/properties" xmlns:ns2="9f742c12-864c-4ce5-b6f6-1feb9fbefa8b" xmlns:ns3="368b7124-ee9b-43bd-a59a-62348eb2d076" targetNamespace="http://schemas.microsoft.com/office/2006/metadata/properties" ma:root="true" ma:fieldsID="3d066933c85ad0744444035c00985e91" ns2:_="" ns3:_="">
    <xsd:import namespace="9f742c12-864c-4ce5-b6f6-1feb9fbefa8b"/>
    <xsd:import namespace="368b7124-ee9b-43bd-a59a-62348eb2d07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742c12-864c-4ce5-b6f6-1feb9fbefa8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8b7124-ee9b-43bd-a59a-62348eb2d076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AA88E77-A204-4061-A0A3-4B20A1E14DE4}"/>
</file>

<file path=customXml/itemProps2.xml><?xml version="1.0" encoding="utf-8"?>
<ds:datastoreItem xmlns:ds="http://schemas.openxmlformats.org/officeDocument/2006/customXml" ds:itemID="{93ABA8C8-E096-4D7E-9215-FBB986D984D7}"/>
</file>

<file path=customXml/itemProps3.xml><?xml version="1.0" encoding="utf-8"?>
<ds:datastoreItem xmlns:ds="http://schemas.openxmlformats.org/officeDocument/2006/customXml" ds:itemID="{DD84495F-1731-4466-B93E-D8D9A3F4E6EB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1209</TotalTime>
  <Words>1177</Words>
  <Application>Microsoft Office PowerPoint</Application>
  <PresentationFormat>Presentazione su schermo (4:3)</PresentationFormat>
  <Paragraphs>119</Paragraphs>
  <Slides>10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9" baseType="lpstr">
      <vt:lpstr>Arial</vt:lpstr>
      <vt:lpstr>Calibri</vt:lpstr>
      <vt:lpstr>courier new</vt:lpstr>
      <vt:lpstr>courier new</vt:lpstr>
      <vt:lpstr>Tahoma</vt:lpstr>
      <vt:lpstr>Times New Roman</vt:lpstr>
      <vt:lpstr>Ubuntu Mono</vt:lpstr>
      <vt:lpstr>Wingdings</vt:lpstr>
      <vt:lpstr>1_Office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ucl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Tecnica industriale e commerciale Market-driven Management Professore J.J. Lambin</dc:title>
  <dc:subject/>
  <dc:creator>lambin</dc:creator>
  <dc:description/>
  <cp:lastModifiedBy>Massimo Orazio Spata</cp:lastModifiedBy>
  <cp:revision>325</cp:revision>
  <cp:lastPrinted>1999-03-05T00:48:02Z</cp:lastPrinted>
  <dcterms:created xsi:type="dcterms:W3CDTF">1999-01-19T02:07:12Z</dcterms:created>
  <dcterms:modified xsi:type="dcterms:W3CDTF">2023-03-31T06:15:49Z</dcterms:modified>
  <dc:language>it-IT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1</vt:i4>
  </property>
  <property fmtid="{D5CDD505-2E9C-101B-9397-08002B2CF9AE}" pid="9" name="PresentationFormat">
    <vt:lpwstr>Presentazione su schermo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2</vt:i4>
  </property>
  <property fmtid="{D5CDD505-2E9C-101B-9397-08002B2CF9AE}" pid="13" name="ContentTypeId">
    <vt:lpwstr>0x010100CD9CE4ACF4375A4C8C0602FFE49177BE</vt:lpwstr>
  </property>
</Properties>
</file>