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changesInfos/changesInfo1.xml" ContentType="application/vnd.ms-powerpoint.changesinfo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19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6" d="100"/>
          <a:sy n="86" d="100"/>
        </p:scale>
        <p:origin x="1113" y="-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simo Orazio Spata" userId="cc365b76-c41f-4401-a5bc-1d5b99d6e750" providerId="ADAL" clId="{A1E52041-6B02-4214-A18A-169C50DE0D04}"/>
    <pc:docChg chg="modSld">
      <pc:chgData name="Massimo Orazio Spata" userId="cc365b76-c41f-4401-a5bc-1d5b99d6e750" providerId="ADAL" clId="{A1E52041-6B02-4214-A18A-169C50DE0D04}" dt="2023-02-01T10:12:53.335" v="1" actId="1076"/>
      <pc:docMkLst>
        <pc:docMk/>
      </pc:docMkLst>
      <pc:sldChg chg="addSp modSp mod">
        <pc:chgData name="Massimo Orazio Spata" userId="cc365b76-c41f-4401-a5bc-1d5b99d6e750" providerId="ADAL" clId="{A1E52041-6B02-4214-A18A-169C50DE0D04}" dt="2023-02-01T10:12:53.335" v="1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A1E52041-6B02-4214-A18A-169C50DE0D04}" dt="2023-02-01T10:12:53.335" v="1" actId="1076"/>
          <ac:spMkLst>
            <pc:docMk/>
            <pc:sldMk cId="0" sldId="286"/>
            <ac:spMk id="5" creationId="{B7794ECC-2E3A-409D-A656-CFCB111E127F}"/>
          </ac:spMkLst>
        </pc:spChg>
      </pc:sldChg>
    </pc:docChg>
  </pc:docChgLst>
  <pc:docChgLst>
    <pc:chgData name="Natale, Luigi" userId="0bb35f83-ebdf-4526-ae9a-c3e8393a1d1b" providerId="ADAL" clId="{CB2A9A47-0B09-4963-AF70-52F62C0305B2}"/>
    <pc:docChg chg="undo custSel addSld delSld modSld modMainMaster">
      <pc:chgData name="Natale, Luigi" userId="0bb35f83-ebdf-4526-ae9a-c3e8393a1d1b" providerId="ADAL" clId="{CB2A9A47-0B09-4963-AF70-52F62C0305B2}" dt="2021-09-01T11:20:39.448" v="173" actId="478"/>
      <pc:docMkLst>
        <pc:docMk/>
      </pc:docMkLst>
      <pc:sldChg chg="del modNotes">
        <pc:chgData name="Natale, Luigi" userId="0bb35f83-ebdf-4526-ae9a-c3e8393a1d1b" providerId="ADAL" clId="{CB2A9A47-0B09-4963-AF70-52F62C0305B2}" dt="2021-09-01T11:14:10.698" v="14" actId="47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CB2A9A47-0B09-4963-AF70-52F62C0305B2}" dt="2021-09-01T11:20:39.448" v="173" actId="478"/>
        <pc:sldMkLst>
          <pc:docMk/>
          <pc:sldMk cId="0" sldId="257"/>
        </pc:sldMkLst>
        <pc:spChg chg="add mod">
          <ac:chgData name="Natale, Luigi" userId="0bb35f83-ebdf-4526-ae9a-c3e8393a1d1b" providerId="ADAL" clId="{CB2A9A47-0B09-4963-AF70-52F62C0305B2}" dt="2021-09-01T11:20:37.607" v="172"/>
          <ac:spMkLst>
            <pc:docMk/>
            <pc:sldMk cId="0" sldId="257"/>
            <ac:spMk id="4" creationId="{5F33D1B9-DEE8-4F88-AE38-56FAB0F1F86C}"/>
          </ac:spMkLst>
        </pc:spChg>
        <pc:spChg chg="del mod">
          <ac:chgData name="Natale, Luigi" userId="0bb35f83-ebdf-4526-ae9a-c3e8393a1d1b" providerId="ADAL" clId="{CB2A9A47-0B09-4963-AF70-52F62C0305B2}" dt="2021-09-01T11:20:39.448" v="173" actId="478"/>
          <ac:spMkLst>
            <pc:docMk/>
            <pc:sldMk cId="0" sldId="257"/>
            <ac:spMk id="99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CB2A9A47-0B09-4963-AF70-52F62C0305B2}" dt="2021-09-01T11:20:28.173" v="171" actId="478"/>
        <pc:sldMkLst>
          <pc:docMk/>
          <pc:sldMk cId="0" sldId="258"/>
        </pc:sldMkLst>
        <pc:spChg chg="add mod">
          <ac:chgData name="Natale, Luigi" userId="0bb35f83-ebdf-4526-ae9a-c3e8393a1d1b" providerId="ADAL" clId="{CB2A9A47-0B09-4963-AF70-52F62C0305B2}" dt="2021-09-01T11:20:25.764" v="170"/>
          <ac:spMkLst>
            <pc:docMk/>
            <pc:sldMk cId="0" sldId="258"/>
            <ac:spMk id="4" creationId="{F953E0EF-CEA0-4148-9A42-4392F32A92A7}"/>
          </ac:spMkLst>
        </pc:spChg>
        <pc:spChg chg="del mod">
          <ac:chgData name="Natale, Luigi" userId="0bb35f83-ebdf-4526-ae9a-c3e8393a1d1b" providerId="ADAL" clId="{CB2A9A47-0B09-4963-AF70-52F62C0305B2}" dt="2021-09-01T11:20:28.173" v="171" actId="478"/>
          <ac:spMkLst>
            <pc:docMk/>
            <pc:sldMk cId="0" sldId="258"/>
            <ac:spMk id="101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CB2A9A47-0B09-4963-AF70-52F62C0305B2}" dt="2021-09-01T11:20:19.611" v="169" actId="478"/>
        <pc:sldMkLst>
          <pc:docMk/>
          <pc:sldMk cId="0" sldId="259"/>
        </pc:sldMkLst>
        <pc:spChg chg="add mod">
          <ac:chgData name="Natale, Luigi" userId="0bb35f83-ebdf-4526-ae9a-c3e8393a1d1b" providerId="ADAL" clId="{CB2A9A47-0B09-4963-AF70-52F62C0305B2}" dt="2021-09-01T11:20:17.611" v="168"/>
          <ac:spMkLst>
            <pc:docMk/>
            <pc:sldMk cId="0" sldId="259"/>
            <ac:spMk id="4" creationId="{F05933A1-95B9-445E-B994-59F85497597B}"/>
          </ac:spMkLst>
        </pc:spChg>
        <pc:spChg chg="del mod">
          <ac:chgData name="Natale, Luigi" userId="0bb35f83-ebdf-4526-ae9a-c3e8393a1d1b" providerId="ADAL" clId="{CB2A9A47-0B09-4963-AF70-52F62C0305B2}" dt="2021-09-01T11:20:19.611" v="169" actId="478"/>
          <ac:spMkLst>
            <pc:docMk/>
            <pc:sldMk cId="0" sldId="259"/>
            <ac:spMk id="10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CB2A9A47-0B09-4963-AF70-52F62C0305B2}" dt="2021-09-01T11:20:11.837" v="167" actId="478"/>
        <pc:sldMkLst>
          <pc:docMk/>
          <pc:sldMk cId="0" sldId="260"/>
        </pc:sldMkLst>
        <pc:spChg chg="add mod">
          <ac:chgData name="Natale, Luigi" userId="0bb35f83-ebdf-4526-ae9a-c3e8393a1d1b" providerId="ADAL" clId="{CB2A9A47-0B09-4963-AF70-52F62C0305B2}" dt="2021-09-01T11:20:09.404" v="166" actId="20577"/>
          <ac:spMkLst>
            <pc:docMk/>
            <pc:sldMk cId="0" sldId="260"/>
            <ac:spMk id="4" creationId="{2A7AA6F0-C684-47F8-AA62-E0E4AEE0B84C}"/>
          </ac:spMkLst>
        </pc:spChg>
        <pc:spChg chg="del mod">
          <ac:chgData name="Natale, Luigi" userId="0bb35f83-ebdf-4526-ae9a-c3e8393a1d1b" providerId="ADAL" clId="{CB2A9A47-0B09-4963-AF70-52F62C0305B2}" dt="2021-09-01T11:20:11.837" v="167" actId="478"/>
          <ac:spMkLst>
            <pc:docMk/>
            <pc:sldMk cId="0" sldId="260"/>
            <ac:spMk id="10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CB2A9A47-0B09-4963-AF70-52F62C0305B2}" dt="2021-09-01T11:20:01.536" v="164" actId="1037"/>
        <pc:sldMkLst>
          <pc:docMk/>
          <pc:sldMk cId="0" sldId="261"/>
        </pc:sldMkLst>
        <pc:spChg chg="add mod">
          <ac:chgData name="Natale, Luigi" userId="0bb35f83-ebdf-4526-ae9a-c3e8393a1d1b" providerId="ADAL" clId="{CB2A9A47-0B09-4963-AF70-52F62C0305B2}" dt="2021-09-01T11:19:55.675" v="161" actId="6549"/>
          <ac:spMkLst>
            <pc:docMk/>
            <pc:sldMk cId="0" sldId="261"/>
            <ac:spMk id="4" creationId="{4CA89B4F-DB61-437E-8707-DE2784BA16F1}"/>
          </ac:spMkLst>
        </pc:spChg>
        <pc:spChg chg="del mod">
          <ac:chgData name="Natale, Luigi" userId="0bb35f83-ebdf-4526-ae9a-c3e8393a1d1b" providerId="ADAL" clId="{CB2A9A47-0B09-4963-AF70-52F62C0305B2}" dt="2021-09-01T11:19:58.361" v="162" actId="478"/>
          <ac:spMkLst>
            <pc:docMk/>
            <pc:sldMk cId="0" sldId="261"/>
            <ac:spMk id="107" creationId="{00000000-0000-0000-0000-000000000000}"/>
          </ac:spMkLst>
        </pc:spChg>
        <pc:picChg chg="mod">
          <ac:chgData name="Natale, Luigi" userId="0bb35f83-ebdf-4526-ae9a-c3e8393a1d1b" providerId="ADAL" clId="{CB2A9A47-0B09-4963-AF70-52F62C0305B2}" dt="2021-09-01T11:20:01.536" v="164" actId="1037"/>
          <ac:picMkLst>
            <pc:docMk/>
            <pc:sldMk cId="0" sldId="261"/>
            <ac:picMk id="108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CB2A9A47-0B09-4963-AF70-52F62C0305B2}" dt="2021-09-01T11:19:46.997" v="159" actId="1036"/>
        <pc:sldMkLst>
          <pc:docMk/>
          <pc:sldMk cId="0" sldId="262"/>
        </pc:sldMkLst>
        <pc:spChg chg="add mod">
          <ac:chgData name="Natale, Luigi" userId="0bb35f83-ebdf-4526-ae9a-c3e8393a1d1b" providerId="ADAL" clId="{CB2A9A47-0B09-4963-AF70-52F62C0305B2}" dt="2021-09-01T11:19:36.013" v="152" actId="6549"/>
          <ac:spMkLst>
            <pc:docMk/>
            <pc:sldMk cId="0" sldId="262"/>
            <ac:spMk id="5" creationId="{BD9322C2-9E8F-42C6-A353-E7FBB0FDFBA8}"/>
          </ac:spMkLst>
        </pc:spChg>
        <pc:spChg chg="del mod">
          <ac:chgData name="Natale, Luigi" userId="0bb35f83-ebdf-4526-ae9a-c3e8393a1d1b" providerId="ADAL" clId="{CB2A9A47-0B09-4963-AF70-52F62C0305B2}" dt="2021-09-01T11:19:38.556" v="153" actId="478"/>
          <ac:spMkLst>
            <pc:docMk/>
            <pc:sldMk cId="0" sldId="262"/>
            <ac:spMk id="109" creationId="{00000000-0000-0000-0000-000000000000}"/>
          </ac:spMkLst>
        </pc:spChg>
        <pc:picChg chg="mod">
          <ac:chgData name="Natale, Luigi" userId="0bb35f83-ebdf-4526-ae9a-c3e8393a1d1b" providerId="ADAL" clId="{CB2A9A47-0B09-4963-AF70-52F62C0305B2}" dt="2021-09-01T11:19:46.997" v="159" actId="1036"/>
          <ac:picMkLst>
            <pc:docMk/>
            <pc:sldMk cId="0" sldId="262"/>
            <ac:picMk id="110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CB2A9A47-0B09-4963-AF70-52F62C0305B2}" dt="2021-09-01T11:19:29.288" v="150" actId="20577"/>
        <pc:sldMkLst>
          <pc:docMk/>
          <pc:sldMk cId="0" sldId="263"/>
        </pc:sldMkLst>
        <pc:spChg chg="add mod">
          <ac:chgData name="Natale, Luigi" userId="0bb35f83-ebdf-4526-ae9a-c3e8393a1d1b" providerId="ADAL" clId="{CB2A9A47-0B09-4963-AF70-52F62C0305B2}" dt="2021-09-01T11:19:29.288" v="150" actId="20577"/>
          <ac:spMkLst>
            <pc:docMk/>
            <pc:sldMk cId="0" sldId="263"/>
            <ac:spMk id="4" creationId="{242E65CD-E1E3-4FB1-9F30-59E832E0ED19}"/>
          </ac:spMkLst>
        </pc:spChg>
        <pc:spChg chg="del mod">
          <ac:chgData name="Natale, Luigi" userId="0bb35f83-ebdf-4526-ae9a-c3e8393a1d1b" providerId="ADAL" clId="{CB2A9A47-0B09-4963-AF70-52F62C0305B2}" dt="2021-09-01T11:19:24.735" v="144" actId="478"/>
          <ac:spMkLst>
            <pc:docMk/>
            <pc:sldMk cId="0" sldId="263"/>
            <ac:spMk id="11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CB2A9A47-0B09-4963-AF70-52F62C0305B2}" dt="2021-09-01T11:19:18.572" v="142" actId="478"/>
        <pc:sldMkLst>
          <pc:docMk/>
          <pc:sldMk cId="0" sldId="264"/>
        </pc:sldMkLst>
        <pc:spChg chg="add mod">
          <ac:chgData name="Natale, Luigi" userId="0bb35f83-ebdf-4526-ae9a-c3e8393a1d1b" providerId="ADAL" clId="{CB2A9A47-0B09-4963-AF70-52F62C0305B2}" dt="2021-09-01T11:19:15.812" v="140" actId="6549"/>
          <ac:spMkLst>
            <pc:docMk/>
            <pc:sldMk cId="0" sldId="264"/>
            <ac:spMk id="4" creationId="{3C6899F3-2A03-43E6-82D0-0A759420F257}"/>
          </ac:spMkLst>
        </pc:spChg>
        <pc:spChg chg="del mod">
          <ac:chgData name="Natale, Luigi" userId="0bb35f83-ebdf-4526-ae9a-c3e8393a1d1b" providerId="ADAL" clId="{CB2A9A47-0B09-4963-AF70-52F62C0305B2}" dt="2021-09-01T11:19:18.572" v="142" actId="478"/>
          <ac:spMkLst>
            <pc:docMk/>
            <pc:sldMk cId="0" sldId="264"/>
            <ac:spMk id="114" creationId="{00000000-0000-0000-0000-000000000000}"/>
          </ac:spMkLst>
        </pc:spChg>
      </pc:sldChg>
      <pc:sldChg chg="addSp modSp mod modClrScheme chgLayout">
        <pc:chgData name="Natale, Luigi" userId="0bb35f83-ebdf-4526-ae9a-c3e8393a1d1b" providerId="ADAL" clId="{CB2A9A47-0B09-4963-AF70-52F62C0305B2}" dt="2021-09-01T11:19:07.370" v="138" actId="14100"/>
        <pc:sldMkLst>
          <pc:docMk/>
          <pc:sldMk cId="0" sldId="265"/>
        </pc:sldMkLst>
        <pc:spChg chg="add mod">
          <ac:chgData name="Natale, Luigi" userId="0bb35f83-ebdf-4526-ae9a-c3e8393a1d1b" providerId="ADAL" clId="{CB2A9A47-0B09-4963-AF70-52F62C0305B2}" dt="2021-09-01T11:19:07.370" v="138" actId="14100"/>
          <ac:spMkLst>
            <pc:docMk/>
            <pc:sldMk cId="0" sldId="265"/>
            <ac:spMk id="4" creationId="{45245E91-5171-493C-AC95-C8278BC5BF01}"/>
          </ac:spMkLst>
        </pc:spChg>
      </pc:sldChg>
      <pc:sldChg chg="addSp delSp modSp mod modClrScheme chgLayout">
        <pc:chgData name="Natale, Luigi" userId="0bb35f83-ebdf-4526-ae9a-c3e8393a1d1b" providerId="ADAL" clId="{CB2A9A47-0B09-4963-AF70-52F62C0305B2}" dt="2021-09-01T11:18:22.644" v="117" actId="14100"/>
        <pc:sldMkLst>
          <pc:docMk/>
          <pc:sldMk cId="0" sldId="266"/>
        </pc:sldMkLst>
        <pc:spChg chg="add mod">
          <ac:chgData name="Natale, Luigi" userId="0bb35f83-ebdf-4526-ae9a-c3e8393a1d1b" providerId="ADAL" clId="{CB2A9A47-0B09-4963-AF70-52F62C0305B2}" dt="2021-09-01T11:18:22.644" v="117" actId="14100"/>
          <ac:spMkLst>
            <pc:docMk/>
            <pc:sldMk cId="0" sldId="266"/>
            <ac:spMk id="4" creationId="{98ECF043-2D15-4F66-BA6C-DD1D5B238FE8}"/>
          </ac:spMkLst>
        </pc:spChg>
        <pc:spChg chg="del mod">
          <ac:chgData name="Natale, Luigi" userId="0bb35f83-ebdf-4526-ae9a-c3e8393a1d1b" providerId="ADAL" clId="{CB2A9A47-0B09-4963-AF70-52F62C0305B2}" dt="2021-09-01T11:18:18.224" v="116" actId="478"/>
          <ac:spMkLst>
            <pc:docMk/>
            <pc:sldMk cId="0" sldId="266"/>
            <ac:spMk id="11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CB2A9A47-0B09-4963-AF70-52F62C0305B2}" dt="2021-09-01T11:18:05.984" v="112" actId="478"/>
        <pc:sldMkLst>
          <pc:docMk/>
          <pc:sldMk cId="0" sldId="267"/>
        </pc:sldMkLst>
        <pc:spChg chg="add mod">
          <ac:chgData name="Natale, Luigi" userId="0bb35f83-ebdf-4526-ae9a-c3e8393a1d1b" providerId="ADAL" clId="{CB2A9A47-0B09-4963-AF70-52F62C0305B2}" dt="2021-09-01T11:18:03.371" v="111" actId="20577"/>
          <ac:spMkLst>
            <pc:docMk/>
            <pc:sldMk cId="0" sldId="267"/>
            <ac:spMk id="4" creationId="{097DF888-8E32-4466-8126-1E1A31477511}"/>
          </ac:spMkLst>
        </pc:spChg>
        <pc:spChg chg="del mod">
          <ac:chgData name="Natale, Luigi" userId="0bb35f83-ebdf-4526-ae9a-c3e8393a1d1b" providerId="ADAL" clId="{CB2A9A47-0B09-4963-AF70-52F62C0305B2}" dt="2021-09-01T11:18:05.984" v="112" actId="478"/>
          <ac:spMkLst>
            <pc:docMk/>
            <pc:sldMk cId="0" sldId="267"/>
            <ac:spMk id="12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CB2A9A47-0B09-4963-AF70-52F62C0305B2}" dt="2021-09-01T11:17:54.522" v="109" actId="14100"/>
        <pc:sldMkLst>
          <pc:docMk/>
          <pc:sldMk cId="0" sldId="268"/>
        </pc:sldMkLst>
        <pc:spChg chg="add mod ord">
          <ac:chgData name="Natale, Luigi" userId="0bb35f83-ebdf-4526-ae9a-c3e8393a1d1b" providerId="ADAL" clId="{CB2A9A47-0B09-4963-AF70-52F62C0305B2}" dt="2021-09-01T11:17:54.522" v="109" actId="14100"/>
          <ac:spMkLst>
            <pc:docMk/>
            <pc:sldMk cId="0" sldId="268"/>
            <ac:spMk id="4" creationId="{A5B054C6-567F-4AA2-ADC2-3CD85A56A342}"/>
          </ac:spMkLst>
        </pc:spChg>
        <pc:picChg chg="add del">
          <ac:chgData name="Natale, Luigi" userId="0bb35f83-ebdf-4526-ae9a-c3e8393a1d1b" providerId="ADAL" clId="{CB2A9A47-0B09-4963-AF70-52F62C0305B2}" dt="2021-09-01T11:17:09.342" v="71" actId="478"/>
          <ac:picMkLst>
            <pc:docMk/>
            <pc:sldMk cId="0" sldId="268"/>
            <ac:picMk id="123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CB2A9A47-0B09-4963-AF70-52F62C0305B2}" dt="2021-09-01T11:16:56.193" v="69" actId="478"/>
        <pc:sldMkLst>
          <pc:docMk/>
          <pc:sldMk cId="0" sldId="269"/>
        </pc:sldMkLst>
        <pc:spChg chg="add mod">
          <ac:chgData name="Natale, Luigi" userId="0bb35f83-ebdf-4526-ae9a-c3e8393a1d1b" providerId="ADAL" clId="{CB2A9A47-0B09-4963-AF70-52F62C0305B2}" dt="2021-09-01T11:16:53.918" v="68"/>
          <ac:spMkLst>
            <pc:docMk/>
            <pc:sldMk cId="0" sldId="269"/>
            <ac:spMk id="4" creationId="{7F653A67-27C1-4CBF-A3BA-0DBC80B1CFEC}"/>
          </ac:spMkLst>
        </pc:spChg>
        <pc:spChg chg="del mod">
          <ac:chgData name="Natale, Luigi" userId="0bb35f83-ebdf-4526-ae9a-c3e8393a1d1b" providerId="ADAL" clId="{CB2A9A47-0B09-4963-AF70-52F62C0305B2}" dt="2021-09-01T11:16:56.193" v="69" actId="478"/>
          <ac:spMkLst>
            <pc:docMk/>
            <pc:sldMk cId="0" sldId="269"/>
            <ac:spMk id="124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CB2A9A47-0B09-4963-AF70-52F62C0305B2}" dt="2021-09-01T11:16:49.042" v="67" actId="478"/>
        <pc:sldMkLst>
          <pc:docMk/>
          <pc:sldMk cId="0" sldId="270"/>
        </pc:sldMkLst>
        <pc:spChg chg="add mod">
          <ac:chgData name="Natale, Luigi" userId="0bb35f83-ebdf-4526-ae9a-c3e8393a1d1b" providerId="ADAL" clId="{CB2A9A47-0B09-4963-AF70-52F62C0305B2}" dt="2021-09-01T11:16:37.028" v="63"/>
          <ac:spMkLst>
            <pc:docMk/>
            <pc:sldMk cId="0" sldId="270"/>
            <ac:spMk id="5" creationId="{97110B83-E02E-48E1-9870-0C2C8687B19F}"/>
          </ac:spMkLst>
        </pc:spChg>
        <pc:spChg chg="del mod">
          <ac:chgData name="Natale, Luigi" userId="0bb35f83-ebdf-4526-ae9a-c3e8393a1d1b" providerId="ADAL" clId="{CB2A9A47-0B09-4963-AF70-52F62C0305B2}" dt="2021-09-01T11:16:39.032" v="64" actId="478"/>
          <ac:spMkLst>
            <pc:docMk/>
            <pc:sldMk cId="0" sldId="270"/>
            <ac:spMk id="126" creationId="{00000000-0000-0000-0000-000000000000}"/>
          </ac:spMkLst>
        </pc:spChg>
        <pc:spChg chg="add del mod">
          <ac:chgData name="Natale, Luigi" userId="0bb35f83-ebdf-4526-ae9a-c3e8393a1d1b" providerId="ADAL" clId="{CB2A9A47-0B09-4963-AF70-52F62C0305B2}" dt="2021-09-01T11:16:49.042" v="67" actId="478"/>
          <ac:spMkLst>
            <pc:docMk/>
            <pc:sldMk cId="0" sldId="270"/>
            <ac:spMk id="128" creationId="{00000000-0000-0000-0000-000000000000}"/>
          </ac:spMkLst>
        </pc:spChg>
        <pc:picChg chg="mod">
          <ac:chgData name="Natale, Luigi" userId="0bb35f83-ebdf-4526-ae9a-c3e8393a1d1b" providerId="ADAL" clId="{CB2A9A47-0B09-4963-AF70-52F62C0305B2}" dt="2021-09-01T11:16:43.361" v="65" actId="1035"/>
          <ac:picMkLst>
            <pc:docMk/>
            <pc:sldMk cId="0" sldId="270"/>
            <ac:picMk id="127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CB2A9A47-0B09-4963-AF70-52F62C0305B2}" dt="2021-09-01T11:16:09.156" v="57" actId="478"/>
        <pc:sldMkLst>
          <pc:docMk/>
          <pc:sldMk cId="0" sldId="271"/>
        </pc:sldMkLst>
        <pc:spChg chg="add mod">
          <ac:chgData name="Natale, Luigi" userId="0bb35f83-ebdf-4526-ae9a-c3e8393a1d1b" providerId="ADAL" clId="{CB2A9A47-0B09-4963-AF70-52F62C0305B2}" dt="2021-09-01T11:16:07.552" v="56" actId="20577"/>
          <ac:spMkLst>
            <pc:docMk/>
            <pc:sldMk cId="0" sldId="271"/>
            <ac:spMk id="4" creationId="{4AD4CABD-046A-4CD2-9D0E-16863B9444D0}"/>
          </ac:spMkLst>
        </pc:spChg>
        <pc:spChg chg="del mod">
          <ac:chgData name="Natale, Luigi" userId="0bb35f83-ebdf-4526-ae9a-c3e8393a1d1b" providerId="ADAL" clId="{CB2A9A47-0B09-4963-AF70-52F62C0305B2}" dt="2021-09-01T11:16:09.156" v="57" actId="478"/>
          <ac:spMkLst>
            <pc:docMk/>
            <pc:sldMk cId="0" sldId="271"/>
            <ac:spMk id="129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CB2A9A47-0B09-4963-AF70-52F62C0305B2}" dt="2021-09-01T11:16:29.808" v="62" actId="1035"/>
        <pc:sldMkLst>
          <pc:docMk/>
          <pc:sldMk cId="0" sldId="272"/>
        </pc:sldMkLst>
        <pc:spChg chg="add mod">
          <ac:chgData name="Natale, Luigi" userId="0bb35f83-ebdf-4526-ae9a-c3e8393a1d1b" providerId="ADAL" clId="{CB2A9A47-0B09-4963-AF70-52F62C0305B2}" dt="2021-09-01T11:16:29.808" v="62" actId="1035"/>
          <ac:spMkLst>
            <pc:docMk/>
            <pc:sldMk cId="0" sldId="272"/>
            <ac:spMk id="4" creationId="{A76BE2A5-A18D-4A30-9975-CCF62FE6290D}"/>
          </ac:spMkLst>
        </pc:spChg>
        <pc:spChg chg="del mod">
          <ac:chgData name="Natale, Luigi" userId="0bb35f83-ebdf-4526-ae9a-c3e8393a1d1b" providerId="ADAL" clId="{CB2A9A47-0B09-4963-AF70-52F62C0305B2}" dt="2021-09-01T11:15:53.009" v="51" actId="478"/>
          <ac:spMkLst>
            <pc:docMk/>
            <pc:sldMk cId="0" sldId="272"/>
            <ac:spMk id="131" creationId="{00000000-0000-0000-0000-000000000000}"/>
          </ac:spMkLst>
        </pc:spChg>
        <pc:spChg chg="mod">
          <ac:chgData name="Natale, Luigi" userId="0bb35f83-ebdf-4526-ae9a-c3e8393a1d1b" providerId="ADAL" clId="{CB2A9A47-0B09-4963-AF70-52F62C0305B2}" dt="2021-09-01T11:16:19.665" v="59" actId="1036"/>
          <ac:spMkLst>
            <pc:docMk/>
            <pc:sldMk cId="0" sldId="272"/>
            <ac:spMk id="132" creationId="{00000000-0000-0000-0000-000000000000}"/>
          </ac:spMkLst>
        </pc:spChg>
      </pc:sldChg>
      <pc:sldChg chg="modSp add mod modClrScheme chgLayout">
        <pc:chgData name="Natale, Luigi" userId="0bb35f83-ebdf-4526-ae9a-c3e8393a1d1b" providerId="ADAL" clId="{CB2A9A47-0B09-4963-AF70-52F62C0305B2}" dt="2021-09-01T11:14:26.044" v="16" actId="700"/>
        <pc:sldMkLst>
          <pc:docMk/>
          <pc:sldMk cId="0" sldId="286"/>
        </pc:sldMkLst>
        <pc:spChg chg="mod">
          <ac:chgData name="Natale, Luigi" userId="0bb35f83-ebdf-4526-ae9a-c3e8393a1d1b" providerId="ADAL" clId="{CB2A9A47-0B09-4963-AF70-52F62C0305B2}" dt="2021-09-01T11:14:07.876" v="13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SldLayout modSldLayout">
        <pc:chgData name="Natale, Luigi" userId="0bb35f83-ebdf-4526-ae9a-c3e8393a1d1b" providerId="ADAL" clId="{CB2A9A47-0B09-4963-AF70-52F62C0305B2}" dt="2021-09-01T11:14:10.698" v="14" actId="47"/>
        <pc:sldMasterMkLst>
          <pc:docMk/>
          <pc:sldMasterMk cId="2993069743" sldId="2147483674"/>
        </pc:sldMasterMkLst>
        <pc:sldLayoutChg chg="modSp mod">
          <pc:chgData name="Natale, Luigi" userId="0bb35f83-ebdf-4526-ae9a-c3e8393a1d1b" providerId="ADAL" clId="{CB2A9A47-0B09-4963-AF70-52F62C0305B2}" dt="2021-09-01T11:13:50.872" v="9" actId="20577"/>
          <pc:sldLayoutMkLst>
            <pc:docMk/>
            <pc:sldMasterMk cId="2993069743" sldId="2147483674"/>
            <pc:sldLayoutMk cId="263305840" sldId="2147483675"/>
          </pc:sldLayoutMkLst>
          <pc:spChg chg="mod">
            <ac:chgData name="Natale, Luigi" userId="0bb35f83-ebdf-4526-ae9a-c3e8393a1d1b" providerId="ADAL" clId="{CB2A9A47-0B09-4963-AF70-52F62C0305B2}" dt="2021-09-01T11:13:50.872" v="9" actId="20577"/>
            <ac:spMkLst>
              <pc:docMk/>
              <pc:sldMasterMk cId="2993069743" sldId="2147483674"/>
              <pc:sldLayoutMk cId="263305840" sldId="2147483675"/>
              <ac:spMk id="8" creationId="{39337AFF-2B3D-43A8-B024-4B73D336750A}"/>
            </ac:spMkLst>
          </pc:spChg>
        </pc:sldLayoutChg>
        <pc:sldLayoutChg chg="delSp del mod">
          <pc:chgData name="Natale, Luigi" userId="0bb35f83-ebdf-4526-ae9a-c3e8393a1d1b" providerId="ADAL" clId="{CB2A9A47-0B09-4963-AF70-52F62C0305B2}" dt="2021-09-01T11:13:36.026" v="6" actId="2696"/>
          <pc:sldLayoutMkLst>
            <pc:docMk/>
            <pc:sldMasterMk cId="2993069743" sldId="2147483674"/>
            <pc:sldLayoutMk cId="1816245763" sldId="2147483676"/>
          </pc:sldLayoutMkLst>
          <pc:picChg chg="del">
            <ac:chgData name="Natale, Luigi" userId="0bb35f83-ebdf-4526-ae9a-c3e8393a1d1b" providerId="ADAL" clId="{CB2A9A47-0B09-4963-AF70-52F62C0305B2}" dt="2021-09-01T11:13:33.304" v="4" actId="21"/>
            <ac:picMkLst>
              <pc:docMk/>
              <pc:sldMasterMk cId="2993069743" sldId="2147483674"/>
              <pc:sldLayoutMk cId="1816245763" sldId="2147483676"/>
              <ac:picMk id="5" creationId="{2C852528-98ED-4EF8-94D2-65154EB73827}"/>
            </ac:picMkLst>
          </pc:picChg>
        </pc:sldLayoutChg>
        <pc:sldLayoutChg chg="del">
          <pc:chgData name="Natale, Luigi" userId="0bb35f83-ebdf-4526-ae9a-c3e8393a1d1b" providerId="ADAL" clId="{CB2A9A47-0B09-4963-AF70-52F62C0305B2}" dt="2021-09-01T11:13:25.121" v="1" actId="2696"/>
          <pc:sldLayoutMkLst>
            <pc:docMk/>
            <pc:sldMasterMk cId="2993069743" sldId="2147483674"/>
            <pc:sldLayoutMk cId="2365084274" sldId="2147483677"/>
          </pc:sldLayoutMkLst>
        </pc:sldLayoutChg>
        <pc:sldLayoutChg chg="addSp delSp modSp del mod">
          <pc:chgData name="Natale, Luigi" userId="0bb35f83-ebdf-4526-ae9a-c3e8393a1d1b" providerId="ADAL" clId="{CB2A9A47-0B09-4963-AF70-52F62C0305B2}" dt="2021-09-01T11:14:10.698" v="14" actId="47"/>
          <pc:sldLayoutMkLst>
            <pc:docMk/>
            <pc:sldMasterMk cId="2993069743" sldId="2147483674"/>
            <pc:sldLayoutMk cId="899021186" sldId="2147483678"/>
          </pc:sldLayoutMkLst>
          <pc:spChg chg="del">
            <ac:chgData name="Natale, Luigi" userId="0bb35f83-ebdf-4526-ae9a-c3e8393a1d1b" providerId="ADAL" clId="{CB2A9A47-0B09-4963-AF70-52F62C0305B2}" dt="2021-09-01T11:13:26.751" v="2" actId="478"/>
            <ac:spMkLst>
              <pc:docMk/>
              <pc:sldMasterMk cId="2993069743" sldId="2147483674"/>
              <pc:sldLayoutMk cId="899021186" sldId="2147483678"/>
              <ac:spMk id="11" creationId="{00000000-0000-0000-0000-000000000000}"/>
            </ac:spMkLst>
          </pc:spChg>
          <pc:spChg chg="del">
            <ac:chgData name="Natale, Luigi" userId="0bb35f83-ebdf-4526-ae9a-c3e8393a1d1b" providerId="ADAL" clId="{CB2A9A47-0B09-4963-AF70-52F62C0305B2}" dt="2021-09-01T11:13:26.751" v="2" actId="478"/>
            <ac:spMkLst>
              <pc:docMk/>
              <pc:sldMasterMk cId="2993069743" sldId="2147483674"/>
              <pc:sldLayoutMk cId="899021186" sldId="2147483678"/>
              <ac:spMk id="12" creationId="{00000000-0000-0000-0000-000000000000}"/>
            </ac:spMkLst>
          </pc:spChg>
          <pc:picChg chg="add mod">
            <ac:chgData name="Natale, Luigi" userId="0bb35f83-ebdf-4526-ae9a-c3e8393a1d1b" providerId="ADAL" clId="{CB2A9A47-0B09-4963-AF70-52F62C0305B2}" dt="2021-09-01T11:13:34.660" v="5"/>
            <ac:picMkLst>
              <pc:docMk/>
              <pc:sldMasterMk cId="2993069743" sldId="2147483674"/>
              <pc:sldLayoutMk cId="899021186" sldId="2147483678"/>
              <ac:picMk id="4" creationId="{11597A93-C732-4AB3-AD17-BE3AC61EB222}"/>
            </ac:picMkLst>
          </pc:picChg>
        </pc:sldLayoutChg>
        <pc:sldLayoutChg chg="delSp mod">
          <pc:chgData name="Natale, Luigi" userId="0bb35f83-ebdf-4526-ae9a-c3e8393a1d1b" providerId="ADAL" clId="{CB2A9A47-0B09-4963-AF70-52F62C0305B2}" dt="2021-09-01T11:13:29.039" v="3" actId="478"/>
          <pc:sldLayoutMkLst>
            <pc:docMk/>
            <pc:sldMasterMk cId="2993069743" sldId="2147483674"/>
            <pc:sldLayoutMk cId="3988379659" sldId="2147483679"/>
          </pc:sldLayoutMkLst>
          <pc:spChg chg="del">
            <ac:chgData name="Natale, Luigi" userId="0bb35f83-ebdf-4526-ae9a-c3e8393a1d1b" providerId="ADAL" clId="{CB2A9A47-0B09-4963-AF70-52F62C0305B2}" dt="2021-09-01T11:13:29.039" v="3" actId="478"/>
            <ac:spMkLst>
              <pc:docMk/>
              <pc:sldMasterMk cId="2993069743" sldId="2147483674"/>
              <pc:sldLayoutMk cId="3988379659" sldId="2147483679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CB2A9A47-0B09-4963-AF70-52F62C0305B2}" dt="2021-09-01T11:13:29.039" v="3" actId="478"/>
            <ac:spMkLst>
              <pc:docMk/>
              <pc:sldMasterMk cId="2993069743" sldId="2147483674"/>
              <pc:sldLayoutMk cId="3988379659" sldId="2147483679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CB2A9A47-0B09-4963-AF70-52F62C0305B2}" dt="2021-09-01T11:13:29.039" v="3" actId="478"/>
            <ac:spMkLst>
              <pc:docMk/>
              <pc:sldMasterMk cId="2993069743" sldId="2147483674"/>
              <pc:sldLayoutMk cId="3988379659" sldId="2147483679"/>
              <ac:spMk id="61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Fai clic per spostare la diapositiva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2000" b="0" strike="noStrike" spc="-1">
                <a:latin typeface="Arial"/>
              </a:rPr>
              <a:t>Fai clic per modificare il formato delle note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&lt;intestazione&gt;</a:t>
            </a:r>
          </a:p>
        </p:txBody>
      </p:sp>
      <p:sp>
        <p:nvSpPr>
          <p:cNvPr id="94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&lt;data/ora&gt;</a:t>
            </a:r>
          </a:p>
        </p:txBody>
      </p:sp>
      <p:sp>
        <p:nvSpPr>
          <p:cNvPr id="95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&lt;piè di pagina&gt;</a:t>
            </a:r>
          </a:p>
        </p:txBody>
      </p:sp>
      <p:sp>
        <p:nvSpPr>
          <p:cNvPr id="96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AA85F027-2032-4132-BC8D-3F93162014F4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13. Template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63305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37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4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306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13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Template</a:t>
            </a:r>
            <a:endParaRPr lang="it-IT" sz="4000" b="1" strike="noStrike" spc="-100" dirty="0">
              <a:solidFill>
                <a:srgbClr val="E21A24"/>
              </a:solidFill>
              <a:latin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716000" y="4437000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Immagine 99"/>
          <p:cNvPicPr/>
          <p:nvPr/>
        </p:nvPicPr>
        <p:blipFill>
          <a:blip r:embed="rId2"/>
          <a:stretch/>
        </p:blipFill>
        <p:spPr>
          <a:xfrm>
            <a:off x="35280" y="1800000"/>
            <a:ext cx="9143640" cy="440280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5F33D1B9-DEE8-4F88-AE38-56FAB0F1F86C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paradigmi di programmazione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magine 101"/>
          <p:cNvPicPr/>
          <p:nvPr/>
        </p:nvPicPr>
        <p:blipFill>
          <a:blip r:embed="rId2"/>
          <a:stretch/>
        </p:blipFill>
        <p:spPr>
          <a:xfrm>
            <a:off x="11880" y="1317960"/>
            <a:ext cx="9143640" cy="423576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F953E0EF-CEA0-4148-9A42-4392F32A92A7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algoritmi indipendenti dal tipo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magine 103"/>
          <p:cNvPicPr/>
          <p:nvPr/>
        </p:nvPicPr>
        <p:blipFill>
          <a:blip r:embed="rId2"/>
          <a:stretch/>
        </p:blipFill>
        <p:spPr>
          <a:xfrm>
            <a:off x="11880" y="1402560"/>
            <a:ext cx="7728120" cy="497808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F05933A1-95B9-445E-B994-59F85497597B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programmazione generica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Immagine 105"/>
          <p:cNvPicPr/>
          <p:nvPr/>
        </p:nvPicPr>
        <p:blipFill>
          <a:blip r:embed="rId2"/>
          <a:stretch/>
        </p:blipFill>
        <p:spPr>
          <a:xfrm>
            <a:off x="11880" y="1980000"/>
            <a:ext cx="9143640" cy="399564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2A7AA6F0-C684-47F8-AA62-E0E4AEE0B84C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template di classi e funzioni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magine 107"/>
          <p:cNvPicPr/>
          <p:nvPr/>
        </p:nvPicPr>
        <p:blipFill>
          <a:blip r:embed="rId2"/>
          <a:stretch/>
        </p:blipFill>
        <p:spPr>
          <a:xfrm>
            <a:off x="36000" y="1575720"/>
            <a:ext cx="7728120" cy="455400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4CA89B4F-DB61-437E-8707-DE2784BA16F1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C++: template di funzioni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magine 109"/>
          <p:cNvPicPr/>
          <p:nvPr/>
        </p:nvPicPr>
        <p:blipFill>
          <a:blip r:embed="rId2"/>
          <a:stretch/>
        </p:blipFill>
        <p:spPr>
          <a:xfrm>
            <a:off x="62280" y="1190520"/>
            <a:ext cx="7749720" cy="5262480"/>
          </a:xfrm>
          <a:prstGeom prst="rect">
            <a:avLst/>
          </a:prstGeom>
          <a:ln w="0">
            <a:noFill/>
          </a:ln>
        </p:spPr>
      </p:pic>
      <p:sp>
        <p:nvSpPr>
          <p:cNvPr id="111" name="Rettangolo 110"/>
          <p:cNvSpPr/>
          <p:nvPr/>
        </p:nvSpPr>
        <p:spPr>
          <a:xfrm>
            <a:off x="6660000" y="900000"/>
            <a:ext cx="1119240" cy="12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BD9322C2-9E8F-42C6-A353-E7FBB0FDFBA8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template di funzioni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magine 112"/>
          <p:cNvPicPr/>
          <p:nvPr/>
        </p:nvPicPr>
        <p:blipFill>
          <a:blip r:embed="rId2"/>
          <a:stretch/>
        </p:blipFill>
        <p:spPr>
          <a:xfrm>
            <a:off x="360" y="1440000"/>
            <a:ext cx="8685720" cy="504000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242E65CD-E1E3-4FB1-9F30-59E832E0ED19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template di funzioni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Immagine 114"/>
          <p:cNvPicPr/>
          <p:nvPr/>
        </p:nvPicPr>
        <p:blipFill>
          <a:blip r:embed="rId2"/>
          <a:stretch/>
        </p:blipFill>
        <p:spPr>
          <a:xfrm>
            <a:off x="36360" y="1800000"/>
            <a:ext cx="9143640" cy="447264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3C6899F3-2A03-43E6-82D0-0A759420F257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template di classi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magine 115"/>
          <p:cNvPicPr/>
          <p:nvPr/>
        </p:nvPicPr>
        <p:blipFill>
          <a:blip r:embed="rId2"/>
          <a:stretch/>
        </p:blipFill>
        <p:spPr>
          <a:xfrm>
            <a:off x="142920" y="515520"/>
            <a:ext cx="4897080" cy="5926680"/>
          </a:xfrm>
          <a:prstGeom prst="rect">
            <a:avLst/>
          </a:prstGeom>
          <a:ln w="0">
            <a:noFill/>
          </a:ln>
        </p:spPr>
      </p:pic>
      <p:pic>
        <p:nvPicPr>
          <p:cNvPr id="117" name="Immagine 116"/>
          <p:cNvPicPr/>
          <p:nvPr/>
        </p:nvPicPr>
        <p:blipFill>
          <a:blip r:embed="rId3"/>
          <a:stretch/>
        </p:blipFill>
        <p:spPr>
          <a:xfrm>
            <a:off x="5040000" y="1980000"/>
            <a:ext cx="3174840" cy="446220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45245E91-5171-493C-AC95-C8278BC5BF01}"/>
              </a:ext>
            </a:extLst>
          </p:cNvPr>
          <p:cNvSpPr/>
          <p:nvPr/>
        </p:nvSpPr>
        <p:spPr>
          <a:xfrm>
            <a:off x="5046190" y="1980000"/>
            <a:ext cx="3168650" cy="25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header file e intestazioni di template di classe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magine 118"/>
          <p:cNvPicPr/>
          <p:nvPr/>
        </p:nvPicPr>
        <p:blipFill>
          <a:blip r:embed="rId2"/>
          <a:stretch/>
        </p:blipFill>
        <p:spPr>
          <a:xfrm>
            <a:off x="11880" y="1262880"/>
            <a:ext cx="8268120" cy="486000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98ECF043-2D15-4F66-BA6C-DD1D5B238FE8}"/>
              </a:ext>
            </a:extLst>
          </p:cNvPr>
          <p:cNvSpPr/>
          <p:nvPr/>
        </p:nvSpPr>
        <p:spPr>
          <a:xfrm>
            <a:off x="540000" y="836613"/>
            <a:ext cx="7200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header file e intestazioni di classe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Immagine 120"/>
          <p:cNvPicPr/>
          <p:nvPr/>
        </p:nvPicPr>
        <p:blipFill>
          <a:blip r:embed="rId2"/>
          <a:stretch/>
        </p:blipFill>
        <p:spPr>
          <a:xfrm>
            <a:off x="0" y="2160000"/>
            <a:ext cx="9143640" cy="409932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097DF888-8E32-4466-8126-1E1A31477511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modelli di compilazione di template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Immagine 121"/>
          <p:cNvPicPr/>
          <p:nvPr/>
        </p:nvPicPr>
        <p:blipFill>
          <a:blip r:embed="rId2"/>
          <a:stretch/>
        </p:blipFill>
        <p:spPr>
          <a:xfrm>
            <a:off x="0" y="515520"/>
            <a:ext cx="4540680" cy="5784480"/>
          </a:xfrm>
          <a:prstGeom prst="rect">
            <a:avLst/>
          </a:prstGeom>
          <a:ln w="0">
            <a:noFill/>
          </a:ln>
        </p:spPr>
      </p:pic>
      <p:pic>
        <p:nvPicPr>
          <p:cNvPr id="123" name="Immagine 122"/>
          <p:cNvPicPr/>
          <p:nvPr/>
        </p:nvPicPr>
        <p:blipFill>
          <a:blip r:embed="rId3"/>
          <a:stretch/>
        </p:blipFill>
        <p:spPr>
          <a:xfrm>
            <a:off x="4540680" y="2503080"/>
            <a:ext cx="3462840" cy="378000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A5B054C6-567F-4AA2-ADC2-3CD85A56A342}"/>
              </a:ext>
            </a:extLst>
          </p:cNvPr>
          <p:cNvSpPr/>
          <p:nvPr/>
        </p:nvSpPr>
        <p:spPr>
          <a:xfrm>
            <a:off x="4827434" y="2349000"/>
            <a:ext cx="3168650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compilazione per inclusione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magine 124"/>
          <p:cNvPicPr/>
          <p:nvPr/>
        </p:nvPicPr>
        <p:blipFill>
          <a:blip r:embed="rId2"/>
          <a:stretch/>
        </p:blipFill>
        <p:spPr>
          <a:xfrm>
            <a:off x="0" y="1980000"/>
            <a:ext cx="7865280" cy="442980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7F653A67-27C1-4CBF-A3BA-0DBC80B1CFEC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compilazione per inclusione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magine 126"/>
          <p:cNvPicPr/>
          <p:nvPr/>
        </p:nvPicPr>
        <p:blipFill>
          <a:blip r:embed="rId2"/>
          <a:stretch/>
        </p:blipFill>
        <p:spPr>
          <a:xfrm>
            <a:off x="360" y="1557000"/>
            <a:ext cx="8226000" cy="4840560"/>
          </a:xfrm>
          <a:prstGeom prst="rect">
            <a:avLst/>
          </a:prstGeom>
          <a:ln w="0">
            <a:noFill/>
          </a:ln>
        </p:spPr>
      </p:pic>
      <p:sp>
        <p:nvSpPr>
          <p:cNvPr id="128" name="Rettangolo 127"/>
          <p:cNvSpPr/>
          <p:nvPr/>
        </p:nvSpPr>
        <p:spPr>
          <a:xfrm>
            <a:off x="7326360" y="1557000"/>
            <a:ext cx="900000" cy="3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97110B83-E02E-48E1-9870-0C2C8687B19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compilazione separata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magine 129"/>
          <p:cNvPicPr/>
          <p:nvPr/>
        </p:nvPicPr>
        <p:blipFill>
          <a:blip r:embed="rId2"/>
          <a:stretch/>
        </p:blipFill>
        <p:spPr>
          <a:xfrm>
            <a:off x="36360" y="1839240"/>
            <a:ext cx="8789040" cy="446076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4AD4CABD-046A-4CD2-9D0E-16863B9444D0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template e polimorfismo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ttangolo 131"/>
          <p:cNvSpPr/>
          <p:nvPr/>
        </p:nvSpPr>
        <p:spPr>
          <a:xfrm>
            <a:off x="82440" y="1181160"/>
            <a:ext cx="8737560" cy="51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06000" indent="-270000">
              <a:lnSpc>
                <a:spcPct val="100000"/>
              </a:lnSpc>
              <a:spcBef>
                <a:spcPts val="283"/>
              </a:spcBef>
              <a:buSzPct val="12216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una funzione è polimorfica se almeno uno dei suoi parametri può supportare tipi di dato differenti</a:t>
            </a:r>
            <a:endParaRPr lang="it-IT" sz="1800" b="0" strike="noStrike" spc="-1" dirty="0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283"/>
              </a:spcBef>
              <a:buSzPct val="12216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qualunque funzione che abbia un parametro come puntatore ad una classe può essere una funzione polimorfica e si può utilizzare con tipi di dato diversi</a:t>
            </a:r>
            <a:endParaRPr lang="it-IT" sz="1800" b="0" strike="noStrike" spc="-1" dirty="0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283"/>
              </a:spcBef>
              <a:buSzPct val="12216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una funzione è una funzione template solo se è preceduta da un'appropriata clausola template</a:t>
            </a:r>
            <a:endParaRPr lang="it-IT" sz="1800" b="0" strike="noStrike" spc="-1" dirty="0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283"/>
              </a:spcBef>
              <a:buSzPct val="12216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scrivere una funzione template implica pensare in astratto, evitando qualunque dipendenza da tipi di dato, costanti numeriche, ecc.</a:t>
            </a:r>
            <a:endParaRPr lang="it-IT" sz="1800" b="0" strike="noStrike" spc="-1" dirty="0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283"/>
              </a:spcBef>
              <a:buSzPct val="12216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una funzione template è solo un modello e non una vera funzione la clausola template è un generatore automatico di funzioni sovraccaricate</a:t>
            </a:r>
            <a:endParaRPr lang="it-IT" sz="1800" b="0" strike="noStrike" spc="-1" dirty="0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283"/>
              </a:spcBef>
              <a:buSzPct val="12216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le funzioni templates lavorano anche con tipi aritmetici</a:t>
            </a:r>
            <a:endParaRPr lang="it-IT" sz="1800" b="0" strike="noStrike" spc="-1" dirty="0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283"/>
              </a:spcBef>
              <a:buSzPct val="12216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le funzioni polimorfiche debbono utilizzare puntatori</a:t>
            </a:r>
            <a:endParaRPr lang="it-IT" sz="1800" b="0" strike="noStrike" spc="-1" dirty="0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283"/>
              </a:spcBef>
              <a:buSzPct val="12216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la genericità polimorfica si limita a gerarchie</a:t>
            </a:r>
            <a:endParaRPr lang="it-IT" sz="1800" b="0" strike="noStrike" spc="-1" dirty="0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283"/>
              </a:spcBef>
              <a:buSzPct val="122160"/>
              <a:buBlip>
                <a:blip r:embed="rId2"/>
              </a:buBlip>
            </a:pPr>
            <a:r>
              <a:rPr lang="it-IT" sz="18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i templates tendono a generare un codice eseguibile grande, poiché duplicano le funzioni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A76BE2A5-A18D-4A30-9975-CCF62FE6290D}"/>
              </a:ext>
            </a:extLst>
          </p:cNvPr>
          <p:cNvSpPr/>
          <p:nvPr/>
        </p:nvSpPr>
        <p:spPr>
          <a:xfrm>
            <a:off x="1403350" y="621000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template e polimorfismo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2A3D28-5182-4968-8639-294E3318D4C5}"/>
</file>

<file path=customXml/itemProps2.xml><?xml version="1.0" encoding="utf-8"?>
<ds:datastoreItem xmlns:ds="http://schemas.openxmlformats.org/officeDocument/2006/customXml" ds:itemID="{386DE96F-4813-42D2-A83A-42BA5F383626}"/>
</file>

<file path=customXml/itemProps3.xml><?xml version="1.0" encoding="utf-8"?>
<ds:datastoreItem xmlns:ds="http://schemas.openxmlformats.org/officeDocument/2006/customXml" ds:itemID="{1D176EFE-4F97-4850-AD60-C57C71A1AB6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206</Words>
  <Application>Microsoft Office PowerPoint</Application>
  <PresentationFormat>Presentazione su schermo (4:3)</PresentationFormat>
  <Paragraphs>30</Paragraphs>
  <Slides>17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2" baseType="lpstr">
      <vt:lpstr>Arial</vt:lpstr>
      <vt:lpstr>Calibri</vt:lpstr>
      <vt:lpstr>Tahoma</vt:lpstr>
      <vt:lpstr>Times New Roman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335</cp:revision>
  <cp:lastPrinted>1999-03-05T00:48:02Z</cp:lastPrinted>
  <dcterms:created xsi:type="dcterms:W3CDTF">1999-01-19T02:07:12Z</dcterms:created>
  <dcterms:modified xsi:type="dcterms:W3CDTF">2023-04-20T06:55:04Z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0</vt:r8>
  </property>
  <property fmtid="{D5CDD505-2E9C-101B-9397-08002B2CF9AE}" pid="6" name="Notes">
    <vt:r8>1</vt:r8>
  </property>
  <property fmtid="{D5CDD505-2E9C-101B-9397-08002B2CF9AE}" pid="7" name="PresentationFormat">
    <vt:lpwstr>Presentazione su schermo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2</vt:r8>
  </property>
  <property fmtid="{D5CDD505-2E9C-101B-9397-08002B2CF9AE}" pid="11" name="ContentTypeId">
    <vt:lpwstr>0x010100CD9CE4ACF4375A4C8C0602FFE49177BE</vt:lpwstr>
  </property>
</Properties>
</file>