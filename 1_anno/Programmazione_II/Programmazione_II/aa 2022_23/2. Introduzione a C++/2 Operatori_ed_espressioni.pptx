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799" userDrawn="1">
          <p15:clr>
            <a:srgbClr val="A4A3A4"/>
          </p15:clr>
        </p15:guide>
        <p15:guide id="4" orient="horz" pos="527" userDrawn="1">
          <p15:clr>
            <a:srgbClr val="A4A3A4"/>
          </p15:clr>
        </p15:guide>
        <p15:guide id="5" pos="4876" userDrawn="1">
          <p15:clr>
            <a:srgbClr val="A4A3A4"/>
          </p15:clr>
        </p15:guide>
        <p15:guide id="6" pos="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6" d="100"/>
          <a:sy n="56" d="100"/>
        </p:scale>
        <p:origin x="1190" y="34"/>
      </p:cViewPr>
      <p:guideLst>
        <p:guide orient="horz" pos="2160"/>
        <p:guide pos="2880"/>
        <p:guide orient="horz" pos="799"/>
        <p:guide orient="horz" pos="527"/>
        <p:guide pos="4876"/>
        <p:guide pos="88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3EEA4262-007F-4F80-A54D-4FBC50C4F996}"/>
    <pc:docChg chg="custSel addSld delSld modSld modMainMaster">
      <pc:chgData name="Natale, Luigi" userId="0bb35f83-ebdf-4526-ae9a-c3e8393a1d1b" providerId="ADAL" clId="{3EEA4262-007F-4F80-A54D-4FBC50C4F996}" dt="2021-09-01T09:30:45.775" v="126" actId="20577"/>
      <pc:docMkLst>
        <pc:docMk/>
      </pc:docMkLst>
      <pc:sldChg chg="del mod chgLayout modNotes">
        <pc:chgData name="Natale, Luigi" userId="0bb35f83-ebdf-4526-ae9a-c3e8393a1d1b" providerId="ADAL" clId="{3EEA4262-007F-4F80-A54D-4FBC50C4F996}" dt="2021-08-26T09:27:40.580" v="10" actId="47"/>
        <pc:sldMkLst>
          <pc:docMk/>
          <pc:sldMk cId="0" sldId="256"/>
        </pc:sldMkLst>
      </pc:sldChg>
      <pc:sldChg chg="modSp mod modClrScheme chgLayout">
        <pc:chgData name="Natale, Luigi" userId="0bb35f83-ebdf-4526-ae9a-c3e8393a1d1b" providerId="ADAL" clId="{3EEA4262-007F-4F80-A54D-4FBC50C4F996}" dt="2021-08-26T09:31:19.388" v="71" actId="14100"/>
        <pc:sldMkLst>
          <pc:docMk/>
          <pc:sldMk cId="0" sldId="257"/>
        </pc:sldMkLst>
        <pc:spChg chg="mod">
          <ac:chgData name="Natale, Luigi" userId="0bb35f83-ebdf-4526-ae9a-c3e8393a1d1b" providerId="ADAL" clId="{3EEA4262-007F-4F80-A54D-4FBC50C4F996}" dt="2021-08-26T09:31:19.388" v="71" actId="14100"/>
          <ac:spMkLst>
            <pc:docMk/>
            <pc:sldMk cId="0" sldId="257"/>
            <ac:spMk id="145" creationId="{00000000-0000-0000-0000-000000000000}"/>
          </ac:spMkLst>
        </pc:spChg>
      </pc:sldChg>
      <pc:sldChg chg="mod modClrScheme chgLayout">
        <pc:chgData name="Natale, Luigi" userId="0bb35f83-ebdf-4526-ae9a-c3e8393a1d1b" providerId="ADAL" clId="{3EEA4262-007F-4F80-A54D-4FBC50C4F996}" dt="2021-08-26T09:27:25.288" v="7" actId="700"/>
        <pc:sldMkLst>
          <pc:docMk/>
          <pc:sldMk cId="0" sldId="258"/>
        </pc:sldMkLst>
      </pc:sldChg>
      <pc:sldChg chg="modSp mod modClrScheme chgLayout">
        <pc:chgData name="Natale, Luigi" userId="0bb35f83-ebdf-4526-ae9a-c3e8393a1d1b" providerId="ADAL" clId="{3EEA4262-007F-4F80-A54D-4FBC50C4F996}" dt="2021-08-26T09:31:15.269" v="70" actId="14100"/>
        <pc:sldMkLst>
          <pc:docMk/>
          <pc:sldMk cId="0" sldId="259"/>
        </pc:sldMkLst>
        <pc:spChg chg="mod">
          <ac:chgData name="Natale, Luigi" userId="0bb35f83-ebdf-4526-ae9a-c3e8393a1d1b" providerId="ADAL" clId="{3EEA4262-007F-4F80-A54D-4FBC50C4F996}" dt="2021-08-26T09:31:15.269" v="70" actId="14100"/>
          <ac:spMkLst>
            <pc:docMk/>
            <pc:sldMk cId="0" sldId="259"/>
            <ac:spMk id="149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28:55.186" v="26" actId="108"/>
        <pc:sldMkLst>
          <pc:docMk/>
          <pc:sldMk cId="0" sldId="260"/>
        </pc:sldMkLst>
        <pc:spChg chg="mod">
          <ac:chgData name="Natale, Luigi" userId="0bb35f83-ebdf-4526-ae9a-c3e8393a1d1b" providerId="ADAL" clId="{3EEA4262-007F-4F80-A54D-4FBC50C4F996}" dt="2021-08-26T09:28:55.186" v="26" actId="108"/>
          <ac:spMkLst>
            <pc:docMk/>
            <pc:sldMk cId="0" sldId="260"/>
            <ac:spMk id="152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1:10.716" v="69" actId="14100"/>
        <pc:sldMkLst>
          <pc:docMk/>
          <pc:sldMk cId="0" sldId="261"/>
        </pc:sldMkLst>
        <pc:spChg chg="mod">
          <ac:chgData name="Natale, Luigi" userId="0bb35f83-ebdf-4526-ae9a-c3e8393a1d1b" providerId="ADAL" clId="{3EEA4262-007F-4F80-A54D-4FBC50C4F996}" dt="2021-08-26T09:31:10.716" v="69" actId="14100"/>
          <ac:spMkLst>
            <pc:docMk/>
            <pc:sldMk cId="0" sldId="261"/>
            <ac:spMk id="153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1:05.388" v="68" actId="14100"/>
        <pc:sldMkLst>
          <pc:docMk/>
          <pc:sldMk cId="0" sldId="262"/>
        </pc:sldMkLst>
        <pc:spChg chg="mod">
          <ac:chgData name="Natale, Luigi" userId="0bb35f83-ebdf-4526-ae9a-c3e8393a1d1b" providerId="ADAL" clId="{3EEA4262-007F-4F80-A54D-4FBC50C4F996}" dt="2021-08-26T09:31:05.388" v="68" actId="14100"/>
          <ac:spMkLst>
            <pc:docMk/>
            <pc:sldMk cId="0" sldId="262"/>
            <ac:spMk id="155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1:00.022" v="67" actId="14100"/>
        <pc:sldMkLst>
          <pc:docMk/>
          <pc:sldMk cId="0" sldId="263"/>
        </pc:sldMkLst>
        <pc:spChg chg="mod">
          <ac:chgData name="Natale, Luigi" userId="0bb35f83-ebdf-4526-ae9a-c3e8393a1d1b" providerId="ADAL" clId="{3EEA4262-007F-4F80-A54D-4FBC50C4F996}" dt="2021-08-26T09:31:00.022" v="67" actId="14100"/>
          <ac:spMkLst>
            <pc:docMk/>
            <pc:sldMk cId="0" sldId="263"/>
            <ac:spMk id="157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0:56.193" v="66" actId="14100"/>
        <pc:sldMkLst>
          <pc:docMk/>
          <pc:sldMk cId="0" sldId="264"/>
        </pc:sldMkLst>
        <pc:spChg chg="mod">
          <ac:chgData name="Natale, Luigi" userId="0bb35f83-ebdf-4526-ae9a-c3e8393a1d1b" providerId="ADAL" clId="{3EEA4262-007F-4F80-A54D-4FBC50C4F996}" dt="2021-08-26T09:30:56.193" v="66" actId="14100"/>
          <ac:spMkLst>
            <pc:docMk/>
            <pc:sldMk cId="0" sldId="264"/>
            <ac:spMk id="159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0:52.569" v="65" actId="14100"/>
        <pc:sldMkLst>
          <pc:docMk/>
          <pc:sldMk cId="0" sldId="265"/>
        </pc:sldMkLst>
        <pc:spChg chg="mod">
          <ac:chgData name="Natale, Luigi" userId="0bb35f83-ebdf-4526-ae9a-c3e8393a1d1b" providerId="ADAL" clId="{3EEA4262-007F-4F80-A54D-4FBC50C4F996}" dt="2021-08-26T09:30:52.569" v="65" actId="14100"/>
          <ac:spMkLst>
            <pc:docMk/>
            <pc:sldMk cId="0" sldId="265"/>
            <ac:spMk id="161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0:44.529" v="64" actId="14100"/>
        <pc:sldMkLst>
          <pc:docMk/>
          <pc:sldMk cId="0" sldId="266"/>
        </pc:sldMkLst>
        <pc:spChg chg="mod">
          <ac:chgData name="Natale, Luigi" userId="0bb35f83-ebdf-4526-ae9a-c3e8393a1d1b" providerId="ADAL" clId="{3EEA4262-007F-4F80-A54D-4FBC50C4F996}" dt="2021-08-26T09:30:44.529" v="64" actId="14100"/>
          <ac:spMkLst>
            <pc:docMk/>
            <pc:sldMk cId="0" sldId="266"/>
            <ac:spMk id="163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0:40.642" v="63" actId="14100"/>
        <pc:sldMkLst>
          <pc:docMk/>
          <pc:sldMk cId="0" sldId="267"/>
        </pc:sldMkLst>
        <pc:spChg chg="mod">
          <ac:chgData name="Natale, Luigi" userId="0bb35f83-ebdf-4526-ae9a-c3e8393a1d1b" providerId="ADAL" clId="{3EEA4262-007F-4F80-A54D-4FBC50C4F996}" dt="2021-08-26T09:30:40.642" v="63" actId="14100"/>
          <ac:spMkLst>
            <pc:docMk/>
            <pc:sldMk cId="0" sldId="267"/>
            <ac:spMk id="165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1:42.618" v="76" actId="14100"/>
        <pc:sldMkLst>
          <pc:docMk/>
          <pc:sldMk cId="0" sldId="268"/>
        </pc:sldMkLst>
        <pc:spChg chg="mod">
          <ac:chgData name="Natale, Luigi" userId="0bb35f83-ebdf-4526-ae9a-c3e8393a1d1b" providerId="ADAL" clId="{3EEA4262-007F-4F80-A54D-4FBC50C4F996}" dt="2021-08-26T09:31:42.618" v="76" actId="14100"/>
          <ac:spMkLst>
            <pc:docMk/>
            <pc:sldMk cId="0" sldId="268"/>
            <ac:spMk id="167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1:59.226" v="81" actId="14100"/>
        <pc:sldMkLst>
          <pc:docMk/>
          <pc:sldMk cId="0" sldId="269"/>
        </pc:sldMkLst>
        <pc:spChg chg="mod">
          <ac:chgData name="Natale, Luigi" userId="0bb35f83-ebdf-4526-ae9a-c3e8393a1d1b" providerId="ADAL" clId="{3EEA4262-007F-4F80-A54D-4FBC50C4F996}" dt="2021-08-26T09:31:59.226" v="81" actId="14100"/>
          <ac:spMkLst>
            <pc:docMk/>
            <pc:sldMk cId="0" sldId="269"/>
            <ac:spMk id="171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2:26.965" v="89" actId="14100"/>
        <pc:sldMkLst>
          <pc:docMk/>
          <pc:sldMk cId="0" sldId="270"/>
        </pc:sldMkLst>
        <pc:spChg chg="mod">
          <ac:chgData name="Natale, Luigi" userId="0bb35f83-ebdf-4526-ae9a-c3e8393a1d1b" providerId="ADAL" clId="{3EEA4262-007F-4F80-A54D-4FBC50C4F996}" dt="2021-08-26T09:32:26.965" v="89" actId="14100"/>
          <ac:spMkLst>
            <pc:docMk/>
            <pc:sldMk cId="0" sldId="270"/>
            <ac:spMk id="175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2:38.721" v="94" actId="14100"/>
        <pc:sldMkLst>
          <pc:docMk/>
          <pc:sldMk cId="0" sldId="271"/>
        </pc:sldMkLst>
        <pc:spChg chg="mod">
          <ac:chgData name="Natale, Luigi" userId="0bb35f83-ebdf-4526-ae9a-c3e8393a1d1b" providerId="ADAL" clId="{3EEA4262-007F-4F80-A54D-4FBC50C4F996}" dt="2021-08-26T09:32:38.721" v="94" actId="14100"/>
          <ac:spMkLst>
            <pc:docMk/>
            <pc:sldMk cId="0" sldId="271"/>
            <ac:spMk id="181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2:50.261" v="99" actId="14100"/>
        <pc:sldMkLst>
          <pc:docMk/>
          <pc:sldMk cId="0" sldId="272"/>
        </pc:sldMkLst>
        <pc:spChg chg="mod">
          <ac:chgData name="Natale, Luigi" userId="0bb35f83-ebdf-4526-ae9a-c3e8393a1d1b" providerId="ADAL" clId="{3EEA4262-007F-4F80-A54D-4FBC50C4F996}" dt="2021-08-26T09:32:50.261" v="99" actId="14100"/>
          <ac:spMkLst>
            <pc:docMk/>
            <pc:sldMk cId="0" sldId="272"/>
            <ac:spMk id="183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3:01.426" v="104" actId="14100"/>
        <pc:sldMkLst>
          <pc:docMk/>
          <pc:sldMk cId="0" sldId="273"/>
        </pc:sldMkLst>
        <pc:spChg chg="mod">
          <ac:chgData name="Natale, Luigi" userId="0bb35f83-ebdf-4526-ae9a-c3e8393a1d1b" providerId="ADAL" clId="{3EEA4262-007F-4F80-A54D-4FBC50C4F996}" dt="2021-08-26T09:33:01.426" v="104" actId="14100"/>
          <ac:spMkLst>
            <pc:docMk/>
            <pc:sldMk cId="0" sldId="273"/>
            <ac:spMk id="185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3:12.476" v="109" actId="14100"/>
        <pc:sldMkLst>
          <pc:docMk/>
          <pc:sldMk cId="0" sldId="274"/>
        </pc:sldMkLst>
        <pc:spChg chg="mod">
          <ac:chgData name="Natale, Luigi" userId="0bb35f83-ebdf-4526-ae9a-c3e8393a1d1b" providerId="ADAL" clId="{3EEA4262-007F-4F80-A54D-4FBC50C4F996}" dt="2021-08-26T09:33:12.476" v="109" actId="14100"/>
          <ac:spMkLst>
            <pc:docMk/>
            <pc:sldMk cId="0" sldId="274"/>
            <ac:spMk id="187" creationId="{00000000-0000-0000-0000-000000000000}"/>
          </ac:spMkLst>
        </pc:spChg>
      </pc:sldChg>
      <pc:sldChg chg="modSp mod modClrScheme chgLayout">
        <pc:chgData name="Natale, Luigi" userId="0bb35f83-ebdf-4526-ae9a-c3e8393a1d1b" providerId="ADAL" clId="{3EEA4262-007F-4F80-A54D-4FBC50C4F996}" dt="2021-08-26T09:33:25.078" v="114" actId="14100"/>
        <pc:sldMkLst>
          <pc:docMk/>
          <pc:sldMk cId="0" sldId="275"/>
        </pc:sldMkLst>
        <pc:spChg chg="mod">
          <ac:chgData name="Natale, Luigi" userId="0bb35f83-ebdf-4526-ae9a-c3e8393a1d1b" providerId="ADAL" clId="{3EEA4262-007F-4F80-A54D-4FBC50C4F996}" dt="2021-08-26T09:33:25.078" v="114" actId="14100"/>
          <ac:spMkLst>
            <pc:docMk/>
            <pc:sldMk cId="0" sldId="275"/>
            <ac:spMk id="189" creationId="{00000000-0000-0000-0000-000000000000}"/>
          </ac:spMkLst>
        </pc:spChg>
      </pc:sldChg>
      <pc:sldChg chg="modSp add mod">
        <pc:chgData name="Natale, Luigi" userId="0bb35f83-ebdf-4526-ae9a-c3e8393a1d1b" providerId="ADAL" clId="{3EEA4262-007F-4F80-A54D-4FBC50C4F996}" dt="2021-08-26T09:27:36.352" v="9"/>
        <pc:sldMkLst>
          <pc:docMk/>
          <pc:sldMk cId="0" sldId="276"/>
        </pc:sldMkLst>
        <pc:spChg chg="mod">
          <ac:chgData name="Natale, Luigi" userId="0bb35f83-ebdf-4526-ae9a-c3e8393a1d1b" providerId="ADAL" clId="{3EEA4262-007F-4F80-A54D-4FBC50C4F996}" dt="2021-08-26T09:27:36.352" v="9"/>
          <ac:spMkLst>
            <pc:docMk/>
            <pc:sldMk cId="0" sldId="27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3EEA4262-007F-4F80-A54D-4FBC50C4F996}" dt="2021-09-01T09:30:45.775" v="126" actId="20577"/>
        <pc:sldMasterMkLst>
          <pc:docMk/>
          <pc:sldMasterMk cId="3770346869" sldId="2147483688"/>
        </pc:sldMasterMkLst>
        <pc:sldLayoutChg chg="del">
          <pc:chgData name="Natale, Luigi" userId="0bb35f83-ebdf-4526-ae9a-c3e8393a1d1b" providerId="ADAL" clId="{3EEA4262-007F-4F80-A54D-4FBC50C4F996}" dt="2021-08-26T09:26:49.926" v="2" actId="2696"/>
          <pc:sldLayoutMkLst>
            <pc:docMk/>
            <pc:sldMasterMk cId="3770346869" sldId="2147483688"/>
            <pc:sldLayoutMk cId="2140862663" sldId="2147483687"/>
          </pc:sldLayoutMkLst>
        </pc:sldLayoutChg>
        <pc:sldLayoutChg chg="addSp delSp modSp mod">
          <pc:chgData name="Natale, Luigi" userId="0bb35f83-ebdf-4526-ae9a-c3e8393a1d1b" providerId="ADAL" clId="{3EEA4262-007F-4F80-A54D-4FBC50C4F996}" dt="2021-09-01T09:30:45.775" v="126" actId="20577"/>
          <pc:sldLayoutMkLst>
            <pc:docMk/>
            <pc:sldMasterMk cId="3770346869" sldId="2147483688"/>
            <pc:sldLayoutMk cId="3088135004" sldId="2147483689"/>
          </pc:sldLayoutMkLst>
          <pc:spChg chg="del">
            <ac:chgData name="Natale, Luigi" userId="0bb35f83-ebdf-4526-ae9a-c3e8393a1d1b" providerId="ADAL" clId="{3EEA4262-007F-4F80-A54D-4FBC50C4F996}" dt="2021-08-26T09:27:01.744" v="4" actId="21"/>
            <ac:spMkLst>
              <pc:docMk/>
              <pc:sldMasterMk cId="3770346869" sldId="2147483688"/>
              <pc:sldLayoutMk cId="3088135004" sldId="2147483689"/>
              <ac:spMk id="2" creationId="{E6C5DABF-A162-4E21-A7CD-998BB30304B4}"/>
            </ac:spMkLst>
          </pc:spChg>
          <pc:spChg chg="del">
            <ac:chgData name="Natale, Luigi" userId="0bb35f83-ebdf-4526-ae9a-c3e8393a1d1b" providerId="ADAL" clId="{3EEA4262-007F-4F80-A54D-4FBC50C4F996}" dt="2021-08-26T09:27:01.744" v="4" actId="21"/>
            <ac:spMkLst>
              <pc:docMk/>
              <pc:sldMasterMk cId="3770346869" sldId="2147483688"/>
              <pc:sldLayoutMk cId="3088135004" sldId="2147483689"/>
              <ac:spMk id="3" creationId="{0BAF548A-58FC-4ECC-B494-BA98722A8091}"/>
            </ac:spMkLst>
          </pc:spChg>
          <pc:spChg chg="add mod">
            <ac:chgData name="Natale, Luigi" userId="0bb35f83-ebdf-4526-ae9a-c3e8393a1d1b" providerId="ADAL" clId="{3EEA4262-007F-4F80-A54D-4FBC50C4F996}" dt="2021-09-01T09:30:45.775" v="126" actId="20577"/>
            <ac:spMkLst>
              <pc:docMk/>
              <pc:sldMasterMk cId="3770346869" sldId="2147483688"/>
              <pc:sldLayoutMk cId="3088135004" sldId="2147483689"/>
              <ac:spMk id="5" creationId="{3A1441F1-928A-4E14-9A63-B9FF4925EC4E}"/>
            </ac:spMkLst>
          </pc:spChg>
          <pc:spChg chg="add mod">
            <ac:chgData name="Natale, Luigi" userId="0bb35f83-ebdf-4526-ae9a-c3e8393a1d1b" providerId="ADAL" clId="{3EEA4262-007F-4F80-A54D-4FBC50C4F996}" dt="2021-08-26T09:27:07.651" v="5"/>
            <ac:spMkLst>
              <pc:docMk/>
              <pc:sldMasterMk cId="3770346869" sldId="2147483688"/>
              <pc:sldLayoutMk cId="3088135004" sldId="2147483689"/>
              <ac:spMk id="6" creationId="{D2554F1A-5892-48C6-9B07-62F146A61B51}"/>
            </ac:spMkLst>
          </pc:spChg>
          <pc:picChg chg="del">
            <ac:chgData name="Natale, Luigi" userId="0bb35f83-ebdf-4526-ae9a-c3e8393a1d1b" providerId="ADAL" clId="{3EEA4262-007F-4F80-A54D-4FBC50C4F996}" dt="2021-08-26T09:27:01.744" v="4" actId="21"/>
            <ac:picMkLst>
              <pc:docMk/>
              <pc:sldMasterMk cId="3770346869" sldId="2147483688"/>
              <pc:sldLayoutMk cId="3088135004" sldId="2147483689"/>
              <ac:picMk id="4" creationId="{AE791CE5-8833-4C62-BB66-E9B1F638E583}"/>
            </ac:picMkLst>
          </pc:picChg>
          <pc:picChg chg="add mod">
            <ac:chgData name="Natale, Luigi" userId="0bb35f83-ebdf-4526-ae9a-c3e8393a1d1b" providerId="ADAL" clId="{3EEA4262-007F-4F80-A54D-4FBC50C4F996}" dt="2021-08-26T09:27:07.651" v="5"/>
            <ac:picMkLst>
              <pc:docMk/>
              <pc:sldMasterMk cId="3770346869" sldId="2147483688"/>
              <pc:sldLayoutMk cId="3088135004" sldId="2147483689"/>
              <ac:picMk id="7" creationId="{D27E017B-7AD0-4432-A7DD-6805FACC0AAB}"/>
            </ac:picMkLst>
          </pc:picChg>
        </pc:sldLayoutChg>
        <pc:sldLayoutChg chg="addSp delSp modSp mod">
          <pc:chgData name="Natale, Luigi" userId="0bb35f83-ebdf-4526-ae9a-c3e8393a1d1b" providerId="ADAL" clId="{3EEA4262-007F-4F80-A54D-4FBC50C4F996}" dt="2021-08-26T09:27:10.996" v="6"/>
          <pc:sldLayoutMkLst>
            <pc:docMk/>
            <pc:sldMasterMk cId="3770346869" sldId="2147483688"/>
            <pc:sldLayoutMk cId="526245008" sldId="2147483691"/>
          </pc:sldLayoutMkLst>
          <pc:spChg chg="del">
            <ac:chgData name="Natale, Luigi" userId="0bb35f83-ebdf-4526-ae9a-c3e8393a1d1b" providerId="ADAL" clId="{3EEA4262-007F-4F80-A54D-4FBC50C4F996}" dt="2021-08-26T09:26:53.932" v="3" actId="478"/>
            <ac:spMkLst>
              <pc:docMk/>
              <pc:sldMasterMk cId="3770346869" sldId="2147483688"/>
              <pc:sldLayoutMk cId="526245008" sldId="2147483691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3EEA4262-007F-4F80-A54D-4FBC50C4F996}" dt="2021-08-26T09:26:53.932" v="3" actId="478"/>
            <ac:spMkLst>
              <pc:docMk/>
              <pc:sldMasterMk cId="3770346869" sldId="2147483688"/>
              <pc:sldLayoutMk cId="526245008" sldId="2147483691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3EEA4262-007F-4F80-A54D-4FBC50C4F996}" dt="2021-08-26T09:26:53.932" v="3" actId="478"/>
            <ac:spMkLst>
              <pc:docMk/>
              <pc:sldMasterMk cId="3770346869" sldId="2147483688"/>
              <pc:sldLayoutMk cId="526245008" sldId="2147483691"/>
              <ac:spMk id="61" creationId="{00000000-0000-0000-0000-000000000000}"/>
            </ac:spMkLst>
          </pc:spChg>
          <pc:picChg chg="add mod">
            <ac:chgData name="Natale, Luigi" userId="0bb35f83-ebdf-4526-ae9a-c3e8393a1d1b" providerId="ADAL" clId="{3EEA4262-007F-4F80-A54D-4FBC50C4F996}" dt="2021-08-26T09:27:10.996" v="6"/>
            <ac:picMkLst>
              <pc:docMk/>
              <pc:sldMasterMk cId="3770346869" sldId="2147483688"/>
              <pc:sldLayoutMk cId="526245008" sldId="2147483691"/>
              <ac:picMk id="5" creationId="{CFCF2B5E-9A01-446F-99A4-040BEDB7583A}"/>
            </ac:picMkLst>
          </pc:picChg>
        </pc:sldLayoutChg>
      </pc:sldMasterChg>
    </pc:docChg>
  </pc:docChgLst>
  <pc:docChgLst>
    <pc:chgData name="Massimo Orazio Spata" userId="cc365b76-c41f-4401-a5bc-1d5b99d6e750" providerId="ADAL" clId="{272CEFD9-0FCE-4534-A2B5-74B115F3EF70}"/>
    <pc:docChg chg="modSld">
      <pc:chgData name="Massimo Orazio Spata" userId="cc365b76-c41f-4401-a5bc-1d5b99d6e750" providerId="ADAL" clId="{272CEFD9-0FCE-4534-A2B5-74B115F3EF70}" dt="2023-02-01T10:07:02.082" v="1" actId="1076"/>
      <pc:docMkLst>
        <pc:docMk/>
      </pc:docMkLst>
      <pc:sldChg chg="addSp modSp mod">
        <pc:chgData name="Massimo Orazio Spata" userId="cc365b76-c41f-4401-a5bc-1d5b99d6e750" providerId="ADAL" clId="{272CEFD9-0FCE-4534-A2B5-74B115F3EF70}" dt="2023-02-01T10:07:02.082" v="1" actId="1076"/>
        <pc:sldMkLst>
          <pc:docMk/>
          <pc:sldMk cId="0" sldId="276"/>
        </pc:sldMkLst>
        <pc:spChg chg="add mod">
          <ac:chgData name="Massimo Orazio Spata" userId="cc365b76-c41f-4401-a5bc-1d5b99d6e750" providerId="ADAL" clId="{272CEFD9-0FCE-4534-A2B5-74B115F3EF70}" dt="2023-02-01T10:07:02.082" v="1" actId="1076"/>
          <ac:spMkLst>
            <pc:docMk/>
            <pc:sldMk cId="0" sldId="276"/>
            <ac:spMk id="5" creationId="{B7794ECC-2E3A-409D-A656-CFCB111E127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1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140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141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142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A55E5EE5-BEC3-4976-9A8B-E1A39FCF9359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3A1441F1-928A-4E14-9A63-B9FF4925EC4E}"/>
              </a:ext>
            </a:extLst>
          </p:cNvPr>
          <p:cNvSpPr/>
          <p:nvPr userDrawn="1"/>
        </p:nvSpPr>
        <p:spPr>
          <a:xfrm>
            <a:off x="0" y="0"/>
            <a:ext cx="9144000" cy="456120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3. Operatori ed espressioni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D2554F1A-5892-48C6-9B07-62F146A61B51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7" name="Immagine 2">
            <a:extLst>
              <a:ext uri="{FF2B5EF4-FFF2-40B4-BE49-F238E27FC236}">
                <a16:creationId xmlns:a16="http://schemas.microsoft.com/office/drawing/2014/main" id="{D27E017B-7AD0-4432-A7DD-6805FACC0AAB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3088135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20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CFCF2B5E-9A01-446F-99A4-040BEDB7583A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52624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0346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255309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3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trike="noStrike" spc="-100" dirty="0">
                <a:solidFill>
                  <a:srgbClr val="E21A24"/>
                </a:solidFill>
                <a:latin typeface="Calibri"/>
              </a:rPr>
              <a:t>Operatori ed espressioni</a:t>
            </a:r>
            <a:endParaRPr lang="it-IT" sz="4000" b="0" strike="noStrike" spc="-100" dirty="0">
              <a:latin typeface="Arial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644000" y="4797000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b="0" strike="noStrike" spc="-1" dirty="0">
                <a:solidFill>
                  <a:srgbClr val="FF0000"/>
                </a:solidFill>
                <a:latin typeface="Calibri" panose="020F0502020204030204" pitchFamily="34" charset="0"/>
                <a:ea typeface="DejaVu Sans"/>
                <a:cs typeface="Calibri" panose="020F0502020204030204" pitchFamily="34" charset="0"/>
              </a:rPr>
              <a:t>espressioni</a:t>
            </a:r>
            <a:endParaRPr lang="it-IT" sz="4000" b="0" strike="noStrike" spc="-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72000" y="1656000"/>
            <a:ext cx="8783280" cy="936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it-IT" sz="2400" b="0" strike="noStrike" spc="-1">
                <a:solidFill>
                  <a:srgbClr val="000000"/>
                </a:solidFill>
                <a:latin typeface="Arial"/>
                <a:ea typeface="DejaVu Sans"/>
              </a:rPr>
              <a:t>Un’espressione è costituita da uno o più operandi che si combinano tra loro tramite operatori per impostare un’operazione e restituire un risultato.</a:t>
            </a:r>
            <a:endParaRPr lang="it-IT" sz="2400" b="0" strike="noStrike" spc="-1">
              <a:latin typeface="Arial"/>
            </a:endParaRPr>
          </a:p>
        </p:txBody>
      </p:sp>
      <p:pic>
        <p:nvPicPr>
          <p:cNvPr id="147" name="Immagine 146"/>
          <p:cNvPicPr/>
          <p:nvPr/>
        </p:nvPicPr>
        <p:blipFill>
          <a:blip r:embed="rId2"/>
          <a:stretch/>
        </p:blipFill>
        <p:spPr>
          <a:xfrm>
            <a:off x="1296000" y="3312000"/>
            <a:ext cx="5948280" cy="2592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Immagine 147"/>
          <p:cNvPicPr/>
          <p:nvPr/>
        </p:nvPicPr>
        <p:blipFill>
          <a:blip r:embed="rId2"/>
          <a:stretch/>
        </p:blipFill>
        <p:spPr>
          <a:xfrm>
            <a:off x="72000" y="576000"/>
            <a:ext cx="7502760" cy="57942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operatori predefiniti del C++</a:t>
            </a:r>
            <a:br>
              <a:rPr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precedenze ed associatività</a:t>
            </a:r>
          </a:p>
        </p:txBody>
      </p:sp>
      <p:pic>
        <p:nvPicPr>
          <p:cNvPr id="150" name="Immagine 149"/>
          <p:cNvPicPr/>
          <p:nvPr/>
        </p:nvPicPr>
        <p:blipFill>
          <a:blip r:embed="rId2"/>
          <a:stretch/>
        </p:blipFill>
        <p:spPr>
          <a:xfrm>
            <a:off x="1512000" y="1512000"/>
            <a:ext cx="6192000" cy="48679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Immagine 150"/>
          <p:cNvPicPr/>
          <p:nvPr/>
        </p:nvPicPr>
        <p:blipFill>
          <a:blip r:embed="rId2"/>
          <a:stretch/>
        </p:blipFill>
        <p:spPr>
          <a:xfrm>
            <a:off x="147240" y="504000"/>
            <a:ext cx="5612760" cy="5866200"/>
          </a:xfrm>
          <a:prstGeom prst="rect">
            <a:avLst/>
          </a:prstGeom>
          <a:ln>
            <a:noFill/>
          </a:ln>
        </p:spPr>
      </p:pic>
      <p:sp>
        <p:nvSpPr>
          <p:cNvPr id="152" name="CustomShape 1"/>
          <p:cNvSpPr/>
          <p:nvPr/>
        </p:nvSpPr>
        <p:spPr>
          <a:xfrm>
            <a:off x="5040720" y="3111120"/>
            <a:ext cx="4031280" cy="8488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operatori predefiniti del C++</a:t>
            </a:r>
            <a:br>
              <a:rPr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precedenze ed associatività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operatori aritmetici</a:t>
            </a:r>
          </a:p>
        </p:txBody>
      </p:sp>
      <p:pic>
        <p:nvPicPr>
          <p:cNvPr id="154" name="Immagine 153"/>
          <p:cNvPicPr/>
          <p:nvPr/>
        </p:nvPicPr>
        <p:blipFill>
          <a:blip r:embed="rId2"/>
          <a:stretch/>
        </p:blipFill>
        <p:spPr>
          <a:xfrm>
            <a:off x="-8280" y="2153520"/>
            <a:ext cx="9143640" cy="25675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assegnamento composto</a:t>
            </a:r>
          </a:p>
        </p:txBody>
      </p:sp>
      <p:pic>
        <p:nvPicPr>
          <p:cNvPr id="156" name="Immagine 155"/>
          <p:cNvPicPr/>
          <p:nvPr/>
        </p:nvPicPr>
        <p:blipFill>
          <a:blip r:embed="rId2"/>
          <a:stretch/>
        </p:blipFill>
        <p:spPr>
          <a:xfrm>
            <a:off x="360" y="2500560"/>
            <a:ext cx="9143640" cy="28274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operatori di incremento (++) e decremento (– –)</a:t>
            </a:r>
          </a:p>
        </p:txBody>
      </p:sp>
      <p:pic>
        <p:nvPicPr>
          <p:cNvPr id="158" name="Immagine 157"/>
          <p:cNvPicPr/>
          <p:nvPr/>
        </p:nvPicPr>
        <p:blipFill>
          <a:blip r:embed="rId2"/>
          <a:stretch/>
        </p:blipFill>
        <p:spPr>
          <a:xfrm>
            <a:off x="0" y="1800000"/>
            <a:ext cx="9143640" cy="3735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operatori relazionali</a:t>
            </a:r>
          </a:p>
        </p:txBody>
      </p:sp>
      <p:pic>
        <p:nvPicPr>
          <p:cNvPr id="160" name="Immagine 159"/>
          <p:cNvPicPr/>
          <p:nvPr/>
        </p:nvPicPr>
        <p:blipFill>
          <a:blip r:embed="rId2"/>
          <a:stretch/>
        </p:blipFill>
        <p:spPr>
          <a:xfrm>
            <a:off x="24840" y="1692360"/>
            <a:ext cx="9143640" cy="350604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CustomShape 1"/>
          <p:cNvSpPr/>
          <p:nvPr/>
        </p:nvSpPr>
        <p:spPr>
          <a:xfrm>
            <a:off x="1403350" y="836613"/>
            <a:ext cx="6337300" cy="43179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tabelle di verità degli operatori logici</a:t>
            </a:r>
          </a:p>
        </p:txBody>
      </p:sp>
      <p:pic>
        <p:nvPicPr>
          <p:cNvPr id="162" name="Immagine 161"/>
          <p:cNvPicPr/>
          <p:nvPr/>
        </p:nvPicPr>
        <p:blipFill>
          <a:blip r:embed="rId2"/>
          <a:stretch/>
        </p:blipFill>
        <p:spPr>
          <a:xfrm>
            <a:off x="24840" y="2282760"/>
            <a:ext cx="9143640" cy="2325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CustomShape 1"/>
          <p:cNvSpPr/>
          <p:nvPr/>
        </p:nvSpPr>
        <p:spPr>
          <a:xfrm>
            <a:off x="1403350" y="837000"/>
            <a:ext cx="6337300" cy="4314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operatori logici bit a bit (</a:t>
            </a:r>
            <a:r>
              <a:rPr lang="it-IT" sz="4000" i="1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bitwise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pic>
        <p:nvPicPr>
          <p:cNvPr id="164" name="Immagine 163"/>
          <p:cNvPicPr/>
          <p:nvPr/>
        </p:nvPicPr>
        <p:blipFill>
          <a:blip r:embed="rId2"/>
          <a:stretch/>
        </p:blipFill>
        <p:spPr>
          <a:xfrm>
            <a:off x="24840" y="2130480"/>
            <a:ext cx="9143640" cy="26301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1403350" y="837000"/>
            <a:ext cx="6337300" cy="43141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operatori </a:t>
            </a:r>
            <a:r>
              <a:rPr lang="it-IT" sz="4000" spc="-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bitwise</a:t>
            </a: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composti</a:t>
            </a:r>
          </a:p>
        </p:txBody>
      </p:sp>
      <p:pic>
        <p:nvPicPr>
          <p:cNvPr id="166" name="Immagine 165"/>
          <p:cNvPicPr/>
          <p:nvPr/>
        </p:nvPicPr>
        <p:blipFill>
          <a:blip r:embed="rId2"/>
          <a:stretch/>
        </p:blipFill>
        <p:spPr>
          <a:xfrm>
            <a:off x="24840" y="2057040"/>
            <a:ext cx="9143640" cy="27766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operatore condizionale</a:t>
            </a:r>
          </a:p>
        </p:txBody>
      </p:sp>
      <p:pic>
        <p:nvPicPr>
          <p:cNvPr id="168" name="Immagine 167"/>
          <p:cNvPicPr/>
          <p:nvPr/>
        </p:nvPicPr>
        <p:blipFill>
          <a:blip r:embed="rId2"/>
          <a:stretch/>
        </p:blipFill>
        <p:spPr>
          <a:xfrm>
            <a:off x="360000" y="1892880"/>
            <a:ext cx="8712000" cy="3105000"/>
          </a:xfrm>
          <a:prstGeom prst="rect">
            <a:avLst/>
          </a:prstGeom>
          <a:ln>
            <a:noFill/>
          </a:ln>
        </p:spPr>
      </p:pic>
      <p:sp>
        <p:nvSpPr>
          <p:cNvPr id="169" name="CustomShape 2"/>
          <p:cNvSpPr/>
          <p:nvPr/>
        </p:nvSpPr>
        <p:spPr>
          <a:xfrm>
            <a:off x="1656000" y="3744000"/>
            <a:ext cx="79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0" name="CustomShape 3"/>
          <p:cNvSpPr/>
          <p:nvPr/>
        </p:nvSpPr>
        <p:spPr>
          <a:xfrm>
            <a:off x="216000" y="3672000"/>
            <a:ext cx="288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operatore virgola</a:t>
            </a:r>
          </a:p>
        </p:txBody>
      </p:sp>
      <p:sp>
        <p:nvSpPr>
          <p:cNvPr id="172" name="CustomShape 2"/>
          <p:cNvSpPr/>
          <p:nvPr/>
        </p:nvSpPr>
        <p:spPr>
          <a:xfrm>
            <a:off x="1656000" y="3744000"/>
            <a:ext cx="79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3" name="CustomShape 3"/>
          <p:cNvSpPr/>
          <p:nvPr/>
        </p:nvSpPr>
        <p:spPr>
          <a:xfrm>
            <a:off x="216000" y="3672000"/>
            <a:ext cx="288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4" name="Immagine 173"/>
          <p:cNvPicPr/>
          <p:nvPr/>
        </p:nvPicPr>
        <p:blipFill>
          <a:blip r:embed="rId2"/>
          <a:stretch/>
        </p:blipFill>
        <p:spPr>
          <a:xfrm>
            <a:off x="288000" y="2065320"/>
            <a:ext cx="8496000" cy="293256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operatore</a:t>
            </a:r>
            <a:r>
              <a:rPr lang="it-IT" sz="3200" b="0" strike="noStrike" spc="-1" dirty="0">
                <a:solidFill>
                  <a:srgbClr val="000000"/>
                </a:solidFill>
                <a:latin typeface="URW Gothic L"/>
                <a:ea typeface="DejaVu Sans"/>
              </a:rPr>
              <a:t> </a:t>
            </a:r>
            <a:r>
              <a:rPr lang="it-IT" sz="4000" b="0" strike="noStrike" spc="-1" dirty="0" err="1">
                <a:solidFill>
                  <a:srgbClr val="FF0000"/>
                </a:solidFill>
                <a:latin typeface="Courier New"/>
                <a:ea typeface="DejaVu Sans"/>
              </a:rPr>
              <a:t>sizeof</a:t>
            </a:r>
            <a:endParaRPr lang="it-IT" sz="32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176" name="CustomShape 2"/>
          <p:cNvSpPr/>
          <p:nvPr/>
        </p:nvSpPr>
        <p:spPr>
          <a:xfrm>
            <a:off x="1656000" y="3744000"/>
            <a:ext cx="79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7" name="CustomShape 3"/>
          <p:cNvSpPr/>
          <p:nvPr/>
        </p:nvSpPr>
        <p:spPr>
          <a:xfrm>
            <a:off x="216000" y="3672000"/>
            <a:ext cx="28800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8" name="Immagine 177"/>
          <p:cNvPicPr/>
          <p:nvPr/>
        </p:nvPicPr>
        <p:blipFill>
          <a:blip r:embed="rId2"/>
          <a:stretch/>
        </p:blipFill>
        <p:spPr>
          <a:xfrm>
            <a:off x="360000" y="1944000"/>
            <a:ext cx="8496000" cy="1470600"/>
          </a:xfrm>
          <a:prstGeom prst="rect">
            <a:avLst/>
          </a:prstGeom>
          <a:ln>
            <a:noFill/>
          </a:ln>
        </p:spPr>
      </p:pic>
      <p:pic>
        <p:nvPicPr>
          <p:cNvPr id="179" name="Immagine 178"/>
          <p:cNvPicPr/>
          <p:nvPr/>
        </p:nvPicPr>
        <p:blipFill>
          <a:blip r:embed="rId3"/>
          <a:stretch/>
        </p:blipFill>
        <p:spPr>
          <a:xfrm>
            <a:off x="4968000" y="2592000"/>
            <a:ext cx="3960000" cy="3809880"/>
          </a:xfrm>
          <a:prstGeom prst="rect">
            <a:avLst/>
          </a:prstGeom>
          <a:ln>
            <a:noFill/>
          </a:ln>
        </p:spPr>
      </p:pic>
      <p:sp>
        <p:nvSpPr>
          <p:cNvPr id="180" name="CustomShape 4"/>
          <p:cNvSpPr/>
          <p:nvPr/>
        </p:nvSpPr>
        <p:spPr>
          <a:xfrm>
            <a:off x="6048000" y="2592000"/>
            <a:ext cx="792000" cy="43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conversioni di tipo</a:t>
            </a:r>
          </a:p>
        </p:txBody>
      </p:sp>
      <p:sp>
        <p:nvSpPr>
          <p:cNvPr id="182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In C/C++ si può convertire un valore di un tipo in un valore di un altro tipo. Tale azione si dice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conversione di tipo (casting)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endParaRPr lang="it-IT" sz="2200" b="0" strike="noStrike" spc="-1">
              <a:latin typeface="Arial"/>
            </a:endParaRPr>
          </a:p>
          <a:p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C/C++ realizza automaticamente parecchie conversioni (conversioni implicite), ma ha anche operatori di conversione che permettono al programmatore di impostarle esplicitamente (conversioni esplicite). Tipicamente,  C/C++ converte implicitamente i tipi quando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•	si assegna un valore di un tipo a una variabile di un altro tipo aritmetico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•	si combinano  in espressioni tipi diversi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•	si passano argomenti a funzioni.</a:t>
            </a:r>
            <a:endParaRPr lang="it-IT" sz="2200" b="0" strike="noStrike" spc="-1">
              <a:latin typeface="Arial"/>
            </a:endParaRPr>
          </a:p>
          <a:p>
            <a:endParaRPr lang="it-IT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conversioni di tipo</a:t>
            </a:r>
          </a:p>
        </p:txBody>
      </p:sp>
      <p:sp>
        <p:nvSpPr>
          <p:cNvPr id="184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1.	In un’espressione aritmetica, gli operatori binari richiedono operandi dello stesso tipo. Se questi non coincidono, il compilatore può compiere automaticamente conversioni di tipo implicite.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2.	Nel caso di chiamata a una funzione, il tipo dell’argomento attuale deve corrispondere con il tipo dell’argomento formale, altrimenti il compilatore prova a convertire il tipo del parametro attuale a quello del parametro formale.</a:t>
            </a:r>
            <a:endParaRPr lang="it-IT" sz="2200" b="0" strike="noStrike" spc="-1">
              <a:latin typeface="Arial"/>
            </a:endParaRPr>
          </a:p>
          <a:p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3	C/C++ ha operatori di </a:t>
            </a:r>
            <a:r>
              <a:rPr lang="it-IT" sz="2200" b="0" i="1" strike="noStrike" spc="-1">
                <a:solidFill>
                  <a:srgbClr val="000000"/>
                </a:solidFill>
                <a:latin typeface="Arial"/>
                <a:ea typeface="DejaVu Sans"/>
              </a:rPr>
              <a:t>casting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DejaVu Sans"/>
              </a:rPr>
              <a:t> di tipi (che permettono cioè di convertire i tipi esplicitamente), ma il compilatore può convertire automaticamente il tipo in certi casi ovvi.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conversioni implicite</a:t>
            </a:r>
          </a:p>
        </p:txBody>
      </p:sp>
      <p:sp>
        <p:nvSpPr>
          <p:cNvPr id="186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Times-Roman;Times New Roman"/>
              </a:rPr>
              <a:t>Gli operandi di tipo a precisione più bassa si convertono nei tipi a precisione più alta (promozione di tipo).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  <a:ea typeface="Times-Roman;Times New Roman"/>
              </a:rPr>
              <a:t>Ad esempio, in: 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  <a:ea typeface="Times-Roman;Times New Roman"/>
              </a:rPr>
              <a:t>pi = 3.141592 + 3;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  <a:ea typeface="Times-Roman;Times New Roman"/>
              </a:rPr>
              <a:t>si assegna a pi la somma di un intero e di un reale, ovvero valori di tipi differenti, quindi pi potrebbe assumere valore 6 o 6.141592 (che sarebbe più logico) a seconda che venga compiuta la "somma fra interi" (troncando 3.141592 a 3) o la "somma fra reali" (convertendo 3 nel reale 3.0). </a:t>
            </a:r>
            <a:br/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</a:t>
            </a:r>
            <a:endParaRPr lang="it-IT" sz="2200" b="0" strike="noStrike" spc="-1"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Times-Roman;Times New Roman"/>
              </a:rPr>
              <a:t>Il compilatore sceglie preservando, se possibile, la precisione, quindi convertendo il numero intero in numero reale (ottenendo 6.141592).</a:t>
            </a: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2200" b="0" strike="noStrike" spc="-1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conversioni aritmetiche</a:t>
            </a:r>
          </a:p>
        </p:txBody>
      </p:sp>
      <p:sp>
        <p:nvSpPr>
          <p:cNvPr id="188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assicurano che gli operandi di un operatore binario aritmetico o logico si convertano ad un tipo comune prima che si valuti l’espressione, e questo tipo comune sarà il tipo del risultato dell'espressione. </a:t>
            </a:r>
            <a:endParaRPr lang="it-IT" sz="2200" b="0" strike="noStrike" spc="-1" dirty="0"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il compilatore cerca di convertire senza perdere informazione, convertendo il tipo dell'operando a precisione più bassa in quello del tipo a precisione più alta. </a:t>
            </a:r>
            <a:endParaRPr lang="it-IT" sz="2200" b="0" strike="noStrike" spc="-1" dirty="0"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graduatoria di precisione:</a:t>
            </a:r>
            <a:endParaRPr lang="it-IT" sz="2200" b="0" strike="noStrike" spc="-1" dirty="0"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long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double,double,float,long,int,short,char,bool</a:t>
            </a:r>
            <a:endParaRPr lang="it-IT" sz="2200" b="0" strike="noStrike" spc="-1" dirty="0">
              <a:latin typeface="Arial"/>
            </a:endParaRPr>
          </a:p>
          <a:p>
            <a:pPr marL="216000" indent="-21564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I tipi più piccoli di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 (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char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,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signed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char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,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unsigned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char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, short e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unsigned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 short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) sono promossi ad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Courier New"/>
                <a:ea typeface="Times-Roman;Times New Roman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. Il tipo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Arial"/>
                <a:ea typeface="Times-Roman;Times New Roman"/>
              </a:rPr>
              <a:t>bool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 si promuove ad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Arial"/>
                <a:ea typeface="Times-Roman;Times New Roman"/>
              </a:rPr>
              <a:t>int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 nel senso che false si promuove a 0 e </a:t>
            </a:r>
            <a:r>
              <a:rPr lang="it-IT" sz="2200" b="0" strike="noStrike" spc="-1" dirty="0" err="1">
                <a:solidFill>
                  <a:srgbClr val="000000"/>
                </a:solidFill>
                <a:latin typeface="Arial"/>
                <a:ea typeface="Times-Roman;Times New Roman"/>
              </a:rPr>
              <a:t>true</a:t>
            </a: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 ad 1.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CustomShape 1"/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conversioni esplicite</a:t>
            </a:r>
          </a:p>
        </p:txBody>
      </p:sp>
      <p:sp>
        <p:nvSpPr>
          <p:cNvPr id="190" name="CustomShape 2"/>
          <p:cNvSpPr/>
          <p:nvPr/>
        </p:nvSpPr>
        <p:spPr>
          <a:xfrm>
            <a:off x="144000" y="1800000"/>
            <a:ext cx="8927640" cy="42472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Con il termine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casting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 s'intende la conversione esplicita di tipi.</a:t>
            </a:r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C++ offre nuove forme di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casting</a:t>
            </a: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 rispetto al C.</a:t>
            </a:r>
            <a:endParaRPr lang="it-IT" sz="2000" b="0" strike="noStrike" spc="-1" dirty="0">
              <a:latin typeface="Arial"/>
            </a:endParaRPr>
          </a:p>
          <a:p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Notazioni compatibili con il C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• 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tipo_in_cui_convertire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(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espressione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)//stile funzione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•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(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tipo_in_cui_convertire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) 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espressione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; // stile C</a:t>
            </a:r>
            <a:endParaRPr lang="it-IT" sz="2000" b="0" strike="noStrike" spc="-1" dirty="0">
              <a:latin typeface="Arial"/>
            </a:endParaRPr>
          </a:p>
          <a:p>
            <a:br>
              <a:rPr dirty="0"/>
            </a:br>
            <a:r>
              <a:rPr lang="it-IT" sz="2000" b="0" strike="noStrike" spc="-1" dirty="0">
                <a:solidFill>
                  <a:srgbClr val="000000"/>
                </a:solidFill>
                <a:latin typeface="Arial"/>
                <a:ea typeface="Times-Roman;Times New Roman"/>
              </a:rPr>
              <a:t>Notazioni compatibili con lo standard ANSI/ISO C++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• </a:t>
            </a:r>
            <a:r>
              <a:rPr lang="it-IT" sz="2000" b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const_cast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&lt;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tipo_in_cui_convertire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&gt;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 (espressione)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• </a:t>
            </a:r>
            <a:r>
              <a:rPr lang="it-IT" sz="2000" b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dinamic_cast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 &lt;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tipo_in_cui_convertire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&gt; (espressione)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• </a:t>
            </a:r>
            <a:r>
              <a:rPr lang="it-IT" sz="2000" b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reinterpret_cast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 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&lt;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tipo_in_cui_convertire</a:t>
            </a:r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&gt; 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(espressione)</a:t>
            </a:r>
            <a:endParaRPr lang="it-IT" sz="2000" b="0" strike="noStrike" spc="-1" dirty="0">
              <a:latin typeface="Arial"/>
            </a:endParaRPr>
          </a:p>
          <a:p>
            <a:r>
              <a:rPr lang="it-IT" sz="2000" b="0" strike="noStrike" spc="-1" dirty="0">
                <a:solidFill>
                  <a:srgbClr val="000000"/>
                </a:solidFill>
                <a:latin typeface="Courier New"/>
                <a:ea typeface="Times-Roman;Times New Roman"/>
              </a:rPr>
              <a:t>• </a:t>
            </a:r>
            <a:r>
              <a:rPr lang="it-IT" sz="2000" b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static_cast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 &lt;</a:t>
            </a:r>
            <a:r>
              <a:rPr lang="it-IT" sz="2000" b="0" i="1" strike="noStrike" spc="-1" dirty="0" err="1">
                <a:solidFill>
                  <a:srgbClr val="000000"/>
                </a:solidFill>
                <a:latin typeface="Courier New"/>
                <a:ea typeface="Courier;Courier New"/>
              </a:rPr>
              <a:t>tipo_in_cui_convertire</a:t>
            </a:r>
            <a:r>
              <a:rPr lang="it-IT" sz="2000" b="0" i="1" strike="noStrike" spc="-1" dirty="0">
                <a:solidFill>
                  <a:srgbClr val="000000"/>
                </a:solidFill>
                <a:latin typeface="Courier New"/>
                <a:ea typeface="Courier;Courier New"/>
              </a:rPr>
              <a:t>&gt; (espressione)</a:t>
            </a:r>
            <a:endParaRPr lang="it-IT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endParaRPr lang="it-IT" sz="20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177840" algn="l"/>
                <a:tab pos="355680" algn="l"/>
                <a:tab pos="533520" algn="l"/>
                <a:tab pos="711360" algn="l"/>
                <a:tab pos="888840" algn="l"/>
                <a:tab pos="1066680" algn="l"/>
                <a:tab pos="1257480" algn="l"/>
                <a:tab pos="1434960" algn="l"/>
                <a:tab pos="1612800" algn="l"/>
                <a:tab pos="1790640" algn="l"/>
                <a:tab pos="1968480" algn="l"/>
                <a:tab pos="2146320" algn="l"/>
                <a:tab pos="2336760" algn="l"/>
                <a:tab pos="2514600" algn="l"/>
                <a:tab pos="2692440" algn="l"/>
                <a:tab pos="2870280" algn="l"/>
                <a:tab pos="3048120" algn="l"/>
                <a:tab pos="3225960" algn="l"/>
                <a:tab pos="3416400" algn="l"/>
                <a:tab pos="3492360" algn="r"/>
                <a:tab pos="3720960" algn="r"/>
              </a:tabLst>
            </a:pPr>
            <a:endParaRPr lang="it-IT" sz="20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5" ma:contentTypeDescription="Create a new document." ma:contentTypeScope="" ma:versionID="7207673d943e77c3e21551770f22c0dc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aab122e10e6ef58c18a75fb2e17105de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4F4080-9E9B-4297-AC98-765FC7CEB31E}"/>
</file>

<file path=customXml/itemProps2.xml><?xml version="1.0" encoding="utf-8"?>
<ds:datastoreItem xmlns:ds="http://schemas.openxmlformats.org/officeDocument/2006/customXml" ds:itemID="{322C4CCC-6B1C-42AD-8B36-89739BD0CF49}"/>
</file>

<file path=customXml/itemProps3.xml><?xml version="1.0" encoding="utf-8"?>
<ds:datastoreItem xmlns:ds="http://schemas.openxmlformats.org/officeDocument/2006/customXml" ds:itemID="{DABC09FA-FD3D-47B2-829B-F46A0A1E3A5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696</Words>
  <Application>Microsoft Office PowerPoint</Application>
  <PresentationFormat>Presentazione su schermo (4:3)</PresentationFormat>
  <Paragraphs>49</Paragraphs>
  <Slides>20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8" baseType="lpstr">
      <vt:lpstr>Arial</vt:lpstr>
      <vt:lpstr>Calibri</vt:lpstr>
      <vt:lpstr>Courier New</vt:lpstr>
      <vt:lpstr>Tahoma</vt:lpstr>
      <vt:lpstr>Times New Roman</vt:lpstr>
      <vt:lpstr>URW Gothic L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290</cp:revision>
  <cp:lastPrinted>1999-03-05T00:48:02Z</cp:lastPrinted>
  <dcterms:created xsi:type="dcterms:W3CDTF">1999-01-19T02:07:12Z</dcterms:created>
  <dcterms:modified xsi:type="dcterms:W3CDTF">2023-02-01T10:07:04Z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