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29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73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F5D8342B-40AD-431F-93AD-FAA353798546}"/>
    <pc:docChg chg="custSel addSld delSld modSld modMainMaster">
      <pc:chgData name="Natale, Luigi" userId="0bb35f83-ebdf-4526-ae9a-c3e8393a1d1b" providerId="ADAL" clId="{F5D8342B-40AD-431F-93AD-FAA353798546}" dt="2021-09-01T09:28:32.506" v="274" actId="20577"/>
      <pc:docMkLst>
        <pc:docMk/>
      </pc:docMkLst>
      <pc:sldChg chg="del modNotes">
        <pc:chgData name="Natale, Luigi" userId="0bb35f83-ebdf-4526-ae9a-c3e8393a1d1b" providerId="ADAL" clId="{F5D8342B-40AD-431F-93AD-FAA353798546}" dt="2021-09-01T09:16:23.816" v="8" actId="2696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F5D8342B-40AD-431F-93AD-FAA353798546}" dt="2021-09-01T09:28:17.790" v="262" actId="1036"/>
        <pc:sldMkLst>
          <pc:docMk/>
          <pc:sldMk cId="0" sldId="257"/>
        </pc:sldMkLst>
        <pc:spChg chg="add mod">
          <ac:chgData name="Natale, Luigi" userId="0bb35f83-ebdf-4526-ae9a-c3e8393a1d1b" providerId="ADAL" clId="{F5D8342B-40AD-431F-93AD-FAA353798546}" dt="2021-09-01T09:28:10.419" v="259"/>
          <ac:spMkLst>
            <pc:docMk/>
            <pc:sldMk cId="0" sldId="257"/>
            <ac:spMk id="7" creationId="{634B4C70-0A64-41F9-8140-D213FF492A6E}"/>
          </ac:spMkLst>
        </pc:spChg>
        <pc:spChg chg="del mod">
          <ac:chgData name="Natale, Luigi" userId="0bb35f83-ebdf-4526-ae9a-c3e8393a1d1b" providerId="ADAL" clId="{F5D8342B-40AD-431F-93AD-FAA353798546}" dt="2021-09-01T09:28:12.257" v="260" actId="478"/>
          <ac:spMkLst>
            <pc:docMk/>
            <pc:sldMk cId="0" sldId="257"/>
            <ac:spMk id="145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8:17.790" v="262" actId="1036"/>
          <ac:spMkLst>
            <pc:docMk/>
            <pc:sldMk cId="0" sldId="257"/>
            <ac:spMk id="14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8:05.454" v="258" actId="478"/>
        <pc:sldMkLst>
          <pc:docMk/>
          <pc:sldMk cId="0" sldId="258"/>
        </pc:sldMkLst>
        <pc:spChg chg="add mod">
          <ac:chgData name="Natale, Luigi" userId="0bb35f83-ebdf-4526-ae9a-c3e8393a1d1b" providerId="ADAL" clId="{F5D8342B-40AD-431F-93AD-FAA353798546}" dt="2021-09-01T09:28:04.143" v="257"/>
          <ac:spMkLst>
            <pc:docMk/>
            <pc:sldMk cId="0" sldId="258"/>
            <ac:spMk id="5" creationId="{2C15CEA2-1BB5-4B87-8719-DF3327527642}"/>
          </ac:spMkLst>
        </pc:spChg>
        <pc:spChg chg="del mod">
          <ac:chgData name="Natale, Luigi" userId="0bb35f83-ebdf-4526-ae9a-c3e8393a1d1b" providerId="ADAL" clId="{F5D8342B-40AD-431F-93AD-FAA353798546}" dt="2021-09-01T09:28:05.454" v="258" actId="478"/>
          <ac:spMkLst>
            <pc:docMk/>
            <pc:sldMk cId="0" sldId="258"/>
            <ac:spMk id="15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7:59.950" v="256" actId="14100"/>
        <pc:sldMkLst>
          <pc:docMk/>
          <pc:sldMk cId="0" sldId="259"/>
        </pc:sldMkLst>
        <pc:spChg chg="add mod">
          <ac:chgData name="Natale, Luigi" userId="0bb35f83-ebdf-4526-ae9a-c3e8393a1d1b" providerId="ADAL" clId="{F5D8342B-40AD-431F-93AD-FAA353798546}" dt="2021-09-01T09:27:59.950" v="256" actId="14100"/>
          <ac:spMkLst>
            <pc:docMk/>
            <pc:sldMk cId="0" sldId="259"/>
            <ac:spMk id="5" creationId="{12E4E1E6-4181-4975-83DD-E947CDB8B9AE}"/>
          </ac:spMkLst>
        </pc:spChg>
        <pc:spChg chg="del mod">
          <ac:chgData name="Natale, Luigi" userId="0bb35f83-ebdf-4526-ae9a-c3e8393a1d1b" providerId="ADAL" clId="{F5D8342B-40AD-431F-93AD-FAA353798546}" dt="2021-09-01T09:27:55.669" v="255" actId="478"/>
          <ac:spMkLst>
            <pc:docMk/>
            <pc:sldMk cId="0" sldId="259"/>
            <ac:spMk id="15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7:47.292" v="253" actId="478"/>
        <pc:sldMkLst>
          <pc:docMk/>
          <pc:sldMk cId="0" sldId="260"/>
        </pc:sldMkLst>
        <pc:spChg chg="add mod">
          <ac:chgData name="Natale, Luigi" userId="0bb35f83-ebdf-4526-ae9a-c3e8393a1d1b" providerId="ADAL" clId="{F5D8342B-40AD-431F-93AD-FAA353798546}" dt="2021-09-01T09:27:45.794" v="252"/>
          <ac:spMkLst>
            <pc:docMk/>
            <pc:sldMk cId="0" sldId="260"/>
            <ac:spMk id="5" creationId="{6589E0AF-F5B7-4D77-AF5E-70B6D939634F}"/>
          </ac:spMkLst>
        </pc:spChg>
        <pc:spChg chg="del mod">
          <ac:chgData name="Natale, Luigi" userId="0bb35f83-ebdf-4526-ae9a-c3e8393a1d1b" providerId="ADAL" clId="{F5D8342B-40AD-431F-93AD-FAA353798546}" dt="2021-09-01T09:27:47.292" v="253" actId="478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7:40.071" v="251" actId="478"/>
        <pc:sldMkLst>
          <pc:docMk/>
          <pc:sldMk cId="0" sldId="261"/>
        </pc:sldMkLst>
        <pc:spChg chg="add mod">
          <ac:chgData name="Natale, Luigi" userId="0bb35f83-ebdf-4526-ae9a-c3e8393a1d1b" providerId="ADAL" clId="{F5D8342B-40AD-431F-93AD-FAA353798546}" dt="2021-09-01T09:27:37.820" v="250"/>
          <ac:spMkLst>
            <pc:docMk/>
            <pc:sldMk cId="0" sldId="261"/>
            <ac:spMk id="5" creationId="{256E411C-E92A-451C-9BD0-607D7D4E78BD}"/>
          </ac:spMkLst>
        </pc:spChg>
        <pc:spChg chg="del mod">
          <ac:chgData name="Natale, Luigi" userId="0bb35f83-ebdf-4526-ae9a-c3e8393a1d1b" providerId="ADAL" clId="{F5D8342B-40AD-431F-93AD-FAA353798546}" dt="2021-09-01T09:27:40.071" v="251" actId="478"/>
          <ac:spMkLst>
            <pc:docMk/>
            <pc:sldMk cId="0" sldId="261"/>
            <ac:spMk id="15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7:32.372" v="249" actId="478"/>
        <pc:sldMkLst>
          <pc:docMk/>
          <pc:sldMk cId="0" sldId="262"/>
        </pc:sldMkLst>
        <pc:spChg chg="add mod">
          <ac:chgData name="Natale, Luigi" userId="0bb35f83-ebdf-4526-ae9a-c3e8393a1d1b" providerId="ADAL" clId="{F5D8342B-40AD-431F-93AD-FAA353798546}" dt="2021-09-01T09:27:30.463" v="248"/>
          <ac:spMkLst>
            <pc:docMk/>
            <pc:sldMk cId="0" sldId="262"/>
            <ac:spMk id="4" creationId="{685F0608-91B2-4B52-8E66-61C6921F6F9B}"/>
          </ac:spMkLst>
        </pc:spChg>
        <pc:spChg chg="del mod">
          <ac:chgData name="Natale, Luigi" userId="0bb35f83-ebdf-4526-ae9a-c3e8393a1d1b" providerId="ADAL" clId="{F5D8342B-40AD-431F-93AD-FAA353798546}" dt="2021-09-01T09:27:32.372" v="249" actId="478"/>
          <ac:spMkLst>
            <pc:docMk/>
            <pc:sldMk cId="0" sldId="262"/>
            <ac:spMk id="16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7:25.282" v="247" actId="478"/>
        <pc:sldMkLst>
          <pc:docMk/>
          <pc:sldMk cId="0" sldId="263"/>
        </pc:sldMkLst>
        <pc:spChg chg="add mod">
          <ac:chgData name="Natale, Luigi" userId="0bb35f83-ebdf-4526-ae9a-c3e8393a1d1b" providerId="ADAL" clId="{F5D8342B-40AD-431F-93AD-FAA353798546}" dt="2021-09-01T09:27:23.160" v="246"/>
          <ac:spMkLst>
            <pc:docMk/>
            <pc:sldMk cId="0" sldId="263"/>
            <ac:spMk id="5" creationId="{1F5ABCDE-8435-491A-B7A7-67C5CE733F31}"/>
          </ac:spMkLst>
        </pc:spChg>
        <pc:spChg chg="del mod">
          <ac:chgData name="Natale, Luigi" userId="0bb35f83-ebdf-4526-ae9a-c3e8393a1d1b" providerId="ADAL" clId="{F5D8342B-40AD-431F-93AD-FAA353798546}" dt="2021-09-01T09:27:25.282" v="247" actId="478"/>
          <ac:spMkLst>
            <pc:docMk/>
            <pc:sldMk cId="0" sldId="263"/>
            <ac:spMk id="16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7:16.288" v="245" actId="1036"/>
        <pc:sldMkLst>
          <pc:docMk/>
          <pc:sldMk cId="0" sldId="264"/>
        </pc:sldMkLst>
        <pc:spChg chg="add mod">
          <ac:chgData name="Natale, Luigi" userId="0bb35f83-ebdf-4526-ae9a-c3e8393a1d1b" providerId="ADAL" clId="{F5D8342B-40AD-431F-93AD-FAA353798546}" dt="2021-09-01T09:27:07.470" v="239"/>
          <ac:spMkLst>
            <pc:docMk/>
            <pc:sldMk cId="0" sldId="264"/>
            <ac:spMk id="9" creationId="{6C549F4C-1FB5-4ECE-B466-508D7CA2B34F}"/>
          </ac:spMkLst>
        </pc:spChg>
        <pc:spChg chg="del mod">
          <ac:chgData name="Natale, Luigi" userId="0bb35f83-ebdf-4526-ae9a-c3e8393a1d1b" providerId="ADAL" clId="{F5D8342B-40AD-431F-93AD-FAA353798546}" dt="2021-09-01T09:27:09.136" v="240" actId="478"/>
          <ac:spMkLst>
            <pc:docMk/>
            <pc:sldMk cId="0" sldId="264"/>
            <ac:spMk id="167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7:16.288" v="245" actId="1036"/>
          <ac:spMkLst>
            <pc:docMk/>
            <pc:sldMk cId="0" sldId="264"/>
            <ac:spMk id="16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7:01.363" v="238" actId="1036"/>
        <pc:sldMkLst>
          <pc:docMk/>
          <pc:sldMk cId="0" sldId="265"/>
        </pc:sldMkLst>
        <pc:spChg chg="add mod">
          <ac:chgData name="Natale, Luigi" userId="0bb35f83-ebdf-4526-ae9a-c3e8393a1d1b" providerId="ADAL" clId="{F5D8342B-40AD-431F-93AD-FAA353798546}" dt="2021-09-01T09:26:55.374" v="235"/>
          <ac:spMkLst>
            <pc:docMk/>
            <pc:sldMk cId="0" sldId="265"/>
            <ac:spMk id="6" creationId="{E9B47962-54BC-4035-B0FD-53068E5DB162}"/>
          </ac:spMkLst>
        </pc:spChg>
        <pc:spChg chg="del mod">
          <ac:chgData name="Natale, Luigi" userId="0bb35f83-ebdf-4526-ae9a-c3e8393a1d1b" providerId="ADAL" clId="{F5D8342B-40AD-431F-93AD-FAA353798546}" dt="2021-09-01T09:26:57.004" v="236" actId="478"/>
          <ac:spMkLst>
            <pc:docMk/>
            <pc:sldMk cId="0" sldId="265"/>
            <ac:spMk id="174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7:01.363" v="238" actId="1036"/>
          <ac:spMkLst>
            <pc:docMk/>
            <pc:sldMk cId="0" sldId="265"/>
            <ac:spMk id="17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6:49.839" v="234" actId="478"/>
        <pc:sldMkLst>
          <pc:docMk/>
          <pc:sldMk cId="0" sldId="266"/>
        </pc:sldMkLst>
        <pc:spChg chg="add mod">
          <ac:chgData name="Natale, Luigi" userId="0bb35f83-ebdf-4526-ae9a-c3e8393a1d1b" providerId="ADAL" clId="{F5D8342B-40AD-431F-93AD-FAA353798546}" dt="2021-09-01T09:26:48.126" v="233"/>
          <ac:spMkLst>
            <pc:docMk/>
            <pc:sldMk cId="0" sldId="266"/>
            <ac:spMk id="4" creationId="{B0FE4C33-8FE3-410D-8B6E-B1FE0370F863}"/>
          </ac:spMkLst>
        </pc:spChg>
        <pc:spChg chg="del mod">
          <ac:chgData name="Natale, Luigi" userId="0bb35f83-ebdf-4526-ae9a-c3e8393a1d1b" providerId="ADAL" clId="{F5D8342B-40AD-431F-93AD-FAA353798546}" dt="2021-09-01T09:26:49.839" v="234" actId="478"/>
          <ac:spMkLst>
            <pc:docMk/>
            <pc:sldMk cId="0" sldId="266"/>
            <ac:spMk id="17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6:42.156" v="232" actId="1036"/>
        <pc:sldMkLst>
          <pc:docMk/>
          <pc:sldMk cId="0" sldId="267"/>
        </pc:sldMkLst>
        <pc:spChg chg="add mod">
          <ac:chgData name="Natale, Luigi" userId="0bb35f83-ebdf-4526-ae9a-c3e8393a1d1b" providerId="ADAL" clId="{F5D8342B-40AD-431F-93AD-FAA353798546}" dt="2021-09-01T09:25:43.753" v="204"/>
          <ac:spMkLst>
            <pc:docMk/>
            <pc:sldMk cId="0" sldId="267"/>
            <ac:spMk id="5" creationId="{29BD6631-20AC-49B5-9107-51EC69E29AFE}"/>
          </ac:spMkLst>
        </pc:spChg>
        <pc:spChg chg="del mod">
          <ac:chgData name="Natale, Luigi" userId="0bb35f83-ebdf-4526-ae9a-c3e8393a1d1b" providerId="ADAL" clId="{F5D8342B-40AD-431F-93AD-FAA353798546}" dt="2021-09-01T09:25:45.802" v="205" actId="478"/>
          <ac:spMkLst>
            <pc:docMk/>
            <pc:sldMk cId="0" sldId="267"/>
            <ac:spMk id="180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6:30.815" v="230" actId="1036"/>
          <ac:spMkLst>
            <pc:docMk/>
            <pc:sldMk cId="0" sldId="267"/>
            <ac:spMk id="181" creationId="{00000000-0000-0000-0000-000000000000}"/>
          </ac:spMkLst>
        </pc:spChg>
        <pc:picChg chg="mod ord">
          <ac:chgData name="Natale, Luigi" userId="0bb35f83-ebdf-4526-ae9a-c3e8393a1d1b" providerId="ADAL" clId="{F5D8342B-40AD-431F-93AD-FAA353798546}" dt="2021-09-01T09:26:42.156" v="232" actId="1036"/>
          <ac:picMkLst>
            <pc:docMk/>
            <pc:sldMk cId="0" sldId="267"/>
            <ac:picMk id="182" creationId="{00000000-0000-0000-0000-000000000000}"/>
          </ac:picMkLst>
        </pc:picChg>
      </pc:sldChg>
      <pc:sldChg chg="mod modClrScheme chgLayout">
        <pc:chgData name="Natale, Luigi" userId="0bb35f83-ebdf-4526-ae9a-c3e8393a1d1b" providerId="ADAL" clId="{F5D8342B-40AD-431F-93AD-FAA353798546}" dt="2021-09-01T09:16:29.353" v="9" actId="700"/>
        <pc:sldMkLst>
          <pc:docMk/>
          <pc:sldMk cId="0" sldId="268"/>
        </pc:sldMkLst>
      </pc:sldChg>
      <pc:sldChg chg="addSp delSp modSp mod modClrScheme chgLayout">
        <pc:chgData name="Natale, Luigi" userId="0bb35f83-ebdf-4526-ae9a-c3e8393a1d1b" providerId="ADAL" clId="{F5D8342B-40AD-431F-93AD-FAA353798546}" dt="2021-09-01T09:25:35.174" v="203" actId="1036"/>
        <pc:sldMkLst>
          <pc:docMk/>
          <pc:sldMk cId="0" sldId="269"/>
        </pc:sldMkLst>
        <pc:spChg chg="add mod">
          <ac:chgData name="Natale, Luigi" userId="0bb35f83-ebdf-4526-ae9a-c3e8393a1d1b" providerId="ADAL" clId="{F5D8342B-40AD-431F-93AD-FAA353798546}" dt="2021-09-01T09:25:24.800" v="196"/>
          <ac:spMkLst>
            <pc:docMk/>
            <pc:sldMk cId="0" sldId="269"/>
            <ac:spMk id="6" creationId="{6113D19E-490A-451A-AA31-362D5EF4827B}"/>
          </ac:spMkLst>
        </pc:spChg>
        <pc:spChg chg="del mod">
          <ac:chgData name="Natale, Luigi" userId="0bb35f83-ebdf-4526-ae9a-c3e8393a1d1b" providerId="ADAL" clId="{F5D8342B-40AD-431F-93AD-FAA353798546}" dt="2021-09-01T09:25:27.055" v="197" actId="478"/>
          <ac:spMkLst>
            <pc:docMk/>
            <pc:sldMk cId="0" sldId="269"/>
            <ac:spMk id="185" creationId="{00000000-0000-0000-0000-000000000000}"/>
          </ac:spMkLst>
        </pc:spChg>
        <pc:picChg chg="mod">
          <ac:chgData name="Natale, Luigi" userId="0bb35f83-ebdf-4526-ae9a-c3e8393a1d1b" providerId="ADAL" clId="{F5D8342B-40AD-431F-93AD-FAA353798546}" dt="2021-09-01T09:25:35.174" v="203" actId="1036"/>
          <ac:picMkLst>
            <pc:docMk/>
            <pc:sldMk cId="0" sldId="269"/>
            <ac:picMk id="186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F5D8342B-40AD-431F-93AD-FAA353798546}" dt="2021-09-01T09:25:18.414" v="195" actId="1037"/>
        <pc:sldMkLst>
          <pc:docMk/>
          <pc:sldMk cId="0" sldId="270"/>
        </pc:sldMkLst>
        <pc:spChg chg="add mod">
          <ac:chgData name="Natale, Luigi" userId="0bb35f83-ebdf-4526-ae9a-c3e8393a1d1b" providerId="ADAL" clId="{F5D8342B-40AD-431F-93AD-FAA353798546}" dt="2021-09-01T09:24:19.896" v="135"/>
          <ac:spMkLst>
            <pc:docMk/>
            <pc:sldMk cId="0" sldId="270"/>
            <ac:spMk id="6" creationId="{7F343AD5-76F6-437A-B357-F6AFD1C01B84}"/>
          </ac:spMkLst>
        </pc:spChg>
        <pc:spChg chg="del mod">
          <ac:chgData name="Natale, Luigi" userId="0bb35f83-ebdf-4526-ae9a-c3e8393a1d1b" providerId="ADAL" clId="{F5D8342B-40AD-431F-93AD-FAA353798546}" dt="2021-09-01T09:24:30.205" v="136" actId="478"/>
          <ac:spMkLst>
            <pc:docMk/>
            <pc:sldMk cId="0" sldId="270"/>
            <ac:spMk id="189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5:15.128" v="187" actId="1076"/>
          <ac:spMkLst>
            <pc:docMk/>
            <pc:sldMk cId="0" sldId="270"/>
            <ac:spMk id="192" creationId="{00000000-0000-0000-0000-000000000000}"/>
          </ac:spMkLst>
        </pc:spChg>
        <pc:picChg chg="mod">
          <ac:chgData name="Natale, Luigi" userId="0bb35f83-ebdf-4526-ae9a-c3e8393a1d1b" providerId="ADAL" clId="{F5D8342B-40AD-431F-93AD-FAA353798546}" dt="2021-09-01T09:25:18.414" v="195" actId="1037"/>
          <ac:picMkLst>
            <pc:docMk/>
            <pc:sldMk cId="0" sldId="270"/>
            <ac:picMk id="190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F5D8342B-40AD-431F-93AD-FAA353798546}" dt="2021-09-01T09:24:11.029" v="134" actId="478"/>
        <pc:sldMkLst>
          <pc:docMk/>
          <pc:sldMk cId="0" sldId="271"/>
        </pc:sldMkLst>
        <pc:spChg chg="add mod">
          <ac:chgData name="Natale, Luigi" userId="0bb35f83-ebdf-4526-ae9a-c3e8393a1d1b" providerId="ADAL" clId="{F5D8342B-40AD-431F-93AD-FAA353798546}" dt="2021-09-01T09:24:09.167" v="133"/>
          <ac:spMkLst>
            <pc:docMk/>
            <pc:sldMk cId="0" sldId="271"/>
            <ac:spMk id="5" creationId="{CAA68962-A9DB-4087-B870-84525B1D94A9}"/>
          </ac:spMkLst>
        </pc:spChg>
        <pc:spChg chg="del mod">
          <ac:chgData name="Natale, Luigi" userId="0bb35f83-ebdf-4526-ae9a-c3e8393a1d1b" providerId="ADAL" clId="{F5D8342B-40AD-431F-93AD-FAA353798546}" dt="2021-09-01T09:24:11.029" v="134" actId="478"/>
          <ac:spMkLst>
            <pc:docMk/>
            <pc:sldMk cId="0" sldId="271"/>
            <ac:spMk id="19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4:03.532" v="132" actId="478"/>
        <pc:sldMkLst>
          <pc:docMk/>
          <pc:sldMk cId="0" sldId="272"/>
        </pc:sldMkLst>
        <pc:spChg chg="add mod">
          <ac:chgData name="Natale, Luigi" userId="0bb35f83-ebdf-4526-ae9a-c3e8393a1d1b" providerId="ADAL" clId="{F5D8342B-40AD-431F-93AD-FAA353798546}" dt="2021-09-01T09:24:01.319" v="131"/>
          <ac:spMkLst>
            <pc:docMk/>
            <pc:sldMk cId="0" sldId="272"/>
            <ac:spMk id="5" creationId="{0D85EBCE-085E-4122-B067-16E4F5AA0595}"/>
          </ac:spMkLst>
        </pc:spChg>
        <pc:spChg chg="del mod">
          <ac:chgData name="Natale, Luigi" userId="0bb35f83-ebdf-4526-ae9a-c3e8393a1d1b" providerId="ADAL" clId="{F5D8342B-40AD-431F-93AD-FAA353798546}" dt="2021-09-01T09:24:03.532" v="132" actId="478"/>
          <ac:spMkLst>
            <pc:docMk/>
            <pc:sldMk cId="0" sldId="272"/>
            <ac:spMk id="19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3:55.886" v="130" actId="478"/>
        <pc:sldMkLst>
          <pc:docMk/>
          <pc:sldMk cId="0" sldId="273"/>
        </pc:sldMkLst>
        <pc:spChg chg="add mod">
          <ac:chgData name="Natale, Luigi" userId="0bb35f83-ebdf-4526-ae9a-c3e8393a1d1b" providerId="ADAL" clId="{F5D8342B-40AD-431F-93AD-FAA353798546}" dt="2021-09-01T09:23:54.050" v="129"/>
          <ac:spMkLst>
            <pc:docMk/>
            <pc:sldMk cId="0" sldId="273"/>
            <ac:spMk id="4" creationId="{05D6AB2E-3EC8-40DB-A7D9-320C560958DD}"/>
          </ac:spMkLst>
        </pc:spChg>
        <pc:spChg chg="del mod">
          <ac:chgData name="Natale, Luigi" userId="0bb35f83-ebdf-4526-ae9a-c3e8393a1d1b" providerId="ADAL" clId="{F5D8342B-40AD-431F-93AD-FAA353798546}" dt="2021-09-01T09:23:55.886" v="130" actId="478"/>
          <ac:spMkLst>
            <pc:docMk/>
            <pc:sldMk cId="0" sldId="273"/>
            <ac:spMk id="19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3:48.777" v="128" actId="478"/>
        <pc:sldMkLst>
          <pc:docMk/>
          <pc:sldMk cId="0" sldId="274"/>
        </pc:sldMkLst>
        <pc:spChg chg="add mod">
          <ac:chgData name="Natale, Luigi" userId="0bb35f83-ebdf-4526-ae9a-c3e8393a1d1b" providerId="ADAL" clId="{F5D8342B-40AD-431F-93AD-FAA353798546}" dt="2021-09-01T09:23:47.104" v="127"/>
          <ac:spMkLst>
            <pc:docMk/>
            <pc:sldMk cId="0" sldId="274"/>
            <ac:spMk id="5" creationId="{E2B148BB-D67A-420E-8254-59B89F7DB8C2}"/>
          </ac:spMkLst>
        </pc:spChg>
        <pc:spChg chg="del mod">
          <ac:chgData name="Natale, Luigi" userId="0bb35f83-ebdf-4526-ae9a-c3e8393a1d1b" providerId="ADAL" clId="{F5D8342B-40AD-431F-93AD-FAA353798546}" dt="2021-09-01T09:23:48.777" v="128" actId="478"/>
          <ac:spMkLst>
            <pc:docMk/>
            <pc:sldMk cId="0" sldId="274"/>
            <ac:spMk id="20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3:41.568" v="126" actId="478"/>
        <pc:sldMkLst>
          <pc:docMk/>
          <pc:sldMk cId="0" sldId="275"/>
        </pc:sldMkLst>
        <pc:spChg chg="add mod">
          <ac:chgData name="Natale, Luigi" userId="0bb35f83-ebdf-4526-ae9a-c3e8393a1d1b" providerId="ADAL" clId="{F5D8342B-40AD-431F-93AD-FAA353798546}" dt="2021-09-01T09:23:38.336" v="125" actId="2711"/>
          <ac:spMkLst>
            <pc:docMk/>
            <pc:sldMk cId="0" sldId="275"/>
            <ac:spMk id="5" creationId="{56628B60-6F66-42E8-9A21-413401111208}"/>
          </ac:spMkLst>
        </pc:spChg>
        <pc:spChg chg="del mod">
          <ac:chgData name="Natale, Luigi" userId="0bb35f83-ebdf-4526-ae9a-c3e8393a1d1b" providerId="ADAL" clId="{F5D8342B-40AD-431F-93AD-FAA353798546}" dt="2021-09-01T09:23:41.568" v="126" actId="478"/>
          <ac:spMkLst>
            <pc:docMk/>
            <pc:sldMk cId="0" sldId="275"/>
            <ac:spMk id="20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3:26.274" v="123" actId="1036"/>
        <pc:sldMkLst>
          <pc:docMk/>
          <pc:sldMk cId="0" sldId="276"/>
        </pc:sldMkLst>
        <pc:spChg chg="add mod">
          <ac:chgData name="Natale, Luigi" userId="0bb35f83-ebdf-4526-ae9a-c3e8393a1d1b" providerId="ADAL" clId="{F5D8342B-40AD-431F-93AD-FAA353798546}" dt="2021-09-01T09:23:20.802" v="120" actId="2711"/>
          <ac:spMkLst>
            <pc:docMk/>
            <pc:sldMk cId="0" sldId="276"/>
            <ac:spMk id="4" creationId="{1A1F378D-3777-4694-8C41-B246F6B92BD1}"/>
          </ac:spMkLst>
        </pc:spChg>
        <pc:spChg chg="del mod">
          <ac:chgData name="Natale, Luigi" userId="0bb35f83-ebdf-4526-ae9a-c3e8393a1d1b" providerId="ADAL" clId="{F5D8342B-40AD-431F-93AD-FAA353798546}" dt="2021-09-01T09:23:15.091" v="119" actId="478"/>
          <ac:spMkLst>
            <pc:docMk/>
            <pc:sldMk cId="0" sldId="276"/>
            <ac:spMk id="207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3:26.274" v="123" actId="1036"/>
          <ac:spMkLst>
            <pc:docMk/>
            <pc:sldMk cId="0" sldId="276"/>
            <ac:spMk id="20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3:06.589" v="117" actId="1035"/>
        <pc:sldMkLst>
          <pc:docMk/>
          <pc:sldMk cId="0" sldId="277"/>
        </pc:sldMkLst>
        <pc:spChg chg="add mod">
          <ac:chgData name="Natale, Luigi" userId="0bb35f83-ebdf-4526-ae9a-c3e8393a1d1b" providerId="ADAL" clId="{F5D8342B-40AD-431F-93AD-FAA353798546}" dt="2021-09-01T09:22:57.976" v="109" actId="2711"/>
          <ac:spMkLst>
            <pc:docMk/>
            <pc:sldMk cId="0" sldId="277"/>
            <ac:spMk id="4" creationId="{24823D68-2E57-4B76-830A-057DB5E8819F}"/>
          </ac:spMkLst>
        </pc:spChg>
        <pc:spChg chg="del mod">
          <ac:chgData name="Natale, Luigi" userId="0bb35f83-ebdf-4526-ae9a-c3e8393a1d1b" providerId="ADAL" clId="{F5D8342B-40AD-431F-93AD-FAA353798546}" dt="2021-09-01T09:23:01.206" v="110" actId="478"/>
          <ac:spMkLst>
            <pc:docMk/>
            <pc:sldMk cId="0" sldId="277"/>
            <ac:spMk id="209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3:06.589" v="117" actId="1035"/>
          <ac:spMkLst>
            <pc:docMk/>
            <pc:sldMk cId="0" sldId="277"/>
            <ac:spMk id="21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2:44.479" v="107" actId="14100"/>
        <pc:sldMkLst>
          <pc:docMk/>
          <pc:sldMk cId="0" sldId="278"/>
        </pc:sldMkLst>
        <pc:spChg chg="add mod">
          <ac:chgData name="Natale, Luigi" userId="0bb35f83-ebdf-4526-ae9a-c3e8393a1d1b" providerId="ADAL" clId="{F5D8342B-40AD-431F-93AD-FAA353798546}" dt="2021-09-01T09:22:44.479" v="107" actId="14100"/>
          <ac:spMkLst>
            <pc:docMk/>
            <pc:sldMk cId="0" sldId="278"/>
            <ac:spMk id="4" creationId="{0BF5CC79-1725-473F-AC86-52D091AD6FB0}"/>
          </ac:spMkLst>
        </pc:spChg>
        <pc:spChg chg="del mod">
          <ac:chgData name="Natale, Luigi" userId="0bb35f83-ebdf-4526-ae9a-c3e8393a1d1b" providerId="ADAL" clId="{F5D8342B-40AD-431F-93AD-FAA353798546}" dt="2021-09-01T09:21:56.216" v="99" actId="478"/>
          <ac:spMkLst>
            <pc:docMk/>
            <pc:sldMk cId="0" sldId="278"/>
            <ac:spMk id="211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2:05.970" v="101" actId="1036"/>
          <ac:spMkLst>
            <pc:docMk/>
            <pc:sldMk cId="0" sldId="278"/>
            <ac:spMk id="21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1:46.933" v="97" actId="1036"/>
        <pc:sldMkLst>
          <pc:docMk/>
          <pc:sldMk cId="0" sldId="279"/>
        </pc:sldMkLst>
        <pc:spChg chg="add mod">
          <ac:chgData name="Natale, Luigi" userId="0bb35f83-ebdf-4526-ae9a-c3e8393a1d1b" providerId="ADAL" clId="{F5D8342B-40AD-431F-93AD-FAA353798546}" dt="2021-09-01T09:21:33.625" v="85" actId="2711"/>
          <ac:spMkLst>
            <pc:docMk/>
            <pc:sldMk cId="0" sldId="279"/>
            <ac:spMk id="5" creationId="{8A288C07-C3A5-4AD4-8A94-C6C37EB87ED1}"/>
          </ac:spMkLst>
        </pc:spChg>
        <pc:spChg chg="del mod">
          <ac:chgData name="Natale, Luigi" userId="0bb35f83-ebdf-4526-ae9a-c3e8393a1d1b" providerId="ADAL" clId="{F5D8342B-40AD-431F-93AD-FAA353798546}" dt="2021-09-01T09:21:36.652" v="86" actId="478"/>
          <ac:spMkLst>
            <pc:docMk/>
            <pc:sldMk cId="0" sldId="279"/>
            <ac:spMk id="213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1:46.933" v="97" actId="1036"/>
          <ac:spMkLst>
            <pc:docMk/>
            <pc:sldMk cId="0" sldId="279"/>
            <ac:spMk id="214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1:42.290" v="90" actId="1036"/>
          <ac:spMkLst>
            <pc:docMk/>
            <pc:sldMk cId="0" sldId="279"/>
            <ac:spMk id="21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1:18.722" v="83" actId="1036"/>
        <pc:sldMkLst>
          <pc:docMk/>
          <pc:sldMk cId="0" sldId="280"/>
        </pc:sldMkLst>
        <pc:spChg chg="add mod">
          <ac:chgData name="Natale, Luigi" userId="0bb35f83-ebdf-4526-ae9a-c3e8393a1d1b" providerId="ADAL" clId="{F5D8342B-40AD-431F-93AD-FAA353798546}" dt="2021-09-01T09:20:50.767" v="70"/>
          <ac:spMkLst>
            <pc:docMk/>
            <pc:sldMk cId="0" sldId="280"/>
            <ac:spMk id="5" creationId="{572B02B9-47F7-4281-BCCD-7CDE463AE730}"/>
          </ac:spMkLst>
        </pc:spChg>
        <pc:spChg chg="del mod">
          <ac:chgData name="Natale, Luigi" userId="0bb35f83-ebdf-4526-ae9a-c3e8393a1d1b" providerId="ADAL" clId="{F5D8342B-40AD-431F-93AD-FAA353798546}" dt="2021-09-01T09:20:52.973" v="71" actId="478"/>
          <ac:spMkLst>
            <pc:docMk/>
            <pc:sldMk cId="0" sldId="280"/>
            <ac:spMk id="216" creationId="{00000000-0000-0000-0000-000000000000}"/>
          </ac:spMkLst>
        </pc:spChg>
        <pc:spChg chg="mod">
          <ac:chgData name="Natale, Luigi" userId="0bb35f83-ebdf-4526-ae9a-c3e8393a1d1b" providerId="ADAL" clId="{F5D8342B-40AD-431F-93AD-FAA353798546}" dt="2021-09-01T09:21:18.722" v="83" actId="1036"/>
          <ac:spMkLst>
            <pc:docMk/>
            <pc:sldMk cId="0" sldId="280"/>
            <ac:spMk id="21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20:43.259" v="69" actId="478"/>
        <pc:sldMkLst>
          <pc:docMk/>
          <pc:sldMk cId="0" sldId="281"/>
        </pc:sldMkLst>
        <pc:spChg chg="add mod">
          <ac:chgData name="Natale, Luigi" userId="0bb35f83-ebdf-4526-ae9a-c3e8393a1d1b" providerId="ADAL" clId="{F5D8342B-40AD-431F-93AD-FAA353798546}" dt="2021-09-01T09:20:42.048" v="68"/>
          <ac:spMkLst>
            <pc:docMk/>
            <pc:sldMk cId="0" sldId="281"/>
            <ac:spMk id="5" creationId="{D9E4719D-6D54-4B45-9CB4-C582F37AF06A}"/>
          </ac:spMkLst>
        </pc:spChg>
        <pc:spChg chg="del mod">
          <ac:chgData name="Natale, Luigi" userId="0bb35f83-ebdf-4526-ae9a-c3e8393a1d1b" providerId="ADAL" clId="{F5D8342B-40AD-431F-93AD-FAA353798546}" dt="2021-09-01T09:20:43.259" v="69" actId="478"/>
          <ac:spMkLst>
            <pc:docMk/>
            <pc:sldMk cId="0" sldId="281"/>
            <ac:spMk id="21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18:38.083" v="67" actId="478"/>
        <pc:sldMkLst>
          <pc:docMk/>
          <pc:sldMk cId="0" sldId="282"/>
        </pc:sldMkLst>
        <pc:spChg chg="add mod">
          <ac:chgData name="Natale, Luigi" userId="0bb35f83-ebdf-4526-ae9a-c3e8393a1d1b" providerId="ADAL" clId="{F5D8342B-40AD-431F-93AD-FAA353798546}" dt="2021-09-01T09:18:35.712" v="66"/>
          <ac:spMkLst>
            <pc:docMk/>
            <pc:sldMk cId="0" sldId="282"/>
            <ac:spMk id="5" creationId="{58166A03-8B5B-4880-AA96-5655DC9B560F}"/>
          </ac:spMkLst>
        </pc:spChg>
        <pc:spChg chg="del mod">
          <ac:chgData name="Natale, Luigi" userId="0bb35f83-ebdf-4526-ae9a-c3e8393a1d1b" providerId="ADAL" clId="{F5D8342B-40AD-431F-93AD-FAA353798546}" dt="2021-09-01T09:18:38.083" v="67" actId="478"/>
          <ac:spMkLst>
            <pc:docMk/>
            <pc:sldMk cId="0" sldId="282"/>
            <ac:spMk id="22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F5D8342B-40AD-431F-93AD-FAA353798546}" dt="2021-09-01T09:18:28.435" v="65" actId="478"/>
        <pc:sldMkLst>
          <pc:docMk/>
          <pc:sldMk cId="0" sldId="283"/>
        </pc:sldMkLst>
        <pc:spChg chg="add mod">
          <ac:chgData name="Natale, Luigi" userId="0bb35f83-ebdf-4526-ae9a-c3e8393a1d1b" providerId="ADAL" clId="{F5D8342B-40AD-431F-93AD-FAA353798546}" dt="2021-09-01T09:18:26.753" v="64"/>
          <ac:spMkLst>
            <pc:docMk/>
            <pc:sldMk cId="0" sldId="283"/>
            <ac:spMk id="5" creationId="{7FC78D2A-B680-4630-9E55-CCC2056677F1}"/>
          </ac:spMkLst>
        </pc:spChg>
        <pc:spChg chg="del mod">
          <ac:chgData name="Natale, Luigi" userId="0bb35f83-ebdf-4526-ae9a-c3e8393a1d1b" providerId="ADAL" clId="{F5D8342B-40AD-431F-93AD-FAA353798546}" dt="2021-09-01T09:18:28.435" v="65" actId="478"/>
          <ac:spMkLst>
            <pc:docMk/>
            <pc:sldMk cId="0" sldId="283"/>
            <ac:spMk id="225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F5D8342B-40AD-431F-93AD-FAA353798546}" dt="2021-09-01T09:16:35.975" v="11" actId="700"/>
        <pc:sldMkLst>
          <pc:docMk/>
          <pc:sldMk cId="0" sldId="286"/>
        </pc:sldMkLst>
        <pc:spChg chg="mod">
          <ac:chgData name="Natale, Luigi" userId="0bb35f83-ebdf-4526-ae9a-c3e8393a1d1b" providerId="ADAL" clId="{F5D8342B-40AD-431F-93AD-FAA353798546}" dt="2021-09-01T09:16:18.372" v="7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F5D8342B-40AD-431F-93AD-FAA353798546}" dt="2021-09-01T09:28:32.506" v="274" actId="20577"/>
        <pc:sldMasterMkLst>
          <pc:docMk/>
          <pc:sldMasterMk cId="45078835" sldId="2147483687"/>
        </pc:sldMasterMkLst>
        <pc:sldLayoutChg chg="modSp mod">
          <pc:chgData name="Natale, Luigi" userId="0bb35f83-ebdf-4526-ae9a-c3e8393a1d1b" providerId="ADAL" clId="{F5D8342B-40AD-431F-93AD-FAA353798546}" dt="2021-09-01T09:28:32.506" v="274" actId="20577"/>
          <pc:sldLayoutMkLst>
            <pc:docMk/>
            <pc:sldMasterMk cId="45078835" sldId="2147483687"/>
            <pc:sldLayoutMk cId="302199927" sldId="2147483688"/>
          </pc:sldLayoutMkLst>
          <pc:spChg chg="mod">
            <ac:chgData name="Natale, Luigi" userId="0bb35f83-ebdf-4526-ae9a-c3e8393a1d1b" providerId="ADAL" clId="{F5D8342B-40AD-431F-93AD-FAA353798546}" dt="2021-09-01T09:28:32.506" v="274" actId="20577"/>
            <ac:spMkLst>
              <pc:docMk/>
              <pc:sldMasterMk cId="45078835" sldId="2147483687"/>
              <pc:sldLayoutMk cId="302199927" sldId="2147483688"/>
              <ac:spMk id="8" creationId="{39337AFF-2B3D-43A8-B024-4B73D336750A}"/>
            </ac:spMkLst>
          </pc:spChg>
        </pc:sldLayoutChg>
        <pc:sldLayoutChg chg="del">
          <pc:chgData name="Natale, Luigi" userId="0bb35f83-ebdf-4526-ae9a-c3e8393a1d1b" providerId="ADAL" clId="{F5D8342B-40AD-431F-93AD-FAA353798546}" dt="2021-09-01T09:15:44.225" v="1" actId="2696"/>
          <pc:sldLayoutMkLst>
            <pc:docMk/>
            <pc:sldMasterMk cId="45078835" sldId="2147483687"/>
            <pc:sldLayoutMk cId="551072111" sldId="2147483690"/>
          </pc:sldLayoutMkLst>
        </pc:sldLayoutChg>
        <pc:sldLayoutChg chg="delSp mod">
          <pc:chgData name="Natale, Luigi" userId="0bb35f83-ebdf-4526-ae9a-c3e8393a1d1b" providerId="ADAL" clId="{F5D8342B-40AD-431F-93AD-FAA353798546}" dt="2021-09-01T09:15:46.343" v="2" actId="478"/>
          <pc:sldLayoutMkLst>
            <pc:docMk/>
            <pc:sldMasterMk cId="45078835" sldId="2147483687"/>
            <pc:sldLayoutMk cId="483832824" sldId="2147483691"/>
          </pc:sldLayoutMkLst>
          <pc:spChg chg="del">
            <ac:chgData name="Natale, Luigi" userId="0bb35f83-ebdf-4526-ae9a-c3e8393a1d1b" providerId="ADAL" clId="{F5D8342B-40AD-431F-93AD-FAA353798546}" dt="2021-09-01T09:15:46.343" v="2" actId="478"/>
            <ac:spMkLst>
              <pc:docMk/>
              <pc:sldMasterMk cId="45078835" sldId="2147483687"/>
              <pc:sldLayoutMk cId="483832824" sldId="2147483691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F5D8342B-40AD-431F-93AD-FAA353798546}" dt="2021-09-01T09:15:46.343" v="2" actId="478"/>
            <ac:spMkLst>
              <pc:docMk/>
              <pc:sldMasterMk cId="45078835" sldId="2147483687"/>
              <pc:sldLayoutMk cId="483832824" sldId="2147483691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F5D8342B-40AD-431F-93AD-FAA353798546}" dt="2021-09-01T09:15:46.343" v="2" actId="478"/>
            <ac:spMkLst>
              <pc:docMk/>
              <pc:sldMasterMk cId="45078835" sldId="2147483687"/>
              <pc:sldLayoutMk cId="483832824" sldId="2147483691"/>
              <ac:spMk id="61" creationId="{00000000-0000-0000-0000-000000000000}"/>
            </ac:spMkLst>
          </pc:spChg>
        </pc:sldLayoutChg>
      </pc:sldMasterChg>
    </pc:docChg>
  </pc:docChgLst>
  <pc:docChgLst>
    <pc:chgData name="Massimo Orazio Spata" userId="cc365b76-c41f-4401-a5bc-1d5b99d6e750" providerId="ADAL" clId="{78C7B2CD-309D-4C36-B77B-E36306EC5905}"/>
    <pc:docChg chg="modSld">
      <pc:chgData name="Massimo Orazio Spata" userId="cc365b76-c41f-4401-a5bc-1d5b99d6e750" providerId="ADAL" clId="{78C7B2CD-309D-4C36-B77B-E36306EC5905}" dt="2023-02-01T10:09:03.131" v="1" actId="1076"/>
      <pc:docMkLst>
        <pc:docMk/>
      </pc:docMkLst>
      <pc:sldChg chg="addSp modSp mod">
        <pc:chgData name="Massimo Orazio Spata" userId="cc365b76-c41f-4401-a5bc-1d5b99d6e750" providerId="ADAL" clId="{78C7B2CD-309D-4C36-B77B-E36306EC5905}" dt="2023-02-01T10:09:03.131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78C7B2CD-309D-4C36-B77B-E36306EC5905}" dt="2023-02-01T10:09:03.131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7C6723-D0EA-4583-98D6-DC8BABC88F69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6. Vettori e strutture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0219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90506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83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0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6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Vettori e Strutture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807614" y="453719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2"/>
          <p:cNvSpPr txBox="1"/>
          <p:nvPr/>
        </p:nvSpPr>
        <p:spPr>
          <a:xfrm>
            <a:off x="196200" y="1412280"/>
            <a:ext cx="8737920" cy="475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un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array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(o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vettore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) è una sequenza di oggetti dello stesso 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tipo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gli oggetti si chiamano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elementi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dell'array e si numerano consecutivamente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0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1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2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3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.. ; questi numeri si dicono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indici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dell’array, ed il loro ruolo è quello di localizzare la posizione di ogni elemento dentro l’array, fornendo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accesso diretto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ad esso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il tipo di elementi immagazzinati nell'array può essere qualsiasi tipo di dato predefinito del C++, ma anche tipi di dato definiti dall’utente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se il nome del vettore è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a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, allora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a[0]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è il nome del primo elemento,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a[1]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è il nome del secondo elemento,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</a:rPr>
              <a:t>ecc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; l’elemento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</a:rPr>
              <a:t>i-esimo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si trova quindi nella posizione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</a:rPr>
              <a:t>i-1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, e se l’array ha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</a:rPr>
              <a:t>n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elementi, i loro nomi sono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a[0]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a[1]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...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a[n-1]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147" name="TextShape 3"/>
          <p:cNvSpPr txBox="1"/>
          <p:nvPr/>
        </p:nvSpPr>
        <p:spPr>
          <a:xfrm>
            <a:off x="7457760" y="5781960"/>
            <a:ext cx="874080" cy="38268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txBody>
          <a:bodyPr lIns="99000" tIns="54000" rIns="99000" bIns="54000">
            <a:noAutofit/>
          </a:bodyPr>
          <a:lstStyle/>
          <a:p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indice</a:t>
            </a:r>
            <a:endParaRPr lang="it-IT" sz="1800" b="0" strike="noStrike" spc="-1">
              <a:latin typeface="Arial"/>
            </a:endParaRPr>
          </a:p>
        </p:txBody>
      </p:sp>
      <p:pic>
        <p:nvPicPr>
          <p:cNvPr id="148" name="Immagine 147"/>
          <p:cNvPicPr/>
          <p:nvPr/>
        </p:nvPicPr>
        <p:blipFill>
          <a:blip r:embed="rId3"/>
          <a:stretch/>
        </p:blipFill>
        <p:spPr>
          <a:xfrm>
            <a:off x="2232000" y="5472000"/>
            <a:ext cx="4376880" cy="822240"/>
          </a:xfrm>
          <a:prstGeom prst="rect">
            <a:avLst/>
          </a:prstGeom>
          <a:ln>
            <a:noFill/>
          </a:ln>
        </p:spPr>
      </p:pic>
      <p:sp>
        <p:nvSpPr>
          <p:cNvPr id="149" name="Line 4"/>
          <p:cNvSpPr/>
          <p:nvPr/>
        </p:nvSpPr>
        <p:spPr>
          <a:xfrm flipH="1" flipV="1">
            <a:off x="6560280" y="6162840"/>
            <a:ext cx="897480" cy="180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634B4C70-0A64-41F9-8140-D213FF492A6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Vettori e strutture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2"/>
          <p:cNvSpPr txBox="1"/>
          <p:nvPr/>
        </p:nvSpPr>
        <p:spPr>
          <a:xfrm>
            <a:off x="190080" y="1511280"/>
            <a:ext cx="8737920" cy="475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i="1" strike="noStrike" spc="-1">
                <a:solidFill>
                  <a:srgbClr val="FF0000"/>
                </a:solidFill>
                <a:latin typeface="Courier New"/>
                <a:ea typeface="Arial"/>
              </a:rPr>
              <a:t>tipo_elementi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Arial"/>
              </a:rPr>
              <a:t> </a:t>
            </a:r>
            <a:r>
              <a:rPr lang="it-IT" sz="20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nome_array</a:t>
            </a:r>
            <a:r>
              <a:rPr lang="it-IT" sz="2000" b="1" strike="noStrike" spc="-1">
                <a:solidFill>
                  <a:srgbClr val="FF0000"/>
                </a:solidFill>
                <a:latin typeface="Courier New"/>
                <a:ea typeface="Arial"/>
              </a:rPr>
              <a:t>[</a:t>
            </a:r>
            <a:r>
              <a:rPr lang="it-IT" sz="20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numero_elementi</a:t>
            </a:r>
            <a:r>
              <a:rPr lang="it-IT" sz="2000" b="1" strike="noStrike" spc="-1">
                <a:solidFill>
                  <a:srgbClr val="FF0000"/>
                </a:solidFill>
                <a:latin typeface="Courier New"/>
                <a:ea typeface="Arial"/>
              </a:rPr>
              <a:t>]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Arial"/>
              </a:rPr>
              <a:t>; </a:t>
            </a:r>
            <a:br/>
            <a:r>
              <a:rPr lang="it-IT" sz="20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numero_elementi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 può essere:</a:t>
            </a:r>
            <a:endParaRPr lang="it-IT" sz="2000" b="0" strike="noStrike" spc="-1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un valore intero</a:t>
            </a:r>
            <a:endParaRPr lang="it-IT" sz="2000" b="0" strike="noStrike" spc="-1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un’espressione costante</a:t>
            </a:r>
            <a:endParaRPr lang="it-IT" sz="2000" b="0" strike="noStrike" spc="-1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una variabile istanziata prima della definizione dell'array</a:t>
            </a:r>
            <a:endParaRPr lang="it-IT" sz="2000" b="0" strike="noStrike" spc="-1">
              <a:latin typeface="Arial"/>
            </a:endParaRPr>
          </a:p>
          <a:p>
            <a:r>
              <a:rPr lang="it-IT" sz="2000" b="0" strike="noStrike" spc="-1">
                <a:solidFill>
                  <a:srgbClr val="0000FF"/>
                </a:solidFill>
                <a:latin typeface="Courier New"/>
              </a:rPr>
              <a:t>int numeri[10]; //Crea un array di 10 elementi int</a:t>
            </a:r>
            <a:br/>
            <a:br/>
            <a:br/>
            <a:br/>
            <a:br/>
            <a:br/>
            <a:r>
              <a:rPr lang="it-IT" sz="2000" b="0" strike="noStrike" spc="-1">
                <a:solidFill>
                  <a:srgbClr val="0000FF"/>
                </a:solidFill>
                <a:latin typeface="Courier New"/>
              </a:rPr>
              <a:t>int br[4] = {1, 5, 2, 4}; // crea array e lo inizializza 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0000FF"/>
                </a:solidFill>
                <a:latin typeface="Courier New"/>
              </a:rPr>
              <a:t>char cr[4] = {'a', '7', 'B', '!'};</a:t>
            </a:r>
            <a:endParaRPr lang="it-IT" sz="2000" b="0" strike="noStrike" spc="-1">
              <a:latin typeface="Times New Roman"/>
            </a:endParaRPr>
          </a:p>
        </p:txBody>
      </p:sp>
      <p:pic>
        <p:nvPicPr>
          <p:cNvPr id="152" name="Immagine 151"/>
          <p:cNvPicPr/>
          <p:nvPr/>
        </p:nvPicPr>
        <p:blipFill>
          <a:blip r:embed="rId4"/>
          <a:stretch/>
        </p:blipFill>
        <p:spPr>
          <a:xfrm>
            <a:off x="2768760" y="3821760"/>
            <a:ext cx="3063240" cy="140796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2C15CEA2-1BB5-4B87-8719-DF3327527642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definizione di vettore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2"/>
          <p:cNvSpPr txBox="1"/>
          <p:nvPr/>
        </p:nvSpPr>
        <p:spPr>
          <a:xfrm>
            <a:off x="55800" y="1296000"/>
            <a:ext cx="8737920" cy="243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si può accedere ad un elemento dell'array mediante il suo 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nome ed un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indice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che ne rappresenta la posizione</a:t>
            </a:r>
            <a:br>
              <a:rPr dirty="0"/>
            </a:br>
            <a:r>
              <a:rPr lang="it-IT" sz="2000" b="0" i="1" strike="noStrike" spc="-1" dirty="0" err="1">
                <a:solidFill>
                  <a:srgbClr val="000000"/>
                </a:solidFill>
                <a:latin typeface="Courier New"/>
                <a:ea typeface="Arial"/>
              </a:rPr>
              <a:t>nome_array</a:t>
            </a:r>
            <a:r>
              <a:rPr lang="it-IT" sz="2000" b="1" strike="noStrike" spc="-1" dirty="0">
                <a:solidFill>
                  <a:srgbClr val="000000"/>
                </a:solidFill>
                <a:latin typeface="Courier New"/>
                <a:ea typeface="Arial"/>
              </a:rPr>
              <a:t>[</a:t>
            </a:r>
            <a:r>
              <a:rPr lang="it-IT" sz="2000" b="1" i="1" strike="noStrike" spc="-1" dirty="0">
                <a:solidFill>
                  <a:srgbClr val="FF0000"/>
                </a:solidFill>
                <a:latin typeface="Courier New"/>
                <a:ea typeface="Arial"/>
              </a:rPr>
              <a:t>n</a:t>
            </a:r>
            <a:r>
              <a:rPr lang="it-IT" sz="2000" b="1" strike="noStrike" spc="-1" dirty="0">
                <a:solidFill>
                  <a:srgbClr val="000000"/>
                </a:solidFill>
                <a:latin typeface="Courier New"/>
                <a:ea typeface="Arial"/>
              </a:rPr>
              <a:t>]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;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C++ </a:t>
            </a:r>
            <a:r>
              <a:rPr lang="it-IT" sz="2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non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verifica che gli indici dell’array stiano dentro la dimensione definita; ad esempio, se si accede a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numeri[12]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il compilatore non segnala alcun errore (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buffer overflow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102600" y="3329640"/>
            <a:ext cx="8869320" cy="3111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eta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[5]; // contiene 5 elementi: da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eta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[0] a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eta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[4]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vendite[100];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float salario[25]; // un array di 25 elementi float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1" strike="noStrike" spc="-1" dirty="0" err="1">
                <a:solidFill>
                  <a:srgbClr val="3333CC"/>
                </a:solidFill>
                <a:latin typeface="Courier New"/>
              </a:rPr>
              <a:t>eta</a:t>
            </a: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[4]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= 35;  // mette 35 nel quinto elemento del vettore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eta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vendite[totale + 5]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= 35; // mette 35 nell'elemento di indice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                       // pari al valore della  variabile o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                       // costante totale aumentato di 5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salario[mese[i] * 5]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// accede all'elemento del vettore salario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                  // il cui indice è dato dal valore dello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                  // i-esimo elemento del vettore mese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                  //  moltiplicato per cinque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12E4E1E6-4181-4975-83DD-E947CDB8B9AE}"/>
              </a:ext>
            </a:extLst>
          </p:cNvPr>
          <p:cNvSpPr/>
          <p:nvPr/>
        </p:nvSpPr>
        <p:spPr>
          <a:xfrm>
            <a:off x="324000" y="836613"/>
            <a:ext cx="7416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accesso agli elementi di un vettore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2"/>
          <p:cNvSpPr txBox="1"/>
          <p:nvPr/>
        </p:nvSpPr>
        <p:spPr>
          <a:xfrm>
            <a:off x="190080" y="1476360"/>
            <a:ext cx="8737920" cy="5381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gli elementi degli arrays si immagazzinano in blocchi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contigui</a:t>
            </a:r>
            <a:endParaRPr lang="it-IT" sz="2000" b="0" strike="noStrike" spc="-1">
              <a:latin typeface="Arial"/>
            </a:endParaRPr>
          </a:p>
          <a:p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  int eta[5];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  char codici[5];</a:t>
            </a:r>
            <a:br/>
            <a:br/>
            <a:endParaRPr lang="it-IT" sz="2000" b="0" strike="noStrike" spc="-1">
              <a:latin typeface="Times New Roman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si può utilizzare l'operatore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Arial"/>
              </a:rPr>
              <a:t>sizeof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 per conoscere il numero di bytes occupati dall'array; ad esempio, supponiamo che si definisca un array di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Arial"/>
              </a:rPr>
              <a:t>100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 numeri interi denominato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Arial"/>
              </a:rPr>
              <a:t>eta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: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n = sizeof(eta);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assegna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400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ad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n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se si vuole conoscere la dimensione di un elemento individuale  dell’array si può scrivere: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n = sizeof(eta[0]);</a:t>
            </a:r>
            <a:endParaRPr lang="it-IT" sz="2000" b="0" strike="noStrike" spc="-1">
              <a:latin typeface="Arial"/>
            </a:endParaRPr>
          </a:p>
        </p:txBody>
      </p:sp>
      <p:pic>
        <p:nvPicPr>
          <p:cNvPr id="158" name="Immagine 157"/>
          <p:cNvPicPr/>
          <p:nvPr/>
        </p:nvPicPr>
        <p:blipFill>
          <a:blip r:embed="rId3"/>
          <a:stretch/>
        </p:blipFill>
        <p:spPr>
          <a:xfrm>
            <a:off x="3817800" y="1873080"/>
            <a:ext cx="3886200" cy="143892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6589E0AF-F5B7-4D77-AF5E-70B6D939634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allocamento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memoria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2"/>
          <p:cNvSpPr txBox="1"/>
          <p:nvPr/>
        </p:nvSpPr>
        <p:spPr>
          <a:xfrm>
            <a:off x="132840" y="1656000"/>
            <a:ext cx="8737920" cy="4849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per assegnare un valore ad un elemento di un array si può usare ovviamentre l'operatore di assegnamento: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Arial"/>
              </a:rPr>
              <a:t>prezzi[0] = 10;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ma assegnare un intero array si può fare solo nella sua definizione: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int numeri[6] = {10, 20, 30, 40, 50, 60};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int numeri[] = {10, 20, 30, 40, 50, 60}; </a:t>
            </a:r>
            <a:endParaRPr lang="it-IT" sz="2000" b="0" strike="noStrike" spc="-1">
              <a:latin typeface="Arial"/>
            </a:endParaRPr>
          </a:p>
        </p:txBody>
      </p:sp>
      <p:pic>
        <p:nvPicPr>
          <p:cNvPr id="161" name="Immagine 160"/>
          <p:cNvPicPr/>
          <p:nvPr/>
        </p:nvPicPr>
        <p:blipFill>
          <a:blip r:embed="rId3"/>
          <a:stretch/>
        </p:blipFill>
        <p:spPr>
          <a:xfrm>
            <a:off x="1700280" y="3816000"/>
            <a:ext cx="5085000" cy="230832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256E411C-E92A-451C-9BD0-607D7D4E78BD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inizializzazione di un vettore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2"/>
          <p:cNvSpPr txBox="1"/>
          <p:nvPr/>
        </p:nvSpPr>
        <p:spPr>
          <a:xfrm>
            <a:off x="495720" y="1800360"/>
            <a:ext cx="8375400" cy="3815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FF0000"/>
                </a:solidFill>
                <a:latin typeface="Arial"/>
                <a:ea typeface="Arial"/>
              </a:rPr>
              <a:t>no operazioni di confronto!</a:t>
            </a:r>
            <a:br/>
            <a:r>
              <a:rPr lang="it-IT" sz="2600" b="0" strike="noStrike" spc="-1">
                <a:solidFill>
                  <a:srgbClr val="FF0000"/>
                </a:solidFill>
                <a:latin typeface="Arial"/>
              </a:rPr>
              <a:t> </a:t>
            </a:r>
            <a:endParaRPr lang="it-IT" sz="2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FF0000"/>
                </a:solidFill>
                <a:latin typeface="Arial"/>
                <a:ea typeface="Arial"/>
              </a:rPr>
              <a:t>no assegnamento sull'intero array! </a:t>
            </a:r>
            <a:br/>
            <a:r>
              <a:rPr lang="it-IT" sz="2600" b="0" strike="noStrike" spc="-1">
                <a:solidFill>
                  <a:srgbClr val="FF0000"/>
                </a:solidFill>
                <a:latin typeface="Arial"/>
              </a:rPr>
              <a:t> </a:t>
            </a:r>
            <a:endParaRPr lang="it-IT" sz="2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FF0000"/>
                </a:solidFill>
                <a:latin typeface="Arial"/>
                <a:ea typeface="Arial"/>
              </a:rPr>
              <a:t>no operazioni aritmetiche! </a:t>
            </a:r>
            <a:br/>
            <a:r>
              <a:rPr lang="it-IT" sz="2600" b="0" strike="noStrike" spc="-1">
                <a:solidFill>
                  <a:srgbClr val="FF0000"/>
                </a:solidFill>
                <a:latin typeface="Arial"/>
              </a:rPr>
              <a:t> </a:t>
            </a:r>
            <a:endParaRPr lang="it-IT" sz="2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FF0000"/>
                </a:solidFill>
                <a:latin typeface="Arial"/>
                <a:ea typeface="Arial"/>
              </a:rPr>
              <a:t>no restituzione da funzioni!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685F0608-91B2-4B52-8E66-61C6921F6F9B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limiti dei vettori in C++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Shape 2"/>
          <p:cNvSpPr txBox="1"/>
          <p:nvPr/>
        </p:nvSpPr>
        <p:spPr>
          <a:xfrm>
            <a:off x="190080" y="1656000"/>
            <a:ext cx="8737920" cy="2029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le stringhe di testo sono arrays di caratteri terminate con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il carattere nullo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Arial"/>
              </a:rPr>
              <a:t>\0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 (b); senza di esso la stringa non è tale ma è un semplice array di caratteri (a)</a:t>
            </a:r>
            <a:br/>
            <a:br/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char Stringa2[9] = "Mortimer"</a:t>
            </a:r>
            <a:br/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char Stringa1[] = {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M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o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r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t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i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m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e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r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}</a:t>
            </a:r>
            <a:br/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char Stringa2[] = {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M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o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r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t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i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m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e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r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Courier New"/>
              </a:rPr>
              <a:t>','\0'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</a:rPr>
              <a:t>}</a:t>
            </a:r>
            <a:endParaRPr lang="it-IT" sz="1800" b="0" strike="noStrike" spc="-1">
              <a:latin typeface="Arial"/>
            </a:endParaRPr>
          </a:p>
        </p:txBody>
      </p:sp>
      <p:pic>
        <p:nvPicPr>
          <p:cNvPr id="166" name="Immagine 165"/>
          <p:cNvPicPr/>
          <p:nvPr/>
        </p:nvPicPr>
        <p:blipFill>
          <a:blip r:embed="rId3"/>
          <a:stretch/>
        </p:blipFill>
        <p:spPr>
          <a:xfrm>
            <a:off x="1811520" y="3816000"/>
            <a:ext cx="4668480" cy="252000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1F5ABCDE-8435-491A-B7A7-67C5CE733F31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vettori di caratteri e stringhe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2"/>
          <p:cNvSpPr txBox="1"/>
          <p:nvPr/>
        </p:nvSpPr>
        <p:spPr>
          <a:xfrm>
            <a:off x="406440" y="1354680"/>
            <a:ext cx="8156520" cy="3946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 stringhe vengono gestite intelligentemente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dall’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estrattore 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 dall’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inseritore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, ma ....... !!!!</a:t>
            </a:r>
            <a:br>
              <a:rPr dirty="0"/>
            </a:br>
            <a:br>
              <a:rPr dirty="0"/>
            </a:b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#include &lt;</a:t>
            </a: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iostream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&gt;</a:t>
            </a:r>
            <a:br>
              <a:rPr dirty="0"/>
            </a:b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using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namespace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std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;</a:t>
            </a:r>
            <a:br>
              <a:rPr dirty="0"/>
            </a:b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char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stringa[</a:t>
            </a:r>
            <a:r>
              <a:rPr lang="it-IT" sz="1800" b="0" strike="noStrike" spc="-1" dirty="0">
                <a:solidFill>
                  <a:srgbClr val="FF0000"/>
                </a:solidFill>
                <a:latin typeface="Courier New"/>
              </a:rPr>
              <a:t>8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];</a:t>
            </a:r>
            <a:br>
              <a:rPr dirty="0"/>
            </a:b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main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() {</a:t>
            </a:r>
            <a:br>
              <a:rPr dirty="0"/>
            </a:b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cout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&lt;&lt; "Scrivi qualcosa \n";</a:t>
            </a:r>
            <a:br>
              <a:rPr dirty="0"/>
            </a:b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cin </a:t>
            </a:r>
            <a:r>
              <a:rPr lang="it-IT" sz="1800" b="1" strike="noStrike" spc="-1" dirty="0">
                <a:solidFill>
                  <a:srgbClr val="FF0000"/>
                </a:solidFill>
                <a:latin typeface="Courier New"/>
              </a:rPr>
              <a:t>&gt;&gt;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stringa; // estrae l’estraibile e mette lo /0</a:t>
            </a:r>
            <a:br>
              <a:rPr dirty="0"/>
            </a:b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cout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&lt;&lt; "hai scritto \n";</a:t>
            </a:r>
            <a:br>
              <a:rPr dirty="0"/>
            </a:b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cout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r>
              <a:rPr lang="it-IT" sz="1800" b="1" strike="noStrike" spc="-1" dirty="0">
                <a:solidFill>
                  <a:srgbClr val="FF0000"/>
                </a:solidFill>
                <a:latin typeface="Courier New"/>
              </a:rPr>
              <a:t>&lt;&lt;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stringa; // inserisce l’inseribile fino allo /0</a:t>
            </a:r>
            <a:br>
              <a:rPr dirty="0"/>
            </a:b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0000FF"/>
                </a:solidFill>
                <a:latin typeface="Courier New"/>
              </a:rPr>
              <a:t>return</a:t>
            </a: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 0;</a:t>
            </a:r>
            <a:br>
              <a:rPr dirty="0"/>
            </a:br>
            <a:r>
              <a:rPr lang="it-IT" sz="1800" b="0" strike="noStrike" spc="-1" dirty="0">
                <a:solidFill>
                  <a:srgbClr val="0000FF"/>
                </a:solidFill>
                <a:latin typeface="Courier New"/>
              </a:rPr>
              <a:t>}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169" name="TextShape 3"/>
          <p:cNvSpPr txBox="1"/>
          <p:nvPr/>
        </p:nvSpPr>
        <p:spPr>
          <a:xfrm>
            <a:off x="952560" y="5071320"/>
            <a:ext cx="2296080" cy="1203120"/>
          </a:xfrm>
          <a:prstGeom prst="rect">
            <a:avLst/>
          </a:prstGeom>
          <a:noFill/>
          <a:ln w="3600">
            <a:solidFill>
              <a:srgbClr val="000000"/>
            </a:solidFill>
            <a:round/>
          </a:ln>
        </p:spPr>
        <p:txBody>
          <a:bodyPr lIns="91800" tIns="46800" rIns="91800" bIns="46800">
            <a:noAutofit/>
          </a:bodyPr>
          <a:lstStyle/>
          <a:p>
            <a:r>
              <a:rPr lang="it-IT" sz="1800" b="0" strike="noStrike" spc="-1">
                <a:latin typeface="Courier New"/>
              </a:rPr>
              <a:t>Scrivi qualcosa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latin typeface="Courier New"/>
              </a:rPr>
              <a:t>Aldo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latin typeface="Courier New"/>
              </a:rPr>
              <a:t>hai scritto 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latin typeface="Courier New"/>
              </a:rPr>
              <a:t>Aldo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70" name="TextShape 4"/>
          <p:cNvSpPr txBox="1"/>
          <p:nvPr/>
        </p:nvSpPr>
        <p:spPr>
          <a:xfrm>
            <a:off x="3419280" y="5071320"/>
            <a:ext cx="2296080" cy="1191240"/>
          </a:xfrm>
          <a:prstGeom prst="rect">
            <a:avLst/>
          </a:prstGeom>
          <a:noFill/>
          <a:ln w="3600">
            <a:solidFill>
              <a:srgbClr val="000000"/>
            </a:solidFill>
            <a:round/>
          </a:ln>
        </p:spPr>
        <p:txBody>
          <a:bodyPr lIns="91800" tIns="46800" rIns="91800" bIns="46800">
            <a:noAutofit/>
          </a:bodyPr>
          <a:lstStyle/>
          <a:p>
            <a:r>
              <a:rPr lang="it-IT" sz="1800" b="0" strike="noStrike" spc="-1">
                <a:latin typeface="Courier New"/>
              </a:rPr>
              <a:t>Scrivi qualcosa 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latin typeface="Courier New"/>
              </a:rPr>
              <a:t>AldoFranco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latin typeface="Courier New"/>
              </a:rPr>
              <a:t>hai scritto 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latin typeface="Courier New"/>
              </a:rPr>
              <a:t>AldoFranco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71" name="TextShape 5"/>
          <p:cNvSpPr txBox="1"/>
          <p:nvPr/>
        </p:nvSpPr>
        <p:spPr>
          <a:xfrm>
            <a:off x="5882040" y="5071320"/>
            <a:ext cx="2296080" cy="1191240"/>
          </a:xfrm>
          <a:prstGeom prst="rect">
            <a:avLst/>
          </a:prstGeom>
          <a:noFill/>
          <a:ln w="3600">
            <a:solidFill>
              <a:srgbClr val="000000"/>
            </a:solidFill>
            <a:round/>
          </a:ln>
        </p:spPr>
        <p:txBody>
          <a:bodyPr lIns="91800" tIns="46800" rIns="91800" bIns="46800">
            <a:noAutofit/>
          </a:bodyPr>
          <a:lstStyle/>
          <a:p>
            <a:r>
              <a:rPr lang="it-IT" sz="1800" b="0" strike="noStrike" spc="-1">
                <a:latin typeface="Courier New"/>
              </a:rPr>
              <a:t>Scrivi qualcosa 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latin typeface="Courier New"/>
              </a:rPr>
              <a:t>Aldo Franco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latin typeface="Courier New"/>
              </a:rPr>
              <a:t>hai scritto 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latin typeface="Courier New"/>
              </a:rPr>
              <a:t>Aldo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72" name="TextShape 6"/>
          <p:cNvSpPr txBox="1"/>
          <p:nvPr/>
        </p:nvSpPr>
        <p:spPr>
          <a:xfrm>
            <a:off x="4943160" y="4462560"/>
            <a:ext cx="2032200" cy="443520"/>
          </a:xfrm>
          <a:prstGeom prst="rect">
            <a:avLst/>
          </a:prstGeom>
          <a:noFill/>
          <a:ln w="18000">
            <a:solidFill>
              <a:srgbClr val="000000"/>
            </a:solidFill>
            <a:custDash>
              <a:ds d="102000" sp="102000"/>
              <a:ds d="102000" sp="102000"/>
            </a:custDash>
            <a:round/>
          </a:ln>
        </p:spPr>
        <p:txBody>
          <a:bodyPr lIns="99000" tIns="54000" rIns="99000" bIns="54000">
            <a:noAutofit/>
          </a:bodyPr>
          <a:lstStyle/>
          <a:p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Arial"/>
              </a:rPr>
              <a:t>buffer overflow</a:t>
            </a:r>
            <a:endParaRPr lang="it-IT" sz="2200" b="0" strike="noStrike" spc="-1">
              <a:latin typeface="Arial"/>
            </a:endParaRPr>
          </a:p>
        </p:txBody>
      </p:sp>
      <p:cxnSp>
        <p:nvCxnSpPr>
          <p:cNvPr id="173" name="Line 7"/>
          <p:cNvCxnSpPr>
            <a:stCxn id="172" idx="1"/>
            <a:endCxn id="170" idx="0"/>
          </p:cNvCxnSpPr>
          <p:nvPr/>
        </p:nvCxnSpPr>
        <p:spPr>
          <a:xfrm flipH="1">
            <a:off x="4567320" y="4684320"/>
            <a:ext cx="376200" cy="387360"/>
          </a:xfrm>
          <a:prstGeom prst="bentConnector3">
            <a:avLst/>
          </a:prstGeom>
          <a:ln>
            <a:solidFill>
              <a:srgbClr val="3465A4"/>
            </a:solidFill>
            <a:tailEnd type="triangle" w="med" len="med"/>
          </a:ln>
        </p:spPr>
      </p:cxnSp>
      <p:sp>
        <p:nvSpPr>
          <p:cNvPr id="9" name="CustomShape 1">
            <a:extLst>
              <a:ext uri="{FF2B5EF4-FFF2-40B4-BE49-F238E27FC236}">
                <a16:creationId xmlns:a16="http://schemas.microsoft.com/office/drawing/2014/main" id="{6C549F4C-1FB5-4ECE-B466-508D7CA2B34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stringhe ed I/O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Immagine 174"/>
          <p:cNvPicPr/>
          <p:nvPr/>
        </p:nvPicPr>
        <p:blipFill>
          <a:blip r:embed="rId2"/>
          <a:stretch/>
        </p:blipFill>
        <p:spPr>
          <a:xfrm>
            <a:off x="5563440" y="4223160"/>
            <a:ext cx="3148560" cy="2253960"/>
          </a:xfrm>
          <a:prstGeom prst="rect">
            <a:avLst/>
          </a:prstGeom>
          <a:ln>
            <a:noFill/>
          </a:ln>
        </p:spPr>
      </p:pic>
      <p:sp>
        <p:nvSpPr>
          <p:cNvPr id="176" name="TextShape 2"/>
          <p:cNvSpPr txBox="1"/>
          <p:nvPr/>
        </p:nvSpPr>
        <p:spPr>
          <a:xfrm>
            <a:off x="234720" y="1244160"/>
            <a:ext cx="8397000" cy="5352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gli arrays di arrays si dicono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bidimensionali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; hanno due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indici e sono noti anche con il nome di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tabelle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o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matrici</a:t>
            </a:r>
            <a:br>
              <a:rPr dirty="0"/>
            </a:br>
            <a:r>
              <a:rPr lang="it-IT" sz="2200" b="0" i="1" strike="noStrike" spc="-1" dirty="0" err="1">
                <a:solidFill>
                  <a:srgbClr val="000000"/>
                </a:solidFill>
                <a:latin typeface="Courier New"/>
              </a:rPr>
              <a:t>tipo_elemento</a:t>
            </a:r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i="1" strike="noStrike" spc="-1" dirty="0" err="1">
                <a:solidFill>
                  <a:srgbClr val="000000"/>
                </a:solidFill>
                <a:latin typeface="Courier New"/>
              </a:rPr>
              <a:t>nome_array</a:t>
            </a:r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[</a:t>
            </a:r>
            <a:r>
              <a:rPr lang="it-IT" sz="2200" b="0" i="1" strike="noStrike" spc="-1" dirty="0" err="1">
                <a:solidFill>
                  <a:srgbClr val="FF0000"/>
                </a:solidFill>
                <a:latin typeface="Courier New"/>
              </a:rPr>
              <a:t>NumRighe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][</a:t>
            </a:r>
            <a:r>
              <a:rPr lang="it-IT" sz="2200" b="0" i="1" strike="noStrike" spc="-1" dirty="0" err="1">
                <a:solidFill>
                  <a:srgbClr val="FF0000"/>
                </a:solidFill>
                <a:latin typeface="Courier New"/>
              </a:rPr>
              <a:t>NumColonne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]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gli arrays di arrays di arrays sono tridimensionali ...</a:t>
            </a:r>
            <a:br>
              <a:rPr dirty="0"/>
            </a:br>
            <a:r>
              <a:rPr lang="it-IT" sz="2200" b="0" i="1" strike="noStrike" spc="-1" dirty="0" err="1">
                <a:solidFill>
                  <a:srgbClr val="000000"/>
                </a:solidFill>
                <a:latin typeface="Courier New"/>
              </a:rPr>
              <a:t>tipo_elemento</a:t>
            </a:r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i="1" strike="noStrike" spc="-1" dirty="0" err="1">
                <a:solidFill>
                  <a:srgbClr val="000000"/>
                </a:solidFill>
                <a:latin typeface="Courier New"/>
              </a:rPr>
              <a:t>nome_array</a:t>
            </a:r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[</a:t>
            </a:r>
            <a:r>
              <a:rPr lang="it-IT" sz="2200" b="0" i="1" strike="noStrike" spc="-1" dirty="0">
                <a:solidFill>
                  <a:srgbClr val="FF0000"/>
                </a:solidFill>
                <a:latin typeface="Courier New"/>
              </a:rPr>
              <a:t>n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][</a:t>
            </a:r>
            <a:r>
              <a:rPr lang="it-IT" sz="2200" b="0" i="1" strike="noStrike" spc="-1" dirty="0">
                <a:solidFill>
                  <a:srgbClr val="FF0000"/>
                </a:solidFill>
                <a:latin typeface="Courier New"/>
              </a:rPr>
              <a:t>m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][</a:t>
            </a:r>
            <a:r>
              <a:rPr lang="it-IT" sz="2200" b="0" i="1" strike="noStrike" spc="-1" dirty="0">
                <a:solidFill>
                  <a:srgbClr val="FF0000"/>
                </a:solidFill>
                <a:latin typeface="Courier New"/>
              </a:rPr>
              <a:t>r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]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e così via</a:t>
            </a:r>
            <a:endParaRPr lang="it-IT" sz="2200" b="0" strike="noStrike" spc="-1" dirty="0">
              <a:latin typeface="Arial"/>
            </a:endParaRPr>
          </a:p>
        </p:txBody>
      </p:sp>
      <p:pic>
        <p:nvPicPr>
          <p:cNvPr id="177" name="Immagine 176"/>
          <p:cNvPicPr/>
          <p:nvPr/>
        </p:nvPicPr>
        <p:blipFill>
          <a:blip r:embed="rId4"/>
          <a:stretch/>
        </p:blipFill>
        <p:spPr>
          <a:xfrm>
            <a:off x="3308040" y="2260440"/>
            <a:ext cx="1938240" cy="1384560"/>
          </a:xfrm>
          <a:prstGeom prst="rect">
            <a:avLst/>
          </a:prstGeom>
          <a:ln>
            <a:noFill/>
          </a:ln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E9B47962-54BC-4035-B0FD-53068E5DB162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vettori multidimensionali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Shape 2"/>
          <p:cNvSpPr txBox="1"/>
          <p:nvPr/>
        </p:nvSpPr>
        <p:spPr>
          <a:xfrm>
            <a:off x="406440" y="1514880"/>
            <a:ext cx="8397000" cy="3718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gli arrays multidimensionali si inizializzano normalmente</a:t>
            </a:r>
            <a:br/>
            <a:r>
              <a:rPr lang="it-IT" sz="2000" b="0" strike="noStrike" spc="-1">
                <a:solidFill>
                  <a:srgbClr val="0000FF"/>
                </a:solidFill>
                <a:latin typeface="Courier New"/>
                <a:ea typeface="Arial"/>
              </a:rPr>
              <a:t>int tabella[2][3] = {{51, 52, 53}, {54, 55, 56}};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oppure:</a:t>
            </a:r>
            <a:br/>
            <a:r>
              <a:rPr lang="it-IT" sz="2000" b="0" strike="noStrike" spc="-1">
                <a:solidFill>
                  <a:srgbClr val="0000FF"/>
                </a:solidFill>
                <a:latin typeface="Courier New"/>
                <a:ea typeface="Arial"/>
              </a:rPr>
              <a:t>int tabella[2][3] = {51, 52, 53, 54, 55, 56};</a:t>
            </a:r>
            <a:br/>
            <a:br/>
            <a:r>
              <a:rPr lang="it-IT" sz="2200" b="1" strike="noStrike" spc="-1">
                <a:solidFill>
                  <a:srgbClr val="000000"/>
                </a:solidFill>
                <a:latin typeface="Courier New"/>
              </a:rPr>
              <a:t> 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anche gli assegnamenti sono intuitivi:</a:t>
            </a:r>
            <a:br/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int x = tabella[1][0] // assegna ad x 54</a:t>
            </a:r>
            <a:br/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tabella[1][2] = 58;   // sostituisce 58 a 56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B0FE4C33-8FE3-410D-8B6E-B1FE0370F863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vettori multidimensionali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Immagine 181"/>
          <p:cNvPicPr/>
          <p:nvPr/>
        </p:nvPicPr>
        <p:blipFill>
          <a:blip r:embed="rId2"/>
          <a:stretch/>
        </p:blipFill>
        <p:spPr>
          <a:xfrm>
            <a:off x="3366360" y="2567160"/>
            <a:ext cx="4949640" cy="2517840"/>
          </a:xfrm>
          <a:prstGeom prst="rect">
            <a:avLst/>
          </a:prstGeom>
          <a:ln>
            <a:noFill/>
          </a:ln>
        </p:spPr>
      </p:pic>
      <p:sp>
        <p:nvSpPr>
          <p:cNvPr id="181" name="TextShape 2"/>
          <p:cNvSpPr txBox="1"/>
          <p:nvPr/>
        </p:nvSpPr>
        <p:spPr>
          <a:xfrm>
            <a:off x="216000" y="1701000"/>
            <a:ext cx="8397000" cy="475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3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gli arrays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si passano per riferimento: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quando s'invoca una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funzione e le si passa un array come parametro, C++ tratta la 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chiamata come se vi fosse l’operatore di indirizzo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&amp;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davanti al nome del vettore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lang="it-IT" dirty="0"/>
          </a:p>
          <a:p>
            <a:pPr marL="36000">
              <a:buSzPct val="100000"/>
            </a:pP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3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il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4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nel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char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[4]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della figura precedente può essere omesso, ma se si passano array multidimensionali gli altri indici devono essere specificati; ad esempio, se il vettore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c[]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fosse stato una matrice l'intestazione della funzione sarebbe stata: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cambiare(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char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c[][4])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29BD6631-20AC-49B5-9107-51EC69E29AF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vettori come argomenti di funzione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Shape 1"/>
          <p:cNvSpPr txBox="1"/>
          <p:nvPr/>
        </p:nvSpPr>
        <p:spPr>
          <a:xfrm>
            <a:off x="4968000" y="2503440"/>
            <a:ext cx="4176000" cy="1168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FF0000"/>
                </a:solidFill>
                <a:latin typeface="Arial"/>
                <a:ea typeface="Arial"/>
              </a:rPr>
              <a:t>funzioni che hanno argomenti formali di tipo array possono modificare gli array passati come argomenti attuali!</a:t>
            </a:r>
            <a:endParaRPr lang="it-IT" sz="2000" b="0" strike="noStrike" spc="-1">
              <a:latin typeface="Arial"/>
            </a:endParaRPr>
          </a:p>
        </p:txBody>
      </p:sp>
      <p:pic>
        <p:nvPicPr>
          <p:cNvPr id="184" name="Immagine (7)"/>
          <p:cNvPicPr/>
          <p:nvPr/>
        </p:nvPicPr>
        <p:blipFill>
          <a:blip r:embed="rId3"/>
          <a:stretch/>
        </p:blipFill>
        <p:spPr>
          <a:xfrm>
            <a:off x="0" y="494280"/>
            <a:ext cx="4824000" cy="6064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Immagine (7)_0"/>
          <p:cNvPicPr/>
          <p:nvPr/>
        </p:nvPicPr>
        <p:blipFill>
          <a:blip r:embed="rId2"/>
          <a:stretch/>
        </p:blipFill>
        <p:spPr>
          <a:xfrm>
            <a:off x="744480" y="1629000"/>
            <a:ext cx="6599520" cy="5184000"/>
          </a:xfrm>
          <a:prstGeom prst="rect">
            <a:avLst/>
          </a:prstGeom>
          <a:ln>
            <a:noFill/>
          </a:ln>
        </p:spPr>
      </p:pic>
      <p:sp>
        <p:nvSpPr>
          <p:cNvPr id="187" name="CustomShape 2"/>
          <p:cNvSpPr/>
          <p:nvPr/>
        </p:nvSpPr>
        <p:spPr>
          <a:xfrm>
            <a:off x="2015280" y="2018160"/>
            <a:ext cx="1049040" cy="199800"/>
          </a:xfrm>
          <a:custGeom>
            <a:avLst/>
            <a:gdLst/>
            <a:ahLst/>
            <a:cxnLst/>
            <a:rect l="0" t="0" r="r" b="b"/>
            <a:pathLst>
              <a:path w="2916" h="557">
                <a:moveTo>
                  <a:pt x="92" y="0"/>
                </a:moveTo>
                <a:lnTo>
                  <a:pt x="93" y="0"/>
                </a:lnTo>
                <a:cubicBezTo>
                  <a:pt x="76" y="0"/>
                  <a:pt x="60" y="4"/>
                  <a:pt x="46" y="12"/>
                </a:cubicBezTo>
                <a:cubicBezTo>
                  <a:pt x="32" y="21"/>
                  <a:pt x="21" y="32"/>
                  <a:pt x="12" y="46"/>
                </a:cubicBezTo>
                <a:cubicBezTo>
                  <a:pt x="4" y="60"/>
                  <a:pt x="0" y="76"/>
                  <a:pt x="0" y="93"/>
                </a:cubicBezTo>
                <a:lnTo>
                  <a:pt x="0" y="463"/>
                </a:lnTo>
                <a:lnTo>
                  <a:pt x="0" y="463"/>
                </a:lnTo>
                <a:cubicBezTo>
                  <a:pt x="0" y="480"/>
                  <a:pt x="4" y="496"/>
                  <a:pt x="12" y="510"/>
                </a:cubicBezTo>
                <a:cubicBezTo>
                  <a:pt x="21" y="524"/>
                  <a:pt x="32" y="535"/>
                  <a:pt x="46" y="544"/>
                </a:cubicBezTo>
                <a:cubicBezTo>
                  <a:pt x="60" y="552"/>
                  <a:pt x="76" y="556"/>
                  <a:pt x="93" y="556"/>
                </a:cubicBezTo>
                <a:lnTo>
                  <a:pt x="2822" y="556"/>
                </a:lnTo>
                <a:lnTo>
                  <a:pt x="2822" y="556"/>
                </a:lnTo>
                <a:cubicBezTo>
                  <a:pt x="2839" y="556"/>
                  <a:pt x="2855" y="552"/>
                  <a:pt x="2869" y="544"/>
                </a:cubicBezTo>
                <a:cubicBezTo>
                  <a:pt x="2883" y="535"/>
                  <a:pt x="2894" y="524"/>
                  <a:pt x="2903" y="510"/>
                </a:cubicBezTo>
                <a:cubicBezTo>
                  <a:pt x="2911" y="496"/>
                  <a:pt x="2915" y="480"/>
                  <a:pt x="2915" y="463"/>
                </a:cubicBezTo>
                <a:lnTo>
                  <a:pt x="2915" y="92"/>
                </a:lnTo>
                <a:lnTo>
                  <a:pt x="2915" y="93"/>
                </a:lnTo>
                <a:lnTo>
                  <a:pt x="2915" y="93"/>
                </a:lnTo>
                <a:cubicBezTo>
                  <a:pt x="2915" y="76"/>
                  <a:pt x="2911" y="60"/>
                  <a:pt x="2903" y="46"/>
                </a:cubicBezTo>
                <a:cubicBezTo>
                  <a:pt x="2894" y="32"/>
                  <a:pt x="2883" y="21"/>
                  <a:pt x="2869" y="12"/>
                </a:cubicBezTo>
                <a:cubicBezTo>
                  <a:pt x="2855" y="4"/>
                  <a:pt x="2839" y="0"/>
                  <a:pt x="2822" y="0"/>
                </a:cubicBezTo>
                <a:lnTo>
                  <a:pt x="92" y="0"/>
                </a:lnTo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8" name="TextShape 3"/>
          <p:cNvSpPr txBox="1"/>
          <p:nvPr/>
        </p:nvSpPr>
        <p:spPr>
          <a:xfrm>
            <a:off x="7853040" y="3240000"/>
            <a:ext cx="858960" cy="1452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9600" b="0" strike="noStrike" spc="-1">
                <a:solidFill>
                  <a:srgbClr val="FF0000"/>
                </a:solidFill>
                <a:latin typeface="Arial"/>
              </a:rPr>
              <a:t>?</a:t>
            </a:r>
            <a:endParaRPr lang="it-IT" sz="9600" b="0" strike="noStrike" spc="-1">
              <a:latin typeface="Arial"/>
            </a:endParaRP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6113D19E-490A-451A-AA31-362D5EF4827B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vettori multidimensionali come argomenti di funzione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Immagine (7)_1"/>
          <p:cNvPicPr/>
          <p:nvPr/>
        </p:nvPicPr>
        <p:blipFill>
          <a:blip r:embed="rId2"/>
          <a:stretch/>
        </p:blipFill>
        <p:spPr>
          <a:xfrm>
            <a:off x="684000" y="1269000"/>
            <a:ext cx="6557040" cy="5184000"/>
          </a:xfrm>
          <a:prstGeom prst="rect">
            <a:avLst/>
          </a:prstGeom>
          <a:ln>
            <a:noFill/>
          </a:ln>
        </p:spPr>
      </p:pic>
      <p:sp>
        <p:nvSpPr>
          <p:cNvPr id="191" name="CustomShape 2"/>
          <p:cNvSpPr/>
          <p:nvPr/>
        </p:nvSpPr>
        <p:spPr>
          <a:xfrm>
            <a:off x="1903680" y="2260800"/>
            <a:ext cx="1789200" cy="165960"/>
          </a:xfrm>
          <a:custGeom>
            <a:avLst/>
            <a:gdLst/>
            <a:ahLst/>
            <a:cxnLst/>
            <a:rect l="0" t="0" r="r" b="b"/>
            <a:pathLst>
              <a:path w="4972" h="463">
                <a:moveTo>
                  <a:pt x="77" y="0"/>
                </a:moveTo>
                <a:lnTo>
                  <a:pt x="77" y="0"/>
                </a:lnTo>
                <a:cubicBezTo>
                  <a:pt x="63" y="0"/>
                  <a:pt x="50" y="4"/>
                  <a:pt x="39" y="10"/>
                </a:cubicBezTo>
                <a:cubicBezTo>
                  <a:pt x="27" y="17"/>
                  <a:pt x="17" y="27"/>
                  <a:pt x="10" y="39"/>
                </a:cubicBezTo>
                <a:cubicBezTo>
                  <a:pt x="4" y="50"/>
                  <a:pt x="0" y="63"/>
                  <a:pt x="0" y="77"/>
                </a:cubicBezTo>
                <a:lnTo>
                  <a:pt x="0" y="385"/>
                </a:lnTo>
                <a:lnTo>
                  <a:pt x="0" y="385"/>
                </a:lnTo>
                <a:cubicBezTo>
                  <a:pt x="0" y="399"/>
                  <a:pt x="4" y="412"/>
                  <a:pt x="10" y="424"/>
                </a:cubicBezTo>
                <a:cubicBezTo>
                  <a:pt x="17" y="435"/>
                  <a:pt x="27" y="445"/>
                  <a:pt x="39" y="452"/>
                </a:cubicBezTo>
                <a:cubicBezTo>
                  <a:pt x="50" y="458"/>
                  <a:pt x="63" y="462"/>
                  <a:pt x="77" y="462"/>
                </a:cubicBezTo>
                <a:lnTo>
                  <a:pt x="4894" y="462"/>
                </a:lnTo>
                <a:lnTo>
                  <a:pt x="4894" y="462"/>
                </a:lnTo>
                <a:cubicBezTo>
                  <a:pt x="4908" y="462"/>
                  <a:pt x="4921" y="458"/>
                  <a:pt x="4933" y="452"/>
                </a:cubicBezTo>
                <a:cubicBezTo>
                  <a:pt x="4944" y="445"/>
                  <a:pt x="4954" y="435"/>
                  <a:pt x="4961" y="424"/>
                </a:cubicBezTo>
                <a:cubicBezTo>
                  <a:pt x="4967" y="412"/>
                  <a:pt x="4971" y="399"/>
                  <a:pt x="4971" y="385"/>
                </a:cubicBezTo>
                <a:lnTo>
                  <a:pt x="4971" y="77"/>
                </a:lnTo>
                <a:lnTo>
                  <a:pt x="4971" y="77"/>
                </a:lnTo>
                <a:lnTo>
                  <a:pt x="4971" y="77"/>
                </a:lnTo>
                <a:cubicBezTo>
                  <a:pt x="4971" y="63"/>
                  <a:pt x="4967" y="50"/>
                  <a:pt x="4961" y="39"/>
                </a:cubicBezTo>
                <a:cubicBezTo>
                  <a:pt x="4954" y="27"/>
                  <a:pt x="4944" y="17"/>
                  <a:pt x="4933" y="10"/>
                </a:cubicBezTo>
                <a:cubicBezTo>
                  <a:pt x="4921" y="4"/>
                  <a:pt x="4908" y="0"/>
                  <a:pt x="4894" y="0"/>
                </a:cubicBezTo>
                <a:lnTo>
                  <a:pt x="77" y="0"/>
                </a:lnTo>
              </a:path>
            </a:pathLst>
          </a:custGeom>
          <a:solidFill>
            <a:srgbClr val="008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2" name="TextShape 3"/>
          <p:cNvSpPr txBox="1"/>
          <p:nvPr/>
        </p:nvSpPr>
        <p:spPr>
          <a:xfrm>
            <a:off x="7344000" y="2687760"/>
            <a:ext cx="1800000" cy="1482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it-IT" sz="3200" b="0" strike="noStrike" spc="-1" dirty="0">
                <a:solidFill>
                  <a:srgbClr val="FF0000"/>
                </a:solidFill>
                <a:latin typeface="Arial"/>
                <a:ea typeface="Arial"/>
              </a:rPr>
              <a:t>perché adesso funziona?</a:t>
            </a:r>
            <a:endParaRPr lang="it-IT" sz="3200" b="0" strike="noStrike" spc="-1" dirty="0">
              <a:latin typeface="Times New Roman"/>
            </a:endParaRP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7F343AD5-76F6-437A-B357-F6AFD1C01B8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vettori e puntatori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Shape 2"/>
          <p:cNvSpPr txBox="1"/>
          <p:nvPr/>
        </p:nvSpPr>
        <p:spPr>
          <a:xfrm>
            <a:off x="396360" y="1399680"/>
            <a:ext cx="8397000" cy="4360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gli arrays sono implementati mediante puntatori</a:t>
            </a:r>
            <a:br/>
            <a:r>
              <a:rPr lang="it-IT" sz="2200" b="0" strike="noStrike" spc="-1">
                <a:solidFill>
                  <a:srgbClr val="FF0000"/>
                </a:solidFill>
                <a:latin typeface="Arial"/>
                <a:ea typeface="Arial"/>
              </a:rPr>
              <a:t>il nome di un vettore è un puntatore al suo primo elemento</a:t>
            </a:r>
            <a:br/>
            <a:br/>
            <a:br/>
            <a:br/>
            <a:br/>
            <a:br/>
            <a:br/>
            <a:br/>
            <a:r>
              <a:rPr lang="it-IT" sz="2200" b="1" strike="noStrike" spc="-1">
                <a:solidFill>
                  <a:srgbClr val="000000"/>
                </a:solidFill>
                <a:latin typeface="Courier New"/>
              </a:rPr>
              <a:t> 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il nome di un array è però una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</a:rPr>
              <a:t>costante 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puntatore, non una variabile puntatore; non si può cambiarne il valore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95" name="CustomShape 3"/>
          <p:cNvSpPr/>
          <p:nvPr/>
        </p:nvSpPr>
        <p:spPr>
          <a:xfrm>
            <a:off x="502920" y="2059560"/>
            <a:ext cx="7629480" cy="2104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int gradi[5] = {10, 20, 30, 40, 50};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gradi[0] == *gradi;       // 10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gradi[1] == *(gradi + 1); // 20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gradi[2] == *(gradi + 2); // 30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gradi[3] == *(gradi + 3); // 40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gradi[4] == *(gradi + 4); // 50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CAA68962-A9DB-4087-B870-84525B1D94A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vettori e puntatori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Shape 2"/>
          <p:cNvSpPr txBox="1"/>
          <p:nvPr/>
        </p:nvSpPr>
        <p:spPr>
          <a:xfrm>
            <a:off x="171000" y="1368000"/>
            <a:ext cx="8397000" cy="5122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  <a:ea typeface="Arial"/>
              </a:rPr>
              <a:t>s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e un espressione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  <a:ea typeface="Arial"/>
              </a:rPr>
              <a:t>p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 dà come valore l'indirizzo di un oggetto di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tipo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  <a:ea typeface="Arial"/>
              </a:rPr>
              <a:t>T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, allora l'espressione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  <a:ea typeface="Arial"/>
              </a:rPr>
              <a:t>p+1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 dà come valore l'indirizzo di un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oggetto di tipo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  <a:ea typeface="Arial"/>
              </a:rPr>
              <a:t>T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 che si trova consecutivamente in memoria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più in generale, data una variabile di tipo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  <a:ea typeface="Arial"/>
              </a:rPr>
              <a:t>puntatore al tipo T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, se le si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aggiunge un certo numero intero </a:t>
            </a:r>
            <a:r>
              <a:rPr lang="it-IT" sz="20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n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, il suo valore cambia in realtà di </a:t>
            </a:r>
            <a:r>
              <a:rPr lang="it-IT" sz="20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n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 moltiplicato per la dimensione del tipo </a:t>
            </a:r>
            <a:r>
              <a:rPr lang="it-IT" sz="2000" b="0" i="1" strike="noStrike" spc="-1">
                <a:solidFill>
                  <a:srgbClr val="000000"/>
                </a:solidFill>
                <a:latin typeface="Arial"/>
                <a:ea typeface="Arial"/>
              </a:rPr>
              <a:t>T</a:t>
            </a: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198" name="CustomShape 3"/>
          <p:cNvSpPr/>
          <p:nvPr/>
        </p:nvSpPr>
        <p:spPr>
          <a:xfrm>
            <a:off x="232560" y="3372480"/>
            <a:ext cx="8280360" cy="2775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int gradi[5] = {10, 20, 30, 40, 50};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p = gradi; // p punta a 10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p++; // adesso p punta a 20; infatti, poiché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     // ogni elemento di gradi occupa 4 bytes,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     // il valore di p è stato incrementato di 4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     // (e non di 1)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p--; // adesso p punta di nuovo 10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0000FF"/>
                </a:solidFill>
                <a:latin typeface="Courier New"/>
              </a:rPr>
              <a:t>*(p + 3) // restituisce 40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0D85EBCE-085E-4122-B067-16E4F5AA0595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aritmetica dei puntatori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2"/>
          <p:cNvSpPr txBox="1"/>
          <p:nvPr/>
        </p:nvSpPr>
        <p:spPr>
          <a:xfrm>
            <a:off x="453600" y="1865880"/>
            <a:ext cx="8397000" cy="3477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  <a:ea typeface="Arial"/>
              </a:rPr>
              <a:t>non si possono </a:t>
            </a:r>
            <a:r>
              <a:rPr lang="es-ES" sz="2800" b="0" i="1" strike="noStrike" spc="-1">
                <a:solidFill>
                  <a:srgbClr val="000000"/>
                </a:solidFill>
                <a:latin typeface="Arial"/>
                <a:ea typeface="Arial"/>
              </a:rPr>
              <a:t>sommare</a:t>
            </a:r>
            <a:r>
              <a:rPr lang="es-ES" sz="2800" b="0" strike="noStrike" spc="-1">
                <a:solidFill>
                  <a:srgbClr val="000000"/>
                </a:solidFill>
                <a:latin typeface="Arial"/>
                <a:ea typeface="Arial"/>
              </a:rPr>
              <a:t> due puntatori</a:t>
            </a:r>
            <a:br/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8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non si possono </a:t>
            </a:r>
            <a:r>
              <a:rPr lang="es-ES" sz="2800" b="0" i="1" strike="noStrike" spc="-1">
                <a:solidFill>
                  <a:srgbClr val="000000"/>
                </a:solidFill>
                <a:latin typeface="Arial"/>
              </a:rPr>
              <a:t>sottrarre</a:t>
            </a: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 due puntatori</a:t>
            </a:r>
            <a:br/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8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non si possono </a:t>
            </a:r>
            <a:r>
              <a:rPr lang="es-ES" sz="2800" b="0" i="1" strike="noStrike" spc="-1">
                <a:solidFill>
                  <a:srgbClr val="000000"/>
                </a:solidFill>
                <a:latin typeface="Arial"/>
              </a:rPr>
              <a:t>moltiplicare</a:t>
            </a: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 due puntatori</a:t>
            </a:r>
            <a:br/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8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800" b="0" strike="noStrike" spc="-1">
                <a:solidFill>
                  <a:srgbClr val="000000"/>
                </a:solidFill>
                <a:latin typeface="Arial"/>
              </a:rPr>
              <a:t>non si possono </a:t>
            </a:r>
            <a:r>
              <a:rPr lang="it-IT" sz="2800" b="0" i="1" strike="noStrike" spc="-1">
                <a:solidFill>
                  <a:srgbClr val="000000"/>
                </a:solidFill>
                <a:latin typeface="Arial"/>
              </a:rPr>
              <a:t>dividere</a:t>
            </a:r>
            <a:r>
              <a:rPr lang="it-IT" sz="2800" b="0" strike="noStrike" spc="-1">
                <a:solidFill>
                  <a:srgbClr val="000000"/>
                </a:solidFill>
                <a:latin typeface="Arial"/>
              </a:rPr>
              <a:t> due puntatori</a:t>
            </a:r>
            <a:endParaRPr lang="it-IT" sz="28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05D6AB2E-3EC8-40DB-A7D9-320C560958DD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aritmetica dei puntatori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magine"/>
          <p:cNvPicPr/>
          <p:nvPr/>
        </p:nvPicPr>
        <p:blipFill>
          <a:blip r:embed="rId2"/>
          <a:stretch/>
        </p:blipFill>
        <p:spPr>
          <a:xfrm>
            <a:off x="0" y="2232360"/>
            <a:ext cx="6224400" cy="4320000"/>
          </a:xfrm>
          <a:prstGeom prst="rect">
            <a:avLst/>
          </a:prstGeom>
          <a:ln>
            <a:noFill/>
          </a:ln>
        </p:spPr>
      </p:pic>
      <p:pic>
        <p:nvPicPr>
          <p:cNvPr id="203" name="Immagine_0"/>
          <p:cNvPicPr/>
          <p:nvPr/>
        </p:nvPicPr>
        <p:blipFill>
          <a:blip r:embed="rId3"/>
          <a:stretch/>
        </p:blipFill>
        <p:spPr>
          <a:xfrm>
            <a:off x="6224400" y="2232360"/>
            <a:ext cx="2912400" cy="432000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E2B148BB-D67A-420E-8254-59B89F7DB8C2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aritmetica dei puntatori: esempi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2"/>
          <p:cNvSpPr txBox="1"/>
          <p:nvPr/>
        </p:nvSpPr>
        <p:spPr>
          <a:xfrm>
            <a:off x="46080" y="1229040"/>
            <a:ext cx="8737920" cy="2946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Arial"/>
              </a:rPr>
              <a:t>una </a:t>
            </a:r>
            <a:r>
              <a:rPr lang="it-IT" sz="1800" b="1" i="1" strike="noStrike" spc="-1">
                <a:solidFill>
                  <a:srgbClr val="000000"/>
                </a:solidFill>
                <a:latin typeface="Arial"/>
                <a:ea typeface="Arial"/>
              </a:rPr>
              <a:t>struttura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Arial"/>
              </a:rPr>
              <a:t> (o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  <a:ea typeface="Arial"/>
              </a:rPr>
              <a:t>record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Arial"/>
              </a:rPr>
              <a:t>) è una collezione di elementi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Arial"/>
                <a:ea typeface="Arial"/>
              </a:rPr>
              <a:t>denominati </a:t>
            </a:r>
            <a:r>
              <a:rPr lang="it-IT" sz="1800" b="0" i="1" strike="noStrike" spc="-1">
                <a:solidFill>
                  <a:srgbClr val="000000"/>
                </a:solidFill>
                <a:latin typeface="Arial"/>
                <a:ea typeface="Arial"/>
              </a:rPr>
              <a:t>campi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Arial"/>
              </a:rPr>
              <a:t>, ognuno dei quali può contenere un dato di tipo diverso;</a:t>
            </a:r>
            <a:br/>
            <a:r>
              <a:rPr lang="it-IT" sz="1800" b="0" strike="noStrike" spc="-1">
                <a:solidFill>
                  <a:srgbClr val="000000"/>
                </a:solidFill>
                <a:latin typeface="Arial"/>
                <a:ea typeface="Arial"/>
              </a:rPr>
              <a:t>ad esempio, i campi della struttura CD potrebbero essere:</a:t>
            </a:r>
            <a:endParaRPr lang="it-IT" sz="1800" b="0" strike="noStrike" spc="-1">
              <a:latin typeface="Arial"/>
            </a:endParaRPr>
          </a:p>
          <a:p>
            <a:pPr marL="612000" lvl="1" indent="-360000">
              <a:spcBef>
                <a:spcPts val="567"/>
              </a:spcBef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Arial"/>
              </a:rPr>
              <a:t>titolo</a:t>
            </a:r>
            <a:endParaRPr lang="it-IT" sz="1800" b="0" strike="noStrike" spc="-1">
              <a:latin typeface="Arial"/>
            </a:endParaRPr>
          </a:p>
          <a:p>
            <a:pPr marL="612000" lvl="1" indent="-360000">
              <a:spcBef>
                <a:spcPts val="567"/>
              </a:spcBef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artista</a:t>
            </a:r>
            <a:endParaRPr lang="it-IT" sz="1800" b="0" strike="noStrike" spc="-1">
              <a:latin typeface="Arial"/>
            </a:endParaRPr>
          </a:p>
          <a:p>
            <a:pPr marL="612000" lvl="1" indent="-360000">
              <a:spcBef>
                <a:spcPts val="567"/>
              </a:spcBef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numero canzoni</a:t>
            </a:r>
            <a:endParaRPr lang="it-IT" sz="1800" b="0" strike="noStrike" spc="-1">
              <a:latin typeface="Arial"/>
            </a:endParaRPr>
          </a:p>
          <a:p>
            <a:pPr marL="612000" lvl="1" indent="-360000">
              <a:spcBef>
                <a:spcPts val="567"/>
              </a:spcBef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prezzo</a:t>
            </a:r>
            <a:endParaRPr lang="it-IT" sz="1800" b="0" strike="noStrike" spc="-1">
              <a:latin typeface="Arial"/>
            </a:endParaRPr>
          </a:p>
          <a:p>
            <a:pPr marL="612000" lvl="1" indent="-360000">
              <a:spcBef>
                <a:spcPts val="567"/>
              </a:spcBef>
              <a:buSzPct val="100000"/>
              <a:buBlip>
                <a:blip r:embed="rId3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data di acquisto</a:t>
            </a:r>
            <a:endParaRPr lang="it-IT" sz="18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dopodiché bisogna decidere di che tipo sarà ciascun campo:</a:t>
            </a:r>
            <a:endParaRPr lang="it-IT" sz="1800" b="0" strike="noStrike" spc="-1">
              <a:latin typeface="Arial"/>
            </a:endParaRPr>
          </a:p>
        </p:txBody>
      </p:sp>
      <p:graphicFrame>
        <p:nvGraphicFramePr>
          <p:cNvPr id="206" name="Table 3"/>
          <p:cNvGraphicFramePr/>
          <p:nvPr/>
        </p:nvGraphicFramePr>
        <p:xfrm>
          <a:off x="1154160" y="4464000"/>
          <a:ext cx="6481800" cy="1871640"/>
        </p:xfrm>
        <a:graphic>
          <a:graphicData uri="http://schemas.openxmlformats.org/drawingml/2006/table">
            <a:tbl>
              <a:tblPr/>
              <a:tblGrid>
                <a:gridCol w="21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120"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Arial"/>
                          <a:ea typeface="Times New Roman"/>
                        </a:rPr>
                        <a:t>nome campo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Arial"/>
                          <a:ea typeface="Times New Roman"/>
                        </a:rPr>
                        <a:t>tipo di dato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120"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titolo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array di caratteri di dimensione 30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120"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artista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array di caratteri di dimensione 25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120"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numero canzoni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intero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120"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prezzo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virgola mobile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040"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data di acquisto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0" strike="noStrike" spc="-1">
                          <a:latin typeface="Arial"/>
                          <a:ea typeface="Times New Roman"/>
                        </a:rPr>
                        <a:t>array di caratteri di dimensione 8</a:t>
                      </a:r>
                      <a:endParaRPr lang="it-IT" sz="1200" b="0" strike="noStrike" spc="-1">
                        <a:latin typeface="Arial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ustomShape 1">
            <a:extLst>
              <a:ext uri="{FF2B5EF4-FFF2-40B4-BE49-F238E27FC236}">
                <a16:creationId xmlns:a16="http://schemas.microsoft.com/office/drawing/2014/main" id="{56628B60-6F66-42E8-9A21-413401111208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strutture (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2"/>
          <p:cNvSpPr txBox="1"/>
          <p:nvPr/>
        </p:nvSpPr>
        <p:spPr>
          <a:xfrm>
            <a:off x="310320" y="1547280"/>
            <a:ext cx="8737920" cy="5121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it-IT" sz="2200" b="1" strike="noStrike" spc="-1" dirty="0" err="1">
                <a:solidFill>
                  <a:srgbClr val="000000"/>
                </a:solidFill>
                <a:latin typeface="Courier New"/>
                <a:ea typeface="Arial"/>
              </a:rPr>
              <a:t>struct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 </a:t>
            </a:r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  <a:ea typeface="Arial"/>
              </a:rPr>
              <a:t>&lt;nome della struttura&gt;</a:t>
            </a:r>
            <a:endParaRPr lang="it-IT" sz="2200" b="0" strike="noStrike" spc="-1" dirty="0">
              <a:latin typeface="Times New Roman"/>
            </a:endParaRPr>
          </a:p>
          <a:p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2200" b="0" strike="noStrike" spc="-1" dirty="0">
              <a:latin typeface="Times New Roman"/>
            </a:endParaRPr>
          </a:p>
          <a:p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   &lt;tipo_dato_campo1&gt; &lt;nome_campo_1&gt;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it-IT" sz="2200" b="0" strike="noStrike" spc="-1" dirty="0">
              <a:latin typeface="Times New Roman"/>
            </a:endParaRPr>
          </a:p>
          <a:p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   &lt;tipo_dato_campo2&gt; &lt;nome_campo_2&gt;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it-IT" sz="2200" b="0" strike="noStrike" spc="-1" dirty="0">
              <a:latin typeface="Times New Roman"/>
            </a:endParaRPr>
          </a:p>
          <a:p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   ...</a:t>
            </a:r>
            <a:endParaRPr lang="it-IT" sz="2200" b="0" strike="noStrike" spc="-1" dirty="0">
              <a:latin typeface="Times New Roman"/>
            </a:endParaRPr>
          </a:p>
          <a:p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   &lt;</a:t>
            </a:r>
            <a:r>
              <a:rPr lang="it-IT" sz="2200" b="0" i="1" strike="noStrike" spc="-1" dirty="0" err="1">
                <a:solidFill>
                  <a:srgbClr val="000000"/>
                </a:solidFill>
                <a:latin typeface="Courier New"/>
              </a:rPr>
              <a:t>tipo_dato_campon</a:t>
            </a:r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&gt; &lt;</a:t>
            </a:r>
            <a:r>
              <a:rPr lang="it-IT" sz="2200" b="0" i="1" strike="noStrike" spc="-1" dirty="0" err="1">
                <a:solidFill>
                  <a:srgbClr val="000000"/>
                </a:solidFill>
                <a:latin typeface="Courier New"/>
              </a:rPr>
              <a:t>nome_campo_n</a:t>
            </a:r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it-IT" sz="2200" b="0" strike="noStrike" spc="-1" dirty="0">
              <a:latin typeface="Times New Roman"/>
            </a:endParaRPr>
          </a:p>
          <a:p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}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it-IT" sz="2200" b="0" strike="noStrike" spc="-1" dirty="0">
              <a:latin typeface="Times New Roman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ad esempio, la dichiarazione della struttura CD precedente sarebbe:</a:t>
            </a:r>
            <a:endParaRPr lang="it-IT" sz="2200" b="0" strike="noStrike" spc="-1" dirty="0">
              <a:latin typeface="Times New Roman"/>
            </a:endParaRPr>
          </a:p>
          <a:p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struct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CD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titolo[30];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artista[25];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num_canzoni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float prezzo;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data_acquisto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[8];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}</a:t>
            </a:r>
            <a:endParaRPr lang="it-IT" sz="18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A1F378D-3777-4694-8C41-B246F6B92BD1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dichiarazione di un tipo 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it-IT" sz="4000" spc="-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2"/>
          <p:cNvSpPr txBox="1"/>
          <p:nvPr/>
        </p:nvSpPr>
        <p:spPr>
          <a:xfrm>
            <a:off x="132840" y="1485000"/>
            <a:ext cx="8737920" cy="5315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si possono definire di due modi</a:t>
            </a:r>
            <a:endParaRPr lang="it-IT" sz="2200" b="0" strike="noStrike" spc="-1" dirty="0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elencandole dopo la parentesi graffa di chiusura della dichiarazione della struttura</a:t>
            </a:r>
            <a:br>
              <a:rPr dirty="0"/>
            </a:b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  <a:ea typeface="Arial"/>
              </a:rPr>
              <a:t>struct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  <a:ea typeface="Arial"/>
              </a:rPr>
              <a:t> CD</a:t>
            </a:r>
            <a:br>
              <a:rPr dirty="0"/>
            </a:b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br>
              <a:rPr dirty="0"/>
            </a:b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titolo[30];</a:t>
            </a:r>
            <a:br>
              <a:rPr dirty="0"/>
            </a:b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artista[25];</a:t>
            </a:r>
            <a:br>
              <a:rPr dirty="0"/>
            </a:b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num_canzoni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br>
              <a:rPr dirty="0"/>
            </a:b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float prezzo;</a:t>
            </a:r>
            <a:br>
              <a:rPr dirty="0"/>
            </a:b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data_acquisto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[8];</a:t>
            </a:r>
            <a:br>
              <a:rPr dirty="0"/>
            </a:b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} </a:t>
            </a:r>
            <a:r>
              <a:rPr lang="it-IT" sz="2200" b="1" strike="noStrike" spc="-1" dirty="0">
                <a:solidFill>
                  <a:srgbClr val="3333CC"/>
                </a:solidFill>
                <a:latin typeface="Courier New"/>
              </a:rPr>
              <a:t>cd1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, </a:t>
            </a:r>
            <a:r>
              <a:rPr lang="it-IT" sz="2200" b="1" strike="noStrike" spc="-1" dirty="0">
                <a:solidFill>
                  <a:srgbClr val="3333CC"/>
                </a:solidFill>
                <a:latin typeface="Courier New"/>
              </a:rPr>
              <a:t>cd2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, </a:t>
            </a:r>
            <a:r>
              <a:rPr lang="it-IT" sz="2200" b="1" strike="noStrike" spc="-1" dirty="0">
                <a:solidFill>
                  <a:srgbClr val="3333CC"/>
                </a:solidFill>
                <a:latin typeface="Courier New"/>
              </a:rPr>
              <a:t>cd3;</a:t>
            </a:r>
            <a:br>
              <a:rPr dirty="0"/>
            </a:br>
            <a:r>
              <a:rPr lang="it-IT" sz="2200" b="1" strike="noStrike" spc="-1" dirty="0">
                <a:solidFill>
                  <a:srgbClr val="3333CC"/>
                </a:solidFill>
                <a:latin typeface="Courier New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scrivendo il nome della struttura seguita dalle variabili di quel tipo</a:t>
            </a:r>
            <a:br>
              <a:rPr dirty="0"/>
            </a:br>
            <a:r>
              <a:rPr lang="it-IT" sz="2200" b="0" strike="noStrike" spc="-1" dirty="0">
                <a:solidFill>
                  <a:srgbClr val="0000FF"/>
                </a:solidFill>
                <a:latin typeface="Courier New"/>
              </a:rPr>
              <a:t>CD</a:t>
            </a:r>
            <a:r>
              <a:rPr lang="it-IT" sz="2200" b="1" strike="noStrike" spc="-1" dirty="0">
                <a:solidFill>
                  <a:srgbClr val="3333CC"/>
                </a:solidFill>
                <a:latin typeface="Courier New"/>
              </a:rPr>
              <a:t> cd1, cd2, cd3;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24823D68-2E57-4B76-830A-057DB5E8819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definizione variabili di tipo 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it-IT" sz="4000" spc="-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Shape 2"/>
          <p:cNvSpPr txBox="1"/>
          <p:nvPr/>
        </p:nvSpPr>
        <p:spPr>
          <a:xfrm>
            <a:off x="132840" y="1209960"/>
            <a:ext cx="8737920" cy="5315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si possono inizializzare in qualunque punto del programma, 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anche nella definizione del tipo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struct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; per esempio:</a:t>
            </a:r>
            <a:br>
              <a:rPr dirty="0"/>
            </a:b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  <a:ea typeface="Arial"/>
              </a:rPr>
              <a:t>struct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Arial"/>
              </a:rPr>
              <a:t> data</a:t>
            </a:r>
            <a:br>
              <a:rPr dirty="0"/>
            </a:b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1800" b="0" strike="noStrike" spc="-1" dirty="0">
              <a:latin typeface="Arial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mese;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giorno;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anno;</a:t>
            </a:r>
            <a:br>
              <a:rPr dirty="0"/>
            </a:b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} </a:t>
            </a:r>
            <a:r>
              <a:rPr lang="it-IT" sz="1800" b="1" strike="noStrike" spc="-1" dirty="0" err="1">
                <a:solidFill>
                  <a:srgbClr val="3333CC"/>
                </a:solidFill>
                <a:latin typeface="Courier New"/>
              </a:rPr>
              <a:t>data_di_nascita</a:t>
            </a: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 = {1,6,1982};</a:t>
            </a:r>
            <a:br>
              <a:rPr dirty="0"/>
            </a:b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struct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libro </a:t>
            </a: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cd1 = {</a:t>
            </a:r>
            <a:br>
              <a:rPr dirty="0"/>
            </a:b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                       "Hebron Gate",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                       "</a:t>
            </a:r>
            <a:r>
              <a:rPr lang="it-IT" sz="1800" b="1" strike="noStrike" spc="-1" dirty="0" err="1">
                <a:solidFill>
                  <a:srgbClr val="3333CC"/>
                </a:solidFill>
                <a:latin typeface="Courier New"/>
              </a:rPr>
              <a:t>Groundation</a:t>
            </a: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",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                       9,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                       </a:t>
            </a:r>
            <a:r>
              <a:rPr lang="es-ES" sz="1800" b="1" strike="noStrike" spc="-1" dirty="0">
                <a:solidFill>
                  <a:srgbClr val="3333CC"/>
                </a:solidFill>
                <a:latin typeface="Courier New"/>
              </a:rPr>
              <a:t>11.99</a:t>
            </a: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,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                       "08/10/07"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                       };</a:t>
            </a:r>
            <a:endParaRPr lang="it-IT" sz="1800" b="0" strike="noStrike" spc="-1" dirty="0">
              <a:latin typeface="Times New Roman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a differenza dei vettori, le variabili di tipo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Arial"/>
              </a:rPr>
              <a:t>struct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si possono assegnare</a:t>
            </a:r>
            <a:br>
              <a:rPr dirty="0"/>
            </a:br>
            <a:r>
              <a:rPr lang="it-IT" sz="2000" b="0" strike="noStrike" spc="-1" dirty="0" err="1">
                <a:solidFill>
                  <a:srgbClr val="0000FF"/>
                </a:solidFill>
                <a:latin typeface="Courier New"/>
              </a:rPr>
              <a:t>struct</a:t>
            </a:r>
            <a:r>
              <a:rPr lang="it-IT" sz="2000" b="0" strike="noStrike" spc="-1" dirty="0">
                <a:solidFill>
                  <a:srgbClr val="0000FF"/>
                </a:solidFill>
                <a:latin typeface="Courier New"/>
              </a:rPr>
              <a:t> libro</a:t>
            </a:r>
            <a:r>
              <a:rPr lang="it-IT" sz="2000" b="1" strike="noStrike" spc="-1" dirty="0">
                <a:solidFill>
                  <a:srgbClr val="3333CC"/>
                </a:solidFill>
                <a:latin typeface="Courier New"/>
              </a:rPr>
              <a:t> cd2;</a:t>
            </a:r>
            <a:br>
              <a:rPr dirty="0"/>
            </a:br>
            <a:r>
              <a:rPr lang="it-IT" sz="2000" b="1" strike="noStrike" spc="-1" dirty="0">
                <a:solidFill>
                  <a:srgbClr val="3333CC"/>
                </a:solidFill>
                <a:latin typeface="Courier New"/>
              </a:rPr>
              <a:t>cd2 = cd1;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0BF5CC79-1725-473F-AC86-52D091AD6FB0}"/>
              </a:ext>
            </a:extLst>
          </p:cNvPr>
          <p:cNvSpPr/>
          <p:nvPr/>
        </p:nvSpPr>
        <p:spPr>
          <a:xfrm>
            <a:off x="0" y="836613"/>
            <a:ext cx="7740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inizializzazione variabili di tipo </a:t>
            </a:r>
            <a:r>
              <a:rPr lang="it-IT" sz="4000" spc="-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it-IT" sz="4000" spc="-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2"/>
          <p:cNvSpPr txBox="1"/>
          <p:nvPr/>
        </p:nvSpPr>
        <p:spPr>
          <a:xfrm>
            <a:off x="104400" y="1554480"/>
            <a:ext cx="8737920" cy="866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per accedere in lettura o in scrittura ad un singolo campo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della struttura si utilizza l’operatore punto (</a:t>
            </a:r>
            <a:r>
              <a:rPr lang="it-IT" sz="2200" b="0" strike="noStrike" spc="-1" dirty="0">
                <a:solidFill>
                  <a:srgbClr val="FF0000"/>
                </a:solidFill>
                <a:latin typeface="Courier New"/>
                <a:ea typeface="Arial"/>
              </a:rPr>
              <a:t>.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)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215" name="CustomShape 3"/>
          <p:cNvSpPr/>
          <p:nvPr/>
        </p:nvSpPr>
        <p:spPr>
          <a:xfrm>
            <a:off x="150840" y="2337120"/>
            <a:ext cx="8748720" cy="4115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it-IT" sz="1800" b="0" i="1" strike="noStrike" spc="-1" dirty="0" err="1">
                <a:solidFill>
                  <a:srgbClr val="000000"/>
                </a:solidFill>
                <a:latin typeface="Courier New"/>
              </a:rPr>
              <a:t>variabile_struct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r>
              <a:rPr lang="it-IT" sz="1800" b="1" strike="noStrike" spc="-1" dirty="0">
                <a:solidFill>
                  <a:srgbClr val="FF0000"/>
                </a:solidFill>
                <a:latin typeface="Courier New"/>
              </a:rPr>
              <a:t>.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it-IT" sz="1800" b="0" i="1" strike="noStrike" spc="-1" dirty="0" err="1">
                <a:solidFill>
                  <a:srgbClr val="000000"/>
                </a:solidFill>
                <a:latin typeface="Courier New"/>
              </a:rPr>
              <a:t>nome_campo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800" b="1" strike="noStrike" spc="-1" dirty="0">
                <a:solidFill>
                  <a:srgbClr val="000000"/>
                </a:solidFill>
                <a:latin typeface="Courier New"/>
              </a:rPr>
              <a:t>=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valore;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br>
              <a:rPr dirty="0"/>
            </a:br>
            <a:endParaRPr lang="it-IT" sz="2200" b="0" strike="noStrike" spc="-1" dirty="0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esempi:</a:t>
            </a:r>
            <a:endParaRPr lang="it-IT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cd1.prezzo = 30.75;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cd1.num_canzoni = 7;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strcpy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(cd1.titolo, "Io non so parlar d'amore");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&lt;&lt; "</a:t>
            </a: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Qual’è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la potenza del motore? ";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cin &gt;&gt; </a:t>
            </a: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miaMacchina.PotenzaCV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; 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&lt;&lt; "La potenza è di " </a:t>
            </a:r>
            <a:br>
              <a:rPr dirty="0"/>
            </a:b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    &lt;&lt; </a:t>
            </a: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miaMacchina.PotenzaCV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br>
              <a:rPr dirty="0"/>
            </a:b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    &lt;&lt; " CV.";   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8A288C07-C3A5-4AD4-8A94-C6C37EB87ED1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accesso ai campi del tipo 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it-IT" sz="4000" spc="-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2"/>
          <p:cNvSpPr txBox="1"/>
          <p:nvPr/>
        </p:nvSpPr>
        <p:spPr>
          <a:xfrm>
            <a:off x="63720" y="1413200"/>
            <a:ext cx="1005228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un campo di una struttura può a sua volta essere di tipo struttura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218" name="CustomShape 3"/>
          <p:cNvSpPr/>
          <p:nvPr/>
        </p:nvSpPr>
        <p:spPr>
          <a:xfrm>
            <a:off x="191520" y="1703880"/>
            <a:ext cx="8748720" cy="4818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struct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info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nome[30]; 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indirizzo[25];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citta[20];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provincia[20];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long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cod_postale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};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</a:rPr>
              <a:t>può diventare un campo di un'altra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struct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impiegato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struct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info anagrafica;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double salario;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} capoufficio;</a:t>
            </a:r>
            <a:endParaRPr lang="it-IT" sz="1800" b="0" strike="noStrike" spc="-1" dirty="0">
              <a:latin typeface="Arial"/>
            </a:endParaRPr>
          </a:p>
          <a:p>
            <a:r>
              <a:rPr lang="it-IT" sz="1800" b="0" strike="noStrike" spc="-1" dirty="0">
                <a:solidFill>
                  <a:srgbClr val="000000"/>
                </a:solidFill>
                <a:latin typeface="Arial"/>
              </a:rPr>
              <a:t>i campi della sottostruttura si raggiungono mediante doppio uso dell'operatore punto 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&lt;&lt; "Introduca il nome del capoufficio: ";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cin &gt;&gt;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x.anagrafica.nome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; 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 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572B02B9-47F7-4281-BCCD-7CDE463AE730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strutture annidate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Shape 2"/>
          <p:cNvSpPr txBox="1"/>
          <p:nvPr/>
        </p:nvSpPr>
        <p:spPr>
          <a:xfrm>
            <a:off x="87480" y="2003760"/>
            <a:ext cx="8737920" cy="4533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Arial"/>
              </a:rPr>
              <a:t>gli arrays di strutture sono utili per rappresentare basi di dati, ad esempio:</a:t>
            </a:r>
            <a:br/>
            <a:br/>
            <a:r>
              <a:rPr lang="it-IT" sz="2000" b="0" strike="noStrike" spc="-1">
                <a:solidFill>
                  <a:srgbClr val="3333CC"/>
                </a:solidFill>
                <a:latin typeface="Courier New"/>
                <a:ea typeface="Arial"/>
              </a:rPr>
              <a:t>libro libri[100];</a:t>
            </a:r>
            <a:br/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riserva spazio in memoria per ospitare un array di 100 elementi di tipo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libro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; per accedere ai campi di ognuno degli elementi struttura si utilizzano l'indice dell'array e l'operatore punto</a:t>
            </a:r>
            <a:br/>
            <a:br/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libri[0].anno = 1994;</a:t>
            </a:r>
            <a:br/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strcpy(libri[0].titolo, "C++");</a:t>
            </a:r>
            <a:br/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cin &gt;&gt; libri[0].autore;</a:t>
            </a:r>
            <a:br/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cout &lt;&lt; libri[0].editore;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 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221" name="CustomShape 3"/>
          <p:cNvSpPr/>
          <p:nvPr/>
        </p:nvSpPr>
        <p:spPr>
          <a:xfrm>
            <a:off x="134280" y="1421280"/>
            <a:ext cx="878220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i="1" strike="noStrike" spc="-1">
                <a:solidFill>
                  <a:srgbClr val="FF0000"/>
                </a:solidFill>
                <a:latin typeface="Courier New"/>
              </a:rPr>
              <a:t>tipo_struttura</a:t>
            </a:r>
            <a:r>
              <a:rPr lang="it-IT" sz="2000" b="0" i="1" strike="noStrike" spc="-1">
                <a:solidFill>
                  <a:srgbClr val="000000"/>
                </a:solidFill>
                <a:latin typeface="Courier New"/>
              </a:rPr>
              <a:t> nome_array </a:t>
            </a:r>
            <a:r>
              <a:rPr lang="it-IT" sz="2000" b="1" strike="noStrike" spc="-1">
                <a:solidFill>
                  <a:srgbClr val="000000"/>
                </a:solidFill>
                <a:latin typeface="Courier New"/>
              </a:rPr>
              <a:t>[</a:t>
            </a:r>
            <a:r>
              <a:rPr lang="it-IT" sz="2000" b="0" i="1" strike="noStrike" spc="-1">
                <a:solidFill>
                  <a:srgbClr val="000000"/>
                </a:solidFill>
                <a:latin typeface="Courier New"/>
              </a:rPr>
              <a:t>dimensione</a:t>
            </a:r>
            <a:r>
              <a:rPr lang="it-IT" sz="2000" b="1" strike="noStrike" spc="-1">
                <a:solidFill>
                  <a:srgbClr val="000000"/>
                </a:solidFill>
                <a:latin typeface="Courier New"/>
              </a:rPr>
              <a:t>]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 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D9E4719D-6D54-4B45-9CB4-C582F37AF06A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vettori di strutture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2"/>
          <p:cNvSpPr txBox="1"/>
          <p:nvPr/>
        </p:nvSpPr>
        <p:spPr>
          <a:xfrm>
            <a:off x="216000" y="1368000"/>
            <a:ext cx="8375400" cy="4705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somigliano alle strutture, ma invece di allocare i campi in maniera contigua li sovrappongono nella stessa posizione di memoria; la sintassi è:</a:t>
            </a:r>
            <a:br/>
            <a:br/>
            <a:br/>
            <a:br/>
            <a:br/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la quantità di memoria riservata per una unione è data dal campo più grande, perché i campi condividono la stessa zona di memoria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servono per risparmiare memoria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224" name="CustomShape 3"/>
          <p:cNvSpPr/>
          <p:nvPr/>
        </p:nvSpPr>
        <p:spPr>
          <a:xfrm>
            <a:off x="361800" y="2349360"/>
            <a:ext cx="3414240" cy="1769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1" strike="noStrike" spc="-1">
                <a:solidFill>
                  <a:srgbClr val="000000"/>
                </a:solidFill>
                <a:latin typeface="Courier New"/>
              </a:rPr>
              <a:t>union </a:t>
            </a: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nome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 {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   tipo_1 campo_1;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   ...   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   tipo_n campo_n;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};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58166A03-8B5B-4880-AA96-5655DC9B560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unioni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5" ma:contentTypeDescription="Create a new document." ma:contentTypeScope="" ma:versionID="7207673d943e77c3e21551770f22c0dc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aab122e10e6ef58c18a75fb2e17105de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8DA2FB-9539-47FA-9554-DC03234FDD4D}"/>
</file>

<file path=customXml/itemProps2.xml><?xml version="1.0" encoding="utf-8"?>
<ds:datastoreItem xmlns:ds="http://schemas.openxmlformats.org/officeDocument/2006/customXml" ds:itemID="{80E13CAD-B0C9-49D8-ABFC-3829DCAA84A7}"/>
</file>

<file path=customXml/itemProps3.xml><?xml version="1.0" encoding="utf-8"?>
<ds:datastoreItem xmlns:ds="http://schemas.openxmlformats.org/officeDocument/2006/customXml" ds:itemID="{BD8ED778-E315-4004-B88B-B9B7FD51BF8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2293</Words>
  <Application>Microsoft Office PowerPoint</Application>
  <PresentationFormat>Presentazione su schermo (4:3)</PresentationFormat>
  <Paragraphs>198</Paragraphs>
  <Slides>27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4" baseType="lpstr">
      <vt:lpstr>Arial</vt:lpstr>
      <vt:lpstr>Calibri</vt:lpstr>
      <vt:lpstr>Courier New</vt:lpstr>
      <vt:lpstr>Tahoma</vt:lpstr>
      <vt:lpstr>Times New Roman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315</cp:revision>
  <cp:lastPrinted>1999-03-05T00:48:02Z</cp:lastPrinted>
  <dcterms:created xsi:type="dcterms:W3CDTF">1999-01-19T02:07:12Z</dcterms:created>
  <dcterms:modified xsi:type="dcterms:W3CDTF">2023-04-11T08:24:08Z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Presentazione su schermo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0x010100CD9CE4ACF4375A4C8C0602FFE49177BE</vt:lpwstr>
  </property>
</Properties>
</file>