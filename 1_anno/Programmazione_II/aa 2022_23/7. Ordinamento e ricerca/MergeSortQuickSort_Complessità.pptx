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hangesInfos/changesInfo1.xml" ContentType="application/vnd.ms-powerpoint.changesinfo+xml"/>
  <Override PartName="/docProps/core.xml" ContentType="application/vnd.openxmlformats-package.core-properties+xml"/>
  <Override PartName="/ppt/revisionInfo.xml" ContentType="application/vnd.ms-powerpoint.revisioninfo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314" r:id="rId2"/>
    <p:sldId id="388" r:id="rId3"/>
    <p:sldId id="355" r:id="rId4"/>
    <p:sldId id="354" r:id="rId5"/>
    <p:sldId id="390" r:id="rId6"/>
    <p:sldId id="389" r:id="rId7"/>
    <p:sldId id="392" r:id="rId8"/>
    <p:sldId id="357" r:id="rId9"/>
    <p:sldId id="358" r:id="rId10"/>
    <p:sldId id="391" r:id="rId11"/>
    <p:sldId id="394" r:id="rId12"/>
    <p:sldId id="339" r:id="rId13"/>
    <p:sldId id="393" r:id="rId14"/>
  </p:sldIdLst>
  <p:sldSz cx="9144000" cy="6858000" type="screen4x3"/>
  <p:notesSz cx="6858000" cy="9144000"/>
  <p:defaultTextStyle>
    <a:defPPr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32F322-E7D6-4B99-A4D9-73B9DA47271D}" v="1" dt="2022-03-21T08:28:12.2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Stile chiaro 3 - Colore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Stile chiaro 1 - Color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1" autoAdjust="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67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andro Ortis" userId="dcdc90ed-3509-45f7-ac48-ad038638580b" providerId="ADAL" clId="{3275E07F-8DFC-4D4F-BC19-ADB5EF6CE1E8}"/>
    <pc:docChg chg="undo custSel addSld delSld modSld sldOrd">
      <pc:chgData name="Alessandro Ortis" userId="dcdc90ed-3509-45f7-ac48-ad038638580b" providerId="ADAL" clId="{3275E07F-8DFC-4D4F-BC19-ADB5EF6CE1E8}" dt="2022-03-21T06:57:33.039" v="2095" actId="20577"/>
      <pc:docMkLst>
        <pc:docMk/>
      </pc:docMkLst>
      <pc:sldChg chg="modSp mod">
        <pc:chgData name="Alessandro Ortis" userId="dcdc90ed-3509-45f7-ac48-ad038638580b" providerId="ADAL" clId="{3275E07F-8DFC-4D4F-BC19-ADB5EF6CE1E8}" dt="2022-03-21T06:49:19.364" v="2092" actId="14100"/>
        <pc:sldMkLst>
          <pc:docMk/>
          <pc:sldMk cId="2579572834" sldId="278"/>
        </pc:sldMkLst>
        <pc:spChg chg="mod">
          <ac:chgData name="Alessandro Ortis" userId="dcdc90ed-3509-45f7-ac48-ad038638580b" providerId="ADAL" clId="{3275E07F-8DFC-4D4F-BC19-ADB5EF6CE1E8}" dt="2022-03-21T06:49:09.809" v="2087" actId="1076"/>
          <ac:spMkLst>
            <pc:docMk/>
            <pc:sldMk cId="2579572834" sldId="278"/>
            <ac:spMk id="3" creationId="{00000000-0000-0000-0000-000000000000}"/>
          </ac:spMkLst>
        </pc:spChg>
        <pc:spChg chg="mod">
          <ac:chgData name="Alessandro Ortis" userId="dcdc90ed-3509-45f7-ac48-ad038638580b" providerId="ADAL" clId="{3275E07F-8DFC-4D4F-BC19-ADB5EF6CE1E8}" dt="2022-03-21T06:49:19.364" v="2092" actId="14100"/>
          <ac:spMkLst>
            <pc:docMk/>
            <pc:sldMk cId="2579572834" sldId="278"/>
            <ac:spMk id="7" creationId="{00000000-0000-0000-0000-000000000000}"/>
          </ac:spMkLst>
        </pc:spChg>
      </pc:sldChg>
      <pc:sldChg chg="modSp mod modShow">
        <pc:chgData name="Alessandro Ortis" userId="dcdc90ed-3509-45f7-ac48-ad038638580b" providerId="ADAL" clId="{3275E07F-8DFC-4D4F-BC19-ADB5EF6CE1E8}" dt="2022-03-18T15:48:05.816" v="1813" actId="27636"/>
        <pc:sldMkLst>
          <pc:docMk/>
          <pc:sldMk cId="1519861360" sldId="280"/>
        </pc:sldMkLst>
        <pc:spChg chg="mod">
          <ac:chgData name="Alessandro Ortis" userId="dcdc90ed-3509-45f7-ac48-ad038638580b" providerId="ADAL" clId="{3275E07F-8DFC-4D4F-BC19-ADB5EF6CE1E8}" dt="2022-03-18T15:48:05.816" v="1813" actId="27636"/>
          <ac:spMkLst>
            <pc:docMk/>
            <pc:sldMk cId="1519861360" sldId="280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3275E07F-8DFC-4D4F-BC19-ADB5EF6CE1E8}" dt="2022-03-18T14:20:54.021" v="61" actId="20577"/>
        <pc:sldMkLst>
          <pc:docMk/>
          <pc:sldMk cId="2880080466" sldId="281"/>
        </pc:sldMkLst>
        <pc:spChg chg="mod">
          <ac:chgData name="Alessandro Ortis" userId="dcdc90ed-3509-45f7-ac48-ad038638580b" providerId="ADAL" clId="{3275E07F-8DFC-4D4F-BC19-ADB5EF6CE1E8}" dt="2022-03-18T14:20:54.021" v="61" actId="20577"/>
          <ac:spMkLst>
            <pc:docMk/>
            <pc:sldMk cId="2880080466" sldId="281"/>
            <ac:spMk id="2" creationId="{00000000-0000-0000-0000-000000000000}"/>
          </ac:spMkLst>
        </pc:spChg>
      </pc:sldChg>
      <pc:sldChg chg="addSp delSp modSp mod">
        <pc:chgData name="Alessandro Ortis" userId="dcdc90ed-3509-45f7-ac48-ad038638580b" providerId="ADAL" clId="{3275E07F-8DFC-4D4F-BC19-ADB5EF6CE1E8}" dt="2022-03-18T14:38:42.658" v="223" actId="22"/>
        <pc:sldMkLst>
          <pc:docMk/>
          <pc:sldMk cId="97517811" sldId="282"/>
        </pc:sldMkLst>
        <pc:spChg chg="mod">
          <ac:chgData name="Alessandro Ortis" userId="dcdc90ed-3509-45f7-ac48-ad038638580b" providerId="ADAL" clId="{3275E07F-8DFC-4D4F-BC19-ADB5EF6CE1E8}" dt="2022-03-18T14:20:57.549" v="68" actId="20577"/>
          <ac:spMkLst>
            <pc:docMk/>
            <pc:sldMk cId="97517811" sldId="282"/>
            <ac:spMk id="2" creationId="{00000000-0000-0000-0000-000000000000}"/>
          </ac:spMkLst>
        </pc:spChg>
        <pc:spChg chg="mod">
          <ac:chgData name="Alessandro Ortis" userId="dcdc90ed-3509-45f7-ac48-ad038638580b" providerId="ADAL" clId="{3275E07F-8DFC-4D4F-BC19-ADB5EF6CE1E8}" dt="2022-03-18T14:21:00.181" v="70" actId="20577"/>
          <ac:spMkLst>
            <pc:docMk/>
            <pc:sldMk cId="97517811" sldId="282"/>
            <ac:spMk id="3" creationId="{00000000-0000-0000-0000-000000000000}"/>
          </ac:spMkLst>
        </pc:spChg>
        <pc:spChg chg="add del">
          <ac:chgData name="Alessandro Ortis" userId="dcdc90ed-3509-45f7-ac48-ad038638580b" providerId="ADAL" clId="{3275E07F-8DFC-4D4F-BC19-ADB5EF6CE1E8}" dt="2022-03-18T14:38:42.658" v="223" actId="22"/>
          <ac:spMkLst>
            <pc:docMk/>
            <pc:sldMk cId="97517811" sldId="282"/>
            <ac:spMk id="5" creationId="{DE7B4F02-4D34-4896-94A9-2B1CA5209BBB}"/>
          </ac:spMkLst>
        </pc:spChg>
      </pc:sldChg>
      <pc:sldChg chg="modSp mod">
        <pc:chgData name="Alessandro Ortis" userId="dcdc90ed-3509-45f7-ac48-ad038638580b" providerId="ADAL" clId="{3275E07F-8DFC-4D4F-BC19-ADB5EF6CE1E8}" dt="2022-03-21T06:57:33.039" v="2095" actId="20577"/>
        <pc:sldMkLst>
          <pc:docMk/>
          <pc:sldMk cId="1066016077" sldId="283"/>
        </pc:sldMkLst>
        <pc:spChg chg="mod">
          <ac:chgData name="Alessandro Ortis" userId="dcdc90ed-3509-45f7-ac48-ad038638580b" providerId="ADAL" clId="{3275E07F-8DFC-4D4F-BC19-ADB5EF6CE1E8}" dt="2022-03-18T14:38:50.846" v="234" actId="20577"/>
          <ac:spMkLst>
            <pc:docMk/>
            <pc:sldMk cId="1066016077" sldId="283"/>
            <ac:spMk id="2" creationId="{00000000-0000-0000-0000-000000000000}"/>
          </ac:spMkLst>
        </pc:spChg>
        <pc:spChg chg="mod">
          <ac:chgData name="Alessandro Ortis" userId="dcdc90ed-3509-45f7-ac48-ad038638580b" providerId="ADAL" clId="{3275E07F-8DFC-4D4F-BC19-ADB5EF6CE1E8}" dt="2022-03-21T06:57:33.039" v="2095" actId="20577"/>
          <ac:spMkLst>
            <pc:docMk/>
            <pc:sldMk cId="1066016077" sldId="283"/>
            <ac:spMk id="3" creationId="{00000000-0000-0000-0000-000000000000}"/>
          </ac:spMkLst>
        </pc:spChg>
      </pc:sldChg>
      <pc:sldChg chg="modSp mod">
        <pc:chgData name="Alessandro Ortis" userId="dcdc90ed-3509-45f7-ac48-ad038638580b" providerId="ADAL" clId="{3275E07F-8DFC-4D4F-BC19-ADB5EF6CE1E8}" dt="2022-03-18T14:21:08.773" v="80" actId="20577"/>
        <pc:sldMkLst>
          <pc:docMk/>
          <pc:sldMk cId="2432513643" sldId="284"/>
        </pc:sldMkLst>
        <pc:spChg chg="mod">
          <ac:chgData name="Alessandro Ortis" userId="dcdc90ed-3509-45f7-ac48-ad038638580b" providerId="ADAL" clId="{3275E07F-8DFC-4D4F-BC19-ADB5EF6CE1E8}" dt="2022-03-18T14:21:08.773" v="80" actId="20577"/>
          <ac:spMkLst>
            <pc:docMk/>
            <pc:sldMk cId="2432513643" sldId="284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3275E07F-8DFC-4D4F-BC19-ADB5EF6CE1E8}" dt="2022-03-18T14:21:15.334" v="87" actId="20577"/>
        <pc:sldMkLst>
          <pc:docMk/>
          <pc:sldMk cId="679572198" sldId="285"/>
        </pc:sldMkLst>
        <pc:spChg chg="mod">
          <ac:chgData name="Alessandro Ortis" userId="dcdc90ed-3509-45f7-ac48-ad038638580b" providerId="ADAL" clId="{3275E07F-8DFC-4D4F-BC19-ADB5EF6CE1E8}" dt="2022-03-18T14:21:13.093" v="85" actId="20577"/>
          <ac:spMkLst>
            <pc:docMk/>
            <pc:sldMk cId="679572198" sldId="285"/>
            <ac:spMk id="2" creationId="{00000000-0000-0000-0000-000000000000}"/>
          </ac:spMkLst>
        </pc:spChg>
        <pc:spChg chg="mod">
          <ac:chgData name="Alessandro Ortis" userId="dcdc90ed-3509-45f7-ac48-ad038638580b" providerId="ADAL" clId="{3275E07F-8DFC-4D4F-BC19-ADB5EF6CE1E8}" dt="2022-03-18T14:21:15.334" v="87" actId="20577"/>
          <ac:spMkLst>
            <pc:docMk/>
            <pc:sldMk cId="679572198" sldId="285"/>
            <ac:spMk id="3" creationId="{00000000-0000-0000-0000-000000000000}"/>
          </ac:spMkLst>
        </pc:spChg>
      </pc:sldChg>
      <pc:sldChg chg="modSp mod">
        <pc:chgData name="Alessandro Ortis" userId="dcdc90ed-3509-45f7-ac48-ad038638580b" providerId="ADAL" clId="{3275E07F-8DFC-4D4F-BC19-ADB5EF6CE1E8}" dt="2022-03-18T14:37:58.605" v="221"/>
        <pc:sldMkLst>
          <pc:docMk/>
          <pc:sldMk cId="46596434" sldId="286"/>
        </pc:sldMkLst>
        <pc:spChg chg="mod">
          <ac:chgData name="Alessandro Ortis" userId="dcdc90ed-3509-45f7-ac48-ad038638580b" providerId="ADAL" clId="{3275E07F-8DFC-4D4F-BC19-ADB5EF6CE1E8}" dt="2022-03-18T14:37:58.605" v="221"/>
          <ac:spMkLst>
            <pc:docMk/>
            <pc:sldMk cId="46596434" sldId="286"/>
            <ac:spMk id="2" creationId="{00000000-0000-0000-0000-000000000000}"/>
          </ac:spMkLst>
        </pc:spChg>
      </pc:sldChg>
      <pc:sldChg chg="addSp delSp modSp mod">
        <pc:chgData name="Alessandro Ortis" userId="dcdc90ed-3509-45f7-ac48-ad038638580b" providerId="ADAL" clId="{3275E07F-8DFC-4D4F-BC19-ADB5EF6CE1E8}" dt="2022-03-18T15:22:01.278" v="1327" actId="20577"/>
        <pc:sldMkLst>
          <pc:docMk/>
          <pc:sldMk cId="965368216" sldId="339"/>
        </pc:sldMkLst>
        <pc:spChg chg="mod">
          <ac:chgData name="Alessandro Ortis" userId="dcdc90ed-3509-45f7-ac48-ad038638580b" providerId="ADAL" clId="{3275E07F-8DFC-4D4F-BC19-ADB5EF6CE1E8}" dt="2022-03-18T15:11:18.551" v="904" actId="20577"/>
          <ac:spMkLst>
            <pc:docMk/>
            <pc:sldMk cId="965368216" sldId="339"/>
            <ac:spMk id="2" creationId="{00000000-0000-0000-0000-000000000000}"/>
          </ac:spMkLst>
        </pc:spChg>
        <pc:spChg chg="add mod">
          <ac:chgData name="Alessandro Ortis" userId="dcdc90ed-3509-45f7-ac48-ad038638580b" providerId="ADAL" clId="{3275E07F-8DFC-4D4F-BC19-ADB5EF6CE1E8}" dt="2022-03-18T15:13:59.778" v="1157" actId="115"/>
          <ac:spMkLst>
            <pc:docMk/>
            <pc:sldMk cId="965368216" sldId="339"/>
            <ac:spMk id="3" creationId="{E009F0F0-25E2-495D-A02E-4C6B6CE204DD}"/>
          </ac:spMkLst>
        </pc:spChg>
        <pc:spChg chg="mod">
          <ac:chgData name="Alessandro Ortis" userId="dcdc90ed-3509-45f7-ac48-ad038638580b" providerId="ADAL" clId="{3275E07F-8DFC-4D4F-BC19-ADB5EF6CE1E8}" dt="2022-03-18T15:12:49.521" v="1090" actId="313"/>
          <ac:spMkLst>
            <pc:docMk/>
            <pc:sldMk cId="965368216" sldId="339"/>
            <ac:spMk id="4" creationId="{00000000-0000-0000-0000-000000000000}"/>
          </ac:spMkLst>
        </pc:spChg>
        <pc:spChg chg="add del">
          <ac:chgData name="Alessandro Ortis" userId="dcdc90ed-3509-45f7-ac48-ad038638580b" providerId="ADAL" clId="{3275E07F-8DFC-4D4F-BC19-ADB5EF6CE1E8}" dt="2022-03-18T15:14:18.884" v="1159" actId="22"/>
          <ac:spMkLst>
            <pc:docMk/>
            <pc:sldMk cId="965368216" sldId="339"/>
            <ac:spMk id="6" creationId="{0612FEFF-7D90-4BC1-9DA2-AD648F16320E}"/>
          </ac:spMkLst>
        </pc:spChg>
        <pc:spChg chg="add mod">
          <ac:chgData name="Alessandro Ortis" userId="dcdc90ed-3509-45f7-ac48-ad038638580b" providerId="ADAL" clId="{3275E07F-8DFC-4D4F-BC19-ADB5EF6CE1E8}" dt="2022-03-18T15:21:58.568" v="1326" actId="1076"/>
          <ac:spMkLst>
            <pc:docMk/>
            <pc:sldMk cId="965368216" sldId="339"/>
            <ac:spMk id="8" creationId="{5CB8E6B9-B740-412C-875C-C873AF034D01}"/>
          </ac:spMkLst>
        </pc:spChg>
        <pc:spChg chg="add mod">
          <ac:chgData name="Alessandro Ortis" userId="dcdc90ed-3509-45f7-ac48-ad038638580b" providerId="ADAL" clId="{3275E07F-8DFC-4D4F-BC19-ADB5EF6CE1E8}" dt="2022-03-18T15:21:58.568" v="1326" actId="1076"/>
          <ac:spMkLst>
            <pc:docMk/>
            <pc:sldMk cId="965368216" sldId="339"/>
            <ac:spMk id="9" creationId="{D2DD3317-6D33-400A-89F7-73F3A65E85A7}"/>
          </ac:spMkLst>
        </pc:spChg>
        <pc:spChg chg="add del mod">
          <ac:chgData name="Alessandro Ortis" userId="dcdc90ed-3509-45f7-ac48-ad038638580b" providerId="ADAL" clId="{3275E07F-8DFC-4D4F-BC19-ADB5EF6CE1E8}" dt="2022-03-18T15:15:54.541" v="1214" actId="478"/>
          <ac:spMkLst>
            <pc:docMk/>
            <pc:sldMk cId="965368216" sldId="339"/>
            <ac:spMk id="11" creationId="{02C7A91A-B5D2-46A9-9D69-568DA4C4EFBF}"/>
          </ac:spMkLst>
        </pc:spChg>
        <pc:spChg chg="add mod">
          <ac:chgData name="Alessandro Ortis" userId="dcdc90ed-3509-45f7-ac48-ad038638580b" providerId="ADAL" clId="{3275E07F-8DFC-4D4F-BC19-ADB5EF6CE1E8}" dt="2022-03-18T15:22:01.278" v="1327" actId="20577"/>
          <ac:spMkLst>
            <pc:docMk/>
            <pc:sldMk cId="965368216" sldId="339"/>
            <ac:spMk id="12" creationId="{0E07F31E-BCFE-4E8C-8ECC-27C0B3373204}"/>
          </ac:spMkLst>
        </pc:spChg>
        <pc:spChg chg="add del mod">
          <ac:chgData name="Alessandro Ortis" userId="dcdc90ed-3509-45f7-ac48-ad038638580b" providerId="ADAL" clId="{3275E07F-8DFC-4D4F-BC19-ADB5EF6CE1E8}" dt="2022-03-18T15:17:39.004" v="1254" actId="478"/>
          <ac:spMkLst>
            <pc:docMk/>
            <pc:sldMk cId="965368216" sldId="339"/>
            <ac:spMk id="13" creationId="{4C0AF36C-BAA7-4EA0-81AB-EC859A264BF5}"/>
          </ac:spMkLst>
        </pc:spChg>
        <pc:spChg chg="add del mod">
          <ac:chgData name="Alessandro Ortis" userId="dcdc90ed-3509-45f7-ac48-ad038638580b" providerId="ADAL" clId="{3275E07F-8DFC-4D4F-BC19-ADB5EF6CE1E8}" dt="2022-03-18T15:17:39.004" v="1254" actId="478"/>
          <ac:spMkLst>
            <pc:docMk/>
            <pc:sldMk cId="965368216" sldId="339"/>
            <ac:spMk id="14" creationId="{D828B93E-6194-4D1F-B621-1F038F3E1282}"/>
          </ac:spMkLst>
        </pc:spChg>
      </pc:sldChg>
      <pc:sldChg chg="modSp mod">
        <pc:chgData name="Alessandro Ortis" userId="dcdc90ed-3509-45f7-ac48-ad038638580b" providerId="ADAL" clId="{3275E07F-8DFC-4D4F-BC19-ADB5EF6CE1E8}" dt="2022-03-18T15:47:20.278" v="1779" actId="20577"/>
        <pc:sldMkLst>
          <pc:docMk/>
          <pc:sldMk cId="76956938" sldId="354"/>
        </pc:sldMkLst>
        <pc:spChg chg="mod">
          <ac:chgData name="Alessandro Ortis" userId="dcdc90ed-3509-45f7-ac48-ad038638580b" providerId="ADAL" clId="{3275E07F-8DFC-4D4F-BC19-ADB5EF6CE1E8}" dt="2022-03-18T15:47:20.278" v="1779" actId="20577"/>
          <ac:spMkLst>
            <pc:docMk/>
            <pc:sldMk cId="76956938" sldId="354"/>
            <ac:spMk id="4" creationId="{00000000-0000-0000-0000-000000000000}"/>
          </ac:spMkLst>
        </pc:spChg>
      </pc:sldChg>
      <pc:sldChg chg="addSp modSp mod">
        <pc:chgData name="Alessandro Ortis" userId="dcdc90ed-3509-45f7-ac48-ad038638580b" providerId="ADAL" clId="{3275E07F-8DFC-4D4F-BC19-ADB5EF6CE1E8}" dt="2022-03-18T14:22:50.617" v="131" actId="1038"/>
        <pc:sldMkLst>
          <pc:docMk/>
          <pc:sldMk cId="1997212673" sldId="363"/>
        </pc:sldMkLst>
        <pc:spChg chg="mod">
          <ac:chgData name="Alessandro Ortis" userId="dcdc90ed-3509-45f7-ac48-ad038638580b" providerId="ADAL" clId="{3275E07F-8DFC-4D4F-BC19-ADB5EF6CE1E8}" dt="2022-03-18T14:22:50.617" v="131" actId="1038"/>
          <ac:spMkLst>
            <pc:docMk/>
            <pc:sldMk cId="1997212673" sldId="363"/>
            <ac:spMk id="3" creationId="{3437C562-95FD-4B5F-A7E9-6FEF3D0C2EDD}"/>
          </ac:spMkLst>
        </pc:spChg>
        <pc:spChg chg="add mod">
          <ac:chgData name="Alessandro Ortis" userId="dcdc90ed-3509-45f7-ac48-ad038638580b" providerId="ADAL" clId="{3275E07F-8DFC-4D4F-BC19-ADB5EF6CE1E8}" dt="2022-03-18T14:22:50.617" v="131" actId="1038"/>
          <ac:spMkLst>
            <pc:docMk/>
            <pc:sldMk cId="1997212673" sldId="363"/>
            <ac:spMk id="6" creationId="{D03B9973-3DA0-4578-BB41-74CBADABBFD1}"/>
          </ac:spMkLst>
        </pc:spChg>
      </pc:sldChg>
      <pc:sldChg chg="modSp mod">
        <pc:chgData name="Alessandro Ortis" userId="dcdc90ed-3509-45f7-ac48-ad038638580b" providerId="ADAL" clId="{3275E07F-8DFC-4D4F-BC19-ADB5EF6CE1E8}" dt="2022-03-18T14:20:05.598" v="8" actId="20577"/>
        <pc:sldMkLst>
          <pc:docMk/>
          <pc:sldMk cId="2151859029" sldId="365"/>
        </pc:sldMkLst>
        <pc:spChg chg="mod">
          <ac:chgData name="Alessandro Ortis" userId="dcdc90ed-3509-45f7-ac48-ad038638580b" providerId="ADAL" clId="{3275E07F-8DFC-4D4F-BC19-ADB5EF6CE1E8}" dt="2022-03-18T14:20:03.294" v="6" actId="20577"/>
          <ac:spMkLst>
            <pc:docMk/>
            <pc:sldMk cId="2151859029" sldId="365"/>
            <ac:spMk id="2" creationId="{00000000-0000-0000-0000-000000000000}"/>
          </ac:spMkLst>
        </pc:spChg>
        <pc:spChg chg="mod">
          <ac:chgData name="Alessandro Ortis" userId="dcdc90ed-3509-45f7-ac48-ad038638580b" providerId="ADAL" clId="{3275E07F-8DFC-4D4F-BC19-ADB5EF6CE1E8}" dt="2022-03-18T14:20:05.598" v="8" actId="20577"/>
          <ac:spMkLst>
            <pc:docMk/>
            <pc:sldMk cId="2151859029" sldId="365"/>
            <ac:spMk id="5" creationId="{01B1B341-30B5-4934-865D-782E0FE814EF}"/>
          </ac:spMkLst>
        </pc:spChg>
      </pc:sldChg>
      <pc:sldChg chg="modSp mod">
        <pc:chgData name="Alessandro Ortis" userId="dcdc90ed-3509-45f7-ac48-ad038638580b" providerId="ADAL" clId="{3275E07F-8DFC-4D4F-BC19-ADB5EF6CE1E8}" dt="2022-03-18T14:20:13.622" v="14" actId="20577"/>
        <pc:sldMkLst>
          <pc:docMk/>
          <pc:sldMk cId="1806277314" sldId="366"/>
        </pc:sldMkLst>
        <pc:spChg chg="mod">
          <ac:chgData name="Alessandro Ortis" userId="dcdc90ed-3509-45f7-ac48-ad038638580b" providerId="ADAL" clId="{3275E07F-8DFC-4D4F-BC19-ADB5EF6CE1E8}" dt="2022-03-18T14:20:11.246" v="13" actId="20577"/>
          <ac:spMkLst>
            <pc:docMk/>
            <pc:sldMk cId="1806277314" sldId="366"/>
            <ac:spMk id="2" creationId="{00000000-0000-0000-0000-000000000000}"/>
          </ac:spMkLst>
        </pc:spChg>
        <pc:spChg chg="mod">
          <ac:chgData name="Alessandro Ortis" userId="dcdc90ed-3509-45f7-ac48-ad038638580b" providerId="ADAL" clId="{3275E07F-8DFC-4D4F-BC19-ADB5EF6CE1E8}" dt="2022-03-18T14:20:13.622" v="14" actId="20577"/>
          <ac:spMkLst>
            <pc:docMk/>
            <pc:sldMk cId="1806277314" sldId="366"/>
            <ac:spMk id="5" creationId="{01B1B341-30B5-4934-865D-782E0FE814EF}"/>
          </ac:spMkLst>
        </pc:spChg>
      </pc:sldChg>
      <pc:sldChg chg="modSp mod">
        <pc:chgData name="Alessandro Ortis" userId="dcdc90ed-3509-45f7-ac48-ad038638580b" providerId="ADAL" clId="{3275E07F-8DFC-4D4F-BC19-ADB5EF6CE1E8}" dt="2022-03-18T14:20:18.670" v="19" actId="20577"/>
        <pc:sldMkLst>
          <pc:docMk/>
          <pc:sldMk cId="1711102218" sldId="367"/>
        </pc:sldMkLst>
        <pc:spChg chg="mod">
          <ac:chgData name="Alessandro Ortis" userId="dcdc90ed-3509-45f7-ac48-ad038638580b" providerId="ADAL" clId="{3275E07F-8DFC-4D4F-BC19-ADB5EF6CE1E8}" dt="2022-03-18T14:20:18.670" v="19" actId="20577"/>
          <ac:spMkLst>
            <pc:docMk/>
            <pc:sldMk cId="1711102218" sldId="367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3275E07F-8DFC-4D4F-BC19-ADB5EF6CE1E8}" dt="2022-03-18T14:20:28.550" v="29" actId="20577"/>
        <pc:sldMkLst>
          <pc:docMk/>
          <pc:sldMk cId="3817191559" sldId="368"/>
        </pc:sldMkLst>
        <pc:spChg chg="mod">
          <ac:chgData name="Alessandro Ortis" userId="dcdc90ed-3509-45f7-ac48-ad038638580b" providerId="ADAL" clId="{3275E07F-8DFC-4D4F-BC19-ADB5EF6CE1E8}" dt="2022-03-18T14:20:28.550" v="29" actId="20577"/>
          <ac:spMkLst>
            <pc:docMk/>
            <pc:sldMk cId="3817191559" sldId="368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3275E07F-8DFC-4D4F-BC19-ADB5EF6CE1E8}" dt="2022-03-18T14:20:23.845" v="24" actId="20577"/>
        <pc:sldMkLst>
          <pc:docMk/>
          <pc:sldMk cId="1613371928" sldId="369"/>
        </pc:sldMkLst>
        <pc:spChg chg="mod">
          <ac:chgData name="Alessandro Ortis" userId="dcdc90ed-3509-45f7-ac48-ad038638580b" providerId="ADAL" clId="{3275E07F-8DFC-4D4F-BC19-ADB5EF6CE1E8}" dt="2022-03-18T14:20:23.845" v="24" actId="20577"/>
          <ac:spMkLst>
            <pc:docMk/>
            <pc:sldMk cId="1613371928" sldId="369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3275E07F-8DFC-4D4F-BC19-ADB5EF6CE1E8}" dt="2022-03-18T14:20:32.101" v="34" actId="20577"/>
        <pc:sldMkLst>
          <pc:docMk/>
          <pc:sldMk cId="82470717" sldId="370"/>
        </pc:sldMkLst>
        <pc:spChg chg="mod">
          <ac:chgData name="Alessandro Ortis" userId="dcdc90ed-3509-45f7-ac48-ad038638580b" providerId="ADAL" clId="{3275E07F-8DFC-4D4F-BC19-ADB5EF6CE1E8}" dt="2022-03-18T14:20:32.101" v="34" actId="20577"/>
          <ac:spMkLst>
            <pc:docMk/>
            <pc:sldMk cId="82470717" sldId="370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3275E07F-8DFC-4D4F-BC19-ADB5EF6CE1E8}" dt="2022-03-18T14:20:36.310" v="39" actId="20577"/>
        <pc:sldMkLst>
          <pc:docMk/>
          <pc:sldMk cId="1623244625" sldId="371"/>
        </pc:sldMkLst>
        <pc:spChg chg="mod">
          <ac:chgData name="Alessandro Ortis" userId="dcdc90ed-3509-45f7-ac48-ad038638580b" providerId="ADAL" clId="{3275E07F-8DFC-4D4F-BC19-ADB5EF6CE1E8}" dt="2022-03-18T14:20:36.310" v="39" actId="20577"/>
          <ac:spMkLst>
            <pc:docMk/>
            <pc:sldMk cId="1623244625" sldId="371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3275E07F-8DFC-4D4F-BC19-ADB5EF6CE1E8}" dt="2022-03-18T14:20:39.997" v="44" actId="20577"/>
        <pc:sldMkLst>
          <pc:docMk/>
          <pc:sldMk cId="3595335750" sldId="372"/>
        </pc:sldMkLst>
        <pc:spChg chg="mod">
          <ac:chgData name="Alessandro Ortis" userId="dcdc90ed-3509-45f7-ac48-ad038638580b" providerId="ADAL" clId="{3275E07F-8DFC-4D4F-BC19-ADB5EF6CE1E8}" dt="2022-03-18T14:20:39.997" v="44" actId="20577"/>
          <ac:spMkLst>
            <pc:docMk/>
            <pc:sldMk cId="3595335750" sldId="372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3275E07F-8DFC-4D4F-BC19-ADB5EF6CE1E8}" dt="2022-03-18T14:20:44.087" v="49" actId="20577"/>
        <pc:sldMkLst>
          <pc:docMk/>
          <pc:sldMk cId="1258202616" sldId="373"/>
        </pc:sldMkLst>
        <pc:spChg chg="mod">
          <ac:chgData name="Alessandro Ortis" userId="dcdc90ed-3509-45f7-ac48-ad038638580b" providerId="ADAL" clId="{3275E07F-8DFC-4D4F-BC19-ADB5EF6CE1E8}" dt="2022-03-18T14:20:44.087" v="49" actId="20577"/>
          <ac:spMkLst>
            <pc:docMk/>
            <pc:sldMk cId="1258202616" sldId="373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3275E07F-8DFC-4D4F-BC19-ADB5EF6CE1E8}" dt="2022-03-18T14:20:47.941" v="54" actId="20577"/>
        <pc:sldMkLst>
          <pc:docMk/>
          <pc:sldMk cId="663289648" sldId="374"/>
        </pc:sldMkLst>
        <pc:spChg chg="mod">
          <ac:chgData name="Alessandro Ortis" userId="dcdc90ed-3509-45f7-ac48-ad038638580b" providerId="ADAL" clId="{3275E07F-8DFC-4D4F-BC19-ADB5EF6CE1E8}" dt="2022-03-18T14:20:47.941" v="54" actId="20577"/>
          <ac:spMkLst>
            <pc:docMk/>
            <pc:sldMk cId="663289648" sldId="374"/>
            <ac:spMk id="2" creationId="{00000000-0000-0000-0000-000000000000}"/>
          </ac:spMkLst>
        </pc:spChg>
      </pc:sldChg>
      <pc:sldChg chg="addSp modSp add mod">
        <pc:chgData name="Alessandro Ortis" userId="dcdc90ed-3509-45f7-ac48-ad038638580b" providerId="ADAL" clId="{3275E07F-8DFC-4D4F-BC19-ADB5EF6CE1E8}" dt="2022-03-18T14:28:25.913" v="218" actId="6549"/>
        <pc:sldMkLst>
          <pc:docMk/>
          <pc:sldMk cId="432456036" sldId="375"/>
        </pc:sldMkLst>
        <pc:spChg chg="add mod">
          <ac:chgData name="Alessandro Ortis" userId="dcdc90ed-3509-45f7-ac48-ad038638580b" providerId="ADAL" clId="{3275E07F-8DFC-4D4F-BC19-ADB5EF6CE1E8}" dt="2022-03-18T14:28:25.913" v="218" actId="6549"/>
          <ac:spMkLst>
            <pc:docMk/>
            <pc:sldMk cId="432456036" sldId="375"/>
            <ac:spMk id="7" creationId="{1E649E9E-53A6-4B79-A6F3-388B56F9E1F7}"/>
          </ac:spMkLst>
        </pc:spChg>
      </pc:sldChg>
      <pc:sldChg chg="delSp modSp add del mod">
        <pc:chgData name="Alessandro Ortis" userId="dcdc90ed-3509-45f7-ac48-ad038638580b" providerId="ADAL" clId="{3275E07F-8DFC-4D4F-BC19-ADB5EF6CE1E8}" dt="2022-03-18T14:25:49.241" v="205" actId="47"/>
        <pc:sldMkLst>
          <pc:docMk/>
          <pc:sldMk cId="3487594356" sldId="376"/>
        </pc:sldMkLst>
        <pc:spChg chg="del">
          <ac:chgData name="Alessandro Ortis" userId="dcdc90ed-3509-45f7-ac48-ad038638580b" providerId="ADAL" clId="{3275E07F-8DFC-4D4F-BC19-ADB5EF6CE1E8}" dt="2022-03-18T14:25:42.366" v="203" actId="478"/>
          <ac:spMkLst>
            <pc:docMk/>
            <pc:sldMk cId="3487594356" sldId="376"/>
            <ac:spMk id="3" creationId="{3437C562-95FD-4B5F-A7E9-6FEF3D0C2EDD}"/>
          </ac:spMkLst>
        </pc:spChg>
        <pc:spChg chg="del">
          <ac:chgData name="Alessandro Ortis" userId="dcdc90ed-3509-45f7-ac48-ad038638580b" providerId="ADAL" clId="{3275E07F-8DFC-4D4F-BC19-ADB5EF6CE1E8}" dt="2022-03-18T14:25:45.419" v="204" actId="478"/>
          <ac:spMkLst>
            <pc:docMk/>
            <pc:sldMk cId="3487594356" sldId="376"/>
            <ac:spMk id="4" creationId="{00000000-0000-0000-0000-000000000000}"/>
          </ac:spMkLst>
        </pc:spChg>
        <pc:spChg chg="del">
          <ac:chgData name="Alessandro Ortis" userId="dcdc90ed-3509-45f7-ac48-ad038638580b" providerId="ADAL" clId="{3275E07F-8DFC-4D4F-BC19-ADB5EF6CE1E8}" dt="2022-03-18T14:25:42.366" v="203" actId="478"/>
          <ac:spMkLst>
            <pc:docMk/>
            <pc:sldMk cId="3487594356" sldId="376"/>
            <ac:spMk id="6" creationId="{D03B9973-3DA0-4578-BB41-74CBADABBFD1}"/>
          </ac:spMkLst>
        </pc:spChg>
        <pc:spChg chg="mod">
          <ac:chgData name="Alessandro Ortis" userId="dcdc90ed-3509-45f7-ac48-ad038638580b" providerId="ADAL" clId="{3275E07F-8DFC-4D4F-BC19-ADB5EF6CE1E8}" dt="2022-03-18T14:24:28.491" v="198" actId="1076"/>
          <ac:spMkLst>
            <pc:docMk/>
            <pc:sldMk cId="3487594356" sldId="376"/>
            <ac:spMk id="7" creationId="{1E649E9E-53A6-4B79-A6F3-388B56F9E1F7}"/>
          </ac:spMkLst>
        </pc:spChg>
      </pc:sldChg>
      <pc:sldChg chg="addSp delSp modSp add mod">
        <pc:chgData name="Alessandro Ortis" userId="dcdc90ed-3509-45f7-ac48-ad038638580b" providerId="ADAL" clId="{3275E07F-8DFC-4D4F-BC19-ADB5EF6CE1E8}" dt="2022-03-18T14:26:43.014" v="215" actId="20577"/>
        <pc:sldMkLst>
          <pc:docMk/>
          <pc:sldMk cId="3508382510" sldId="377"/>
        </pc:sldMkLst>
        <pc:spChg chg="del">
          <ac:chgData name="Alessandro Ortis" userId="dcdc90ed-3509-45f7-ac48-ad038638580b" providerId="ADAL" clId="{3275E07F-8DFC-4D4F-BC19-ADB5EF6CE1E8}" dt="2022-03-18T14:25:59.275" v="207" actId="478"/>
          <ac:spMkLst>
            <pc:docMk/>
            <pc:sldMk cId="3508382510" sldId="377"/>
            <ac:spMk id="3" creationId="{3437C562-95FD-4B5F-A7E9-6FEF3D0C2EDD}"/>
          </ac:spMkLst>
        </pc:spChg>
        <pc:spChg chg="del">
          <ac:chgData name="Alessandro Ortis" userId="dcdc90ed-3509-45f7-ac48-ad038638580b" providerId="ADAL" clId="{3275E07F-8DFC-4D4F-BC19-ADB5EF6CE1E8}" dt="2022-03-18T14:25:53.043" v="206" actId="478"/>
          <ac:spMkLst>
            <pc:docMk/>
            <pc:sldMk cId="3508382510" sldId="377"/>
            <ac:spMk id="4" creationId="{00000000-0000-0000-0000-000000000000}"/>
          </ac:spMkLst>
        </pc:spChg>
        <pc:spChg chg="del">
          <ac:chgData name="Alessandro Ortis" userId="dcdc90ed-3509-45f7-ac48-ad038638580b" providerId="ADAL" clId="{3275E07F-8DFC-4D4F-BC19-ADB5EF6CE1E8}" dt="2022-03-18T14:25:59.275" v="207" actId="478"/>
          <ac:spMkLst>
            <pc:docMk/>
            <pc:sldMk cId="3508382510" sldId="377"/>
            <ac:spMk id="6" creationId="{D03B9973-3DA0-4578-BB41-74CBADABBFD1}"/>
          </ac:spMkLst>
        </pc:spChg>
        <pc:spChg chg="mod">
          <ac:chgData name="Alessandro Ortis" userId="dcdc90ed-3509-45f7-ac48-ad038638580b" providerId="ADAL" clId="{3275E07F-8DFC-4D4F-BC19-ADB5EF6CE1E8}" dt="2022-03-18T14:26:43.014" v="215" actId="20577"/>
          <ac:spMkLst>
            <pc:docMk/>
            <pc:sldMk cId="3508382510" sldId="377"/>
            <ac:spMk id="7" creationId="{1E649E9E-53A6-4B79-A6F3-388B56F9E1F7}"/>
          </ac:spMkLst>
        </pc:spChg>
        <pc:picChg chg="add del mod">
          <ac:chgData name="Alessandro Ortis" userId="dcdc90ed-3509-45f7-ac48-ad038638580b" providerId="ADAL" clId="{3275E07F-8DFC-4D4F-BC19-ADB5EF6CE1E8}" dt="2022-03-18T14:26:14.987" v="209" actId="478"/>
          <ac:picMkLst>
            <pc:docMk/>
            <pc:sldMk cId="3508382510" sldId="377"/>
            <ac:picMk id="8" creationId="{CA92A4C1-45D2-4FF2-9D14-3485363F7491}"/>
          </ac:picMkLst>
        </pc:picChg>
        <pc:picChg chg="add mod">
          <ac:chgData name="Alessandro Ortis" userId="dcdc90ed-3509-45f7-ac48-ad038638580b" providerId="ADAL" clId="{3275E07F-8DFC-4D4F-BC19-ADB5EF6CE1E8}" dt="2022-03-18T14:26:37.713" v="212" actId="1076"/>
          <ac:picMkLst>
            <pc:docMk/>
            <pc:sldMk cId="3508382510" sldId="377"/>
            <ac:picMk id="10" creationId="{85C9CEA4-1560-487F-B406-CC14A72ADCCF}"/>
          </ac:picMkLst>
        </pc:picChg>
      </pc:sldChg>
      <pc:sldChg chg="add del">
        <pc:chgData name="Alessandro Ortis" userId="dcdc90ed-3509-45f7-ac48-ad038638580b" providerId="ADAL" clId="{3275E07F-8DFC-4D4F-BC19-ADB5EF6CE1E8}" dt="2022-03-18T14:28:30.199" v="219" actId="47"/>
        <pc:sldMkLst>
          <pc:docMk/>
          <pc:sldMk cId="2041109873" sldId="378"/>
        </pc:sldMkLst>
      </pc:sldChg>
      <pc:sldChg chg="modSp add mod">
        <pc:chgData name="Alessandro Ortis" userId="dcdc90ed-3509-45f7-ac48-ad038638580b" providerId="ADAL" clId="{3275E07F-8DFC-4D4F-BC19-ADB5EF6CE1E8}" dt="2022-03-21T06:57:20.255" v="2093" actId="6549"/>
        <pc:sldMkLst>
          <pc:docMk/>
          <pc:sldMk cId="3936946873" sldId="378"/>
        </pc:sldMkLst>
        <pc:spChg chg="mod">
          <ac:chgData name="Alessandro Ortis" userId="dcdc90ed-3509-45f7-ac48-ad038638580b" providerId="ADAL" clId="{3275E07F-8DFC-4D4F-BC19-ADB5EF6CE1E8}" dt="2022-03-21T06:57:20.255" v="2093" actId="6549"/>
          <ac:spMkLst>
            <pc:docMk/>
            <pc:sldMk cId="3936946873" sldId="378"/>
            <ac:spMk id="3" creationId="{00000000-0000-0000-0000-000000000000}"/>
          </ac:spMkLst>
        </pc:spChg>
      </pc:sldChg>
      <pc:sldChg chg="modSp add mod">
        <pc:chgData name="Alessandro Ortis" userId="dcdc90ed-3509-45f7-ac48-ad038638580b" providerId="ADAL" clId="{3275E07F-8DFC-4D4F-BC19-ADB5EF6CE1E8}" dt="2022-03-18T14:44:13.161" v="664" actId="123"/>
        <pc:sldMkLst>
          <pc:docMk/>
          <pc:sldMk cId="587742066" sldId="379"/>
        </pc:sldMkLst>
        <pc:spChg chg="mod">
          <ac:chgData name="Alessandro Ortis" userId="dcdc90ed-3509-45f7-ac48-ad038638580b" providerId="ADAL" clId="{3275E07F-8DFC-4D4F-BC19-ADB5EF6CE1E8}" dt="2022-03-18T14:41:23.253" v="313" actId="20577"/>
          <ac:spMkLst>
            <pc:docMk/>
            <pc:sldMk cId="587742066" sldId="379"/>
            <ac:spMk id="2" creationId="{00000000-0000-0000-0000-000000000000}"/>
          </ac:spMkLst>
        </pc:spChg>
        <pc:spChg chg="mod">
          <ac:chgData name="Alessandro Ortis" userId="dcdc90ed-3509-45f7-ac48-ad038638580b" providerId="ADAL" clId="{3275E07F-8DFC-4D4F-BC19-ADB5EF6CE1E8}" dt="2022-03-18T14:44:13.161" v="664" actId="123"/>
          <ac:spMkLst>
            <pc:docMk/>
            <pc:sldMk cId="587742066" sldId="379"/>
            <ac:spMk id="3" creationId="{00000000-0000-0000-0000-000000000000}"/>
          </ac:spMkLst>
        </pc:spChg>
      </pc:sldChg>
      <pc:sldChg chg="modSp add mod">
        <pc:chgData name="Alessandro Ortis" userId="dcdc90ed-3509-45f7-ac48-ad038638580b" providerId="ADAL" clId="{3275E07F-8DFC-4D4F-BC19-ADB5EF6CE1E8}" dt="2022-03-18T15:02:19.616" v="878" actId="27636"/>
        <pc:sldMkLst>
          <pc:docMk/>
          <pc:sldMk cId="1828445722" sldId="380"/>
        </pc:sldMkLst>
        <pc:spChg chg="mod">
          <ac:chgData name="Alessandro Ortis" userId="dcdc90ed-3509-45f7-ac48-ad038638580b" providerId="ADAL" clId="{3275E07F-8DFC-4D4F-BC19-ADB5EF6CE1E8}" dt="2022-03-18T15:02:19.616" v="878" actId="27636"/>
          <ac:spMkLst>
            <pc:docMk/>
            <pc:sldMk cId="1828445722" sldId="380"/>
            <ac:spMk id="3" creationId="{00000000-0000-0000-0000-000000000000}"/>
          </ac:spMkLst>
        </pc:spChg>
      </pc:sldChg>
      <pc:sldChg chg="add del">
        <pc:chgData name="Alessandro Ortis" userId="dcdc90ed-3509-45f7-ac48-ad038638580b" providerId="ADAL" clId="{3275E07F-8DFC-4D4F-BC19-ADB5EF6CE1E8}" dt="2022-03-18T14:44:10.794" v="663"/>
        <pc:sldMkLst>
          <pc:docMk/>
          <pc:sldMk cId="4133477868" sldId="380"/>
        </pc:sldMkLst>
      </pc:sldChg>
      <pc:sldChg chg="add del">
        <pc:chgData name="Alessandro Ortis" userId="dcdc90ed-3509-45f7-ac48-ad038638580b" providerId="ADAL" clId="{3275E07F-8DFC-4D4F-BC19-ADB5EF6CE1E8}" dt="2022-03-18T15:41:47.299" v="1603" actId="47"/>
        <pc:sldMkLst>
          <pc:docMk/>
          <pc:sldMk cId="1453789109" sldId="381"/>
        </pc:sldMkLst>
      </pc:sldChg>
      <pc:sldChg chg="addSp delSp modSp add mod ord">
        <pc:chgData name="Alessandro Ortis" userId="dcdc90ed-3509-45f7-ac48-ad038638580b" providerId="ADAL" clId="{3275E07F-8DFC-4D4F-BC19-ADB5EF6CE1E8}" dt="2022-03-18T15:37:45.093" v="1332"/>
        <pc:sldMkLst>
          <pc:docMk/>
          <pc:sldMk cId="2355177738" sldId="382"/>
        </pc:sldMkLst>
        <pc:spChg chg="del">
          <ac:chgData name="Alessandro Ortis" userId="dcdc90ed-3509-45f7-ac48-ad038638580b" providerId="ADAL" clId="{3275E07F-8DFC-4D4F-BC19-ADB5EF6CE1E8}" dt="2022-03-18T15:17:45.964" v="1255" actId="478"/>
          <ac:spMkLst>
            <pc:docMk/>
            <pc:sldMk cId="2355177738" sldId="382"/>
            <ac:spMk id="3" creationId="{E009F0F0-25E2-495D-A02E-4C6B6CE204DD}"/>
          </ac:spMkLst>
        </pc:spChg>
        <pc:spChg chg="del">
          <ac:chgData name="Alessandro Ortis" userId="dcdc90ed-3509-45f7-ac48-ad038638580b" providerId="ADAL" clId="{3275E07F-8DFC-4D4F-BC19-ADB5EF6CE1E8}" dt="2022-03-18T15:17:45.964" v="1255" actId="478"/>
          <ac:spMkLst>
            <pc:docMk/>
            <pc:sldMk cId="2355177738" sldId="382"/>
            <ac:spMk id="4" creationId="{00000000-0000-0000-0000-000000000000}"/>
          </ac:spMkLst>
        </pc:spChg>
        <pc:spChg chg="del">
          <ac:chgData name="Alessandro Ortis" userId="dcdc90ed-3509-45f7-ac48-ad038638580b" providerId="ADAL" clId="{3275E07F-8DFC-4D4F-BC19-ADB5EF6CE1E8}" dt="2022-03-18T15:17:45.964" v="1255" actId="478"/>
          <ac:spMkLst>
            <pc:docMk/>
            <pc:sldMk cId="2355177738" sldId="382"/>
            <ac:spMk id="8" creationId="{5CB8E6B9-B740-412C-875C-C873AF034D01}"/>
          </ac:spMkLst>
        </pc:spChg>
        <pc:spChg chg="del">
          <ac:chgData name="Alessandro Ortis" userId="dcdc90ed-3509-45f7-ac48-ad038638580b" providerId="ADAL" clId="{3275E07F-8DFC-4D4F-BC19-ADB5EF6CE1E8}" dt="2022-03-18T15:17:45.964" v="1255" actId="478"/>
          <ac:spMkLst>
            <pc:docMk/>
            <pc:sldMk cId="2355177738" sldId="382"/>
            <ac:spMk id="9" creationId="{D2DD3317-6D33-400A-89F7-73F3A65E85A7}"/>
          </ac:spMkLst>
        </pc:spChg>
        <pc:spChg chg="add mod">
          <ac:chgData name="Alessandro Ortis" userId="dcdc90ed-3509-45f7-ac48-ad038638580b" providerId="ADAL" clId="{3275E07F-8DFC-4D4F-BC19-ADB5EF6CE1E8}" dt="2022-03-18T15:19:53.474" v="1281" actId="20577"/>
          <ac:spMkLst>
            <pc:docMk/>
            <pc:sldMk cId="2355177738" sldId="382"/>
            <ac:spMk id="10" creationId="{5CFD7343-855E-46BA-AB83-055662FED937}"/>
          </ac:spMkLst>
        </pc:spChg>
        <pc:spChg chg="add mod">
          <ac:chgData name="Alessandro Ortis" userId="dcdc90ed-3509-45f7-ac48-ad038638580b" providerId="ADAL" clId="{3275E07F-8DFC-4D4F-BC19-ADB5EF6CE1E8}" dt="2022-03-18T15:21:02.500" v="1302" actId="1076"/>
          <ac:spMkLst>
            <pc:docMk/>
            <pc:sldMk cId="2355177738" sldId="382"/>
            <ac:spMk id="11" creationId="{35874CF3-4943-4107-B343-AB7FC13DB92B}"/>
          </ac:spMkLst>
        </pc:spChg>
        <pc:spChg chg="mod">
          <ac:chgData name="Alessandro Ortis" userId="dcdc90ed-3509-45f7-ac48-ad038638580b" providerId="ADAL" clId="{3275E07F-8DFC-4D4F-BC19-ADB5EF6CE1E8}" dt="2022-03-18T15:20:51.640" v="1300" actId="1076"/>
          <ac:spMkLst>
            <pc:docMk/>
            <pc:sldMk cId="2355177738" sldId="382"/>
            <ac:spMk id="12" creationId="{0E07F31E-BCFE-4E8C-8ECC-27C0B3373204}"/>
          </ac:spMkLst>
        </pc:spChg>
        <pc:spChg chg="mod">
          <ac:chgData name="Alessandro Ortis" userId="dcdc90ed-3509-45f7-ac48-ad038638580b" providerId="ADAL" clId="{3275E07F-8DFC-4D4F-BC19-ADB5EF6CE1E8}" dt="2022-03-18T15:17:54" v="1256" actId="1076"/>
          <ac:spMkLst>
            <pc:docMk/>
            <pc:sldMk cId="2355177738" sldId="382"/>
            <ac:spMk id="13" creationId="{4C0AF36C-BAA7-4EA0-81AB-EC859A264BF5}"/>
          </ac:spMkLst>
        </pc:spChg>
        <pc:spChg chg="mod">
          <ac:chgData name="Alessandro Ortis" userId="dcdc90ed-3509-45f7-ac48-ad038638580b" providerId="ADAL" clId="{3275E07F-8DFC-4D4F-BC19-ADB5EF6CE1E8}" dt="2022-03-18T15:17:55.882" v="1257" actId="6549"/>
          <ac:spMkLst>
            <pc:docMk/>
            <pc:sldMk cId="2355177738" sldId="382"/>
            <ac:spMk id="14" creationId="{D828B93E-6194-4D1F-B621-1F038F3E1282}"/>
          </ac:spMkLst>
        </pc:spChg>
        <pc:spChg chg="add mod">
          <ac:chgData name="Alessandro Ortis" userId="dcdc90ed-3509-45f7-ac48-ad038638580b" providerId="ADAL" clId="{3275E07F-8DFC-4D4F-BC19-ADB5EF6CE1E8}" dt="2022-03-18T15:20:23.296" v="1286" actId="208"/>
          <ac:spMkLst>
            <pc:docMk/>
            <pc:sldMk cId="2355177738" sldId="382"/>
            <ac:spMk id="15" creationId="{37ED2F46-0601-4D18-8B69-85A4BF390B72}"/>
          </ac:spMkLst>
        </pc:spChg>
        <pc:spChg chg="add mod">
          <ac:chgData name="Alessandro Ortis" userId="dcdc90ed-3509-45f7-ac48-ad038638580b" providerId="ADAL" clId="{3275E07F-8DFC-4D4F-BC19-ADB5EF6CE1E8}" dt="2022-03-18T15:21:34.588" v="1320" actId="1076"/>
          <ac:spMkLst>
            <pc:docMk/>
            <pc:sldMk cId="2355177738" sldId="382"/>
            <ac:spMk id="16" creationId="{D5FB64CF-C2ED-4248-9E8E-4BD8209073AC}"/>
          </ac:spMkLst>
        </pc:spChg>
      </pc:sldChg>
      <pc:sldChg chg="addSp modSp add mod ord">
        <pc:chgData name="Alessandro Ortis" userId="dcdc90ed-3509-45f7-ac48-ad038638580b" providerId="ADAL" clId="{3275E07F-8DFC-4D4F-BC19-ADB5EF6CE1E8}" dt="2022-03-18T15:40:59.482" v="1601" actId="20577"/>
        <pc:sldMkLst>
          <pc:docMk/>
          <pc:sldMk cId="2851652047" sldId="383"/>
        </pc:sldMkLst>
        <pc:spChg chg="mod">
          <ac:chgData name="Alessandro Ortis" userId="dcdc90ed-3509-45f7-ac48-ad038638580b" providerId="ADAL" clId="{3275E07F-8DFC-4D4F-BC19-ADB5EF6CE1E8}" dt="2022-03-18T15:38:30.965" v="1414" actId="20577"/>
          <ac:spMkLst>
            <pc:docMk/>
            <pc:sldMk cId="2851652047" sldId="383"/>
            <ac:spMk id="3" creationId="{E009F0F0-25E2-495D-A02E-4C6B6CE204DD}"/>
          </ac:spMkLst>
        </pc:spChg>
        <pc:spChg chg="mod">
          <ac:chgData name="Alessandro Ortis" userId="dcdc90ed-3509-45f7-ac48-ad038638580b" providerId="ADAL" clId="{3275E07F-8DFC-4D4F-BC19-ADB5EF6CE1E8}" dt="2022-03-18T15:39:18.551" v="1430" actId="123"/>
          <ac:spMkLst>
            <pc:docMk/>
            <pc:sldMk cId="2851652047" sldId="383"/>
            <ac:spMk id="4" creationId="{00000000-0000-0000-0000-000000000000}"/>
          </ac:spMkLst>
        </pc:spChg>
        <pc:spChg chg="add mod">
          <ac:chgData name="Alessandro Ortis" userId="dcdc90ed-3509-45f7-ac48-ad038638580b" providerId="ADAL" clId="{3275E07F-8DFC-4D4F-BC19-ADB5EF6CE1E8}" dt="2022-03-18T15:40:59.482" v="1601" actId="20577"/>
          <ac:spMkLst>
            <pc:docMk/>
            <pc:sldMk cId="2851652047" sldId="383"/>
            <ac:spMk id="10" creationId="{484C674F-3F8C-43A5-9D7A-28FADD4D2D3B}"/>
          </ac:spMkLst>
        </pc:spChg>
        <pc:spChg chg="mod">
          <ac:chgData name="Alessandro Ortis" userId="dcdc90ed-3509-45f7-ac48-ad038638580b" providerId="ADAL" clId="{3275E07F-8DFC-4D4F-BC19-ADB5EF6CE1E8}" dt="2022-03-18T15:40:31.591" v="1540" actId="20577"/>
          <ac:spMkLst>
            <pc:docMk/>
            <pc:sldMk cId="2851652047" sldId="383"/>
            <ac:spMk id="12" creationId="{0E07F31E-BCFE-4E8C-8ECC-27C0B3373204}"/>
          </ac:spMkLst>
        </pc:spChg>
      </pc:sldChg>
      <pc:sldChg chg="addSp modSp add mod">
        <pc:chgData name="Alessandro Ortis" userId="dcdc90ed-3509-45f7-ac48-ad038638580b" providerId="ADAL" clId="{3275E07F-8DFC-4D4F-BC19-ADB5EF6CE1E8}" dt="2022-03-18T15:41:03.633" v="1602"/>
        <pc:sldMkLst>
          <pc:docMk/>
          <pc:sldMk cId="3611966503" sldId="384"/>
        </pc:sldMkLst>
        <pc:spChg chg="mod">
          <ac:chgData name="Alessandro Ortis" userId="dcdc90ed-3509-45f7-ac48-ad038638580b" providerId="ADAL" clId="{3275E07F-8DFC-4D4F-BC19-ADB5EF6CE1E8}" dt="2022-03-18T15:40:15.530" v="1537" actId="20577"/>
          <ac:spMkLst>
            <pc:docMk/>
            <pc:sldMk cId="3611966503" sldId="384"/>
            <ac:spMk id="3" creationId="{E009F0F0-25E2-495D-A02E-4C6B6CE204DD}"/>
          </ac:spMkLst>
        </pc:spChg>
        <pc:spChg chg="mod">
          <ac:chgData name="Alessandro Ortis" userId="dcdc90ed-3509-45f7-ac48-ad038638580b" providerId="ADAL" clId="{3275E07F-8DFC-4D4F-BC19-ADB5EF6CE1E8}" dt="2022-03-18T15:40:03.428" v="1524" actId="20577"/>
          <ac:spMkLst>
            <pc:docMk/>
            <pc:sldMk cId="3611966503" sldId="384"/>
            <ac:spMk id="4" creationId="{00000000-0000-0000-0000-000000000000}"/>
          </ac:spMkLst>
        </pc:spChg>
        <pc:spChg chg="mod">
          <ac:chgData name="Alessandro Ortis" userId="dcdc90ed-3509-45f7-ac48-ad038638580b" providerId="ADAL" clId="{3275E07F-8DFC-4D4F-BC19-ADB5EF6CE1E8}" dt="2022-03-18T15:40:07.845" v="1535" actId="1036"/>
          <ac:spMkLst>
            <pc:docMk/>
            <pc:sldMk cId="3611966503" sldId="384"/>
            <ac:spMk id="8" creationId="{5CB8E6B9-B740-412C-875C-C873AF034D01}"/>
          </ac:spMkLst>
        </pc:spChg>
        <pc:spChg chg="mod">
          <ac:chgData name="Alessandro Ortis" userId="dcdc90ed-3509-45f7-ac48-ad038638580b" providerId="ADAL" clId="{3275E07F-8DFC-4D4F-BC19-ADB5EF6CE1E8}" dt="2022-03-18T15:40:07.845" v="1535" actId="1036"/>
          <ac:spMkLst>
            <pc:docMk/>
            <pc:sldMk cId="3611966503" sldId="384"/>
            <ac:spMk id="9" creationId="{D2DD3317-6D33-400A-89F7-73F3A65E85A7}"/>
          </ac:spMkLst>
        </pc:spChg>
        <pc:spChg chg="add mod">
          <ac:chgData name="Alessandro Ortis" userId="dcdc90ed-3509-45f7-ac48-ad038638580b" providerId="ADAL" clId="{3275E07F-8DFC-4D4F-BC19-ADB5EF6CE1E8}" dt="2022-03-18T15:41:03.633" v="1602"/>
          <ac:spMkLst>
            <pc:docMk/>
            <pc:sldMk cId="3611966503" sldId="384"/>
            <ac:spMk id="10" creationId="{B4093DD9-4809-43A8-B5AA-FB3ACA20F595}"/>
          </ac:spMkLst>
        </pc:spChg>
        <pc:spChg chg="mod">
          <ac:chgData name="Alessandro Ortis" userId="dcdc90ed-3509-45f7-ac48-ad038638580b" providerId="ADAL" clId="{3275E07F-8DFC-4D4F-BC19-ADB5EF6CE1E8}" dt="2022-03-18T15:40:27.779" v="1539" actId="20577"/>
          <ac:spMkLst>
            <pc:docMk/>
            <pc:sldMk cId="3611966503" sldId="384"/>
            <ac:spMk id="12" creationId="{0E07F31E-BCFE-4E8C-8ECC-27C0B3373204}"/>
          </ac:spMkLst>
        </pc:spChg>
      </pc:sldChg>
      <pc:sldChg chg="delSp modSp add mod">
        <pc:chgData name="Alessandro Ortis" userId="dcdc90ed-3509-45f7-ac48-ad038638580b" providerId="ADAL" clId="{3275E07F-8DFC-4D4F-BC19-ADB5EF6CE1E8}" dt="2022-03-18T15:50:40.117" v="1950" actId="478"/>
        <pc:sldMkLst>
          <pc:docMk/>
          <pc:sldMk cId="3575259497" sldId="385"/>
        </pc:sldMkLst>
        <pc:spChg chg="mod">
          <ac:chgData name="Alessandro Ortis" userId="dcdc90ed-3509-45f7-ac48-ad038638580b" providerId="ADAL" clId="{3275E07F-8DFC-4D4F-BC19-ADB5EF6CE1E8}" dt="2022-03-18T15:50:12.134" v="1942" actId="20577"/>
          <ac:spMkLst>
            <pc:docMk/>
            <pc:sldMk cId="3575259497" sldId="385"/>
            <ac:spMk id="3" creationId="{E009F0F0-25E2-495D-A02E-4C6B6CE204DD}"/>
          </ac:spMkLst>
        </pc:spChg>
        <pc:spChg chg="mod">
          <ac:chgData name="Alessandro Ortis" userId="dcdc90ed-3509-45f7-ac48-ad038638580b" providerId="ADAL" clId="{3275E07F-8DFC-4D4F-BC19-ADB5EF6CE1E8}" dt="2022-03-18T15:50:03.295" v="1940" actId="20577"/>
          <ac:spMkLst>
            <pc:docMk/>
            <pc:sldMk cId="3575259497" sldId="385"/>
            <ac:spMk id="4" creationId="{00000000-0000-0000-0000-000000000000}"/>
          </ac:spMkLst>
        </pc:spChg>
        <pc:spChg chg="mod">
          <ac:chgData name="Alessandro Ortis" userId="dcdc90ed-3509-45f7-ac48-ad038638580b" providerId="ADAL" clId="{3275E07F-8DFC-4D4F-BC19-ADB5EF6CE1E8}" dt="2022-03-18T15:50:08.474" v="1941" actId="1076"/>
          <ac:spMkLst>
            <pc:docMk/>
            <pc:sldMk cId="3575259497" sldId="385"/>
            <ac:spMk id="8" creationId="{5CB8E6B9-B740-412C-875C-C873AF034D01}"/>
          </ac:spMkLst>
        </pc:spChg>
        <pc:spChg chg="mod">
          <ac:chgData name="Alessandro Ortis" userId="dcdc90ed-3509-45f7-ac48-ad038638580b" providerId="ADAL" clId="{3275E07F-8DFC-4D4F-BC19-ADB5EF6CE1E8}" dt="2022-03-18T15:50:08.474" v="1941" actId="1076"/>
          <ac:spMkLst>
            <pc:docMk/>
            <pc:sldMk cId="3575259497" sldId="385"/>
            <ac:spMk id="9" creationId="{D2DD3317-6D33-400A-89F7-73F3A65E85A7}"/>
          </ac:spMkLst>
        </pc:spChg>
        <pc:spChg chg="del">
          <ac:chgData name="Alessandro Ortis" userId="dcdc90ed-3509-45f7-ac48-ad038638580b" providerId="ADAL" clId="{3275E07F-8DFC-4D4F-BC19-ADB5EF6CE1E8}" dt="2022-03-18T15:50:40.117" v="1950" actId="478"/>
          <ac:spMkLst>
            <pc:docMk/>
            <pc:sldMk cId="3575259497" sldId="385"/>
            <ac:spMk id="10" creationId="{B4093DD9-4809-43A8-B5AA-FB3ACA20F595}"/>
          </ac:spMkLst>
        </pc:spChg>
        <pc:spChg chg="mod">
          <ac:chgData name="Alessandro Ortis" userId="dcdc90ed-3509-45f7-ac48-ad038638580b" providerId="ADAL" clId="{3275E07F-8DFC-4D4F-BC19-ADB5EF6CE1E8}" dt="2022-03-18T15:50:26.254" v="1949" actId="20577"/>
          <ac:spMkLst>
            <pc:docMk/>
            <pc:sldMk cId="3575259497" sldId="385"/>
            <ac:spMk id="12" creationId="{0E07F31E-BCFE-4E8C-8ECC-27C0B3373204}"/>
          </ac:spMkLst>
        </pc:spChg>
      </pc:sldChg>
      <pc:sldChg chg="modSp add mod">
        <pc:chgData name="Alessandro Ortis" userId="dcdc90ed-3509-45f7-ac48-ad038638580b" providerId="ADAL" clId="{3275E07F-8DFC-4D4F-BC19-ADB5EF6CE1E8}" dt="2022-03-18T15:51:39.758" v="2083" actId="6549"/>
        <pc:sldMkLst>
          <pc:docMk/>
          <pc:sldMk cId="4243698583" sldId="386"/>
        </pc:sldMkLst>
        <pc:spChg chg="mod">
          <ac:chgData name="Alessandro Ortis" userId="dcdc90ed-3509-45f7-ac48-ad038638580b" providerId="ADAL" clId="{3275E07F-8DFC-4D4F-BC19-ADB5EF6CE1E8}" dt="2022-03-18T15:51:31.558" v="2076" actId="20577"/>
          <ac:spMkLst>
            <pc:docMk/>
            <pc:sldMk cId="4243698583" sldId="386"/>
            <ac:spMk id="3" creationId="{E009F0F0-25E2-495D-A02E-4C6B6CE204DD}"/>
          </ac:spMkLst>
        </pc:spChg>
        <pc:spChg chg="mod">
          <ac:chgData name="Alessandro Ortis" userId="dcdc90ed-3509-45f7-ac48-ad038638580b" providerId="ADAL" clId="{3275E07F-8DFC-4D4F-BC19-ADB5EF6CE1E8}" dt="2022-03-18T15:51:23.606" v="2074" actId="20577"/>
          <ac:spMkLst>
            <pc:docMk/>
            <pc:sldMk cId="4243698583" sldId="386"/>
            <ac:spMk id="4" creationId="{00000000-0000-0000-0000-000000000000}"/>
          </ac:spMkLst>
        </pc:spChg>
        <pc:spChg chg="mod">
          <ac:chgData name="Alessandro Ortis" userId="dcdc90ed-3509-45f7-ac48-ad038638580b" providerId="ADAL" clId="{3275E07F-8DFC-4D4F-BC19-ADB5EF6CE1E8}" dt="2022-03-18T15:51:39.758" v="2083" actId="6549"/>
          <ac:spMkLst>
            <pc:docMk/>
            <pc:sldMk cId="4243698583" sldId="386"/>
            <ac:spMk id="12" creationId="{0E07F31E-BCFE-4E8C-8ECC-27C0B3373204}"/>
          </ac:spMkLst>
        </pc:spChg>
      </pc:sldChg>
    </pc:docChg>
  </pc:docChgLst>
  <pc:docChgLst>
    <pc:chgData name="Alessandro Ortis" userId="dcdc90ed-3509-45f7-ac48-ad038638580b" providerId="ADAL" clId="{32F853D9-120B-4948-95A5-648CF3F76C32}"/>
    <pc:docChg chg="undo custSel addSld delSld modSld">
      <pc:chgData name="Alessandro Ortis" userId="dcdc90ed-3509-45f7-ac48-ad038638580b" providerId="ADAL" clId="{32F853D9-120B-4948-95A5-648CF3F76C32}" dt="2022-03-17T19:43:26.137" v="1132"/>
      <pc:docMkLst>
        <pc:docMk/>
      </pc:docMkLst>
      <pc:sldChg chg="del">
        <pc:chgData name="Alessandro Ortis" userId="dcdc90ed-3509-45f7-ac48-ad038638580b" providerId="ADAL" clId="{32F853D9-120B-4948-95A5-648CF3F76C32}" dt="2022-03-17T19:42:30.473" v="1059" actId="47"/>
        <pc:sldMkLst>
          <pc:docMk/>
          <pc:sldMk cId="425712942" sldId="270"/>
        </pc:sldMkLst>
      </pc:sldChg>
      <pc:sldChg chg="del">
        <pc:chgData name="Alessandro Ortis" userId="dcdc90ed-3509-45f7-ac48-ad038638580b" providerId="ADAL" clId="{32F853D9-120B-4948-95A5-648CF3F76C32}" dt="2022-03-17T18:55:33.132" v="948" actId="47"/>
        <pc:sldMkLst>
          <pc:docMk/>
          <pc:sldMk cId="1163251793" sldId="271"/>
        </pc:sldMkLst>
      </pc:sldChg>
      <pc:sldChg chg="del">
        <pc:chgData name="Alessandro Ortis" userId="dcdc90ed-3509-45f7-ac48-ad038638580b" providerId="ADAL" clId="{32F853D9-120B-4948-95A5-648CF3F76C32}" dt="2022-03-17T19:42:30.473" v="1059" actId="47"/>
        <pc:sldMkLst>
          <pc:docMk/>
          <pc:sldMk cId="1502613601" sldId="273"/>
        </pc:sldMkLst>
      </pc:sldChg>
      <pc:sldChg chg="del">
        <pc:chgData name="Alessandro Ortis" userId="dcdc90ed-3509-45f7-ac48-ad038638580b" providerId="ADAL" clId="{32F853D9-120B-4948-95A5-648CF3F76C32}" dt="2022-03-17T19:42:30.473" v="1059" actId="47"/>
        <pc:sldMkLst>
          <pc:docMk/>
          <pc:sldMk cId="3485883847" sldId="274"/>
        </pc:sldMkLst>
      </pc:sldChg>
      <pc:sldChg chg="del">
        <pc:chgData name="Alessandro Ortis" userId="dcdc90ed-3509-45f7-ac48-ad038638580b" providerId="ADAL" clId="{32F853D9-120B-4948-95A5-648CF3F76C32}" dt="2022-03-17T18:55:30.146" v="946" actId="47"/>
        <pc:sldMkLst>
          <pc:docMk/>
          <pc:sldMk cId="2202830551" sldId="275"/>
        </pc:sldMkLst>
      </pc:sldChg>
      <pc:sldChg chg="del">
        <pc:chgData name="Alessandro Ortis" userId="dcdc90ed-3509-45f7-ac48-ad038638580b" providerId="ADAL" clId="{32F853D9-120B-4948-95A5-648CF3F76C32}" dt="2022-03-17T18:55:32.212" v="947" actId="47"/>
        <pc:sldMkLst>
          <pc:docMk/>
          <pc:sldMk cId="1604279071" sldId="276"/>
        </pc:sldMkLst>
      </pc:sldChg>
      <pc:sldChg chg="modSp mod modAnim modShow">
        <pc:chgData name="Alessandro Ortis" userId="dcdc90ed-3509-45f7-ac48-ad038638580b" providerId="ADAL" clId="{32F853D9-120B-4948-95A5-648CF3F76C32}" dt="2022-03-17T19:43:26.137" v="1132"/>
        <pc:sldMkLst>
          <pc:docMk/>
          <pc:sldMk cId="1824781470" sldId="277"/>
        </pc:sldMkLst>
        <pc:spChg chg="mod">
          <ac:chgData name="Alessandro Ortis" userId="dcdc90ed-3509-45f7-ac48-ad038638580b" providerId="ADAL" clId="{32F853D9-120B-4948-95A5-648CF3F76C32}" dt="2022-03-17T19:36:47.486" v="1028" actId="404"/>
          <ac:spMkLst>
            <pc:docMk/>
            <pc:sldMk cId="1824781470" sldId="277"/>
            <ac:spMk id="3" creationId="{00000000-0000-0000-0000-000000000000}"/>
          </ac:spMkLst>
        </pc:spChg>
        <pc:spChg chg="mod">
          <ac:chgData name="Alessandro Ortis" userId="dcdc90ed-3509-45f7-ac48-ad038638580b" providerId="ADAL" clId="{32F853D9-120B-4948-95A5-648CF3F76C32}" dt="2022-03-17T19:42:24.153" v="1058" actId="12"/>
          <ac:spMkLst>
            <pc:docMk/>
            <pc:sldMk cId="1824781470" sldId="277"/>
            <ac:spMk id="6" creationId="{00000000-0000-0000-0000-000000000000}"/>
          </ac:spMkLst>
        </pc:spChg>
      </pc:sldChg>
      <pc:sldChg chg="modSp mod modAnim">
        <pc:chgData name="Alessandro Ortis" userId="dcdc90ed-3509-45f7-ac48-ad038638580b" providerId="ADAL" clId="{32F853D9-120B-4948-95A5-648CF3F76C32}" dt="2022-03-17T19:43:22.950" v="1130" actId="14100"/>
        <pc:sldMkLst>
          <pc:docMk/>
          <pc:sldMk cId="2579572834" sldId="278"/>
        </pc:sldMkLst>
        <pc:spChg chg="mod">
          <ac:chgData name="Alessandro Ortis" userId="dcdc90ed-3509-45f7-ac48-ad038638580b" providerId="ADAL" clId="{32F853D9-120B-4948-95A5-648CF3F76C32}" dt="2022-03-17T19:36:28.076" v="1024" actId="208"/>
          <ac:spMkLst>
            <pc:docMk/>
            <pc:sldMk cId="2579572834" sldId="278"/>
            <ac:spMk id="3" creationId="{00000000-0000-0000-0000-000000000000}"/>
          </ac:spMkLst>
        </pc:spChg>
        <pc:spChg chg="mod">
          <ac:chgData name="Alessandro Ortis" userId="dcdc90ed-3509-45f7-ac48-ad038638580b" providerId="ADAL" clId="{32F853D9-120B-4948-95A5-648CF3F76C32}" dt="2022-03-17T19:35:46.308" v="1011" actId="6549"/>
          <ac:spMkLst>
            <pc:docMk/>
            <pc:sldMk cId="2579572834" sldId="278"/>
            <ac:spMk id="4" creationId="{00000000-0000-0000-0000-000000000000}"/>
          </ac:spMkLst>
        </pc:spChg>
        <pc:spChg chg="mod">
          <ac:chgData name="Alessandro Ortis" userId="dcdc90ed-3509-45f7-ac48-ad038638580b" providerId="ADAL" clId="{32F853D9-120B-4948-95A5-648CF3F76C32}" dt="2022-03-17T19:43:22.950" v="1130" actId="14100"/>
          <ac:spMkLst>
            <pc:docMk/>
            <pc:sldMk cId="2579572834" sldId="278"/>
            <ac:spMk id="7" creationId="{00000000-0000-0000-0000-000000000000}"/>
          </ac:spMkLst>
        </pc:spChg>
      </pc:sldChg>
      <pc:sldChg chg="modSp mod">
        <pc:chgData name="Alessandro Ortis" userId="dcdc90ed-3509-45f7-ac48-ad038638580b" providerId="ADAL" clId="{32F853D9-120B-4948-95A5-648CF3F76C32}" dt="2022-03-17T17:56:01.261" v="49"/>
        <pc:sldMkLst>
          <pc:docMk/>
          <pc:sldMk cId="832053013" sldId="279"/>
        </pc:sldMkLst>
        <pc:spChg chg="mod">
          <ac:chgData name="Alessandro Ortis" userId="dcdc90ed-3509-45f7-ac48-ad038638580b" providerId="ADAL" clId="{32F853D9-120B-4948-95A5-648CF3F76C32}" dt="2022-03-17T17:56:01.261" v="49"/>
          <ac:spMkLst>
            <pc:docMk/>
            <pc:sldMk cId="832053013" sldId="279"/>
            <ac:spMk id="3" creationId="{00000000-0000-0000-0000-000000000000}"/>
          </ac:spMkLst>
        </pc:spChg>
      </pc:sldChg>
      <pc:sldChg chg="addSp delSp modSp mod">
        <pc:chgData name="Alessandro Ortis" userId="dcdc90ed-3509-45f7-ac48-ad038638580b" providerId="ADAL" clId="{32F853D9-120B-4948-95A5-648CF3F76C32}" dt="2022-03-17T17:57:24.297" v="78" actId="113"/>
        <pc:sldMkLst>
          <pc:docMk/>
          <pc:sldMk cId="1519861360" sldId="280"/>
        </pc:sldMkLst>
        <pc:spChg chg="mod">
          <ac:chgData name="Alessandro Ortis" userId="dcdc90ed-3509-45f7-ac48-ad038638580b" providerId="ADAL" clId="{32F853D9-120B-4948-95A5-648CF3F76C32}" dt="2022-03-17T17:57:24.297" v="78" actId="113"/>
          <ac:spMkLst>
            <pc:docMk/>
            <pc:sldMk cId="1519861360" sldId="280"/>
            <ac:spMk id="3" creationId="{00000000-0000-0000-0000-000000000000}"/>
          </ac:spMkLst>
        </pc:spChg>
        <pc:spChg chg="add del">
          <ac:chgData name="Alessandro Ortis" userId="dcdc90ed-3509-45f7-ac48-ad038638580b" providerId="ADAL" clId="{32F853D9-120B-4948-95A5-648CF3F76C32}" dt="2022-03-17T17:56:35.011" v="53"/>
          <ac:spMkLst>
            <pc:docMk/>
            <pc:sldMk cId="1519861360" sldId="280"/>
            <ac:spMk id="4" creationId="{F1361C44-2305-408A-B461-D7AFECA0483E}"/>
          </ac:spMkLst>
        </pc:spChg>
        <pc:picChg chg="add del">
          <ac:chgData name="Alessandro Ortis" userId="dcdc90ed-3509-45f7-ac48-ad038638580b" providerId="ADAL" clId="{32F853D9-120B-4948-95A5-648CF3F76C32}" dt="2022-03-17T17:56:35.011" v="53"/>
          <ac:picMkLst>
            <pc:docMk/>
            <pc:sldMk cId="1519861360" sldId="280"/>
            <ac:picMk id="1026" creationId="{1D6B0B56-9383-40DC-AC9D-277C93453CDD}"/>
          </ac:picMkLst>
        </pc:picChg>
        <pc:picChg chg="add del">
          <ac:chgData name="Alessandro Ortis" userId="dcdc90ed-3509-45f7-ac48-ad038638580b" providerId="ADAL" clId="{32F853D9-120B-4948-95A5-648CF3F76C32}" dt="2022-03-17T17:56:35.011" v="53"/>
          <ac:picMkLst>
            <pc:docMk/>
            <pc:sldMk cId="1519861360" sldId="280"/>
            <ac:picMk id="1027" creationId="{1D53BCB4-089C-406F-B189-ECAE6FC7891A}"/>
          </ac:picMkLst>
        </pc:picChg>
        <pc:picChg chg="add del">
          <ac:chgData name="Alessandro Ortis" userId="dcdc90ed-3509-45f7-ac48-ad038638580b" providerId="ADAL" clId="{32F853D9-120B-4948-95A5-648CF3F76C32}" dt="2022-03-17T17:56:35.011" v="53"/>
          <ac:picMkLst>
            <pc:docMk/>
            <pc:sldMk cId="1519861360" sldId="280"/>
            <ac:picMk id="1028" creationId="{21691ABE-2604-4C7C-B3E3-CB836E9ECAEC}"/>
          </ac:picMkLst>
        </pc:picChg>
      </pc:sldChg>
      <pc:sldChg chg="modSp mod">
        <pc:chgData name="Alessandro Ortis" userId="dcdc90ed-3509-45f7-ac48-ad038638580b" providerId="ADAL" clId="{32F853D9-120B-4948-95A5-648CF3F76C32}" dt="2022-03-17T18:07:50.986" v="304" actId="20577"/>
        <pc:sldMkLst>
          <pc:docMk/>
          <pc:sldMk cId="2880080466" sldId="281"/>
        </pc:sldMkLst>
        <pc:spChg chg="mod">
          <ac:chgData name="Alessandro Ortis" userId="dcdc90ed-3509-45f7-ac48-ad038638580b" providerId="ADAL" clId="{32F853D9-120B-4948-95A5-648CF3F76C32}" dt="2022-03-17T18:07:50.986" v="304" actId="20577"/>
          <ac:spMkLst>
            <pc:docMk/>
            <pc:sldMk cId="2880080466" sldId="281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32F853D9-120B-4948-95A5-648CF3F76C32}" dt="2022-03-17T18:53:04.786" v="929" actId="208"/>
        <pc:sldMkLst>
          <pc:docMk/>
          <pc:sldMk cId="97517811" sldId="282"/>
        </pc:sldMkLst>
        <pc:spChg chg="mod">
          <ac:chgData name="Alessandro Ortis" userId="dcdc90ed-3509-45f7-ac48-ad038638580b" providerId="ADAL" clId="{32F853D9-120B-4948-95A5-648CF3F76C32}" dt="2022-03-17T18:26:00.419" v="705" actId="20577"/>
          <ac:spMkLst>
            <pc:docMk/>
            <pc:sldMk cId="97517811" sldId="282"/>
            <ac:spMk id="2" creationId="{00000000-0000-0000-0000-000000000000}"/>
          </ac:spMkLst>
        </pc:spChg>
        <pc:spChg chg="mod">
          <ac:chgData name="Alessandro Ortis" userId="dcdc90ed-3509-45f7-ac48-ad038638580b" providerId="ADAL" clId="{32F853D9-120B-4948-95A5-648CF3F76C32}" dt="2022-03-17T18:53:04.786" v="929" actId="208"/>
          <ac:spMkLst>
            <pc:docMk/>
            <pc:sldMk cId="97517811" sldId="282"/>
            <ac:spMk id="3" creationId="{00000000-0000-0000-0000-000000000000}"/>
          </ac:spMkLst>
        </pc:spChg>
      </pc:sldChg>
      <pc:sldChg chg="modSp mod">
        <pc:chgData name="Alessandro Ortis" userId="dcdc90ed-3509-45f7-ac48-ad038638580b" providerId="ADAL" clId="{32F853D9-120B-4948-95A5-648CF3F76C32}" dt="2022-03-17T18:26:11.714" v="712" actId="20577"/>
        <pc:sldMkLst>
          <pc:docMk/>
          <pc:sldMk cId="1066016077" sldId="283"/>
        </pc:sldMkLst>
        <pc:spChg chg="mod">
          <ac:chgData name="Alessandro Ortis" userId="dcdc90ed-3509-45f7-ac48-ad038638580b" providerId="ADAL" clId="{32F853D9-120B-4948-95A5-648CF3F76C32}" dt="2022-03-17T18:26:11.714" v="712" actId="20577"/>
          <ac:spMkLst>
            <pc:docMk/>
            <pc:sldMk cId="1066016077" sldId="283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32F853D9-120B-4948-95A5-648CF3F76C32}" dt="2022-03-17T18:26:18.450" v="718" actId="20577"/>
        <pc:sldMkLst>
          <pc:docMk/>
          <pc:sldMk cId="2432513643" sldId="284"/>
        </pc:sldMkLst>
        <pc:spChg chg="mod">
          <ac:chgData name="Alessandro Ortis" userId="dcdc90ed-3509-45f7-ac48-ad038638580b" providerId="ADAL" clId="{32F853D9-120B-4948-95A5-648CF3F76C32}" dt="2022-03-17T18:26:18.450" v="718" actId="20577"/>
          <ac:spMkLst>
            <pc:docMk/>
            <pc:sldMk cId="2432513643" sldId="284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32F853D9-120B-4948-95A5-648CF3F76C32}" dt="2022-03-17T18:55:02.696" v="944" actId="208"/>
        <pc:sldMkLst>
          <pc:docMk/>
          <pc:sldMk cId="679572198" sldId="285"/>
        </pc:sldMkLst>
        <pc:spChg chg="mod">
          <ac:chgData name="Alessandro Ortis" userId="dcdc90ed-3509-45f7-ac48-ad038638580b" providerId="ADAL" clId="{32F853D9-120B-4948-95A5-648CF3F76C32}" dt="2022-03-17T18:26:26.954" v="726" actId="20577"/>
          <ac:spMkLst>
            <pc:docMk/>
            <pc:sldMk cId="679572198" sldId="285"/>
            <ac:spMk id="2" creationId="{00000000-0000-0000-0000-000000000000}"/>
          </ac:spMkLst>
        </pc:spChg>
        <pc:spChg chg="mod">
          <ac:chgData name="Alessandro Ortis" userId="dcdc90ed-3509-45f7-ac48-ad038638580b" providerId="ADAL" clId="{32F853D9-120B-4948-95A5-648CF3F76C32}" dt="2022-03-17T18:55:02.696" v="944" actId="208"/>
          <ac:spMkLst>
            <pc:docMk/>
            <pc:sldMk cId="679572198" sldId="285"/>
            <ac:spMk id="3" creationId="{00000000-0000-0000-0000-000000000000}"/>
          </ac:spMkLst>
        </pc:spChg>
      </pc:sldChg>
      <pc:sldChg chg="modSp mod">
        <pc:chgData name="Alessandro Ortis" userId="dcdc90ed-3509-45f7-ac48-ad038638580b" providerId="ADAL" clId="{32F853D9-120B-4948-95A5-648CF3F76C32}" dt="2022-03-17T18:55:09.501" v="945" actId="21"/>
        <pc:sldMkLst>
          <pc:docMk/>
          <pc:sldMk cId="46596434" sldId="286"/>
        </pc:sldMkLst>
        <pc:spChg chg="mod">
          <ac:chgData name="Alessandro Ortis" userId="dcdc90ed-3509-45f7-ac48-ad038638580b" providerId="ADAL" clId="{32F853D9-120B-4948-95A5-648CF3F76C32}" dt="2022-03-17T18:55:09.501" v="945" actId="21"/>
          <ac:spMkLst>
            <pc:docMk/>
            <pc:sldMk cId="46596434" sldId="286"/>
            <ac:spMk id="3" creationId="{00000000-0000-0000-0000-000000000000}"/>
          </ac:spMkLst>
        </pc:spChg>
      </pc:sldChg>
      <pc:sldChg chg="del">
        <pc:chgData name="Alessandro Ortis" userId="dcdc90ed-3509-45f7-ac48-ad038638580b" providerId="ADAL" clId="{32F853D9-120B-4948-95A5-648CF3F76C32}" dt="2022-03-17T18:25:44.372" v="700" actId="47"/>
        <pc:sldMkLst>
          <pc:docMk/>
          <pc:sldMk cId="592070583" sldId="288"/>
        </pc:sldMkLst>
      </pc:sldChg>
      <pc:sldChg chg="del">
        <pc:chgData name="Alessandro Ortis" userId="dcdc90ed-3509-45f7-ac48-ad038638580b" providerId="ADAL" clId="{32F853D9-120B-4948-95A5-648CF3F76C32}" dt="2022-03-17T18:25:44.372" v="700" actId="47"/>
        <pc:sldMkLst>
          <pc:docMk/>
          <pc:sldMk cId="3254434861" sldId="289"/>
        </pc:sldMkLst>
      </pc:sldChg>
      <pc:sldChg chg="modSp mod">
        <pc:chgData name="Alessandro Ortis" userId="dcdc90ed-3509-45f7-ac48-ad038638580b" providerId="ADAL" clId="{32F853D9-120B-4948-95A5-648CF3F76C32}" dt="2022-03-17T19:42:58.832" v="1127" actId="20577"/>
        <pc:sldMkLst>
          <pc:docMk/>
          <pc:sldMk cId="965368216" sldId="339"/>
        </pc:sldMkLst>
        <pc:spChg chg="mod">
          <ac:chgData name="Alessandro Ortis" userId="dcdc90ed-3509-45f7-ac48-ad038638580b" providerId="ADAL" clId="{32F853D9-120B-4948-95A5-648CF3F76C32}" dt="2022-03-17T19:42:58.832" v="1127" actId="20577"/>
          <ac:spMkLst>
            <pc:docMk/>
            <pc:sldMk cId="965368216" sldId="339"/>
            <ac:spMk id="4" creationId="{00000000-0000-0000-0000-000000000000}"/>
          </ac:spMkLst>
        </pc:spChg>
      </pc:sldChg>
      <pc:sldChg chg="add del">
        <pc:chgData name="Alessandro Ortis" userId="dcdc90ed-3509-45f7-ac48-ad038638580b" providerId="ADAL" clId="{32F853D9-120B-4948-95A5-648CF3F76C32}" dt="2022-03-17T18:07:47.859" v="299" actId="47"/>
        <pc:sldMkLst>
          <pc:docMk/>
          <pc:sldMk cId="1417660672" sldId="364"/>
        </pc:sldMkLst>
      </pc:sldChg>
      <pc:sldChg chg="add del">
        <pc:chgData name="Alessandro Ortis" userId="dcdc90ed-3509-45f7-ac48-ad038638580b" providerId="ADAL" clId="{32F853D9-120B-4948-95A5-648CF3F76C32}" dt="2022-03-17T17:56:12.427" v="50" actId="47"/>
        <pc:sldMkLst>
          <pc:docMk/>
          <pc:sldMk cId="4221879212" sldId="364"/>
        </pc:sldMkLst>
      </pc:sldChg>
      <pc:sldChg chg="addSp delSp modSp add mod">
        <pc:chgData name="Alessandro Ortis" userId="dcdc90ed-3509-45f7-ac48-ad038638580b" providerId="ADAL" clId="{32F853D9-120B-4948-95A5-648CF3F76C32}" dt="2022-03-17T18:09:58.049" v="360" actId="478"/>
        <pc:sldMkLst>
          <pc:docMk/>
          <pc:sldMk cId="2151859029" sldId="365"/>
        </pc:sldMkLst>
        <pc:spChg chg="mod">
          <ac:chgData name="Alessandro Ortis" userId="dcdc90ed-3509-45f7-ac48-ad038638580b" providerId="ADAL" clId="{32F853D9-120B-4948-95A5-648CF3F76C32}" dt="2022-03-17T17:57:58.126" v="86" actId="20577"/>
          <ac:spMkLst>
            <pc:docMk/>
            <pc:sldMk cId="2151859029" sldId="365"/>
            <ac:spMk id="2" creationId="{00000000-0000-0000-0000-000000000000}"/>
          </ac:spMkLst>
        </pc:spChg>
        <pc:spChg chg="mod">
          <ac:chgData name="Alessandro Ortis" userId="dcdc90ed-3509-45f7-ac48-ad038638580b" providerId="ADAL" clId="{32F853D9-120B-4948-95A5-648CF3F76C32}" dt="2022-03-17T17:59:49.735" v="279" actId="14100"/>
          <ac:spMkLst>
            <pc:docMk/>
            <pc:sldMk cId="2151859029" sldId="365"/>
            <ac:spMk id="3" creationId="{00000000-0000-0000-0000-000000000000}"/>
          </ac:spMkLst>
        </pc:spChg>
        <pc:spChg chg="add del mod">
          <ac:chgData name="Alessandro Ortis" userId="dcdc90ed-3509-45f7-ac48-ad038638580b" providerId="ADAL" clId="{32F853D9-120B-4948-95A5-648CF3F76C32}" dt="2022-03-17T17:59:38.472" v="263"/>
          <ac:spMkLst>
            <pc:docMk/>
            <pc:sldMk cId="2151859029" sldId="365"/>
            <ac:spMk id="4" creationId="{D87773FA-9667-41C8-8BB8-B334C50F5381}"/>
          </ac:spMkLst>
        </pc:spChg>
        <pc:spChg chg="add mod">
          <ac:chgData name="Alessandro Ortis" userId="dcdc90ed-3509-45f7-ac48-ad038638580b" providerId="ADAL" clId="{32F853D9-120B-4948-95A5-648CF3F76C32}" dt="2022-03-17T18:09:05.735" v="310" actId="208"/>
          <ac:spMkLst>
            <pc:docMk/>
            <pc:sldMk cId="2151859029" sldId="365"/>
            <ac:spMk id="5" creationId="{01B1B341-30B5-4934-865D-782E0FE814EF}"/>
          </ac:spMkLst>
        </pc:spChg>
        <pc:spChg chg="add del mod">
          <ac:chgData name="Alessandro Ortis" userId="dcdc90ed-3509-45f7-ac48-ad038638580b" providerId="ADAL" clId="{32F853D9-120B-4948-95A5-648CF3F76C32}" dt="2022-03-17T18:09:58.049" v="360" actId="478"/>
          <ac:spMkLst>
            <pc:docMk/>
            <pc:sldMk cId="2151859029" sldId="365"/>
            <ac:spMk id="7" creationId="{BD4799F1-765C-4EAB-8615-2CEBA81DE8C8}"/>
          </ac:spMkLst>
        </pc:spChg>
      </pc:sldChg>
      <pc:sldChg chg="modSp add mod">
        <pc:chgData name="Alessandro Ortis" userId="dcdc90ed-3509-45f7-ac48-ad038638580b" providerId="ADAL" clId="{32F853D9-120B-4948-95A5-648CF3F76C32}" dt="2022-03-17T18:49:14.296" v="917" actId="6549"/>
        <pc:sldMkLst>
          <pc:docMk/>
          <pc:sldMk cId="1806277314" sldId="366"/>
        </pc:sldMkLst>
        <pc:spChg chg="mod">
          <ac:chgData name="Alessandro Ortis" userId="dcdc90ed-3509-45f7-ac48-ad038638580b" providerId="ADAL" clId="{32F853D9-120B-4948-95A5-648CF3F76C32}" dt="2022-03-17T18:49:14.296" v="917" actId="6549"/>
          <ac:spMkLst>
            <pc:docMk/>
            <pc:sldMk cId="1806277314" sldId="366"/>
            <ac:spMk id="7" creationId="{BD4799F1-765C-4EAB-8615-2CEBA81DE8C8}"/>
          </ac:spMkLst>
        </pc:spChg>
      </pc:sldChg>
      <pc:sldChg chg="addSp delSp add del mod">
        <pc:chgData name="Alessandro Ortis" userId="dcdc90ed-3509-45f7-ac48-ad038638580b" providerId="ADAL" clId="{32F853D9-120B-4948-95A5-648CF3F76C32}" dt="2022-03-17T18:08:56.250" v="308" actId="2890"/>
        <pc:sldMkLst>
          <pc:docMk/>
          <pc:sldMk cId="3970959289" sldId="366"/>
        </pc:sldMkLst>
        <pc:spChg chg="add del">
          <ac:chgData name="Alessandro Ortis" userId="dcdc90ed-3509-45f7-ac48-ad038638580b" providerId="ADAL" clId="{32F853D9-120B-4948-95A5-648CF3F76C32}" dt="2022-03-17T18:08:55.848" v="307" actId="22"/>
          <ac:spMkLst>
            <pc:docMk/>
            <pc:sldMk cId="3970959289" sldId="366"/>
            <ac:spMk id="6" creationId="{ECBCD9A4-D12F-402A-AF42-D40CB5E06C4F}"/>
          </ac:spMkLst>
        </pc:spChg>
      </pc:sldChg>
      <pc:sldChg chg="addSp delSp modSp add mod">
        <pc:chgData name="Alessandro Ortis" userId="dcdc90ed-3509-45f7-ac48-ad038638580b" providerId="ADAL" clId="{32F853D9-120B-4948-95A5-648CF3F76C32}" dt="2022-03-17T18:19:16.349" v="688" actId="478"/>
        <pc:sldMkLst>
          <pc:docMk/>
          <pc:sldMk cId="1711102218" sldId="367"/>
        </pc:sldMkLst>
        <pc:spChg chg="del">
          <ac:chgData name="Alessandro Ortis" userId="dcdc90ed-3509-45f7-ac48-ad038638580b" providerId="ADAL" clId="{32F853D9-120B-4948-95A5-648CF3F76C32}" dt="2022-03-17T18:10:36.794" v="366" actId="478"/>
          <ac:spMkLst>
            <pc:docMk/>
            <pc:sldMk cId="1711102218" sldId="367"/>
            <ac:spMk id="3" creationId="{00000000-0000-0000-0000-000000000000}"/>
          </ac:spMkLst>
        </pc:spChg>
        <pc:spChg chg="mod">
          <ac:chgData name="Alessandro Ortis" userId="dcdc90ed-3509-45f7-ac48-ad038638580b" providerId="ADAL" clId="{32F853D9-120B-4948-95A5-648CF3F76C32}" dt="2022-03-17T18:11:35.734" v="400" actId="1076"/>
          <ac:spMkLst>
            <pc:docMk/>
            <pc:sldMk cId="1711102218" sldId="367"/>
            <ac:spMk id="5" creationId="{01B1B341-30B5-4934-865D-782E0FE814EF}"/>
          </ac:spMkLst>
        </pc:spChg>
        <pc:spChg chg="add del mod">
          <ac:chgData name="Alessandro Ortis" userId="dcdc90ed-3509-45f7-ac48-ad038638580b" providerId="ADAL" clId="{32F853D9-120B-4948-95A5-648CF3F76C32}" dt="2022-03-17T18:10:40.281" v="367" actId="478"/>
          <ac:spMkLst>
            <pc:docMk/>
            <pc:sldMk cId="1711102218" sldId="367"/>
            <ac:spMk id="6" creationId="{AB579126-BCD6-426B-83BC-0D504ACE455F}"/>
          </ac:spMkLst>
        </pc:spChg>
        <pc:spChg chg="del">
          <ac:chgData name="Alessandro Ortis" userId="dcdc90ed-3509-45f7-ac48-ad038638580b" providerId="ADAL" clId="{32F853D9-120B-4948-95A5-648CF3F76C32}" dt="2022-03-17T18:10:41.512" v="368" actId="478"/>
          <ac:spMkLst>
            <pc:docMk/>
            <pc:sldMk cId="1711102218" sldId="367"/>
            <ac:spMk id="7" creationId="{BD4799F1-765C-4EAB-8615-2CEBA81DE8C8}"/>
          </ac:spMkLst>
        </pc:spChg>
        <pc:spChg chg="add mod">
          <ac:chgData name="Alessandro Ortis" userId="dcdc90ed-3509-45f7-ac48-ad038638580b" providerId="ADAL" clId="{32F853D9-120B-4948-95A5-648CF3F76C32}" dt="2022-03-17T18:18:34.732" v="679" actId="12"/>
          <ac:spMkLst>
            <pc:docMk/>
            <pc:sldMk cId="1711102218" sldId="367"/>
            <ac:spMk id="8" creationId="{732FD27C-E1DD-40EE-8161-16C6752452B4}"/>
          </ac:spMkLst>
        </pc:spChg>
        <pc:spChg chg="add mod">
          <ac:chgData name="Alessandro Ortis" userId="dcdc90ed-3509-45f7-ac48-ad038638580b" providerId="ADAL" clId="{32F853D9-120B-4948-95A5-648CF3F76C32}" dt="2022-03-17T18:15:01.936" v="523" actId="20577"/>
          <ac:spMkLst>
            <pc:docMk/>
            <pc:sldMk cId="1711102218" sldId="367"/>
            <ac:spMk id="9" creationId="{4A40F992-CC47-4E53-9DBD-D635CADF9739}"/>
          </ac:spMkLst>
        </pc:spChg>
        <pc:spChg chg="add del mod">
          <ac:chgData name="Alessandro Ortis" userId="dcdc90ed-3509-45f7-ac48-ad038638580b" providerId="ADAL" clId="{32F853D9-120B-4948-95A5-648CF3F76C32}" dt="2022-03-17T18:19:16.349" v="688" actId="478"/>
          <ac:spMkLst>
            <pc:docMk/>
            <pc:sldMk cId="1711102218" sldId="367"/>
            <ac:spMk id="10" creationId="{0948DFD0-9F42-47F8-9176-2B0077D0E6CC}"/>
          </ac:spMkLst>
        </pc:spChg>
      </pc:sldChg>
      <pc:sldChg chg="add del">
        <pc:chgData name="Alessandro Ortis" userId="dcdc90ed-3509-45f7-ac48-ad038638580b" providerId="ADAL" clId="{32F853D9-120B-4948-95A5-648CF3F76C32}" dt="2022-03-17T18:09:53.173" v="359"/>
        <pc:sldMkLst>
          <pc:docMk/>
          <pc:sldMk cId="2959771455" sldId="367"/>
        </pc:sldMkLst>
      </pc:sldChg>
      <pc:sldChg chg="addSp delSp modSp add mod">
        <pc:chgData name="Alessandro Ortis" userId="dcdc90ed-3509-45f7-ac48-ad038638580b" providerId="ADAL" clId="{32F853D9-120B-4948-95A5-648CF3F76C32}" dt="2022-03-17T18:28:55.327" v="731"/>
        <pc:sldMkLst>
          <pc:docMk/>
          <pc:sldMk cId="3817191559" sldId="368"/>
        </pc:sldMkLst>
        <pc:spChg chg="add del mod">
          <ac:chgData name="Alessandro Ortis" userId="dcdc90ed-3509-45f7-ac48-ad038638580b" providerId="ADAL" clId="{32F853D9-120B-4948-95A5-648CF3F76C32}" dt="2022-03-17T18:19:34.397" v="690" actId="478"/>
          <ac:spMkLst>
            <pc:docMk/>
            <pc:sldMk cId="3817191559" sldId="368"/>
            <ac:spMk id="4" creationId="{CE0E68BB-5657-4067-8C4B-1D4F7E369459}"/>
          </ac:spMkLst>
        </pc:spChg>
        <pc:spChg chg="del">
          <ac:chgData name="Alessandro Ortis" userId="dcdc90ed-3509-45f7-ac48-ad038638580b" providerId="ADAL" clId="{32F853D9-120B-4948-95A5-648CF3F76C32}" dt="2022-03-17T18:17:50.902" v="657" actId="478"/>
          <ac:spMkLst>
            <pc:docMk/>
            <pc:sldMk cId="3817191559" sldId="368"/>
            <ac:spMk id="5" creationId="{01B1B341-30B5-4934-865D-782E0FE814EF}"/>
          </ac:spMkLst>
        </pc:spChg>
        <pc:spChg chg="del">
          <ac:chgData name="Alessandro Ortis" userId="dcdc90ed-3509-45f7-ac48-ad038638580b" providerId="ADAL" clId="{32F853D9-120B-4948-95A5-648CF3F76C32}" dt="2022-03-17T18:19:32.183" v="689" actId="478"/>
          <ac:spMkLst>
            <pc:docMk/>
            <pc:sldMk cId="3817191559" sldId="368"/>
            <ac:spMk id="8" creationId="{732FD27C-E1DD-40EE-8161-16C6752452B4}"/>
          </ac:spMkLst>
        </pc:spChg>
        <pc:spChg chg="del">
          <ac:chgData name="Alessandro Ortis" userId="dcdc90ed-3509-45f7-ac48-ad038638580b" providerId="ADAL" clId="{32F853D9-120B-4948-95A5-648CF3F76C32}" dt="2022-03-17T18:17:50.902" v="657" actId="478"/>
          <ac:spMkLst>
            <pc:docMk/>
            <pc:sldMk cId="3817191559" sldId="368"/>
            <ac:spMk id="9" creationId="{4A40F992-CC47-4E53-9DBD-D635CADF9739}"/>
          </ac:spMkLst>
        </pc:spChg>
        <pc:spChg chg="mod">
          <ac:chgData name="Alessandro Ortis" userId="dcdc90ed-3509-45f7-ac48-ad038638580b" providerId="ADAL" clId="{32F853D9-120B-4948-95A5-648CF3F76C32}" dt="2022-03-17T18:28:55.327" v="731"/>
          <ac:spMkLst>
            <pc:docMk/>
            <pc:sldMk cId="3817191559" sldId="368"/>
            <ac:spMk id="10" creationId="{0948DFD0-9F42-47F8-9176-2B0077D0E6CC}"/>
          </ac:spMkLst>
        </pc:spChg>
      </pc:sldChg>
      <pc:sldChg chg="modSp add mod">
        <pc:chgData name="Alessandro Ortis" userId="dcdc90ed-3509-45f7-ac48-ad038638580b" providerId="ADAL" clId="{32F853D9-120B-4948-95A5-648CF3F76C32}" dt="2022-03-17T18:28:50.463" v="730"/>
        <pc:sldMkLst>
          <pc:docMk/>
          <pc:sldMk cId="1613371928" sldId="369"/>
        </pc:sldMkLst>
        <pc:spChg chg="mod">
          <ac:chgData name="Alessandro Ortis" userId="dcdc90ed-3509-45f7-ac48-ad038638580b" providerId="ADAL" clId="{32F853D9-120B-4948-95A5-648CF3F76C32}" dt="2022-03-17T18:28:50.463" v="730"/>
          <ac:spMkLst>
            <pc:docMk/>
            <pc:sldMk cId="1613371928" sldId="369"/>
            <ac:spMk id="10" creationId="{0948DFD0-9F42-47F8-9176-2B0077D0E6CC}"/>
          </ac:spMkLst>
        </pc:spChg>
      </pc:sldChg>
      <pc:sldChg chg="add del">
        <pc:chgData name="Alessandro Ortis" userId="dcdc90ed-3509-45f7-ac48-ad038638580b" providerId="ADAL" clId="{32F853D9-120B-4948-95A5-648CF3F76C32}" dt="2022-03-17T18:18:31.169" v="678"/>
        <pc:sldMkLst>
          <pc:docMk/>
          <pc:sldMk cId="3848100551" sldId="369"/>
        </pc:sldMkLst>
      </pc:sldChg>
      <pc:sldChg chg="addSp modSp add mod">
        <pc:chgData name="Alessandro Ortis" userId="dcdc90ed-3509-45f7-ac48-ad038638580b" providerId="ADAL" clId="{32F853D9-120B-4948-95A5-648CF3F76C32}" dt="2022-03-17T18:34:21.135" v="765" actId="14100"/>
        <pc:sldMkLst>
          <pc:docMk/>
          <pc:sldMk cId="82470717" sldId="370"/>
        </pc:sldMkLst>
        <pc:spChg chg="add mod">
          <ac:chgData name="Alessandro Ortis" userId="dcdc90ed-3509-45f7-ac48-ad038638580b" providerId="ADAL" clId="{32F853D9-120B-4948-95A5-648CF3F76C32}" dt="2022-03-17T18:32:11.661" v="735" actId="14100"/>
          <ac:spMkLst>
            <pc:docMk/>
            <pc:sldMk cId="82470717" sldId="370"/>
            <ac:spMk id="4" creationId="{510C1DEF-A9B2-436B-A58B-C068517316C1}"/>
          </ac:spMkLst>
        </pc:spChg>
        <pc:spChg chg="add mod">
          <ac:chgData name="Alessandro Ortis" userId="dcdc90ed-3509-45f7-ac48-ad038638580b" providerId="ADAL" clId="{32F853D9-120B-4948-95A5-648CF3F76C32}" dt="2022-03-17T18:34:21.135" v="765" actId="14100"/>
          <ac:spMkLst>
            <pc:docMk/>
            <pc:sldMk cId="82470717" sldId="370"/>
            <ac:spMk id="5" creationId="{3D2BDB43-9B98-4D06-A539-B8A3AA7116F0}"/>
          </ac:spMkLst>
        </pc:spChg>
        <pc:spChg chg="mod">
          <ac:chgData name="Alessandro Ortis" userId="dcdc90ed-3509-45f7-ac48-ad038638580b" providerId="ADAL" clId="{32F853D9-120B-4948-95A5-648CF3F76C32}" dt="2022-03-17T18:32:04.430" v="733"/>
          <ac:spMkLst>
            <pc:docMk/>
            <pc:sldMk cId="82470717" sldId="370"/>
            <ac:spMk id="10" creationId="{0948DFD0-9F42-47F8-9176-2B0077D0E6CC}"/>
          </ac:spMkLst>
        </pc:spChg>
      </pc:sldChg>
      <pc:sldChg chg="add del">
        <pc:chgData name="Alessandro Ortis" userId="dcdc90ed-3509-45f7-ac48-ad038638580b" providerId="ADAL" clId="{32F853D9-120B-4948-95A5-648CF3F76C32}" dt="2022-03-17T18:19:08.201" v="687"/>
        <pc:sldMkLst>
          <pc:docMk/>
          <pc:sldMk cId="2335263673" sldId="370"/>
        </pc:sldMkLst>
      </pc:sldChg>
      <pc:sldChg chg="delSp modSp add mod">
        <pc:chgData name="Alessandro Ortis" userId="dcdc90ed-3509-45f7-ac48-ad038638580b" providerId="ADAL" clId="{32F853D9-120B-4948-95A5-648CF3F76C32}" dt="2022-03-17T18:34:06.823" v="762" actId="14100"/>
        <pc:sldMkLst>
          <pc:docMk/>
          <pc:sldMk cId="1623244625" sldId="371"/>
        </pc:sldMkLst>
        <pc:spChg chg="del">
          <ac:chgData name="Alessandro Ortis" userId="dcdc90ed-3509-45f7-ac48-ad038638580b" providerId="ADAL" clId="{32F853D9-120B-4948-95A5-648CF3F76C32}" dt="2022-03-17T18:33:03.591" v="747" actId="478"/>
          <ac:spMkLst>
            <pc:docMk/>
            <pc:sldMk cId="1623244625" sldId="371"/>
            <ac:spMk id="4" creationId="{510C1DEF-A9B2-436B-A58B-C068517316C1}"/>
          </ac:spMkLst>
        </pc:spChg>
        <pc:spChg chg="del">
          <ac:chgData name="Alessandro Ortis" userId="dcdc90ed-3509-45f7-ac48-ad038638580b" providerId="ADAL" clId="{32F853D9-120B-4948-95A5-648CF3F76C32}" dt="2022-03-17T18:33:15.278" v="751" actId="478"/>
          <ac:spMkLst>
            <pc:docMk/>
            <pc:sldMk cId="1623244625" sldId="371"/>
            <ac:spMk id="5" creationId="{3D2BDB43-9B98-4D06-A539-B8A3AA7116F0}"/>
          </ac:spMkLst>
        </pc:spChg>
        <pc:spChg chg="mod">
          <ac:chgData name="Alessandro Ortis" userId="dcdc90ed-3509-45f7-ac48-ad038638580b" providerId="ADAL" clId="{32F853D9-120B-4948-95A5-648CF3F76C32}" dt="2022-03-17T18:34:06.823" v="762" actId="14100"/>
          <ac:spMkLst>
            <pc:docMk/>
            <pc:sldMk cId="1623244625" sldId="371"/>
            <ac:spMk id="10" creationId="{0948DFD0-9F42-47F8-9176-2B0077D0E6CC}"/>
          </ac:spMkLst>
        </pc:spChg>
      </pc:sldChg>
      <pc:sldChg chg="addSp modSp add mod">
        <pc:chgData name="Alessandro Ortis" userId="dcdc90ed-3509-45f7-ac48-ad038638580b" providerId="ADAL" clId="{32F853D9-120B-4948-95A5-648CF3F76C32}" dt="2022-03-17T18:42:04.344" v="797" actId="6549"/>
        <pc:sldMkLst>
          <pc:docMk/>
          <pc:sldMk cId="3595335750" sldId="372"/>
        </pc:sldMkLst>
        <pc:spChg chg="add mod">
          <ac:chgData name="Alessandro Ortis" userId="dcdc90ed-3509-45f7-ac48-ad038638580b" providerId="ADAL" clId="{32F853D9-120B-4948-95A5-648CF3F76C32}" dt="2022-03-17T18:42:04.344" v="797" actId="6549"/>
          <ac:spMkLst>
            <pc:docMk/>
            <pc:sldMk cId="3595335750" sldId="372"/>
            <ac:spMk id="4" creationId="{5A79AC9B-FB56-42F9-80D1-F487D7E1432A}"/>
          </ac:spMkLst>
        </pc:spChg>
        <pc:spChg chg="mod">
          <ac:chgData name="Alessandro Ortis" userId="dcdc90ed-3509-45f7-ac48-ad038638580b" providerId="ADAL" clId="{32F853D9-120B-4948-95A5-648CF3F76C32}" dt="2022-03-17T18:34:53.189" v="768" actId="14100"/>
          <ac:spMkLst>
            <pc:docMk/>
            <pc:sldMk cId="3595335750" sldId="372"/>
            <ac:spMk id="10" creationId="{0948DFD0-9F42-47F8-9176-2B0077D0E6CC}"/>
          </ac:spMkLst>
        </pc:spChg>
      </pc:sldChg>
      <pc:sldChg chg="modSp add mod">
        <pc:chgData name="Alessandro Ortis" userId="dcdc90ed-3509-45f7-ac48-ad038638580b" providerId="ADAL" clId="{32F853D9-120B-4948-95A5-648CF3F76C32}" dt="2022-03-17T18:42:48.367" v="813"/>
        <pc:sldMkLst>
          <pc:docMk/>
          <pc:sldMk cId="1258202616" sldId="373"/>
        </pc:sldMkLst>
        <pc:spChg chg="mod">
          <ac:chgData name="Alessandro Ortis" userId="dcdc90ed-3509-45f7-ac48-ad038638580b" providerId="ADAL" clId="{32F853D9-120B-4948-95A5-648CF3F76C32}" dt="2022-03-17T18:42:48.367" v="813"/>
          <ac:spMkLst>
            <pc:docMk/>
            <pc:sldMk cId="1258202616" sldId="373"/>
            <ac:spMk id="4" creationId="{5A79AC9B-FB56-42F9-80D1-F487D7E1432A}"/>
          </ac:spMkLst>
        </pc:spChg>
      </pc:sldChg>
      <pc:sldChg chg="addSp modSp add mod modNotesTx">
        <pc:chgData name="Alessandro Ortis" userId="dcdc90ed-3509-45f7-ac48-ad038638580b" providerId="ADAL" clId="{32F853D9-120B-4948-95A5-648CF3F76C32}" dt="2022-03-17T19:35:00.139" v="1008" actId="20577"/>
        <pc:sldMkLst>
          <pc:docMk/>
          <pc:sldMk cId="663289648" sldId="374"/>
        </pc:sldMkLst>
        <pc:spChg chg="add mod">
          <ac:chgData name="Alessandro Ortis" userId="dcdc90ed-3509-45f7-ac48-ad038638580b" providerId="ADAL" clId="{32F853D9-120B-4948-95A5-648CF3F76C32}" dt="2022-03-17T19:32:22.821" v="949" actId="20577"/>
          <ac:spMkLst>
            <pc:docMk/>
            <pc:sldMk cId="663289648" sldId="374"/>
            <ac:spMk id="3" creationId="{5C0F9DA8-B727-4AB1-A308-587F58B74479}"/>
          </ac:spMkLst>
        </pc:spChg>
        <pc:spChg chg="mod">
          <ac:chgData name="Alessandro Ortis" userId="dcdc90ed-3509-45f7-ac48-ad038638580b" providerId="ADAL" clId="{32F853D9-120B-4948-95A5-648CF3F76C32}" dt="2022-03-17T18:43:02.103" v="816" actId="20577"/>
          <ac:spMkLst>
            <pc:docMk/>
            <pc:sldMk cId="663289648" sldId="374"/>
            <ac:spMk id="4" creationId="{5A79AC9B-FB56-42F9-80D1-F487D7E1432A}"/>
          </ac:spMkLst>
        </pc:spChg>
        <pc:spChg chg="add mod">
          <ac:chgData name="Alessandro Ortis" userId="dcdc90ed-3509-45f7-ac48-ad038638580b" providerId="ADAL" clId="{32F853D9-120B-4948-95A5-648CF3F76C32}" dt="2022-03-17T18:47:36.506" v="889" actId="20577"/>
          <ac:spMkLst>
            <pc:docMk/>
            <pc:sldMk cId="663289648" sldId="374"/>
            <ac:spMk id="5" creationId="{6EC203FA-25EC-435F-BB63-8A04FBEC8B7F}"/>
          </ac:spMkLst>
        </pc:spChg>
      </pc:sldChg>
      <pc:sldChg chg="add del">
        <pc:chgData name="Alessandro Ortis" userId="dcdc90ed-3509-45f7-ac48-ad038638580b" providerId="ADAL" clId="{32F853D9-120B-4948-95A5-648CF3F76C32}" dt="2022-03-17T18:43:06.294" v="818"/>
        <pc:sldMkLst>
          <pc:docMk/>
          <pc:sldMk cId="2331338236" sldId="375"/>
        </pc:sldMkLst>
      </pc:sldChg>
    </pc:docChg>
  </pc:docChgLst>
  <pc:docChgLst>
    <pc:chgData name="Alessandro Ortis" userId="dcdc90ed-3509-45f7-ac48-ad038638580b" providerId="ADAL" clId="{E732F322-E7D6-4B99-A4D9-73B9DA47271D}"/>
    <pc:docChg chg="modSld">
      <pc:chgData name="Alessandro Ortis" userId="dcdc90ed-3509-45f7-ac48-ad038638580b" providerId="ADAL" clId="{E732F322-E7D6-4B99-A4D9-73B9DA47271D}" dt="2022-03-21T08:45:14.448" v="1" actId="20577"/>
      <pc:docMkLst>
        <pc:docMk/>
      </pc:docMkLst>
      <pc:sldChg chg="addSp">
        <pc:chgData name="Alessandro Ortis" userId="dcdc90ed-3509-45f7-ac48-ad038638580b" providerId="ADAL" clId="{E732F322-E7D6-4B99-A4D9-73B9DA47271D}" dt="2022-03-21T08:28:12.275" v="0"/>
        <pc:sldMkLst>
          <pc:docMk/>
          <pc:sldMk cId="2579572834" sldId="278"/>
        </pc:sldMkLst>
        <pc:inkChg chg="add">
          <ac:chgData name="Alessandro Ortis" userId="dcdc90ed-3509-45f7-ac48-ad038638580b" providerId="ADAL" clId="{E732F322-E7D6-4B99-A4D9-73B9DA47271D}" dt="2022-03-21T08:28:12.275" v="0"/>
          <ac:inkMkLst>
            <pc:docMk/>
            <pc:sldMk cId="2579572834" sldId="278"/>
            <ac:inkMk id="6" creationId="{907D85D1-73CB-46B0-B646-661550A601BA}"/>
          </ac:inkMkLst>
        </pc:inkChg>
      </pc:sldChg>
      <pc:sldChg chg="addSp">
        <pc:chgData name="Alessandro Ortis" userId="dcdc90ed-3509-45f7-ac48-ad038638580b" providerId="ADAL" clId="{E732F322-E7D6-4B99-A4D9-73B9DA47271D}" dt="2022-03-21T08:28:12.275" v="0"/>
        <pc:sldMkLst>
          <pc:docMk/>
          <pc:sldMk cId="832053013" sldId="279"/>
        </pc:sldMkLst>
        <pc:inkChg chg="add">
          <ac:chgData name="Alessandro Ortis" userId="dcdc90ed-3509-45f7-ac48-ad038638580b" providerId="ADAL" clId="{E732F322-E7D6-4B99-A4D9-73B9DA47271D}" dt="2022-03-21T08:28:12.275" v="0"/>
          <ac:inkMkLst>
            <pc:docMk/>
            <pc:sldMk cId="832053013" sldId="279"/>
            <ac:inkMk id="4" creationId="{252D30DD-6766-4C9B-8F34-C380FAB29D62}"/>
          </ac:inkMkLst>
        </pc:inkChg>
      </pc:sldChg>
      <pc:sldChg chg="addSp">
        <pc:chgData name="Alessandro Ortis" userId="dcdc90ed-3509-45f7-ac48-ad038638580b" providerId="ADAL" clId="{E732F322-E7D6-4B99-A4D9-73B9DA47271D}" dt="2022-03-21T08:28:12.275" v="0"/>
        <pc:sldMkLst>
          <pc:docMk/>
          <pc:sldMk cId="2151859029" sldId="365"/>
        </pc:sldMkLst>
        <pc:inkChg chg="add">
          <ac:chgData name="Alessandro Ortis" userId="dcdc90ed-3509-45f7-ac48-ad038638580b" providerId="ADAL" clId="{E732F322-E7D6-4B99-A4D9-73B9DA47271D}" dt="2022-03-21T08:28:12.275" v="0"/>
          <ac:inkMkLst>
            <pc:docMk/>
            <pc:sldMk cId="2151859029" sldId="365"/>
            <ac:inkMk id="4" creationId="{EC75132E-38DC-455A-BB8B-A54286D9F9D6}"/>
          </ac:inkMkLst>
        </pc:inkChg>
      </pc:sldChg>
      <pc:sldChg chg="addSp">
        <pc:chgData name="Alessandro Ortis" userId="dcdc90ed-3509-45f7-ac48-ad038638580b" providerId="ADAL" clId="{E732F322-E7D6-4B99-A4D9-73B9DA47271D}" dt="2022-03-21T08:28:12.275" v="0"/>
        <pc:sldMkLst>
          <pc:docMk/>
          <pc:sldMk cId="1806277314" sldId="366"/>
        </pc:sldMkLst>
        <pc:inkChg chg="add">
          <ac:chgData name="Alessandro Ortis" userId="dcdc90ed-3509-45f7-ac48-ad038638580b" providerId="ADAL" clId="{E732F322-E7D6-4B99-A4D9-73B9DA47271D}" dt="2022-03-21T08:28:12.275" v="0"/>
          <ac:inkMkLst>
            <pc:docMk/>
            <pc:sldMk cId="1806277314" sldId="366"/>
            <ac:inkMk id="4" creationId="{85EEB209-09CB-408E-B9E7-85A1AAC39993}"/>
          </ac:inkMkLst>
        </pc:inkChg>
      </pc:sldChg>
      <pc:sldChg chg="addSp">
        <pc:chgData name="Alessandro Ortis" userId="dcdc90ed-3509-45f7-ac48-ad038638580b" providerId="ADAL" clId="{E732F322-E7D6-4B99-A4D9-73B9DA47271D}" dt="2022-03-21T08:28:12.275" v="0"/>
        <pc:sldMkLst>
          <pc:docMk/>
          <pc:sldMk cId="1711102218" sldId="367"/>
        </pc:sldMkLst>
        <pc:inkChg chg="add">
          <ac:chgData name="Alessandro Ortis" userId="dcdc90ed-3509-45f7-ac48-ad038638580b" providerId="ADAL" clId="{E732F322-E7D6-4B99-A4D9-73B9DA47271D}" dt="2022-03-21T08:28:12.275" v="0"/>
          <ac:inkMkLst>
            <pc:docMk/>
            <pc:sldMk cId="1711102218" sldId="367"/>
            <ac:inkMk id="3" creationId="{AC22483C-4417-475D-9230-C6846B56CBE2}"/>
          </ac:inkMkLst>
        </pc:inkChg>
      </pc:sldChg>
      <pc:sldChg chg="addSp">
        <pc:chgData name="Alessandro Ortis" userId="dcdc90ed-3509-45f7-ac48-ad038638580b" providerId="ADAL" clId="{E732F322-E7D6-4B99-A4D9-73B9DA47271D}" dt="2022-03-21T08:28:12.275" v="0"/>
        <pc:sldMkLst>
          <pc:docMk/>
          <pc:sldMk cId="3817191559" sldId="368"/>
        </pc:sldMkLst>
        <pc:inkChg chg="add">
          <ac:chgData name="Alessandro Ortis" userId="dcdc90ed-3509-45f7-ac48-ad038638580b" providerId="ADAL" clId="{E732F322-E7D6-4B99-A4D9-73B9DA47271D}" dt="2022-03-21T08:28:12.275" v="0"/>
          <ac:inkMkLst>
            <pc:docMk/>
            <pc:sldMk cId="3817191559" sldId="368"/>
            <ac:inkMk id="3" creationId="{8FB3A26C-4EDD-4833-855B-5CF073FEF0B8}"/>
          </ac:inkMkLst>
        </pc:inkChg>
      </pc:sldChg>
      <pc:sldChg chg="addSp">
        <pc:chgData name="Alessandro Ortis" userId="dcdc90ed-3509-45f7-ac48-ad038638580b" providerId="ADAL" clId="{E732F322-E7D6-4B99-A4D9-73B9DA47271D}" dt="2022-03-21T08:28:12.275" v="0"/>
        <pc:sldMkLst>
          <pc:docMk/>
          <pc:sldMk cId="1613371928" sldId="369"/>
        </pc:sldMkLst>
        <pc:inkChg chg="add">
          <ac:chgData name="Alessandro Ortis" userId="dcdc90ed-3509-45f7-ac48-ad038638580b" providerId="ADAL" clId="{E732F322-E7D6-4B99-A4D9-73B9DA47271D}" dt="2022-03-21T08:28:12.275" v="0"/>
          <ac:inkMkLst>
            <pc:docMk/>
            <pc:sldMk cId="1613371928" sldId="369"/>
            <ac:inkMk id="3" creationId="{DFCE3491-F928-46B1-8927-AAA23E9FAE13}"/>
          </ac:inkMkLst>
        </pc:inkChg>
      </pc:sldChg>
      <pc:sldChg chg="addSp">
        <pc:chgData name="Alessandro Ortis" userId="dcdc90ed-3509-45f7-ac48-ad038638580b" providerId="ADAL" clId="{E732F322-E7D6-4B99-A4D9-73B9DA47271D}" dt="2022-03-21T08:28:12.275" v="0"/>
        <pc:sldMkLst>
          <pc:docMk/>
          <pc:sldMk cId="82470717" sldId="370"/>
        </pc:sldMkLst>
        <pc:inkChg chg="add">
          <ac:chgData name="Alessandro Ortis" userId="dcdc90ed-3509-45f7-ac48-ad038638580b" providerId="ADAL" clId="{E732F322-E7D6-4B99-A4D9-73B9DA47271D}" dt="2022-03-21T08:28:12.275" v="0"/>
          <ac:inkMkLst>
            <pc:docMk/>
            <pc:sldMk cId="82470717" sldId="370"/>
            <ac:inkMk id="3" creationId="{F6A7746D-5A93-4BCF-BA8D-9D3803B9512E}"/>
          </ac:inkMkLst>
        </pc:inkChg>
      </pc:sldChg>
      <pc:sldChg chg="addSp">
        <pc:chgData name="Alessandro Ortis" userId="dcdc90ed-3509-45f7-ac48-ad038638580b" providerId="ADAL" clId="{E732F322-E7D6-4B99-A4D9-73B9DA47271D}" dt="2022-03-21T08:28:12.275" v="0"/>
        <pc:sldMkLst>
          <pc:docMk/>
          <pc:sldMk cId="663289648" sldId="374"/>
        </pc:sldMkLst>
        <pc:inkChg chg="add">
          <ac:chgData name="Alessandro Ortis" userId="dcdc90ed-3509-45f7-ac48-ad038638580b" providerId="ADAL" clId="{E732F322-E7D6-4B99-A4D9-73B9DA47271D}" dt="2022-03-21T08:28:12.275" v="0"/>
          <ac:inkMkLst>
            <pc:docMk/>
            <pc:sldMk cId="663289648" sldId="374"/>
            <ac:inkMk id="6" creationId="{6B33FE99-D084-42A4-97A9-D2EE315B42A7}"/>
          </ac:inkMkLst>
        </pc:inkChg>
      </pc:sldChg>
      <pc:sldChg chg="addSp">
        <pc:chgData name="Alessandro Ortis" userId="dcdc90ed-3509-45f7-ac48-ad038638580b" providerId="ADAL" clId="{E732F322-E7D6-4B99-A4D9-73B9DA47271D}" dt="2022-03-21T08:28:12.275" v="0"/>
        <pc:sldMkLst>
          <pc:docMk/>
          <pc:sldMk cId="3508382510" sldId="377"/>
        </pc:sldMkLst>
        <pc:inkChg chg="add">
          <ac:chgData name="Alessandro Ortis" userId="dcdc90ed-3509-45f7-ac48-ad038638580b" providerId="ADAL" clId="{E732F322-E7D6-4B99-A4D9-73B9DA47271D}" dt="2022-03-21T08:28:12.275" v="0"/>
          <ac:inkMkLst>
            <pc:docMk/>
            <pc:sldMk cId="3508382510" sldId="377"/>
            <ac:inkMk id="3" creationId="{A39B7AA4-41F2-4D78-8CE9-B0789BA57076}"/>
          </ac:inkMkLst>
        </pc:inkChg>
      </pc:sldChg>
      <pc:sldChg chg="modSp mod">
        <pc:chgData name="Alessandro Ortis" userId="dcdc90ed-3509-45f7-ac48-ad038638580b" providerId="ADAL" clId="{E732F322-E7D6-4B99-A4D9-73B9DA47271D}" dt="2022-03-21T08:45:14.448" v="1" actId="20577"/>
        <pc:sldMkLst>
          <pc:docMk/>
          <pc:sldMk cId="1828445722" sldId="380"/>
        </pc:sldMkLst>
        <pc:spChg chg="mod">
          <ac:chgData name="Alessandro Ortis" userId="dcdc90ed-3509-45f7-ac48-ad038638580b" providerId="ADAL" clId="{E732F322-E7D6-4B99-A4D9-73B9DA47271D}" dt="2022-03-21T08:45:14.448" v="1" actId="20577"/>
          <ac:spMkLst>
            <pc:docMk/>
            <pc:sldMk cId="1828445722" sldId="380"/>
            <ac:spMk id="3" creationId="{00000000-0000-0000-0000-000000000000}"/>
          </ac:spMkLst>
        </pc:spChg>
      </pc:sldChg>
    </pc:docChg>
  </pc:docChgLst>
  <pc:docChgLst>
    <pc:chgData name="Alessandro Ortis" userId="dcdc90ed-3509-45f7-ac48-ad038638580b" providerId="ADAL" clId="{0862F533-0299-4001-B8B3-3C685F8319E7}"/>
    <pc:docChg chg="undo custSel addSld delSld modSld sldOrd">
      <pc:chgData name="Alessandro Ortis" userId="dcdc90ed-3509-45f7-ac48-ad038638580b" providerId="ADAL" clId="{0862F533-0299-4001-B8B3-3C685F8319E7}" dt="2022-03-15T11:22:14.041" v="3041" actId="47"/>
      <pc:docMkLst>
        <pc:docMk/>
      </pc:docMkLst>
      <pc:sldChg chg="del">
        <pc:chgData name="Alessandro Ortis" userId="dcdc90ed-3509-45f7-ac48-ad038638580b" providerId="ADAL" clId="{0862F533-0299-4001-B8B3-3C685F8319E7}" dt="2022-03-03T10:03:42.929" v="0" actId="47"/>
        <pc:sldMkLst>
          <pc:docMk/>
          <pc:sldMk cId="3719132681" sldId="256"/>
        </pc:sldMkLst>
      </pc:sldChg>
      <pc:sldChg chg="addSp delSp modSp del mod">
        <pc:chgData name="Alessandro Ortis" userId="dcdc90ed-3509-45f7-ac48-ad038638580b" providerId="ADAL" clId="{0862F533-0299-4001-B8B3-3C685F8319E7}" dt="2022-03-14T10:54:35.719" v="33" actId="47"/>
        <pc:sldMkLst>
          <pc:docMk/>
          <pc:sldMk cId="4286813226" sldId="257"/>
        </pc:sldMkLst>
        <pc:spChg chg="mod">
          <ac:chgData name="Alessandro Ortis" userId="dcdc90ed-3509-45f7-ac48-ad038638580b" providerId="ADAL" clId="{0862F533-0299-4001-B8B3-3C685F8319E7}" dt="2022-03-14T10:54:08.327" v="32" actId="14100"/>
          <ac:spMkLst>
            <pc:docMk/>
            <pc:sldMk cId="4286813226" sldId="257"/>
            <ac:spMk id="3" creationId="{00000000-0000-0000-0000-000000000000}"/>
          </ac:spMkLst>
        </pc:spChg>
        <pc:spChg chg="add del">
          <ac:chgData name="Alessandro Ortis" userId="dcdc90ed-3509-45f7-ac48-ad038638580b" providerId="ADAL" clId="{0862F533-0299-4001-B8B3-3C685F8319E7}" dt="2022-03-14T10:52:35.849" v="30" actId="22"/>
          <ac:spMkLst>
            <pc:docMk/>
            <pc:sldMk cId="4286813226" sldId="257"/>
            <ac:spMk id="5" creationId="{42C8B2A7-8080-4763-B94E-98EADA9FCDED}"/>
          </ac:spMkLst>
        </pc:spChg>
      </pc:sldChg>
      <pc:sldChg chg="ord">
        <pc:chgData name="Alessandro Ortis" userId="dcdc90ed-3509-45f7-ac48-ad038638580b" providerId="ADAL" clId="{0862F533-0299-4001-B8B3-3C685F8319E7}" dt="2022-03-14T10:58:40.283" v="357"/>
        <pc:sldMkLst>
          <pc:docMk/>
          <pc:sldMk cId="1881356657" sldId="259"/>
        </pc:sldMkLst>
      </pc:sldChg>
      <pc:sldChg chg="modSp mod">
        <pc:chgData name="Alessandro Ortis" userId="dcdc90ed-3509-45f7-ac48-ad038638580b" providerId="ADAL" clId="{0862F533-0299-4001-B8B3-3C685F8319E7}" dt="2022-03-14T10:46:17.706" v="28" actId="20577"/>
        <pc:sldMkLst>
          <pc:docMk/>
          <pc:sldMk cId="251957735" sldId="261"/>
        </pc:sldMkLst>
        <pc:spChg chg="mod">
          <ac:chgData name="Alessandro Ortis" userId="dcdc90ed-3509-45f7-ac48-ad038638580b" providerId="ADAL" clId="{0862F533-0299-4001-B8B3-3C685F8319E7}" dt="2022-03-14T10:46:14.699" v="26" actId="20577"/>
          <ac:spMkLst>
            <pc:docMk/>
            <pc:sldMk cId="251957735" sldId="261"/>
            <ac:spMk id="8" creationId="{00000000-0000-0000-0000-000000000000}"/>
          </ac:spMkLst>
        </pc:spChg>
        <pc:spChg chg="mod">
          <ac:chgData name="Alessandro Ortis" userId="dcdc90ed-3509-45f7-ac48-ad038638580b" providerId="ADAL" clId="{0862F533-0299-4001-B8B3-3C685F8319E7}" dt="2022-03-14T10:46:17.706" v="28" actId="20577"/>
          <ac:spMkLst>
            <pc:docMk/>
            <pc:sldMk cId="251957735" sldId="261"/>
            <ac:spMk id="9" creationId="{00000000-0000-0000-0000-000000000000}"/>
          </ac:spMkLst>
        </pc:spChg>
      </pc:sldChg>
      <pc:sldChg chg="modSp add mod">
        <pc:chgData name="Alessandro Ortis" userId="dcdc90ed-3509-45f7-ac48-ad038638580b" providerId="ADAL" clId="{0862F533-0299-4001-B8B3-3C685F8319E7}" dt="2022-03-14T10:57:41.547" v="353" actId="404"/>
        <pc:sldMkLst>
          <pc:docMk/>
          <pc:sldMk cId="671297568" sldId="263"/>
        </pc:sldMkLst>
        <pc:spChg chg="mod">
          <ac:chgData name="Alessandro Ortis" userId="dcdc90ed-3509-45f7-ac48-ad038638580b" providerId="ADAL" clId="{0862F533-0299-4001-B8B3-3C685F8319E7}" dt="2022-03-14T10:57:41.547" v="353" actId="404"/>
          <ac:spMkLst>
            <pc:docMk/>
            <pc:sldMk cId="671297568" sldId="263"/>
            <ac:spMk id="4" creationId="{00000000-0000-0000-0000-000000000000}"/>
          </ac:spMkLst>
        </pc:spChg>
      </pc:sldChg>
      <pc:sldChg chg="del">
        <pc:chgData name="Alessandro Ortis" userId="dcdc90ed-3509-45f7-ac48-ad038638580b" providerId="ADAL" clId="{0862F533-0299-4001-B8B3-3C685F8319E7}" dt="2022-03-14T10:55:36.201" v="34" actId="2696"/>
        <pc:sldMkLst>
          <pc:docMk/>
          <pc:sldMk cId="1165222029" sldId="263"/>
        </pc:sldMkLst>
      </pc:sldChg>
      <pc:sldChg chg="ord">
        <pc:chgData name="Alessandro Ortis" userId="dcdc90ed-3509-45f7-ac48-ad038638580b" providerId="ADAL" clId="{0862F533-0299-4001-B8B3-3C685F8319E7}" dt="2022-03-15T11:14:06.940" v="2615"/>
        <pc:sldMkLst>
          <pc:docMk/>
          <pc:sldMk cId="1502613601" sldId="273"/>
        </pc:sldMkLst>
      </pc:sldChg>
      <pc:sldChg chg="addSp delSp modSp mod">
        <pc:chgData name="Alessandro Ortis" userId="dcdc90ed-3509-45f7-ac48-ad038638580b" providerId="ADAL" clId="{0862F533-0299-4001-B8B3-3C685F8319E7}" dt="2022-03-15T09:30:13.888" v="739"/>
        <pc:sldMkLst>
          <pc:docMk/>
          <pc:sldMk cId="2946504290" sldId="287"/>
        </pc:sldMkLst>
        <pc:spChg chg="mod">
          <ac:chgData name="Alessandro Ortis" userId="dcdc90ed-3509-45f7-ac48-ad038638580b" providerId="ADAL" clId="{0862F533-0299-4001-B8B3-3C685F8319E7}" dt="2022-03-15T09:26:30.027" v="737" actId="20577"/>
          <ac:spMkLst>
            <pc:docMk/>
            <pc:sldMk cId="2946504290" sldId="287"/>
            <ac:spMk id="2" creationId="{00000000-0000-0000-0000-000000000000}"/>
          </ac:spMkLst>
        </pc:spChg>
        <pc:spChg chg="mod">
          <ac:chgData name="Alessandro Ortis" userId="dcdc90ed-3509-45f7-ac48-ad038638580b" providerId="ADAL" clId="{0862F533-0299-4001-B8B3-3C685F8319E7}" dt="2022-03-15T09:21:17.907" v="686" actId="20577"/>
          <ac:spMkLst>
            <pc:docMk/>
            <pc:sldMk cId="2946504290" sldId="287"/>
            <ac:spMk id="3" creationId="{00000000-0000-0000-0000-000000000000}"/>
          </ac:spMkLst>
        </pc:spChg>
        <pc:picChg chg="add del mod">
          <ac:chgData name="Alessandro Ortis" userId="dcdc90ed-3509-45f7-ac48-ad038638580b" providerId="ADAL" clId="{0862F533-0299-4001-B8B3-3C685F8319E7}" dt="2022-03-15T09:30:13.888" v="739"/>
          <ac:picMkLst>
            <pc:docMk/>
            <pc:sldMk cId="2946504290" sldId="287"/>
            <ac:picMk id="4" creationId="{35F8DBF5-74B2-42A2-8217-6CDB52DC6272}"/>
          </ac:picMkLst>
        </pc:picChg>
      </pc:sldChg>
      <pc:sldChg chg="modSp add mod ord">
        <pc:chgData name="Alessandro Ortis" userId="dcdc90ed-3509-45f7-ac48-ad038638580b" providerId="ADAL" clId="{0862F533-0299-4001-B8B3-3C685F8319E7}" dt="2022-03-15T11:20:46.317" v="3026" actId="6549"/>
        <pc:sldMkLst>
          <pc:docMk/>
          <pc:sldMk cId="0" sldId="314"/>
        </pc:sldMkLst>
        <pc:spChg chg="mod">
          <ac:chgData name="Alessandro Ortis" userId="dcdc90ed-3509-45f7-ac48-ad038638580b" providerId="ADAL" clId="{0862F533-0299-4001-B8B3-3C685F8319E7}" dt="2022-03-15T11:20:46.317" v="3026" actId="6549"/>
          <ac:spMkLst>
            <pc:docMk/>
            <pc:sldMk cId="0" sldId="314"/>
            <ac:spMk id="2" creationId="{00000000-0000-0000-0000-000000000000}"/>
          </ac:spMkLst>
        </pc:spChg>
      </pc:sldChg>
      <pc:sldChg chg="add">
        <pc:chgData name="Alessandro Ortis" userId="dcdc90ed-3509-45f7-ac48-ad038638580b" providerId="ADAL" clId="{0862F533-0299-4001-B8B3-3C685F8319E7}" dt="2022-03-14T10:52:37.087" v="31"/>
        <pc:sldMkLst>
          <pc:docMk/>
          <pc:sldMk cId="2739694708" sldId="315"/>
        </pc:sldMkLst>
      </pc:sldChg>
      <pc:sldChg chg="add">
        <pc:chgData name="Alessandro Ortis" userId="dcdc90ed-3509-45f7-ac48-ad038638580b" providerId="ADAL" clId="{0862F533-0299-4001-B8B3-3C685F8319E7}" dt="2022-03-14T10:55:42.601" v="36"/>
        <pc:sldMkLst>
          <pc:docMk/>
          <pc:sldMk cId="575883652" sldId="316"/>
        </pc:sldMkLst>
      </pc:sldChg>
      <pc:sldChg chg="mod modShow">
        <pc:chgData name="Alessandro Ortis" userId="dcdc90ed-3509-45f7-ac48-ad038638580b" providerId="ADAL" clId="{0862F533-0299-4001-B8B3-3C685F8319E7}" dt="2022-03-15T11:12:27.441" v="2611" actId="729"/>
        <pc:sldMkLst>
          <pc:docMk/>
          <pc:sldMk cId="2556990449" sldId="317"/>
        </pc:sldMkLst>
      </pc:sldChg>
      <pc:sldChg chg="addSp delSp modSp add mod modShow">
        <pc:chgData name="Alessandro Ortis" userId="dcdc90ed-3509-45f7-ac48-ad038638580b" providerId="ADAL" clId="{0862F533-0299-4001-B8B3-3C685F8319E7}" dt="2022-03-14T11:09:55.810" v="685" actId="729"/>
        <pc:sldMkLst>
          <pc:docMk/>
          <pc:sldMk cId="4106206963" sldId="317"/>
        </pc:sldMkLst>
        <pc:spChg chg="mod">
          <ac:chgData name="Alessandro Ortis" userId="dcdc90ed-3509-45f7-ac48-ad038638580b" providerId="ADAL" clId="{0862F533-0299-4001-B8B3-3C685F8319E7}" dt="2022-03-14T10:58:47.941" v="365" actId="20577"/>
          <ac:spMkLst>
            <pc:docMk/>
            <pc:sldMk cId="4106206963" sldId="317"/>
            <ac:spMk id="2" creationId="{00000000-0000-0000-0000-000000000000}"/>
          </ac:spMkLst>
        </pc:spChg>
        <pc:spChg chg="mod">
          <ac:chgData name="Alessandro Ortis" userId="dcdc90ed-3509-45f7-ac48-ad038638580b" providerId="ADAL" clId="{0862F533-0299-4001-B8B3-3C685F8319E7}" dt="2022-03-14T11:00:32.522" v="421" actId="20577"/>
          <ac:spMkLst>
            <pc:docMk/>
            <pc:sldMk cId="4106206963" sldId="317"/>
            <ac:spMk id="4" creationId="{00000000-0000-0000-0000-000000000000}"/>
          </ac:spMkLst>
        </pc:spChg>
        <pc:spChg chg="add mod">
          <ac:chgData name="Alessandro Ortis" userId="dcdc90ed-3509-45f7-ac48-ad038638580b" providerId="ADAL" clId="{0862F533-0299-4001-B8B3-3C685F8319E7}" dt="2022-03-14T11:01:06.436" v="439" actId="1076"/>
          <ac:spMkLst>
            <pc:docMk/>
            <pc:sldMk cId="4106206963" sldId="317"/>
            <ac:spMk id="6" creationId="{7E5274E1-FD79-4F55-AC63-4E9A65E318A5}"/>
          </ac:spMkLst>
        </pc:spChg>
        <pc:spChg chg="add mod">
          <ac:chgData name="Alessandro Ortis" userId="dcdc90ed-3509-45f7-ac48-ad038638580b" providerId="ADAL" clId="{0862F533-0299-4001-B8B3-3C685F8319E7}" dt="2022-03-14T11:01:37.908" v="548" actId="14100"/>
          <ac:spMkLst>
            <pc:docMk/>
            <pc:sldMk cId="4106206963" sldId="317"/>
            <ac:spMk id="7" creationId="{6112C059-0F96-4360-BE9B-F07AF75D5CB7}"/>
          </ac:spMkLst>
        </pc:spChg>
        <pc:spChg chg="add mod">
          <ac:chgData name="Alessandro Ortis" userId="dcdc90ed-3509-45f7-ac48-ad038638580b" providerId="ADAL" clId="{0862F533-0299-4001-B8B3-3C685F8319E7}" dt="2022-03-14T11:07:43.914" v="670" actId="20577"/>
          <ac:spMkLst>
            <pc:docMk/>
            <pc:sldMk cId="4106206963" sldId="317"/>
            <ac:spMk id="9" creationId="{20ADF7E0-BF5A-401F-8856-32DB50FFF67D}"/>
          </ac:spMkLst>
        </pc:spChg>
        <pc:graphicFrameChg chg="add mod modGraphic">
          <ac:chgData name="Alessandro Ortis" userId="dcdc90ed-3509-45f7-ac48-ad038638580b" providerId="ADAL" clId="{0862F533-0299-4001-B8B3-3C685F8319E7}" dt="2022-03-14T11:00:36.707" v="422" actId="1076"/>
          <ac:graphicFrameMkLst>
            <pc:docMk/>
            <pc:sldMk cId="4106206963" sldId="317"/>
            <ac:graphicFrameMk id="5" creationId="{5205B00C-C5E7-48C8-8EF5-1D6FE48B97A9}"/>
          </ac:graphicFrameMkLst>
        </pc:graphicFrameChg>
        <pc:picChg chg="add mod">
          <ac:chgData name="Alessandro Ortis" userId="dcdc90ed-3509-45f7-ac48-ad038638580b" providerId="ADAL" clId="{0862F533-0299-4001-B8B3-3C685F8319E7}" dt="2022-03-14T11:05:29.490" v="655" actId="1076"/>
          <ac:picMkLst>
            <pc:docMk/>
            <pc:sldMk cId="4106206963" sldId="317"/>
            <ac:picMk id="8" creationId="{EBF1427D-AE35-4557-826A-F32E66FF991C}"/>
          </ac:picMkLst>
        </pc:picChg>
        <pc:picChg chg="add del mod modCrop">
          <ac:chgData name="Alessandro Ortis" userId="dcdc90ed-3509-45f7-ac48-ad038638580b" providerId="ADAL" clId="{0862F533-0299-4001-B8B3-3C685F8319E7}" dt="2022-03-14T11:09:49.815" v="684" actId="478"/>
          <ac:picMkLst>
            <pc:docMk/>
            <pc:sldMk cId="4106206963" sldId="317"/>
            <ac:picMk id="11" creationId="{B6CA56B9-14F2-4845-940E-318D1B4085AE}"/>
          </ac:picMkLst>
        </pc:picChg>
        <pc:picChg chg="add del mod">
          <ac:chgData name="Alessandro Ortis" userId="dcdc90ed-3509-45f7-ac48-ad038638580b" providerId="ADAL" clId="{0862F533-0299-4001-B8B3-3C685F8319E7}" dt="2022-03-14T11:09:12.118" v="677"/>
          <ac:picMkLst>
            <pc:docMk/>
            <pc:sldMk cId="4106206963" sldId="317"/>
            <ac:picMk id="12" creationId="{5499D8CB-248E-4BE8-8E80-2BA8A6B16A7E}"/>
          </ac:picMkLst>
        </pc:picChg>
      </pc:sldChg>
      <pc:sldChg chg="addSp modSp mod ord modShow">
        <pc:chgData name="Alessandro Ortis" userId="dcdc90ed-3509-45f7-ac48-ad038638580b" providerId="ADAL" clId="{0862F533-0299-4001-B8B3-3C685F8319E7}" dt="2022-03-15T11:14:08.939" v="2617"/>
        <pc:sldMkLst>
          <pc:docMk/>
          <pc:sldMk cId="1187735878" sldId="318"/>
        </pc:sldMkLst>
        <pc:picChg chg="add mod">
          <ac:chgData name="Alessandro Ortis" userId="dcdc90ed-3509-45f7-ac48-ad038638580b" providerId="ADAL" clId="{0862F533-0299-4001-B8B3-3C685F8319E7}" dt="2022-03-15T09:21:50.052" v="687"/>
          <ac:picMkLst>
            <pc:docMk/>
            <pc:sldMk cId="1187735878" sldId="318"/>
            <ac:picMk id="10" creationId="{7BEE60AB-382E-43CC-8C38-9AAFD39DCB5F}"/>
          </ac:picMkLst>
        </pc:picChg>
      </pc:sldChg>
      <pc:sldChg chg="add mod modShow">
        <pc:chgData name="Alessandro Ortis" userId="dcdc90ed-3509-45f7-ac48-ad038638580b" providerId="ADAL" clId="{0862F533-0299-4001-B8B3-3C685F8319E7}" dt="2022-03-14T11:09:55.810" v="685" actId="729"/>
        <pc:sldMkLst>
          <pc:docMk/>
          <pc:sldMk cId="2344769950" sldId="318"/>
        </pc:sldMkLst>
      </pc:sldChg>
      <pc:sldChg chg="add del">
        <pc:chgData name="Alessandro Ortis" userId="dcdc90ed-3509-45f7-ac48-ad038638580b" providerId="ADAL" clId="{0862F533-0299-4001-B8B3-3C685F8319E7}" dt="2022-03-14T11:07:19.700" v="660"/>
        <pc:sldMkLst>
          <pc:docMk/>
          <pc:sldMk cId="4239251504" sldId="318"/>
        </pc:sldMkLst>
      </pc:sldChg>
      <pc:sldChg chg="add mod modShow">
        <pc:chgData name="Alessandro Ortis" userId="dcdc90ed-3509-45f7-ac48-ad038638580b" providerId="ADAL" clId="{0862F533-0299-4001-B8B3-3C685F8319E7}" dt="2022-03-14T11:09:55.810" v="685" actId="729"/>
        <pc:sldMkLst>
          <pc:docMk/>
          <pc:sldMk cId="357320764" sldId="319"/>
        </pc:sldMkLst>
      </pc:sldChg>
      <pc:sldChg chg="add del">
        <pc:chgData name="Alessandro Ortis" userId="dcdc90ed-3509-45f7-ac48-ad038638580b" providerId="ADAL" clId="{0862F533-0299-4001-B8B3-3C685F8319E7}" dt="2022-03-14T11:09:19.469" v="679"/>
        <pc:sldMkLst>
          <pc:docMk/>
          <pc:sldMk cId="1891272997" sldId="319"/>
        </pc:sldMkLst>
      </pc:sldChg>
      <pc:sldChg chg="mod modShow">
        <pc:chgData name="Alessandro Ortis" userId="dcdc90ed-3509-45f7-ac48-ad038638580b" providerId="ADAL" clId="{0862F533-0299-4001-B8B3-3C685F8319E7}" dt="2022-03-15T11:12:27.441" v="2611" actId="729"/>
        <pc:sldMkLst>
          <pc:docMk/>
          <pc:sldMk cId="2540264350" sldId="319"/>
        </pc:sldMkLst>
      </pc:sldChg>
      <pc:sldChg chg="mod modShow">
        <pc:chgData name="Alessandro Ortis" userId="dcdc90ed-3509-45f7-ac48-ad038638580b" providerId="ADAL" clId="{0862F533-0299-4001-B8B3-3C685F8319E7}" dt="2022-03-15T11:12:27.441" v="2611" actId="729"/>
        <pc:sldMkLst>
          <pc:docMk/>
          <pc:sldMk cId="580655310" sldId="320"/>
        </pc:sldMkLst>
      </pc:sldChg>
      <pc:sldChg chg="add mod modShow">
        <pc:chgData name="Alessandro Ortis" userId="dcdc90ed-3509-45f7-ac48-ad038638580b" providerId="ADAL" clId="{0862F533-0299-4001-B8B3-3C685F8319E7}" dt="2022-03-14T11:09:55.810" v="685" actId="729"/>
        <pc:sldMkLst>
          <pc:docMk/>
          <pc:sldMk cId="1297134440" sldId="320"/>
        </pc:sldMkLst>
      </pc:sldChg>
      <pc:sldChg chg="addSp delSp modSp mod">
        <pc:chgData name="Alessandro Ortis" userId="dcdc90ed-3509-45f7-ac48-ad038638580b" providerId="ADAL" clId="{0862F533-0299-4001-B8B3-3C685F8319E7}" dt="2022-03-15T09:24:05.729" v="698"/>
        <pc:sldMkLst>
          <pc:docMk/>
          <pc:sldMk cId="456388586" sldId="334"/>
        </pc:sldMkLst>
        <pc:spChg chg="mod">
          <ac:chgData name="Alessandro Ortis" userId="dcdc90ed-3509-45f7-ac48-ad038638580b" providerId="ADAL" clId="{0862F533-0299-4001-B8B3-3C685F8319E7}" dt="2022-03-15T09:23:56.029" v="696" actId="20577"/>
          <ac:spMkLst>
            <pc:docMk/>
            <pc:sldMk cId="456388586" sldId="334"/>
            <ac:spMk id="4" creationId="{00000000-0000-0000-0000-000000000000}"/>
          </ac:spMkLst>
        </pc:spChg>
        <pc:picChg chg="del">
          <ac:chgData name="Alessandro Ortis" userId="dcdc90ed-3509-45f7-ac48-ad038638580b" providerId="ADAL" clId="{0862F533-0299-4001-B8B3-3C685F8319E7}" dt="2022-03-15T09:23:41.863" v="691" actId="478"/>
          <ac:picMkLst>
            <pc:docMk/>
            <pc:sldMk cId="456388586" sldId="334"/>
            <ac:picMk id="5" creationId="{0322CADB-BCDA-40E2-9791-18F6F06E75BF}"/>
          </ac:picMkLst>
        </pc:picChg>
        <pc:picChg chg="add del mod">
          <ac:chgData name="Alessandro Ortis" userId="dcdc90ed-3509-45f7-ac48-ad038638580b" providerId="ADAL" clId="{0862F533-0299-4001-B8B3-3C685F8319E7}" dt="2022-03-15T09:23:48.130" v="693"/>
          <ac:picMkLst>
            <pc:docMk/>
            <pc:sldMk cId="456388586" sldId="334"/>
            <ac:picMk id="6" creationId="{F1E5DC78-A366-48EB-AB93-241785620382}"/>
          </ac:picMkLst>
        </pc:picChg>
        <pc:picChg chg="add del mod">
          <ac:chgData name="Alessandro Ortis" userId="dcdc90ed-3509-45f7-ac48-ad038638580b" providerId="ADAL" clId="{0862F533-0299-4001-B8B3-3C685F8319E7}" dt="2022-03-15T09:24:02.217" v="697" actId="478"/>
          <ac:picMkLst>
            <pc:docMk/>
            <pc:sldMk cId="456388586" sldId="334"/>
            <ac:picMk id="7" creationId="{D5FBF50F-7AE7-4484-B639-0CD3C47AA88C}"/>
          </ac:picMkLst>
        </pc:picChg>
        <pc:picChg chg="add mod">
          <ac:chgData name="Alessandro Ortis" userId="dcdc90ed-3509-45f7-ac48-ad038638580b" providerId="ADAL" clId="{0862F533-0299-4001-B8B3-3C685F8319E7}" dt="2022-03-15T09:24:05.729" v="698"/>
          <ac:picMkLst>
            <pc:docMk/>
            <pc:sldMk cId="456388586" sldId="334"/>
            <ac:picMk id="8" creationId="{8BCA5D48-EFCD-41EA-9EA0-7C2A577D7E43}"/>
          </ac:picMkLst>
        </pc:picChg>
      </pc:sldChg>
      <pc:sldChg chg="modSp mod ord">
        <pc:chgData name="Alessandro Ortis" userId="dcdc90ed-3509-45f7-ac48-ad038638580b" providerId="ADAL" clId="{0862F533-0299-4001-B8B3-3C685F8319E7}" dt="2022-03-15T11:21:12.732" v="3040" actId="20577"/>
        <pc:sldMkLst>
          <pc:docMk/>
          <pc:sldMk cId="965368216" sldId="339"/>
        </pc:sldMkLst>
        <pc:spChg chg="mod">
          <ac:chgData name="Alessandro Ortis" userId="dcdc90ed-3509-45f7-ac48-ad038638580b" providerId="ADAL" clId="{0862F533-0299-4001-B8B3-3C685F8319E7}" dt="2022-03-15T11:21:12.732" v="3040" actId="20577"/>
          <ac:spMkLst>
            <pc:docMk/>
            <pc:sldMk cId="965368216" sldId="339"/>
            <ac:spMk id="4" creationId="{00000000-0000-0000-0000-000000000000}"/>
          </ac:spMkLst>
        </pc:spChg>
      </pc:sldChg>
      <pc:sldChg chg="modSp add mod">
        <pc:chgData name="Alessandro Ortis" userId="dcdc90ed-3509-45f7-ac48-ad038638580b" providerId="ADAL" clId="{0862F533-0299-4001-B8B3-3C685F8319E7}" dt="2022-03-15T09:31:35.372" v="882" actId="123"/>
        <pc:sldMkLst>
          <pc:docMk/>
          <pc:sldMk cId="2655164474" sldId="340"/>
        </pc:sldMkLst>
        <pc:spChg chg="mod">
          <ac:chgData name="Alessandro Ortis" userId="dcdc90ed-3509-45f7-ac48-ad038638580b" providerId="ADAL" clId="{0862F533-0299-4001-B8B3-3C685F8319E7}" dt="2022-03-15T09:31:35.372" v="882" actId="123"/>
          <ac:spMkLst>
            <pc:docMk/>
            <pc:sldMk cId="2655164474" sldId="340"/>
            <ac:spMk id="3" creationId="{00000000-0000-0000-0000-000000000000}"/>
          </ac:spMkLst>
        </pc:spChg>
      </pc:sldChg>
      <pc:sldChg chg="modSp add mod">
        <pc:chgData name="Alessandro Ortis" userId="dcdc90ed-3509-45f7-ac48-ad038638580b" providerId="ADAL" clId="{0862F533-0299-4001-B8B3-3C685F8319E7}" dt="2022-03-15T09:33:21.771" v="1045" actId="20577"/>
        <pc:sldMkLst>
          <pc:docMk/>
          <pc:sldMk cId="498439705" sldId="341"/>
        </pc:sldMkLst>
        <pc:spChg chg="mod">
          <ac:chgData name="Alessandro Ortis" userId="dcdc90ed-3509-45f7-ac48-ad038638580b" providerId="ADAL" clId="{0862F533-0299-4001-B8B3-3C685F8319E7}" dt="2022-03-15T09:33:21.771" v="1045" actId="20577"/>
          <ac:spMkLst>
            <pc:docMk/>
            <pc:sldMk cId="498439705" sldId="341"/>
            <ac:spMk id="3" creationId="{00000000-0000-0000-0000-000000000000}"/>
          </ac:spMkLst>
        </pc:spChg>
      </pc:sldChg>
      <pc:sldChg chg="modSp add mod">
        <pc:chgData name="Alessandro Ortis" userId="dcdc90ed-3509-45f7-ac48-ad038638580b" providerId="ADAL" clId="{0862F533-0299-4001-B8B3-3C685F8319E7}" dt="2022-03-15T09:42:49.611" v="1177" actId="20577"/>
        <pc:sldMkLst>
          <pc:docMk/>
          <pc:sldMk cId="3332984812" sldId="342"/>
        </pc:sldMkLst>
        <pc:spChg chg="mod">
          <ac:chgData name="Alessandro Ortis" userId="dcdc90ed-3509-45f7-ac48-ad038638580b" providerId="ADAL" clId="{0862F533-0299-4001-B8B3-3C685F8319E7}" dt="2022-03-15T09:42:49.611" v="1177" actId="20577"/>
          <ac:spMkLst>
            <pc:docMk/>
            <pc:sldMk cId="3332984812" sldId="342"/>
            <ac:spMk id="4" creationId="{00000000-0000-0000-0000-000000000000}"/>
          </ac:spMkLst>
        </pc:spChg>
      </pc:sldChg>
      <pc:sldChg chg="add del">
        <pc:chgData name="Alessandro Ortis" userId="dcdc90ed-3509-45f7-ac48-ad038638580b" providerId="ADAL" clId="{0862F533-0299-4001-B8B3-3C685F8319E7}" dt="2022-03-15T09:44:07.338" v="1181"/>
        <pc:sldMkLst>
          <pc:docMk/>
          <pc:sldMk cId="448304477" sldId="343"/>
        </pc:sldMkLst>
      </pc:sldChg>
      <pc:sldChg chg="modSp add mod">
        <pc:chgData name="Alessandro Ortis" userId="dcdc90ed-3509-45f7-ac48-ad038638580b" providerId="ADAL" clId="{0862F533-0299-4001-B8B3-3C685F8319E7}" dt="2022-03-15T09:52:46.514" v="1880" actId="27636"/>
        <pc:sldMkLst>
          <pc:docMk/>
          <pc:sldMk cId="1202266677" sldId="343"/>
        </pc:sldMkLst>
        <pc:spChg chg="mod">
          <ac:chgData name="Alessandro Ortis" userId="dcdc90ed-3509-45f7-ac48-ad038638580b" providerId="ADAL" clId="{0862F533-0299-4001-B8B3-3C685F8319E7}" dt="2022-03-15T09:50:12.423" v="1535" actId="20577"/>
          <ac:spMkLst>
            <pc:docMk/>
            <pc:sldMk cId="1202266677" sldId="343"/>
            <ac:spMk id="2" creationId="{00000000-0000-0000-0000-000000000000}"/>
          </ac:spMkLst>
        </pc:spChg>
        <pc:spChg chg="mod">
          <ac:chgData name="Alessandro Ortis" userId="dcdc90ed-3509-45f7-ac48-ad038638580b" providerId="ADAL" clId="{0862F533-0299-4001-B8B3-3C685F8319E7}" dt="2022-03-15T09:52:46.514" v="1880" actId="27636"/>
          <ac:spMkLst>
            <pc:docMk/>
            <pc:sldMk cId="1202266677" sldId="343"/>
            <ac:spMk id="3" creationId="{00000000-0000-0000-0000-000000000000}"/>
          </ac:spMkLst>
        </pc:spChg>
      </pc:sldChg>
      <pc:sldChg chg="modSp add del mod">
        <pc:chgData name="Alessandro Ortis" userId="dcdc90ed-3509-45f7-ac48-ad038638580b" providerId="ADAL" clId="{0862F533-0299-4001-B8B3-3C685F8319E7}" dt="2022-03-15T09:49:55.954" v="1519" actId="47"/>
        <pc:sldMkLst>
          <pc:docMk/>
          <pc:sldMk cId="107634648" sldId="344"/>
        </pc:sldMkLst>
        <pc:spChg chg="mod">
          <ac:chgData name="Alessandro Ortis" userId="dcdc90ed-3509-45f7-ac48-ad038638580b" providerId="ADAL" clId="{0862F533-0299-4001-B8B3-3C685F8319E7}" dt="2022-03-15T09:47:32.657" v="1518" actId="20577"/>
          <ac:spMkLst>
            <pc:docMk/>
            <pc:sldMk cId="107634648" sldId="344"/>
            <ac:spMk id="3" creationId="{00000000-0000-0000-0000-000000000000}"/>
          </ac:spMkLst>
        </pc:spChg>
      </pc:sldChg>
      <pc:sldChg chg="modSp add mod">
        <pc:chgData name="Alessandro Ortis" userId="dcdc90ed-3509-45f7-ac48-ad038638580b" providerId="ADAL" clId="{0862F533-0299-4001-B8B3-3C685F8319E7}" dt="2022-03-15T09:54:51.242" v="2110" actId="27636"/>
        <pc:sldMkLst>
          <pc:docMk/>
          <pc:sldMk cId="178212444" sldId="344"/>
        </pc:sldMkLst>
        <pc:spChg chg="mod">
          <ac:chgData name="Alessandro Ortis" userId="dcdc90ed-3509-45f7-ac48-ad038638580b" providerId="ADAL" clId="{0862F533-0299-4001-B8B3-3C685F8319E7}" dt="2022-03-15T09:54:51.242" v="2110" actId="27636"/>
          <ac:spMkLst>
            <pc:docMk/>
            <pc:sldMk cId="178212444" sldId="344"/>
            <ac:spMk id="3" creationId="{00000000-0000-0000-0000-000000000000}"/>
          </ac:spMkLst>
        </pc:spChg>
      </pc:sldChg>
      <pc:sldChg chg="addSp delSp modSp add mod">
        <pc:chgData name="Alessandro Ortis" userId="dcdc90ed-3509-45f7-ac48-ad038638580b" providerId="ADAL" clId="{0862F533-0299-4001-B8B3-3C685F8319E7}" dt="2022-03-15T10:56:27.090" v="2303" actId="947"/>
        <pc:sldMkLst>
          <pc:docMk/>
          <pc:sldMk cId="2338446226" sldId="345"/>
        </pc:sldMkLst>
        <pc:spChg chg="add del mod">
          <ac:chgData name="Alessandro Ortis" userId="dcdc90ed-3509-45f7-ac48-ad038638580b" providerId="ADAL" clId="{0862F533-0299-4001-B8B3-3C685F8319E7}" dt="2022-03-15T10:55:52.259" v="2293" actId="1076"/>
          <ac:spMkLst>
            <pc:docMk/>
            <pc:sldMk cId="2338446226" sldId="345"/>
            <ac:spMk id="3" creationId="{00000000-0000-0000-0000-000000000000}"/>
          </ac:spMkLst>
        </pc:spChg>
        <pc:spChg chg="add del mod">
          <ac:chgData name="Alessandro Ortis" userId="dcdc90ed-3509-45f7-ac48-ad038638580b" providerId="ADAL" clId="{0862F533-0299-4001-B8B3-3C685F8319E7}" dt="2022-03-15T09:55:34.352" v="2115"/>
          <ac:spMkLst>
            <pc:docMk/>
            <pc:sldMk cId="2338446226" sldId="345"/>
            <ac:spMk id="4" creationId="{8726FFF4-0C2B-4187-81C2-A439380A62A1}"/>
          </ac:spMkLst>
        </pc:spChg>
        <pc:spChg chg="add mod">
          <ac:chgData name="Alessandro Ortis" userId="dcdc90ed-3509-45f7-ac48-ad038638580b" providerId="ADAL" clId="{0862F533-0299-4001-B8B3-3C685F8319E7}" dt="2022-03-15T10:55:54.745" v="2294" actId="1076"/>
          <ac:spMkLst>
            <pc:docMk/>
            <pc:sldMk cId="2338446226" sldId="345"/>
            <ac:spMk id="5" creationId="{18C5CF70-4182-4994-8FCD-72A350D39999}"/>
          </ac:spMkLst>
        </pc:spChg>
        <pc:spChg chg="add mod">
          <ac:chgData name="Alessandro Ortis" userId="dcdc90ed-3509-45f7-ac48-ad038638580b" providerId="ADAL" clId="{0862F533-0299-4001-B8B3-3C685F8319E7}" dt="2022-03-15T10:56:14.843" v="2299" actId="14100"/>
          <ac:spMkLst>
            <pc:docMk/>
            <pc:sldMk cId="2338446226" sldId="345"/>
            <ac:spMk id="7" creationId="{77AE8FC8-6A97-4FCD-8E50-127EC8FA5289}"/>
          </ac:spMkLst>
        </pc:spChg>
        <pc:spChg chg="add mod">
          <ac:chgData name="Alessandro Ortis" userId="dcdc90ed-3509-45f7-ac48-ad038638580b" providerId="ADAL" clId="{0862F533-0299-4001-B8B3-3C685F8319E7}" dt="2022-03-15T10:56:27.090" v="2303" actId="947"/>
          <ac:spMkLst>
            <pc:docMk/>
            <pc:sldMk cId="2338446226" sldId="345"/>
            <ac:spMk id="8" creationId="{780F037B-4E63-46E6-9CF3-ACBBBE25F3F3}"/>
          </ac:spMkLst>
        </pc:spChg>
      </pc:sldChg>
      <pc:sldChg chg="addSp delSp modSp add mod">
        <pc:chgData name="Alessandro Ortis" userId="dcdc90ed-3509-45f7-ac48-ad038638580b" providerId="ADAL" clId="{0862F533-0299-4001-B8B3-3C685F8319E7}" dt="2022-03-15T10:58:46.411" v="2363" actId="14100"/>
        <pc:sldMkLst>
          <pc:docMk/>
          <pc:sldMk cId="3190568872" sldId="346"/>
        </pc:sldMkLst>
        <pc:spChg chg="mod">
          <ac:chgData name="Alessandro Ortis" userId="dcdc90ed-3509-45f7-ac48-ad038638580b" providerId="ADAL" clId="{0862F533-0299-4001-B8B3-3C685F8319E7}" dt="2022-03-15T10:58:27.867" v="2351" actId="20577"/>
          <ac:spMkLst>
            <pc:docMk/>
            <pc:sldMk cId="3190568872" sldId="346"/>
            <ac:spMk id="3" creationId="{00000000-0000-0000-0000-000000000000}"/>
          </ac:spMkLst>
        </pc:spChg>
        <pc:spChg chg="mod">
          <ac:chgData name="Alessandro Ortis" userId="dcdc90ed-3509-45f7-ac48-ad038638580b" providerId="ADAL" clId="{0862F533-0299-4001-B8B3-3C685F8319E7}" dt="2022-03-15T10:58:31.859" v="2352" actId="14100"/>
          <ac:spMkLst>
            <pc:docMk/>
            <pc:sldMk cId="3190568872" sldId="346"/>
            <ac:spMk id="5" creationId="{18C5CF70-4182-4994-8FCD-72A350D39999}"/>
          </ac:spMkLst>
        </pc:spChg>
        <pc:spChg chg="mod">
          <ac:chgData name="Alessandro Ortis" userId="dcdc90ed-3509-45f7-ac48-ad038638580b" providerId="ADAL" clId="{0862F533-0299-4001-B8B3-3C685F8319E7}" dt="2022-03-15T10:57:04.768" v="2311" actId="20577"/>
          <ac:spMkLst>
            <pc:docMk/>
            <pc:sldMk cId="3190568872" sldId="346"/>
            <ac:spMk id="7" creationId="{77AE8FC8-6A97-4FCD-8E50-127EC8FA5289}"/>
          </ac:spMkLst>
        </pc:spChg>
        <pc:spChg chg="mod">
          <ac:chgData name="Alessandro Ortis" userId="dcdc90ed-3509-45f7-ac48-ad038638580b" providerId="ADAL" clId="{0862F533-0299-4001-B8B3-3C685F8319E7}" dt="2022-03-15T10:58:46.411" v="2363" actId="14100"/>
          <ac:spMkLst>
            <pc:docMk/>
            <pc:sldMk cId="3190568872" sldId="346"/>
            <ac:spMk id="8" creationId="{780F037B-4E63-46E6-9CF3-ACBBBE25F3F3}"/>
          </ac:spMkLst>
        </pc:spChg>
        <pc:spChg chg="add del">
          <ac:chgData name="Alessandro Ortis" userId="dcdc90ed-3509-45f7-ac48-ad038638580b" providerId="ADAL" clId="{0862F533-0299-4001-B8B3-3C685F8319E7}" dt="2022-03-15T10:58:13.429" v="2345" actId="22"/>
          <ac:spMkLst>
            <pc:docMk/>
            <pc:sldMk cId="3190568872" sldId="346"/>
            <ac:spMk id="9" creationId="{9DB95F7E-F902-443E-A3B9-72AAA6D4D9FF}"/>
          </ac:spMkLst>
        </pc:spChg>
      </pc:sldChg>
      <pc:sldChg chg="addSp delSp modSp add mod modShow">
        <pc:chgData name="Alessandro Ortis" userId="dcdc90ed-3509-45f7-ac48-ad038638580b" providerId="ADAL" clId="{0862F533-0299-4001-B8B3-3C685F8319E7}" dt="2022-03-15T11:07:15.950" v="2499" actId="478"/>
        <pc:sldMkLst>
          <pc:docMk/>
          <pc:sldMk cId="1033801758" sldId="347"/>
        </pc:sldMkLst>
        <pc:spChg chg="mod">
          <ac:chgData name="Alessandro Ortis" userId="dcdc90ed-3509-45f7-ac48-ad038638580b" providerId="ADAL" clId="{0862F533-0299-4001-B8B3-3C685F8319E7}" dt="2022-03-15T11:03:39.435" v="2423" actId="20577"/>
          <ac:spMkLst>
            <pc:docMk/>
            <pc:sldMk cId="1033801758" sldId="347"/>
            <ac:spMk id="4" creationId="{00000000-0000-0000-0000-000000000000}"/>
          </ac:spMkLst>
        </pc:spChg>
        <pc:spChg chg="del mod">
          <ac:chgData name="Alessandro Ortis" userId="dcdc90ed-3509-45f7-ac48-ad038638580b" providerId="ADAL" clId="{0862F533-0299-4001-B8B3-3C685F8319E7}" dt="2022-03-15T11:03:29.756" v="2368" actId="478"/>
          <ac:spMkLst>
            <pc:docMk/>
            <pc:sldMk cId="1033801758" sldId="347"/>
            <ac:spMk id="6" creationId="{7E5274E1-FD79-4F55-AC63-4E9A65E318A5}"/>
          </ac:spMkLst>
        </pc:spChg>
        <pc:spChg chg="del mod">
          <ac:chgData name="Alessandro Ortis" userId="dcdc90ed-3509-45f7-ac48-ad038638580b" providerId="ADAL" clId="{0862F533-0299-4001-B8B3-3C685F8319E7}" dt="2022-03-15T11:03:29.756" v="2368" actId="478"/>
          <ac:spMkLst>
            <pc:docMk/>
            <pc:sldMk cId="1033801758" sldId="347"/>
            <ac:spMk id="7" creationId="{6112C059-0F96-4360-BE9B-F07AF75D5CB7}"/>
          </ac:spMkLst>
        </pc:spChg>
        <pc:spChg chg="del mod">
          <ac:chgData name="Alessandro Ortis" userId="dcdc90ed-3509-45f7-ac48-ad038638580b" providerId="ADAL" clId="{0862F533-0299-4001-B8B3-3C685F8319E7}" dt="2022-03-15T11:03:29.756" v="2368" actId="478"/>
          <ac:spMkLst>
            <pc:docMk/>
            <pc:sldMk cId="1033801758" sldId="347"/>
            <ac:spMk id="9" creationId="{20ADF7E0-BF5A-401F-8856-32DB50FFF67D}"/>
          </ac:spMkLst>
        </pc:spChg>
        <pc:spChg chg="add mod">
          <ac:chgData name="Alessandro Ortis" userId="dcdc90ed-3509-45f7-ac48-ad038638580b" providerId="ADAL" clId="{0862F533-0299-4001-B8B3-3C685F8319E7}" dt="2022-03-15T11:05:10.624" v="2451" actId="2710"/>
          <ac:spMkLst>
            <pc:docMk/>
            <pc:sldMk cId="1033801758" sldId="347"/>
            <ac:spMk id="10" creationId="{5820F623-C5FE-41A2-B00A-D43BEAE8A7A8}"/>
          </ac:spMkLst>
        </pc:spChg>
        <pc:spChg chg="add del mod">
          <ac:chgData name="Alessandro Ortis" userId="dcdc90ed-3509-45f7-ac48-ad038638580b" providerId="ADAL" clId="{0862F533-0299-4001-B8B3-3C685F8319E7}" dt="2022-03-15T11:07:15.950" v="2499" actId="478"/>
          <ac:spMkLst>
            <pc:docMk/>
            <pc:sldMk cId="1033801758" sldId="347"/>
            <ac:spMk id="17" creationId="{41E567BA-A3FE-4699-984C-BF37082AA4AA}"/>
          </ac:spMkLst>
        </pc:spChg>
        <pc:spChg chg="add del mod">
          <ac:chgData name="Alessandro Ortis" userId="dcdc90ed-3509-45f7-ac48-ad038638580b" providerId="ADAL" clId="{0862F533-0299-4001-B8B3-3C685F8319E7}" dt="2022-03-15T11:07:09.414" v="2496" actId="478"/>
          <ac:spMkLst>
            <pc:docMk/>
            <pc:sldMk cId="1033801758" sldId="347"/>
            <ac:spMk id="18" creationId="{259134F6-CDF6-44A5-9F56-CF61BACF79FA}"/>
          </ac:spMkLst>
        </pc:spChg>
        <pc:spChg chg="add del mod">
          <ac:chgData name="Alessandro Ortis" userId="dcdc90ed-3509-45f7-ac48-ad038638580b" providerId="ADAL" clId="{0862F533-0299-4001-B8B3-3C685F8319E7}" dt="2022-03-15T11:07:01.110" v="2493" actId="478"/>
          <ac:spMkLst>
            <pc:docMk/>
            <pc:sldMk cId="1033801758" sldId="347"/>
            <ac:spMk id="19" creationId="{D4B59159-A305-4F75-A366-C052822889F2}"/>
          </ac:spMkLst>
        </pc:spChg>
        <pc:spChg chg="add del mod">
          <ac:chgData name="Alessandro Ortis" userId="dcdc90ed-3509-45f7-ac48-ad038638580b" providerId="ADAL" clId="{0862F533-0299-4001-B8B3-3C685F8319E7}" dt="2022-03-15T11:06:52.284" v="2491" actId="478"/>
          <ac:spMkLst>
            <pc:docMk/>
            <pc:sldMk cId="1033801758" sldId="347"/>
            <ac:spMk id="20" creationId="{049D9DE3-8C09-450E-BD78-8F0B17CD2BFA}"/>
          </ac:spMkLst>
        </pc:spChg>
        <pc:graphicFrameChg chg="del mod">
          <ac:chgData name="Alessandro Ortis" userId="dcdc90ed-3509-45f7-ac48-ad038638580b" providerId="ADAL" clId="{0862F533-0299-4001-B8B3-3C685F8319E7}" dt="2022-03-15T11:03:29.756" v="2368" actId="478"/>
          <ac:graphicFrameMkLst>
            <pc:docMk/>
            <pc:sldMk cId="1033801758" sldId="347"/>
            <ac:graphicFrameMk id="5" creationId="{5205B00C-C5E7-48C8-8EF5-1D6FE48B97A9}"/>
          </ac:graphicFrameMkLst>
        </pc:graphicFrameChg>
        <pc:picChg chg="del mod">
          <ac:chgData name="Alessandro Ortis" userId="dcdc90ed-3509-45f7-ac48-ad038638580b" providerId="ADAL" clId="{0862F533-0299-4001-B8B3-3C685F8319E7}" dt="2022-03-15T11:03:29.756" v="2368" actId="478"/>
          <ac:picMkLst>
            <pc:docMk/>
            <pc:sldMk cId="1033801758" sldId="347"/>
            <ac:picMk id="8" creationId="{EBF1427D-AE35-4557-826A-F32E66FF991C}"/>
          </ac:picMkLst>
        </pc:picChg>
        <pc:cxnChg chg="add del mod">
          <ac:chgData name="Alessandro Ortis" userId="dcdc90ed-3509-45f7-ac48-ad038638580b" providerId="ADAL" clId="{0862F533-0299-4001-B8B3-3C685F8319E7}" dt="2022-03-15T11:07:13.755" v="2498" actId="478"/>
          <ac:cxnSpMkLst>
            <pc:docMk/>
            <pc:sldMk cId="1033801758" sldId="347"/>
            <ac:cxnSpMk id="12" creationId="{35C58331-0290-4B56-926B-B971D601ECB1}"/>
          </ac:cxnSpMkLst>
        </pc:cxnChg>
        <pc:cxnChg chg="add del mod">
          <ac:chgData name="Alessandro Ortis" userId="dcdc90ed-3509-45f7-ac48-ad038638580b" providerId="ADAL" clId="{0862F533-0299-4001-B8B3-3C685F8319E7}" dt="2022-03-15T11:07:06.566" v="2495" actId="478"/>
          <ac:cxnSpMkLst>
            <pc:docMk/>
            <pc:sldMk cId="1033801758" sldId="347"/>
            <ac:cxnSpMk id="13" creationId="{DAA9E8CF-43BD-4FC3-9D8A-8D976230C6D9}"/>
          </ac:cxnSpMkLst>
        </pc:cxnChg>
        <pc:cxnChg chg="add del mod">
          <ac:chgData name="Alessandro Ortis" userId="dcdc90ed-3509-45f7-ac48-ad038638580b" providerId="ADAL" clId="{0862F533-0299-4001-B8B3-3C685F8319E7}" dt="2022-03-15T11:07:01.110" v="2493" actId="478"/>
          <ac:cxnSpMkLst>
            <pc:docMk/>
            <pc:sldMk cId="1033801758" sldId="347"/>
            <ac:cxnSpMk id="14" creationId="{AE89E9C2-F6E7-4817-890B-58350986264E}"/>
          </ac:cxnSpMkLst>
        </pc:cxnChg>
      </pc:sldChg>
      <pc:sldChg chg="add">
        <pc:chgData name="Alessandro Ortis" userId="dcdc90ed-3509-45f7-ac48-ad038638580b" providerId="ADAL" clId="{0862F533-0299-4001-B8B3-3C685F8319E7}" dt="2022-03-15T11:06:46.681" v="2490"/>
        <pc:sldMkLst>
          <pc:docMk/>
          <pc:sldMk cId="544247694" sldId="348"/>
        </pc:sldMkLst>
      </pc:sldChg>
      <pc:sldChg chg="add">
        <pc:chgData name="Alessandro Ortis" userId="dcdc90ed-3509-45f7-ac48-ad038638580b" providerId="ADAL" clId="{0862F533-0299-4001-B8B3-3C685F8319E7}" dt="2022-03-15T11:06:54.257" v="2492"/>
        <pc:sldMkLst>
          <pc:docMk/>
          <pc:sldMk cId="2453874595" sldId="349"/>
        </pc:sldMkLst>
      </pc:sldChg>
      <pc:sldChg chg="add">
        <pc:chgData name="Alessandro Ortis" userId="dcdc90ed-3509-45f7-ac48-ad038638580b" providerId="ADAL" clId="{0862F533-0299-4001-B8B3-3C685F8319E7}" dt="2022-03-15T11:07:03.785" v="2494"/>
        <pc:sldMkLst>
          <pc:docMk/>
          <pc:sldMk cId="1239840443" sldId="350"/>
        </pc:sldMkLst>
      </pc:sldChg>
      <pc:sldChg chg="add">
        <pc:chgData name="Alessandro Ortis" userId="dcdc90ed-3509-45f7-ac48-ad038638580b" providerId="ADAL" clId="{0862F533-0299-4001-B8B3-3C685F8319E7}" dt="2022-03-15T11:07:11.387" v="2497"/>
        <pc:sldMkLst>
          <pc:docMk/>
          <pc:sldMk cId="2679989603" sldId="351"/>
        </pc:sldMkLst>
      </pc:sldChg>
      <pc:sldChg chg="delSp modSp add mod">
        <pc:chgData name="Alessandro Ortis" userId="dcdc90ed-3509-45f7-ac48-ad038638580b" providerId="ADAL" clId="{0862F533-0299-4001-B8B3-3C685F8319E7}" dt="2022-03-15T11:11:57.003" v="2604" actId="313"/>
        <pc:sldMkLst>
          <pc:docMk/>
          <pc:sldMk cId="4089485670" sldId="352"/>
        </pc:sldMkLst>
        <pc:spChg chg="mod">
          <ac:chgData name="Alessandro Ortis" userId="dcdc90ed-3509-45f7-ac48-ad038638580b" providerId="ADAL" clId="{0862F533-0299-4001-B8B3-3C685F8319E7}" dt="2022-03-15T11:11:57.003" v="2604" actId="313"/>
          <ac:spMkLst>
            <pc:docMk/>
            <pc:sldMk cId="4089485670" sldId="352"/>
            <ac:spMk id="4" creationId="{00000000-0000-0000-0000-000000000000}"/>
          </ac:spMkLst>
        </pc:spChg>
        <pc:spChg chg="mod">
          <ac:chgData name="Alessandro Ortis" userId="dcdc90ed-3509-45f7-ac48-ad038638580b" providerId="ADAL" clId="{0862F533-0299-4001-B8B3-3C685F8319E7}" dt="2022-03-15T11:11:29.867" v="2593" actId="1076"/>
          <ac:spMkLst>
            <pc:docMk/>
            <pc:sldMk cId="4089485670" sldId="352"/>
            <ac:spMk id="10" creationId="{5820F623-C5FE-41A2-B00A-D43BEAE8A7A8}"/>
          </ac:spMkLst>
        </pc:spChg>
        <pc:spChg chg="del mod">
          <ac:chgData name="Alessandro Ortis" userId="dcdc90ed-3509-45f7-ac48-ad038638580b" providerId="ADAL" clId="{0862F533-0299-4001-B8B3-3C685F8319E7}" dt="2022-03-15T11:11:33.768" v="2595" actId="478"/>
          <ac:spMkLst>
            <pc:docMk/>
            <pc:sldMk cId="4089485670" sldId="352"/>
            <ac:spMk id="17" creationId="{41E567BA-A3FE-4699-984C-BF37082AA4AA}"/>
          </ac:spMkLst>
        </pc:spChg>
        <pc:spChg chg="del mod">
          <ac:chgData name="Alessandro Ortis" userId="dcdc90ed-3509-45f7-ac48-ad038638580b" providerId="ADAL" clId="{0862F533-0299-4001-B8B3-3C685F8319E7}" dt="2022-03-15T11:11:33.768" v="2595" actId="478"/>
          <ac:spMkLst>
            <pc:docMk/>
            <pc:sldMk cId="4089485670" sldId="352"/>
            <ac:spMk id="18" creationId="{259134F6-CDF6-44A5-9F56-CF61BACF79FA}"/>
          </ac:spMkLst>
        </pc:spChg>
        <pc:spChg chg="del">
          <ac:chgData name="Alessandro Ortis" userId="dcdc90ed-3509-45f7-ac48-ad038638580b" providerId="ADAL" clId="{0862F533-0299-4001-B8B3-3C685F8319E7}" dt="2022-03-15T11:11:37.101" v="2596" actId="478"/>
          <ac:spMkLst>
            <pc:docMk/>
            <pc:sldMk cId="4089485670" sldId="352"/>
            <ac:spMk id="19" creationId="{D4B59159-A305-4F75-A366-C052822889F2}"/>
          </ac:spMkLst>
        </pc:spChg>
        <pc:spChg chg="del mod">
          <ac:chgData name="Alessandro Ortis" userId="dcdc90ed-3509-45f7-ac48-ad038638580b" providerId="ADAL" clId="{0862F533-0299-4001-B8B3-3C685F8319E7}" dt="2022-03-15T11:11:53.167" v="2602" actId="478"/>
          <ac:spMkLst>
            <pc:docMk/>
            <pc:sldMk cId="4089485670" sldId="352"/>
            <ac:spMk id="20" creationId="{049D9DE3-8C09-450E-BD78-8F0B17CD2BFA}"/>
          </ac:spMkLst>
        </pc:spChg>
        <pc:cxnChg chg="del mod">
          <ac:chgData name="Alessandro Ortis" userId="dcdc90ed-3509-45f7-ac48-ad038638580b" providerId="ADAL" clId="{0862F533-0299-4001-B8B3-3C685F8319E7}" dt="2022-03-15T11:11:33.768" v="2595" actId="478"/>
          <ac:cxnSpMkLst>
            <pc:docMk/>
            <pc:sldMk cId="4089485670" sldId="352"/>
            <ac:cxnSpMk id="12" creationId="{35C58331-0290-4B56-926B-B971D601ECB1}"/>
          </ac:cxnSpMkLst>
        </pc:cxnChg>
        <pc:cxnChg chg="del mod">
          <ac:chgData name="Alessandro Ortis" userId="dcdc90ed-3509-45f7-ac48-ad038638580b" providerId="ADAL" clId="{0862F533-0299-4001-B8B3-3C685F8319E7}" dt="2022-03-15T11:11:33.768" v="2595" actId="478"/>
          <ac:cxnSpMkLst>
            <pc:docMk/>
            <pc:sldMk cId="4089485670" sldId="352"/>
            <ac:cxnSpMk id="13" creationId="{DAA9E8CF-43BD-4FC3-9D8A-8D976230C6D9}"/>
          </ac:cxnSpMkLst>
        </pc:cxnChg>
        <pc:cxnChg chg="del mod">
          <ac:chgData name="Alessandro Ortis" userId="dcdc90ed-3509-45f7-ac48-ad038638580b" providerId="ADAL" clId="{0862F533-0299-4001-B8B3-3C685F8319E7}" dt="2022-03-15T11:11:53.167" v="2602" actId="478"/>
          <ac:cxnSpMkLst>
            <pc:docMk/>
            <pc:sldMk cId="4089485670" sldId="352"/>
            <ac:cxnSpMk id="14" creationId="{AE89E9C2-F6E7-4817-890B-58350986264E}"/>
          </ac:cxnSpMkLst>
        </pc:cxnChg>
      </pc:sldChg>
      <pc:sldChg chg="modSp add mod">
        <pc:chgData name="Alessandro Ortis" userId="dcdc90ed-3509-45f7-ac48-ad038638580b" providerId="ADAL" clId="{0862F533-0299-4001-B8B3-3C685F8319E7}" dt="2022-03-15T11:12:01.664" v="2606" actId="313"/>
        <pc:sldMkLst>
          <pc:docMk/>
          <pc:sldMk cId="195082709" sldId="353"/>
        </pc:sldMkLst>
        <pc:spChg chg="mod">
          <ac:chgData name="Alessandro Ortis" userId="dcdc90ed-3509-45f7-ac48-ad038638580b" providerId="ADAL" clId="{0862F533-0299-4001-B8B3-3C685F8319E7}" dt="2022-03-15T11:12:01.664" v="2606" actId="313"/>
          <ac:spMkLst>
            <pc:docMk/>
            <pc:sldMk cId="195082709" sldId="353"/>
            <ac:spMk id="4" creationId="{00000000-0000-0000-0000-000000000000}"/>
          </ac:spMkLst>
        </pc:spChg>
      </pc:sldChg>
      <pc:sldChg chg="delSp modSp add mod">
        <pc:chgData name="Alessandro Ortis" userId="dcdc90ed-3509-45f7-ac48-ad038638580b" providerId="ADAL" clId="{0862F533-0299-4001-B8B3-3C685F8319E7}" dt="2022-03-15T11:18:56.476" v="2991" actId="20577"/>
        <pc:sldMkLst>
          <pc:docMk/>
          <pc:sldMk cId="76956938" sldId="354"/>
        </pc:sldMkLst>
        <pc:spChg chg="mod">
          <ac:chgData name="Alessandro Ortis" userId="dcdc90ed-3509-45f7-ac48-ad038638580b" providerId="ADAL" clId="{0862F533-0299-4001-B8B3-3C685F8319E7}" dt="2022-03-15T11:14:32.388" v="2628" actId="20577"/>
          <ac:spMkLst>
            <pc:docMk/>
            <pc:sldMk cId="76956938" sldId="354"/>
            <ac:spMk id="2" creationId="{00000000-0000-0000-0000-000000000000}"/>
          </ac:spMkLst>
        </pc:spChg>
        <pc:spChg chg="mod">
          <ac:chgData name="Alessandro Ortis" userId="dcdc90ed-3509-45f7-ac48-ad038638580b" providerId="ADAL" clId="{0862F533-0299-4001-B8B3-3C685F8319E7}" dt="2022-03-15T11:18:56.476" v="2991" actId="20577"/>
          <ac:spMkLst>
            <pc:docMk/>
            <pc:sldMk cId="76956938" sldId="354"/>
            <ac:spMk id="4" creationId="{00000000-0000-0000-0000-000000000000}"/>
          </ac:spMkLst>
        </pc:spChg>
        <pc:spChg chg="del">
          <ac:chgData name="Alessandro Ortis" userId="dcdc90ed-3509-45f7-ac48-ad038638580b" providerId="ADAL" clId="{0862F533-0299-4001-B8B3-3C685F8319E7}" dt="2022-03-15T11:15:01.475" v="2729" actId="478"/>
          <ac:spMkLst>
            <pc:docMk/>
            <pc:sldMk cId="76956938" sldId="354"/>
            <ac:spMk id="6" creationId="{7E5274E1-FD79-4F55-AC63-4E9A65E318A5}"/>
          </ac:spMkLst>
        </pc:spChg>
        <pc:spChg chg="del">
          <ac:chgData name="Alessandro Ortis" userId="dcdc90ed-3509-45f7-ac48-ad038638580b" providerId="ADAL" clId="{0862F533-0299-4001-B8B3-3C685F8319E7}" dt="2022-03-15T11:15:01.475" v="2729" actId="478"/>
          <ac:spMkLst>
            <pc:docMk/>
            <pc:sldMk cId="76956938" sldId="354"/>
            <ac:spMk id="7" creationId="{6112C059-0F96-4360-BE9B-F07AF75D5CB7}"/>
          </ac:spMkLst>
        </pc:spChg>
        <pc:spChg chg="del">
          <ac:chgData name="Alessandro Ortis" userId="dcdc90ed-3509-45f7-ac48-ad038638580b" providerId="ADAL" clId="{0862F533-0299-4001-B8B3-3C685F8319E7}" dt="2022-03-15T11:15:01.475" v="2729" actId="478"/>
          <ac:spMkLst>
            <pc:docMk/>
            <pc:sldMk cId="76956938" sldId="354"/>
            <ac:spMk id="9" creationId="{20ADF7E0-BF5A-401F-8856-32DB50FFF67D}"/>
          </ac:spMkLst>
        </pc:spChg>
        <pc:graphicFrameChg chg="del">
          <ac:chgData name="Alessandro Ortis" userId="dcdc90ed-3509-45f7-ac48-ad038638580b" providerId="ADAL" clId="{0862F533-0299-4001-B8B3-3C685F8319E7}" dt="2022-03-15T11:15:01.475" v="2729" actId="478"/>
          <ac:graphicFrameMkLst>
            <pc:docMk/>
            <pc:sldMk cId="76956938" sldId="354"/>
            <ac:graphicFrameMk id="5" creationId="{5205B00C-C5E7-48C8-8EF5-1D6FE48B97A9}"/>
          </ac:graphicFrameMkLst>
        </pc:graphicFrameChg>
        <pc:picChg chg="del">
          <ac:chgData name="Alessandro Ortis" userId="dcdc90ed-3509-45f7-ac48-ad038638580b" providerId="ADAL" clId="{0862F533-0299-4001-B8B3-3C685F8319E7}" dt="2022-03-15T11:15:01.475" v="2729" actId="478"/>
          <ac:picMkLst>
            <pc:docMk/>
            <pc:sldMk cId="76956938" sldId="354"/>
            <ac:picMk id="8" creationId="{EBF1427D-AE35-4557-826A-F32E66FF991C}"/>
          </ac:picMkLst>
        </pc:picChg>
        <pc:picChg chg="del">
          <ac:chgData name="Alessandro Ortis" userId="dcdc90ed-3509-45f7-ac48-ad038638580b" providerId="ADAL" clId="{0862F533-0299-4001-B8B3-3C685F8319E7}" dt="2022-03-15T11:15:01.475" v="2729" actId="478"/>
          <ac:picMkLst>
            <pc:docMk/>
            <pc:sldMk cId="76956938" sldId="354"/>
            <ac:picMk id="10" creationId="{7BEE60AB-382E-43CC-8C38-9AAFD39DCB5F}"/>
          </ac:picMkLst>
        </pc:picChg>
      </pc:sldChg>
      <pc:sldChg chg="add del">
        <pc:chgData name="Alessandro Ortis" userId="dcdc90ed-3509-45f7-ac48-ad038638580b" providerId="ADAL" clId="{0862F533-0299-4001-B8B3-3C685F8319E7}" dt="2022-03-15T11:22:14.041" v="3041" actId="47"/>
        <pc:sldMkLst>
          <pc:docMk/>
          <pc:sldMk cId="1294531685" sldId="355"/>
        </pc:sldMkLst>
      </pc:sldChg>
      <pc:sldChg chg="modSp add del mod">
        <pc:chgData name="Alessandro Ortis" userId="dcdc90ed-3509-45f7-ac48-ad038638580b" providerId="ADAL" clId="{0862F533-0299-4001-B8B3-3C685F8319E7}" dt="2022-03-15T11:20:37.782" v="3025" actId="47"/>
        <pc:sldMkLst>
          <pc:docMk/>
          <pc:sldMk cId="620979861" sldId="356"/>
        </pc:sldMkLst>
        <pc:spChg chg="mod">
          <ac:chgData name="Alessandro Ortis" userId="dcdc90ed-3509-45f7-ac48-ad038638580b" providerId="ADAL" clId="{0862F533-0299-4001-B8B3-3C685F8319E7}" dt="2022-03-15T11:20:35.370" v="3024" actId="20577"/>
          <ac:spMkLst>
            <pc:docMk/>
            <pc:sldMk cId="620979861" sldId="356"/>
            <ac:spMk id="2" creationId="{00000000-0000-0000-0000-000000000000}"/>
          </ac:spMkLst>
        </pc:spChg>
      </pc:sldChg>
    </pc:docChg>
  </pc:docChgLst>
  <pc:docChgLst>
    <pc:chgData name="Alessandro Ortis" userId="dcdc90ed-3509-45f7-ac48-ad038638580b" providerId="ADAL" clId="{4706BFD2-CEF4-4FCF-ABDA-B7FD6395A9FA}"/>
    <pc:docChg chg="undo custSel addSld delSld modSld sldOrd">
      <pc:chgData name="Alessandro Ortis" userId="dcdc90ed-3509-45f7-ac48-ad038638580b" providerId="ADAL" clId="{4706BFD2-CEF4-4FCF-ABDA-B7FD6395A9FA}" dt="2022-03-14T17:03:34.410" v="1970" actId="20577"/>
      <pc:docMkLst>
        <pc:docMk/>
      </pc:docMkLst>
      <pc:sldChg chg="del">
        <pc:chgData name="Alessandro Ortis" userId="dcdc90ed-3509-45f7-ac48-ad038638580b" providerId="ADAL" clId="{4706BFD2-CEF4-4FCF-ABDA-B7FD6395A9FA}" dt="2022-03-14T14:29:39.671" v="818" actId="2696"/>
        <pc:sldMkLst>
          <pc:docMk/>
          <pc:sldMk cId="1982618762" sldId="262"/>
        </pc:sldMkLst>
      </pc:sldChg>
      <pc:sldChg chg="add">
        <pc:chgData name="Alessandro Ortis" userId="dcdc90ed-3509-45f7-ac48-ad038638580b" providerId="ADAL" clId="{4706BFD2-CEF4-4FCF-ABDA-B7FD6395A9FA}" dt="2022-03-14T14:29:44.866" v="819"/>
        <pc:sldMkLst>
          <pc:docMk/>
          <pc:sldMk cId="4056441670" sldId="262"/>
        </pc:sldMkLst>
      </pc:sldChg>
      <pc:sldChg chg="modSp mod">
        <pc:chgData name="Alessandro Ortis" userId="dcdc90ed-3509-45f7-ac48-ad038638580b" providerId="ADAL" clId="{4706BFD2-CEF4-4FCF-ABDA-B7FD6395A9FA}" dt="2022-03-14T13:42:35.547" v="86" actId="14100"/>
        <pc:sldMkLst>
          <pc:docMk/>
          <pc:sldMk cId="671297568" sldId="263"/>
        </pc:sldMkLst>
        <pc:spChg chg="mod">
          <ac:chgData name="Alessandro Ortis" userId="dcdc90ed-3509-45f7-ac48-ad038638580b" providerId="ADAL" clId="{4706BFD2-CEF4-4FCF-ABDA-B7FD6395A9FA}" dt="2022-03-14T13:42:35.547" v="86" actId="14100"/>
          <ac:spMkLst>
            <pc:docMk/>
            <pc:sldMk cId="671297568" sldId="263"/>
            <ac:spMk id="4" creationId="{00000000-0000-0000-0000-000000000000}"/>
          </ac:spMkLst>
        </pc:spChg>
      </pc:sldChg>
      <pc:sldChg chg="add ord">
        <pc:chgData name="Alessandro Ortis" userId="dcdc90ed-3509-45f7-ac48-ad038638580b" providerId="ADAL" clId="{4706BFD2-CEF4-4FCF-ABDA-B7FD6395A9FA}" dt="2022-03-14T14:29:48.060" v="821"/>
        <pc:sldMkLst>
          <pc:docMk/>
          <pc:sldMk cId="2234171294" sldId="264"/>
        </pc:sldMkLst>
      </pc:sldChg>
      <pc:sldChg chg="del">
        <pc:chgData name="Alessandro Ortis" userId="dcdc90ed-3509-45f7-ac48-ad038638580b" providerId="ADAL" clId="{4706BFD2-CEF4-4FCF-ABDA-B7FD6395A9FA}" dt="2022-03-14T14:29:39.671" v="818" actId="2696"/>
        <pc:sldMkLst>
          <pc:docMk/>
          <pc:sldMk cId="3171716765" sldId="264"/>
        </pc:sldMkLst>
      </pc:sldChg>
      <pc:sldChg chg="add ord">
        <pc:chgData name="Alessandro Ortis" userId="dcdc90ed-3509-45f7-ac48-ad038638580b" providerId="ADAL" clId="{4706BFD2-CEF4-4FCF-ABDA-B7FD6395A9FA}" dt="2022-03-14T14:29:56.683" v="823"/>
        <pc:sldMkLst>
          <pc:docMk/>
          <pc:sldMk cId="73555605" sldId="266"/>
        </pc:sldMkLst>
      </pc:sldChg>
      <pc:sldChg chg="del">
        <pc:chgData name="Alessandro Ortis" userId="dcdc90ed-3509-45f7-ac48-ad038638580b" providerId="ADAL" clId="{4706BFD2-CEF4-4FCF-ABDA-B7FD6395A9FA}" dt="2022-03-14T14:29:39.671" v="818" actId="2696"/>
        <pc:sldMkLst>
          <pc:docMk/>
          <pc:sldMk cId="1280629179" sldId="266"/>
        </pc:sldMkLst>
      </pc:sldChg>
      <pc:sldChg chg="del mod modShow">
        <pc:chgData name="Alessandro Ortis" userId="dcdc90ed-3509-45f7-ac48-ad038638580b" providerId="ADAL" clId="{4706BFD2-CEF4-4FCF-ABDA-B7FD6395A9FA}" dt="2022-03-14T14:29:39.671" v="818" actId="2696"/>
        <pc:sldMkLst>
          <pc:docMk/>
          <pc:sldMk cId="996703940" sldId="267"/>
        </pc:sldMkLst>
      </pc:sldChg>
      <pc:sldChg chg="delSp add mod delAnim modShow">
        <pc:chgData name="Alessandro Ortis" userId="dcdc90ed-3509-45f7-ac48-ad038638580b" providerId="ADAL" clId="{4706BFD2-CEF4-4FCF-ABDA-B7FD6395A9FA}" dt="2022-03-14T15:12:10.757" v="1625" actId="478"/>
        <pc:sldMkLst>
          <pc:docMk/>
          <pc:sldMk cId="2639850032" sldId="267"/>
        </pc:sldMkLst>
        <pc:spChg chg="del">
          <ac:chgData name="Alessandro Ortis" userId="dcdc90ed-3509-45f7-ac48-ad038638580b" providerId="ADAL" clId="{4706BFD2-CEF4-4FCF-ABDA-B7FD6395A9FA}" dt="2022-03-14T15:12:10.757" v="1625" actId="478"/>
          <ac:spMkLst>
            <pc:docMk/>
            <pc:sldMk cId="2639850032" sldId="267"/>
            <ac:spMk id="7" creationId="{00000000-0000-0000-0000-000000000000}"/>
          </ac:spMkLst>
        </pc:spChg>
      </pc:sldChg>
      <pc:sldChg chg="add mod modShow">
        <pc:chgData name="Alessandro Ortis" userId="dcdc90ed-3509-45f7-ac48-ad038638580b" providerId="ADAL" clId="{4706BFD2-CEF4-4FCF-ABDA-B7FD6395A9FA}" dt="2022-03-14T14:30:42.056" v="825" actId="729"/>
        <pc:sldMkLst>
          <pc:docMk/>
          <pc:sldMk cId="520594104" sldId="269"/>
        </pc:sldMkLst>
      </pc:sldChg>
      <pc:sldChg chg="del mod modShow">
        <pc:chgData name="Alessandro Ortis" userId="dcdc90ed-3509-45f7-ac48-ad038638580b" providerId="ADAL" clId="{4706BFD2-CEF4-4FCF-ABDA-B7FD6395A9FA}" dt="2022-03-14T14:29:39.671" v="818" actId="2696"/>
        <pc:sldMkLst>
          <pc:docMk/>
          <pc:sldMk cId="1629270260" sldId="269"/>
        </pc:sldMkLst>
      </pc:sldChg>
      <pc:sldChg chg="mod ord modShow">
        <pc:chgData name="Alessandro Ortis" userId="dcdc90ed-3509-45f7-ac48-ad038638580b" providerId="ADAL" clId="{4706BFD2-CEF4-4FCF-ABDA-B7FD6395A9FA}" dt="2022-03-14T14:58:05.263" v="1228" actId="729"/>
        <pc:sldMkLst>
          <pc:docMk/>
          <pc:sldMk cId="1163251793" sldId="271"/>
        </pc:sldMkLst>
      </pc:sldChg>
      <pc:sldChg chg="del">
        <pc:chgData name="Alessandro Ortis" userId="dcdc90ed-3509-45f7-ac48-ad038638580b" providerId="ADAL" clId="{4706BFD2-CEF4-4FCF-ABDA-B7FD6395A9FA}" dt="2022-03-14T14:29:39.671" v="818" actId="2696"/>
        <pc:sldMkLst>
          <pc:docMk/>
          <pc:sldMk cId="1864876383" sldId="272"/>
        </pc:sldMkLst>
      </pc:sldChg>
      <pc:sldChg chg="add ord">
        <pc:chgData name="Alessandro Ortis" userId="dcdc90ed-3509-45f7-ac48-ad038638580b" providerId="ADAL" clId="{4706BFD2-CEF4-4FCF-ABDA-B7FD6395A9FA}" dt="2022-03-14T14:30:45.552" v="827"/>
        <pc:sldMkLst>
          <pc:docMk/>
          <pc:sldMk cId="2129470149" sldId="272"/>
        </pc:sldMkLst>
      </pc:sldChg>
      <pc:sldChg chg="mod modShow">
        <pc:chgData name="Alessandro Ortis" userId="dcdc90ed-3509-45f7-ac48-ad038638580b" providerId="ADAL" clId="{4706BFD2-CEF4-4FCF-ABDA-B7FD6395A9FA}" dt="2022-03-14T14:28:48.388" v="816" actId="729"/>
        <pc:sldMkLst>
          <pc:docMk/>
          <pc:sldMk cId="1502613601" sldId="273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2202830551" sldId="275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1604279071" sldId="276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1824781470" sldId="277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2579572834" sldId="278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832053013" sldId="279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1519861360" sldId="280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2880080466" sldId="281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97517811" sldId="282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1066016077" sldId="283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2432513643" sldId="284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679572198" sldId="285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46596434" sldId="286"/>
        </pc:sldMkLst>
      </pc:sldChg>
      <pc:sldChg chg="modSp mod ord">
        <pc:chgData name="Alessandro Ortis" userId="dcdc90ed-3509-45f7-ac48-ad038638580b" providerId="ADAL" clId="{4706BFD2-CEF4-4FCF-ABDA-B7FD6395A9FA}" dt="2022-03-14T15:20:25.105" v="1898" actId="20577"/>
        <pc:sldMkLst>
          <pc:docMk/>
          <pc:sldMk cId="2946504290" sldId="287"/>
        </pc:sldMkLst>
        <pc:spChg chg="mod">
          <ac:chgData name="Alessandro Ortis" userId="dcdc90ed-3509-45f7-ac48-ad038638580b" providerId="ADAL" clId="{4706BFD2-CEF4-4FCF-ABDA-B7FD6395A9FA}" dt="2022-03-14T15:20:25.105" v="1898" actId="20577"/>
          <ac:spMkLst>
            <pc:docMk/>
            <pc:sldMk cId="2946504290" sldId="287"/>
            <ac:spMk id="3" creationId="{00000000-0000-0000-0000-000000000000}"/>
          </ac:spMkLst>
        </pc:spChg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592070583" sldId="288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3254434861" sldId="289"/>
        </pc:sldMkLst>
      </pc:sldChg>
      <pc:sldChg chg="addSp delSp modSp mod">
        <pc:chgData name="Alessandro Ortis" userId="dcdc90ed-3509-45f7-ac48-ad038638580b" providerId="ADAL" clId="{4706BFD2-CEF4-4FCF-ABDA-B7FD6395A9FA}" dt="2022-03-14T15:15:49.097" v="1814" actId="6549"/>
        <pc:sldMkLst>
          <pc:docMk/>
          <pc:sldMk cId="575883652" sldId="316"/>
        </pc:sldMkLst>
        <pc:spChg chg="mod">
          <ac:chgData name="Alessandro Ortis" userId="dcdc90ed-3509-45f7-ac48-ad038638580b" providerId="ADAL" clId="{4706BFD2-CEF4-4FCF-ABDA-B7FD6395A9FA}" dt="2022-03-14T13:50:19.765" v="364" actId="313"/>
          <ac:spMkLst>
            <pc:docMk/>
            <pc:sldMk cId="575883652" sldId="316"/>
            <ac:spMk id="2" creationId="{00000000-0000-0000-0000-000000000000}"/>
          </ac:spMkLst>
        </pc:spChg>
        <pc:spChg chg="mod">
          <ac:chgData name="Alessandro Ortis" userId="dcdc90ed-3509-45f7-ac48-ad038638580b" providerId="ADAL" clId="{4706BFD2-CEF4-4FCF-ABDA-B7FD6395A9FA}" dt="2022-03-14T15:15:49.097" v="1814" actId="6549"/>
          <ac:spMkLst>
            <pc:docMk/>
            <pc:sldMk cId="575883652" sldId="316"/>
            <ac:spMk id="4" creationId="{00000000-0000-0000-0000-000000000000}"/>
          </ac:spMkLst>
        </pc:spChg>
        <pc:picChg chg="add del mod">
          <ac:chgData name="Alessandro Ortis" userId="dcdc90ed-3509-45f7-ac48-ad038638580b" providerId="ADAL" clId="{4706BFD2-CEF4-4FCF-ABDA-B7FD6395A9FA}" dt="2022-03-14T14:49:31.437" v="1081" actId="478"/>
          <ac:picMkLst>
            <pc:docMk/>
            <pc:sldMk cId="575883652" sldId="316"/>
            <ac:picMk id="5" creationId="{2D3F4635-F183-48CB-B294-703CF3953144}"/>
          </ac:picMkLst>
        </pc:picChg>
        <pc:picChg chg="add del mod">
          <ac:chgData name="Alessandro Ortis" userId="dcdc90ed-3509-45f7-ac48-ad038638580b" providerId="ADAL" clId="{4706BFD2-CEF4-4FCF-ABDA-B7FD6395A9FA}" dt="2022-03-14T15:08:12.132" v="1409" actId="478"/>
          <ac:picMkLst>
            <pc:docMk/>
            <pc:sldMk cId="575883652" sldId="316"/>
            <ac:picMk id="4098" creationId="{D4B7F756-E186-4268-A7DC-05027F18CE68}"/>
          </ac:picMkLst>
        </pc:picChg>
      </pc:sldChg>
      <pc:sldChg chg="add">
        <pc:chgData name="Alessandro Ortis" userId="dcdc90ed-3509-45f7-ac48-ad038638580b" providerId="ADAL" clId="{4706BFD2-CEF4-4FCF-ABDA-B7FD6395A9FA}" dt="2022-03-14T15:21:53.121" v="1931"/>
        <pc:sldMkLst>
          <pc:docMk/>
          <pc:sldMk cId="2556990449" sldId="317"/>
        </pc:sldMkLst>
      </pc:sldChg>
      <pc:sldChg chg="del">
        <pc:chgData name="Alessandro Ortis" userId="dcdc90ed-3509-45f7-ac48-ad038638580b" providerId="ADAL" clId="{4706BFD2-CEF4-4FCF-ABDA-B7FD6395A9FA}" dt="2022-03-14T15:21:46.409" v="1930" actId="2696"/>
        <pc:sldMkLst>
          <pc:docMk/>
          <pc:sldMk cId="4106206963" sldId="317"/>
        </pc:sldMkLst>
      </pc:sldChg>
      <pc:sldChg chg="add">
        <pc:chgData name="Alessandro Ortis" userId="dcdc90ed-3509-45f7-ac48-ad038638580b" providerId="ADAL" clId="{4706BFD2-CEF4-4FCF-ABDA-B7FD6395A9FA}" dt="2022-03-14T15:21:53.121" v="1931"/>
        <pc:sldMkLst>
          <pc:docMk/>
          <pc:sldMk cId="1187735878" sldId="318"/>
        </pc:sldMkLst>
      </pc:sldChg>
      <pc:sldChg chg="del">
        <pc:chgData name="Alessandro Ortis" userId="dcdc90ed-3509-45f7-ac48-ad038638580b" providerId="ADAL" clId="{4706BFD2-CEF4-4FCF-ABDA-B7FD6395A9FA}" dt="2022-03-14T15:21:46.409" v="1930" actId="2696"/>
        <pc:sldMkLst>
          <pc:docMk/>
          <pc:sldMk cId="2344769950" sldId="318"/>
        </pc:sldMkLst>
      </pc:sldChg>
      <pc:sldChg chg="del">
        <pc:chgData name="Alessandro Ortis" userId="dcdc90ed-3509-45f7-ac48-ad038638580b" providerId="ADAL" clId="{4706BFD2-CEF4-4FCF-ABDA-B7FD6395A9FA}" dt="2022-03-14T15:21:46.409" v="1930" actId="2696"/>
        <pc:sldMkLst>
          <pc:docMk/>
          <pc:sldMk cId="357320764" sldId="319"/>
        </pc:sldMkLst>
      </pc:sldChg>
      <pc:sldChg chg="add">
        <pc:chgData name="Alessandro Ortis" userId="dcdc90ed-3509-45f7-ac48-ad038638580b" providerId="ADAL" clId="{4706BFD2-CEF4-4FCF-ABDA-B7FD6395A9FA}" dt="2022-03-14T15:21:53.121" v="1931"/>
        <pc:sldMkLst>
          <pc:docMk/>
          <pc:sldMk cId="2540264350" sldId="319"/>
        </pc:sldMkLst>
      </pc:sldChg>
      <pc:sldChg chg="add">
        <pc:chgData name="Alessandro Ortis" userId="dcdc90ed-3509-45f7-ac48-ad038638580b" providerId="ADAL" clId="{4706BFD2-CEF4-4FCF-ABDA-B7FD6395A9FA}" dt="2022-03-14T15:21:53.121" v="1931"/>
        <pc:sldMkLst>
          <pc:docMk/>
          <pc:sldMk cId="580655310" sldId="320"/>
        </pc:sldMkLst>
      </pc:sldChg>
      <pc:sldChg chg="del">
        <pc:chgData name="Alessandro Ortis" userId="dcdc90ed-3509-45f7-ac48-ad038638580b" providerId="ADAL" clId="{4706BFD2-CEF4-4FCF-ABDA-B7FD6395A9FA}" dt="2022-03-14T15:21:46.409" v="1930" actId="2696"/>
        <pc:sldMkLst>
          <pc:docMk/>
          <pc:sldMk cId="1297134440" sldId="320"/>
        </pc:sldMkLst>
      </pc:sldChg>
      <pc:sldChg chg="modSp add mod">
        <pc:chgData name="Alessandro Ortis" userId="dcdc90ed-3509-45f7-ac48-ad038638580b" providerId="ADAL" clId="{4706BFD2-CEF4-4FCF-ABDA-B7FD6395A9FA}" dt="2022-03-14T13:40:15.026" v="53" actId="27636"/>
        <pc:sldMkLst>
          <pc:docMk/>
          <pc:sldMk cId="1926600034" sldId="321"/>
        </pc:sldMkLst>
        <pc:spChg chg="mod">
          <ac:chgData name="Alessandro Ortis" userId="dcdc90ed-3509-45f7-ac48-ad038638580b" providerId="ADAL" clId="{4706BFD2-CEF4-4FCF-ABDA-B7FD6395A9FA}" dt="2022-03-14T13:38:44.390" v="29" actId="20577"/>
          <ac:spMkLst>
            <pc:docMk/>
            <pc:sldMk cId="1926600034" sldId="321"/>
            <ac:spMk id="2" creationId="{00000000-0000-0000-0000-000000000000}"/>
          </ac:spMkLst>
        </pc:spChg>
        <pc:spChg chg="mod">
          <ac:chgData name="Alessandro Ortis" userId="dcdc90ed-3509-45f7-ac48-ad038638580b" providerId="ADAL" clId="{4706BFD2-CEF4-4FCF-ABDA-B7FD6395A9FA}" dt="2022-03-14T13:40:15.026" v="53" actId="27636"/>
          <ac:spMkLst>
            <pc:docMk/>
            <pc:sldMk cId="1926600034" sldId="321"/>
            <ac:spMk id="3" creationId="{00000000-0000-0000-0000-000000000000}"/>
          </ac:spMkLst>
        </pc:spChg>
      </pc:sldChg>
      <pc:sldChg chg="modSp add mod">
        <pc:chgData name="Alessandro Ortis" userId="dcdc90ed-3509-45f7-ac48-ad038638580b" providerId="ADAL" clId="{4706BFD2-CEF4-4FCF-ABDA-B7FD6395A9FA}" dt="2022-03-14T13:45:35.306" v="280" actId="14100"/>
        <pc:sldMkLst>
          <pc:docMk/>
          <pc:sldMk cId="696736115" sldId="322"/>
        </pc:sldMkLst>
        <pc:spChg chg="mod">
          <ac:chgData name="Alessandro Ortis" userId="dcdc90ed-3509-45f7-ac48-ad038638580b" providerId="ADAL" clId="{4706BFD2-CEF4-4FCF-ABDA-B7FD6395A9FA}" dt="2022-03-14T13:45:35.306" v="280" actId="14100"/>
          <ac:spMkLst>
            <pc:docMk/>
            <pc:sldMk cId="696736115" sldId="322"/>
            <ac:spMk id="3" creationId="{00000000-0000-0000-0000-000000000000}"/>
          </ac:spMkLst>
        </pc:spChg>
      </pc:sldChg>
      <pc:sldChg chg="modSp add mod">
        <pc:chgData name="Alessandro Ortis" userId="dcdc90ed-3509-45f7-ac48-ad038638580b" providerId="ADAL" clId="{4706BFD2-CEF4-4FCF-ABDA-B7FD6395A9FA}" dt="2022-03-14T15:17:51.556" v="1816" actId="113"/>
        <pc:sldMkLst>
          <pc:docMk/>
          <pc:sldMk cId="2330397008" sldId="323"/>
        </pc:sldMkLst>
        <pc:spChg chg="mod">
          <ac:chgData name="Alessandro Ortis" userId="dcdc90ed-3509-45f7-ac48-ad038638580b" providerId="ADAL" clId="{4706BFD2-CEF4-4FCF-ABDA-B7FD6395A9FA}" dt="2022-03-14T15:17:51.556" v="1816" actId="113"/>
          <ac:spMkLst>
            <pc:docMk/>
            <pc:sldMk cId="2330397008" sldId="323"/>
            <ac:spMk id="4" creationId="{00000000-0000-0000-0000-000000000000}"/>
          </ac:spMkLst>
        </pc:spChg>
      </pc:sldChg>
      <pc:sldChg chg="add del">
        <pc:chgData name="Alessandro Ortis" userId="dcdc90ed-3509-45f7-ac48-ad038638580b" providerId="ADAL" clId="{4706BFD2-CEF4-4FCF-ABDA-B7FD6395A9FA}" dt="2022-03-14T13:48:22.648" v="291" actId="47"/>
        <pc:sldMkLst>
          <pc:docMk/>
          <pc:sldMk cId="4287015049" sldId="323"/>
        </pc:sldMkLst>
      </pc:sldChg>
      <pc:sldChg chg="addSp delSp modSp add mod">
        <pc:chgData name="Alessandro Ortis" userId="dcdc90ed-3509-45f7-ac48-ad038638580b" providerId="ADAL" clId="{4706BFD2-CEF4-4FCF-ABDA-B7FD6395A9FA}" dt="2022-03-14T15:11:28.103" v="1622" actId="20577"/>
        <pc:sldMkLst>
          <pc:docMk/>
          <pc:sldMk cId="2198011472" sldId="324"/>
        </pc:sldMkLst>
        <pc:spChg chg="mod">
          <ac:chgData name="Alessandro Ortis" userId="dcdc90ed-3509-45f7-ac48-ad038638580b" providerId="ADAL" clId="{4706BFD2-CEF4-4FCF-ABDA-B7FD6395A9FA}" dt="2022-03-14T15:11:28.103" v="1622" actId="20577"/>
          <ac:spMkLst>
            <pc:docMk/>
            <pc:sldMk cId="2198011472" sldId="324"/>
            <ac:spMk id="4" creationId="{00000000-0000-0000-0000-000000000000}"/>
          </ac:spMkLst>
        </pc:spChg>
        <pc:picChg chg="del mod">
          <ac:chgData name="Alessandro Ortis" userId="dcdc90ed-3509-45f7-ac48-ad038638580b" providerId="ADAL" clId="{4706BFD2-CEF4-4FCF-ABDA-B7FD6395A9FA}" dt="2022-03-14T14:50:21.438" v="1094" actId="478"/>
          <ac:picMkLst>
            <pc:docMk/>
            <pc:sldMk cId="2198011472" sldId="324"/>
            <ac:picMk id="5" creationId="{2D3F4635-F183-48CB-B294-703CF3953144}"/>
          </ac:picMkLst>
        </pc:picChg>
        <pc:picChg chg="add mod">
          <ac:chgData name="Alessandro Ortis" userId="dcdc90ed-3509-45f7-ac48-ad038638580b" providerId="ADAL" clId="{4706BFD2-CEF4-4FCF-ABDA-B7FD6395A9FA}" dt="2022-03-14T14:50:26.596" v="1097" actId="1076"/>
          <ac:picMkLst>
            <pc:docMk/>
            <pc:sldMk cId="2198011472" sldId="324"/>
            <ac:picMk id="6" creationId="{CE282A95-8375-4397-9484-17F852C3D847}"/>
          </ac:picMkLst>
        </pc:picChg>
      </pc:sldChg>
      <pc:sldChg chg="addSp delSp modSp add mod">
        <pc:chgData name="Alessandro Ortis" userId="dcdc90ed-3509-45f7-ac48-ad038638580b" providerId="ADAL" clId="{4706BFD2-CEF4-4FCF-ABDA-B7FD6395A9FA}" dt="2022-03-14T14:14:34.501" v="570" actId="12"/>
        <pc:sldMkLst>
          <pc:docMk/>
          <pc:sldMk cId="2209472461" sldId="325"/>
        </pc:sldMkLst>
        <pc:spChg chg="del mod">
          <ac:chgData name="Alessandro Ortis" userId="dcdc90ed-3509-45f7-ac48-ad038638580b" providerId="ADAL" clId="{4706BFD2-CEF4-4FCF-ABDA-B7FD6395A9FA}" dt="2022-03-14T14:05:48.585" v="483" actId="478"/>
          <ac:spMkLst>
            <pc:docMk/>
            <pc:sldMk cId="2209472461" sldId="325"/>
            <ac:spMk id="4" creationId="{00000000-0000-0000-0000-000000000000}"/>
          </ac:spMkLst>
        </pc:spChg>
        <pc:spChg chg="add mod">
          <ac:chgData name="Alessandro Ortis" userId="dcdc90ed-3509-45f7-ac48-ad038638580b" providerId="ADAL" clId="{4706BFD2-CEF4-4FCF-ABDA-B7FD6395A9FA}" dt="2022-03-14T14:14:34.501" v="570" actId="12"/>
          <ac:spMkLst>
            <pc:docMk/>
            <pc:sldMk cId="2209472461" sldId="325"/>
            <ac:spMk id="10" creationId="{927D0F31-D3A8-4FCF-9A07-AF9D1EB92D13}"/>
          </ac:spMkLst>
        </pc:spChg>
        <pc:graphicFrameChg chg="add del mod">
          <ac:chgData name="Alessandro Ortis" userId="dcdc90ed-3509-45f7-ac48-ad038638580b" providerId="ADAL" clId="{4706BFD2-CEF4-4FCF-ABDA-B7FD6395A9FA}" dt="2022-03-14T14:11:10.499" v="504"/>
          <ac:graphicFrameMkLst>
            <pc:docMk/>
            <pc:sldMk cId="2209472461" sldId="325"/>
            <ac:graphicFrameMk id="11" creationId="{710776D3-84EA-4E15-8FD3-3BFCB9FEC878}"/>
          </ac:graphicFrameMkLst>
        </pc:graphicFrameChg>
        <pc:graphicFrameChg chg="add del mod">
          <ac:chgData name="Alessandro Ortis" userId="dcdc90ed-3509-45f7-ac48-ad038638580b" providerId="ADAL" clId="{4706BFD2-CEF4-4FCF-ABDA-B7FD6395A9FA}" dt="2022-03-14T14:11:18.323" v="506"/>
          <ac:graphicFrameMkLst>
            <pc:docMk/>
            <pc:sldMk cId="2209472461" sldId="325"/>
            <ac:graphicFrameMk id="12" creationId="{C82B3A4D-8384-4B0A-A4AF-2861AE450640}"/>
          </ac:graphicFrameMkLst>
        </pc:graphicFrameChg>
        <pc:picChg chg="del">
          <ac:chgData name="Alessandro Ortis" userId="dcdc90ed-3509-45f7-ac48-ad038638580b" providerId="ADAL" clId="{4706BFD2-CEF4-4FCF-ABDA-B7FD6395A9FA}" dt="2022-03-14T14:05:40.962" v="480" actId="478"/>
          <ac:picMkLst>
            <pc:docMk/>
            <pc:sldMk cId="2209472461" sldId="325"/>
            <ac:picMk id="5" creationId="{2D3F4635-F183-48CB-B294-703CF3953144}"/>
          </ac:picMkLst>
        </pc:picChg>
        <pc:picChg chg="add del mod">
          <ac:chgData name="Alessandro Ortis" userId="dcdc90ed-3509-45f7-ac48-ad038638580b" providerId="ADAL" clId="{4706BFD2-CEF4-4FCF-ABDA-B7FD6395A9FA}" dt="2022-03-14T14:10:10.911" v="489" actId="478"/>
          <ac:picMkLst>
            <pc:docMk/>
            <pc:sldMk cId="2209472461" sldId="325"/>
            <ac:picMk id="6" creationId="{25D20866-7DA8-45AB-AFB2-AF5527E094DE}"/>
          </ac:picMkLst>
        </pc:picChg>
        <pc:picChg chg="add del">
          <ac:chgData name="Alessandro Ortis" userId="dcdc90ed-3509-45f7-ac48-ad038638580b" providerId="ADAL" clId="{4706BFD2-CEF4-4FCF-ABDA-B7FD6395A9FA}" dt="2022-03-14T14:10:10.911" v="489" actId="478"/>
          <ac:picMkLst>
            <pc:docMk/>
            <pc:sldMk cId="2209472461" sldId="325"/>
            <ac:picMk id="8" creationId="{596D1CAD-8D08-48E2-99AF-A229E09B7814}"/>
          </ac:picMkLst>
        </pc:picChg>
      </pc:sldChg>
      <pc:sldChg chg="addSp delSp modSp add mod">
        <pc:chgData name="Alessandro Ortis" userId="dcdc90ed-3509-45f7-ac48-ad038638580b" providerId="ADAL" clId="{4706BFD2-CEF4-4FCF-ABDA-B7FD6395A9FA}" dt="2022-03-14T14:45:28.448" v="1075" actId="6549"/>
        <pc:sldMkLst>
          <pc:docMk/>
          <pc:sldMk cId="1144960208" sldId="326"/>
        </pc:sldMkLst>
        <pc:spChg chg="mod">
          <ac:chgData name="Alessandro Ortis" userId="dcdc90ed-3509-45f7-ac48-ad038638580b" providerId="ADAL" clId="{4706BFD2-CEF4-4FCF-ABDA-B7FD6395A9FA}" dt="2022-03-14T14:45:28.448" v="1075" actId="6549"/>
          <ac:spMkLst>
            <pc:docMk/>
            <pc:sldMk cId="1144960208" sldId="326"/>
            <ac:spMk id="2" creationId="{00000000-0000-0000-0000-000000000000}"/>
          </ac:spMkLst>
        </pc:spChg>
        <pc:spChg chg="mod">
          <ac:chgData name="Alessandro Ortis" userId="dcdc90ed-3509-45f7-ac48-ad038638580b" providerId="ADAL" clId="{4706BFD2-CEF4-4FCF-ABDA-B7FD6395A9FA}" dt="2022-03-14T14:21:05.507" v="693" actId="20577"/>
          <ac:spMkLst>
            <pc:docMk/>
            <pc:sldMk cId="1144960208" sldId="326"/>
            <ac:spMk id="10" creationId="{927D0F31-D3A8-4FCF-9A07-AF9D1EB92D13}"/>
          </ac:spMkLst>
        </pc:spChg>
        <pc:graphicFrameChg chg="add mod modGraphic">
          <ac:chgData name="Alessandro Ortis" userId="dcdc90ed-3509-45f7-ac48-ad038638580b" providerId="ADAL" clId="{4706BFD2-CEF4-4FCF-ABDA-B7FD6395A9FA}" dt="2022-03-14T14:28:38.380" v="815" actId="1076"/>
          <ac:graphicFrameMkLst>
            <pc:docMk/>
            <pc:sldMk cId="1144960208" sldId="326"/>
            <ac:graphicFrameMk id="3" creationId="{F3ACCF62-D32B-4255-9F6A-C77B04359CBE}"/>
          </ac:graphicFrameMkLst>
        </pc:graphicFrameChg>
        <pc:picChg chg="add del mod">
          <ac:chgData name="Alessandro Ortis" userId="dcdc90ed-3509-45f7-ac48-ad038638580b" providerId="ADAL" clId="{4706BFD2-CEF4-4FCF-ABDA-B7FD6395A9FA}" dt="2022-03-14T14:21:44.932" v="701"/>
          <ac:picMkLst>
            <pc:docMk/>
            <pc:sldMk cId="1144960208" sldId="326"/>
            <ac:picMk id="2050" creationId="{6CC8770A-C349-4C00-AB7E-B84FD0046DAA}"/>
          </ac:picMkLst>
        </pc:picChg>
      </pc:sldChg>
      <pc:sldChg chg="addSp delSp modSp add mod">
        <pc:chgData name="Alessandro Ortis" userId="dcdc90ed-3509-45f7-ac48-ad038638580b" providerId="ADAL" clId="{4706BFD2-CEF4-4FCF-ABDA-B7FD6395A9FA}" dt="2022-03-14T14:45:32.670" v="1076" actId="6549"/>
        <pc:sldMkLst>
          <pc:docMk/>
          <pc:sldMk cId="1573969378" sldId="327"/>
        </pc:sldMkLst>
        <pc:spChg chg="mod">
          <ac:chgData name="Alessandro Ortis" userId="dcdc90ed-3509-45f7-ac48-ad038638580b" providerId="ADAL" clId="{4706BFD2-CEF4-4FCF-ABDA-B7FD6395A9FA}" dt="2022-03-14T14:45:32.670" v="1076" actId="6549"/>
          <ac:spMkLst>
            <pc:docMk/>
            <pc:sldMk cId="1573969378" sldId="327"/>
            <ac:spMk id="2" creationId="{00000000-0000-0000-0000-000000000000}"/>
          </ac:spMkLst>
        </pc:spChg>
        <pc:spChg chg="add mod">
          <ac:chgData name="Alessandro Ortis" userId="dcdc90ed-3509-45f7-ac48-ad038638580b" providerId="ADAL" clId="{4706BFD2-CEF4-4FCF-ABDA-B7FD6395A9FA}" dt="2022-03-14T14:23:41.878" v="733" actId="1076"/>
          <ac:spMkLst>
            <pc:docMk/>
            <pc:sldMk cId="1573969378" sldId="327"/>
            <ac:spMk id="7" creationId="{CF74E267-0A3F-4858-BB86-39D4EC18177E}"/>
          </ac:spMkLst>
        </pc:spChg>
        <pc:spChg chg="add mod">
          <ac:chgData name="Alessandro Ortis" userId="dcdc90ed-3509-45f7-ac48-ad038638580b" providerId="ADAL" clId="{4706BFD2-CEF4-4FCF-ABDA-B7FD6395A9FA}" dt="2022-03-14T14:23:41.878" v="733" actId="1076"/>
          <ac:spMkLst>
            <pc:docMk/>
            <pc:sldMk cId="1573969378" sldId="327"/>
            <ac:spMk id="8" creationId="{C6EE13E5-0F19-4A52-9C23-03167DA7344C}"/>
          </ac:spMkLst>
        </pc:spChg>
        <pc:spChg chg="del">
          <ac:chgData name="Alessandro Ortis" userId="dcdc90ed-3509-45f7-ac48-ad038638580b" providerId="ADAL" clId="{4706BFD2-CEF4-4FCF-ABDA-B7FD6395A9FA}" dt="2022-03-14T14:21:50.563" v="703" actId="478"/>
          <ac:spMkLst>
            <pc:docMk/>
            <pc:sldMk cId="1573969378" sldId="327"/>
            <ac:spMk id="10" creationId="{927D0F31-D3A8-4FCF-9A07-AF9D1EB92D13}"/>
          </ac:spMkLst>
        </pc:spChg>
        <pc:spChg chg="add mod">
          <ac:chgData name="Alessandro Ortis" userId="dcdc90ed-3509-45f7-ac48-ad038638580b" providerId="ADAL" clId="{4706BFD2-CEF4-4FCF-ABDA-B7FD6395A9FA}" dt="2022-03-14T14:23:44.112" v="734" actId="164"/>
          <ac:spMkLst>
            <pc:docMk/>
            <pc:sldMk cId="1573969378" sldId="327"/>
            <ac:spMk id="11" creationId="{90C8F146-C6C1-444D-8BF5-23FC9658BF58}"/>
          </ac:spMkLst>
        </pc:spChg>
        <pc:spChg chg="add mod">
          <ac:chgData name="Alessandro Ortis" userId="dcdc90ed-3509-45f7-ac48-ad038638580b" providerId="ADAL" clId="{4706BFD2-CEF4-4FCF-ABDA-B7FD6395A9FA}" dt="2022-03-14T14:23:44.112" v="734" actId="164"/>
          <ac:spMkLst>
            <pc:docMk/>
            <pc:sldMk cId="1573969378" sldId="327"/>
            <ac:spMk id="12" creationId="{5F2B6999-E8B2-4378-8A26-6B3C4164A60A}"/>
          </ac:spMkLst>
        </pc:spChg>
        <pc:grpChg chg="add mod">
          <ac:chgData name="Alessandro Ortis" userId="dcdc90ed-3509-45f7-ac48-ad038638580b" providerId="ADAL" clId="{4706BFD2-CEF4-4FCF-ABDA-B7FD6395A9FA}" dt="2022-03-14T14:23:44.112" v="734" actId="164"/>
          <ac:grpSpMkLst>
            <pc:docMk/>
            <pc:sldMk cId="1573969378" sldId="327"/>
            <ac:grpSpMk id="6" creationId="{FFDD8163-1FA5-49E6-8B41-D6AF7AC92685}"/>
          </ac:grpSpMkLst>
        </pc:grpChg>
        <pc:grpChg chg="add mod">
          <ac:chgData name="Alessandro Ortis" userId="dcdc90ed-3509-45f7-ac48-ad038638580b" providerId="ADAL" clId="{4706BFD2-CEF4-4FCF-ABDA-B7FD6395A9FA}" dt="2022-03-14T14:23:44.112" v="734" actId="164"/>
          <ac:grpSpMkLst>
            <pc:docMk/>
            <pc:sldMk cId="1573969378" sldId="327"/>
            <ac:grpSpMk id="9" creationId="{A3226D29-F38C-4365-8937-A41207B0B6C5}"/>
          </ac:grpSpMkLst>
        </pc:grpChg>
        <pc:graphicFrameChg chg="del mod">
          <ac:chgData name="Alessandro Ortis" userId="dcdc90ed-3509-45f7-ac48-ad038638580b" providerId="ADAL" clId="{4706BFD2-CEF4-4FCF-ABDA-B7FD6395A9FA}" dt="2022-03-14T14:22:58.066" v="720" actId="478"/>
          <ac:graphicFrameMkLst>
            <pc:docMk/>
            <pc:sldMk cId="1573969378" sldId="327"/>
            <ac:graphicFrameMk id="3" creationId="{F3ACCF62-D32B-4255-9F6A-C77B04359CBE}"/>
          </ac:graphicFrameMkLst>
        </pc:graphicFrameChg>
        <pc:picChg chg="add mod">
          <ac:chgData name="Alessandro Ortis" userId="dcdc90ed-3509-45f7-ac48-ad038638580b" providerId="ADAL" clId="{4706BFD2-CEF4-4FCF-ABDA-B7FD6395A9FA}" dt="2022-03-14T14:23:41.878" v="733" actId="1076"/>
          <ac:picMkLst>
            <pc:docMk/>
            <pc:sldMk cId="1573969378" sldId="327"/>
            <ac:picMk id="3074" creationId="{D37CD91A-46BC-49C5-BC0F-EEBEE0CF5606}"/>
          </ac:picMkLst>
        </pc:picChg>
      </pc:sldChg>
      <pc:sldChg chg="addSp delSp modSp add mod">
        <pc:chgData name="Alessandro Ortis" userId="dcdc90ed-3509-45f7-ac48-ad038638580b" providerId="ADAL" clId="{4706BFD2-CEF4-4FCF-ABDA-B7FD6395A9FA}" dt="2022-03-14T14:27:40.428" v="814" actId="6549"/>
        <pc:sldMkLst>
          <pc:docMk/>
          <pc:sldMk cId="378509359" sldId="328"/>
        </pc:sldMkLst>
        <pc:spChg chg="add mod">
          <ac:chgData name="Alessandro Ortis" userId="dcdc90ed-3509-45f7-ac48-ad038638580b" providerId="ADAL" clId="{4706BFD2-CEF4-4FCF-ABDA-B7FD6395A9FA}" dt="2022-03-14T14:27:40.428" v="814" actId="6549"/>
          <ac:spMkLst>
            <pc:docMk/>
            <pc:sldMk cId="378509359" sldId="328"/>
            <ac:spMk id="13" creationId="{9947F36E-C57C-4B56-88B3-D2204C2080C6}"/>
          </ac:spMkLst>
        </pc:spChg>
        <pc:grpChg chg="del">
          <ac:chgData name="Alessandro Ortis" userId="dcdc90ed-3509-45f7-ac48-ad038638580b" providerId="ADAL" clId="{4706BFD2-CEF4-4FCF-ABDA-B7FD6395A9FA}" dt="2022-03-14T14:25:06.016" v="736" actId="478"/>
          <ac:grpSpMkLst>
            <pc:docMk/>
            <pc:sldMk cId="378509359" sldId="328"/>
            <ac:grpSpMk id="9" creationId="{A3226D29-F38C-4365-8937-A41207B0B6C5}"/>
          </ac:grpSpMkLst>
        </pc:grpChg>
      </pc:sldChg>
      <pc:sldChg chg="add">
        <pc:chgData name="Alessandro Ortis" userId="dcdc90ed-3509-45f7-ac48-ad038638580b" providerId="ADAL" clId="{4706BFD2-CEF4-4FCF-ABDA-B7FD6395A9FA}" dt="2022-03-14T14:27:29.590" v="811"/>
        <pc:sldMkLst>
          <pc:docMk/>
          <pc:sldMk cId="449466840" sldId="329"/>
        </pc:sldMkLst>
      </pc:sldChg>
      <pc:sldChg chg="add">
        <pc:chgData name="Alessandro Ortis" userId="dcdc90ed-3509-45f7-ac48-ad038638580b" providerId="ADAL" clId="{4706BFD2-CEF4-4FCF-ABDA-B7FD6395A9FA}" dt="2022-03-14T14:27:34.514" v="813"/>
        <pc:sldMkLst>
          <pc:docMk/>
          <pc:sldMk cId="723693947" sldId="330"/>
        </pc:sldMkLst>
      </pc:sldChg>
      <pc:sldChg chg="addSp delSp modSp add del mod modAnim">
        <pc:chgData name="Alessandro Ortis" userId="dcdc90ed-3509-45f7-ac48-ad038638580b" providerId="ADAL" clId="{4706BFD2-CEF4-4FCF-ABDA-B7FD6395A9FA}" dt="2022-03-14T14:44:37.287" v="1072" actId="6549"/>
        <pc:sldMkLst>
          <pc:docMk/>
          <pc:sldMk cId="3374560949" sldId="331"/>
        </pc:sldMkLst>
        <pc:spChg chg="mod">
          <ac:chgData name="Alessandro Ortis" userId="dcdc90ed-3509-45f7-ac48-ad038638580b" providerId="ADAL" clId="{4706BFD2-CEF4-4FCF-ABDA-B7FD6395A9FA}" dt="2022-03-14T14:39:29.642" v="942" actId="6549"/>
          <ac:spMkLst>
            <pc:docMk/>
            <pc:sldMk cId="3374560949" sldId="331"/>
            <ac:spMk id="2" creationId="{00000000-0000-0000-0000-000000000000}"/>
          </ac:spMkLst>
        </pc:spChg>
        <pc:spChg chg="add del mod">
          <ac:chgData name="Alessandro Ortis" userId="dcdc90ed-3509-45f7-ac48-ad038638580b" providerId="ADAL" clId="{4706BFD2-CEF4-4FCF-ABDA-B7FD6395A9FA}" dt="2022-03-14T14:39:37.883" v="944" actId="478"/>
          <ac:spMkLst>
            <pc:docMk/>
            <pc:sldMk cId="3374560949" sldId="331"/>
            <ac:spMk id="5" creationId="{9370BE33-633D-47DC-94F3-E4A0F3D679E2}"/>
          </ac:spMkLst>
        </pc:spChg>
        <pc:spChg chg="add del">
          <ac:chgData name="Alessandro Ortis" userId="dcdc90ed-3509-45f7-ac48-ad038638580b" providerId="ADAL" clId="{4706BFD2-CEF4-4FCF-ABDA-B7FD6395A9FA}" dt="2022-03-14T14:38:31.884" v="863" actId="22"/>
          <ac:spMkLst>
            <pc:docMk/>
            <pc:sldMk cId="3374560949" sldId="331"/>
            <ac:spMk id="7" creationId="{E8B22C6B-2837-4D28-B3B0-D67DD4B5FB71}"/>
          </ac:spMkLst>
        </pc:spChg>
        <pc:spChg chg="add mod">
          <ac:chgData name="Alessandro Ortis" userId="dcdc90ed-3509-45f7-ac48-ad038638580b" providerId="ADAL" clId="{4706BFD2-CEF4-4FCF-ABDA-B7FD6395A9FA}" dt="2022-03-14T14:44:37.287" v="1072" actId="6549"/>
          <ac:spMkLst>
            <pc:docMk/>
            <pc:sldMk cId="3374560949" sldId="331"/>
            <ac:spMk id="9" creationId="{9B18FFA1-3995-432C-B28F-5500C5462DEF}"/>
          </ac:spMkLst>
        </pc:spChg>
        <pc:spChg chg="del">
          <ac:chgData name="Alessandro Ortis" userId="dcdc90ed-3509-45f7-ac48-ad038638580b" providerId="ADAL" clId="{4706BFD2-CEF4-4FCF-ABDA-B7FD6395A9FA}" dt="2022-03-14T14:36:49.884" v="840" actId="478"/>
          <ac:spMkLst>
            <pc:docMk/>
            <pc:sldMk cId="3374560949" sldId="331"/>
            <ac:spMk id="13" creationId="{9947F36E-C57C-4B56-88B3-D2204C2080C6}"/>
          </ac:spMkLst>
        </pc:spChg>
        <pc:picChg chg="add del mod">
          <ac:chgData name="Alessandro Ortis" userId="dcdc90ed-3509-45f7-ac48-ad038638580b" providerId="ADAL" clId="{4706BFD2-CEF4-4FCF-ABDA-B7FD6395A9FA}" dt="2022-03-14T14:39:31.678" v="943" actId="478"/>
          <ac:picMkLst>
            <pc:docMk/>
            <pc:sldMk cId="3374560949" sldId="331"/>
            <ac:picMk id="4" creationId="{C7AF2B07-CB92-4B4F-AD58-8602F64FF45D}"/>
          </ac:picMkLst>
        </pc:picChg>
      </pc:sldChg>
      <pc:sldChg chg="add">
        <pc:chgData name="Alessandro Ortis" userId="dcdc90ed-3509-45f7-ac48-ad038638580b" providerId="ADAL" clId="{4706BFD2-CEF4-4FCF-ABDA-B7FD6395A9FA}" dt="2022-03-14T14:44:32.231" v="1071"/>
        <pc:sldMkLst>
          <pc:docMk/>
          <pc:sldMk cId="3805750058" sldId="332"/>
        </pc:sldMkLst>
      </pc:sldChg>
      <pc:sldChg chg="addSp delSp modSp add mod">
        <pc:chgData name="Alessandro Ortis" userId="dcdc90ed-3509-45f7-ac48-ad038638580b" providerId="ADAL" clId="{4706BFD2-CEF4-4FCF-ABDA-B7FD6395A9FA}" dt="2022-03-14T15:02:26.880" v="1336"/>
        <pc:sldMkLst>
          <pc:docMk/>
          <pc:sldMk cId="4152691388" sldId="333"/>
        </pc:sldMkLst>
        <pc:spChg chg="mod">
          <ac:chgData name="Alessandro Ortis" userId="dcdc90ed-3509-45f7-ac48-ad038638580b" providerId="ADAL" clId="{4706BFD2-CEF4-4FCF-ABDA-B7FD6395A9FA}" dt="2022-03-14T14:52:39.062" v="1110" actId="6549"/>
          <ac:spMkLst>
            <pc:docMk/>
            <pc:sldMk cId="4152691388" sldId="333"/>
            <ac:spMk id="2" creationId="{00000000-0000-0000-0000-000000000000}"/>
          </ac:spMkLst>
        </pc:spChg>
        <pc:spChg chg="mod">
          <ac:chgData name="Alessandro Ortis" userId="dcdc90ed-3509-45f7-ac48-ad038638580b" providerId="ADAL" clId="{4706BFD2-CEF4-4FCF-ABDA-B7FD6395A9FA}" dt="2022-03-14T15:02:26.880" v="1336"/>
          <ac:spMkLst>
            <pc:docMk/>
            <pc:sldMk cId="4152691388" sldId="333"/>
            <ac:spMk id="4" creationId="{00000000-0000-0000-0000-000000000000}"/>
          </ac:spMkLst>
        </pc:spChg>
        <pc:picChg chg="del">
          <ac:chgData name="Alessandro Ortis" userId="dcdc90ed-3509-45f7-ac48-ad038638580b" providerId="ADAL" clId="{4706BFD2-CEF4-4FCF-ABDA-B7FD6395A9FA}" dt="2022-03-14T14:50:54.117" v="1101" actId="478"/>
          <ac:picMkLst>
            <pc:docMk/>
            <pc:sldMk cId="4152691388" sldId="333"/>
            <ac:picMk id="5" creationId="{2D3F4635-F183-48CB-B294-703CF3953144}"/>
          </ac:picMkLst>
        </pc:picChg>
        <pc:picChg chg="add mod">
          <ac:chgData name="Alessandro Ortis" userId="dcdc90ed-3509-45f7-ac48-ad038638580b" providerId="ADAL" clId="{4706BFD2-CEF4-4FCF-ABDA-B7FD6395A9FA}" dt="2022-03-14T15:00:51.698" v="1246" actId="14100"/>
          <ac:picMkLst>
            <pc:docMk/>
            <pc:sldMk cId="4152691388" sldId="333"/>
            <ac:picMk id="8194" creationId="{26402961-E1F5-4F42-A1A7-E6FDF0FC053A}"/>
          </ac:picMkLst>
        </pc:picChg>
      </pc:sldChg>
      <pc:sldChg chg="addSp delSp modSp add mod">
        <pc:chgData name="Alessandro Ortis" userId="dcdc90ed-3509-45f7-ac48-ad038638580b" providerId="ADAL" clId="{4706BFD2-CEF4-4FCF-ABDA-B7FD6395A9FA}" dt="2022-03-14T14:56:32.541" v="1224" actId="1076"/>
        <pc:sldMkLst>
          <pc:docMk/>
          <pc:sldMk cId="456388586" sldId="334"/>
        </pc:sldMkLst>
        <pc:spChg chg="mod">
          <ac:chgData name="Alessandro Ortis" userId="dcdc90ed-3509-45f7-ac48-ad038638580b" providerId="ADAL" clId="{4706BFD2-CEF4-4FCF-ABDA-B7FD6395A9FA}" dt="2022-03-14T14:52:45.128" v="1111"/>
          <ac:spMkLst>
            <pc:docMk/>
            <pc:sldMk cId="456388586" sldId="334"/>
            <ac:spMk id="2" creationId="{00000000-0000-0000-0000-000000000000}"/>
          </ac:spMkLst>
        </pc:spChg>
        <pc:spChg chg="mod">
          <ac:chgData name="Alessandro Ortis" userId="dcdc90ed-3509-45f7-ac48-ad038638580b" providerId="ADAL" clId="{4706BFD2-CEF4-4FCF-ABDA-B7FD6395A9FA}" dt="2022-03-14T14:56:31.358" v="1223" actId="947"/>
          <ac:spMkLst>
            <pc:docMk/>
            <pc:sldMk cId="456388586" sldId="334"/>
            <ac:spMk id="4" creationId="{00000000-0000-0000-0000-000000000000}"/>
          </ac:spMkLst>
        </pc:spChg>
        <pc:picChg chg="add mod">
          <ac:chgData name="Alessandro Ortis" userId="dcdc90ed-3509-45f7-ac48-ad038638580b" providerId="ADAL" clId="{4706BFD2-CEF4-4FCF-ABDA-B7FD6395A9FA}" dt="2022-03-14T14:56:32.541" v="1224" actId="1076"/>
          <ac:picMkLst>
            <pc:docMk/>
            <pc:sldMk cId="456388586" sldId="334"/>
            <ac:picMk id="5" creationId="{0322CADB-BCDA-40E2-9791-18F6F06E75BF}"/>
          </ac:picMkLst>
        </pc:picChg>
        <pc:picChg chg="del">
          <ac:chgData name="Alessandro Ortis" userId="dcdc90ed-3509-45f7-ac48-ad038638580b" providerId="ADAL" clId="{4706BFD2-CEF4-4FCF-ABDA-B7FD6395A9FA}" dt="2022-03-14T14:52:50.044" v="1112" actId="478"/>
          <ac:picMkLst>
            <pc:docMk/>
            <pc:sldMk cId="456388586" sldId="334"/>
            <ac:picMk id="6" creationId="{CE282A95-8375-4397-9484-17F852C3D847}"/>
          </ac:picMkLst>
        </pc:picChg>
      </pc:sldChg>
      <pc:sldChg chg="addSp delSp modSp add del mod">
        <pc:chgData name="Alessandro Ortis" userId="dcdc90ed-3509-45f7-ac48-ad038638580b" providerId="ADAL" clId="{4706BFD2-CEF4-4FCF-ABDA-B7FD6395A9FA}" dt="2022-03-14T15:04:48.166" v="1399" actId="47"/>
        <pc:sldMkLst>
          <pc:docMk/>
          <pc:sldMk cId="3731350787" sldId="335"/>
        </pc:sldMkLst>
        <pc:spChg chg="mod">
          <ac:chgData name="Alessandro Ortis" userId="dcdc90ed-3509-45f7-ac48-ad038638580b" providerId="ADAL" clId="{4706BFD2-CEF4-4FCF-ABDA-B7FD6395A9FA}" dt="2022-03-14T14:58:56.035" v="1231" actId="20577"/>
          <ac:spMkLst>
            <pc:docMk/>
            <pc:sldMk cId="3731350787" sldId="335"/>
            <ac:spMk id="2" creationId="{00000000-0000-0000-0000-000000000000}"/>
          </ac:spMkLst>
        </pc:spChg>
        <pc:spChg chg="add del">
          <ac:chgData name="Alessandro Ortis" userId="dcdc90ed-3509-45f7-ac48-ad038638580b" providerId="ADAL" clId="{4706BFD2-CEF4-4FCF-ABDA-B7FD6395A9FA}" dt="2022-03-14T15:01:26.644" v="1280"/>
          <ac:spMkLst>
            <pc:docMk/>
            <pc:sldMk cId="3731350787" sldId="335"/>
            <ac:spMk id="3" creationId="{D5DD3DCF-05B6-495E-A541-EEFB677A341C}"/>
          </ac:spMkLst>
        </pc:spChg>
        <pc:spChg chg="mod">
          <ac:chgData name="Alessandro Ortis" userId="dcdc90ed-3509-45f7-ac48-ad038638580b" providerId="ADAL" clId="{4706BFD2-CEF4-4FCF-ABDA-B7FD6395A9FA}" dt="2022-03-14T15:04:25.494" v="1397" actId="404"/>
          <ac:spMkLst>
            <pc:docMk/>
            <pc:sldMk cId="3731350787" sldId="335"/>
            <ac:spMk id="4" creationId="{00000000-0000-0000-0000-000000000000}"/>
          </ac:spMkLst>
        </pc:spChg>
        <pc:picChg chg="del">
          <ac:chgData name="Alessandro Ortis" userId="dcdc90ed-3509-45f7-ac48-ad038638580b" providerId="ADAL" clId="{4706BFD2-CEF4-4FCF-ABDA-B7FD6395A9FA}" dt="2022-03-14T14:59:08.481" v="1233" actId="478"/>
          <ac:picMkLst>
            <pc:docMk/>
            <pc:sldMk cId="3731350787" sldId="335"/>
            <ac:picMk id="8194" creationId="{26402961-E1F5-4F42-A1A7-E6FDF0FC053A}"/>
          </ac:picMkLst>
        </pc:picChg>
        <pc:picChg chg="add mod">
          <ac:chgData name="Alessandro Ortis" userId="dcdc90ed-3509-45f7-ac48-ad038638580b" providerId="ADAL" clId="{4706BFD2-CEF4-4FCF-ABDA-B7FD6395A9FA}" dt="2022-03-14T15:04:20.676" v="1395" actId="14100"/>
          <ac:picMkLst>
            <pc:docMk/>
            <pc:sldMk cId="3731350787" sldId="335"/>
            <ac:picMk id="10242" creationId="{20C7702A-1CBE-4E44-A141-BD2C4D88CDD7}"/>
          </ac:picMkLst>
        </pc:picChg>
        <pc:picChg chg="add del">
          <ac:chgData name="Alessandro Ortis" userId="dcdc90ed-3509-45f7-ac48-ad038638580b" providerId="ADAL" clId="{4706BFD2-CEF4-4FCF-ABDA-B7FD6395A9FA}" dt="2022-03-14T14:59:42.172" v="1240"/>
          <ac:picMkLst>
            <pc:docMk/>
            <pc:sldMk cId="3731350787" sldId="335"/>
            <ac:picMk id="10244" creationId="{F4663416-019B-4699-B531-E34BB0EA320C}"/>
          </ac:picMkLst>
        </pc:picChg>
      </pc:sldChg>
      <pc:sldChg chg="add">
        <pc:chgData name="Alessandro Ortis" userId="dcdc90ed-3509-45f7-ac48-ad038638580b" providerId="ADAL" clId="{4706BFD2-CEF4-4FCF-ABDA-B7FD6395A9FA}" dt="2022-03-14T15:04:36.991" v="1398"/>
        <pc:sldMkLst>
          <pc:docMk/>
          <pc:sldMk cId="1107764695" sldId="336"/>
        </pc:sldMkLst>
      </pc:sldChg>
      <pc:sldChg chg="add">
        <pc:chgData name="Alessandro Ortis" userId="dcdc90ed-3509-45f7-ac48-ad038638580b" providerId="ADAL" clId="{4706BFD2-CEF4-4FCF-ABDA-B7FD6395A9FA}" dt="2022-03-14T15:07:47.284" v="1408"/>
        <pc:sldMkLst>
          <pc:docMk/>
          <pc:sldMk cId="2149220059" sldId="337"/>
        </pc:sldMkLst>
      </pc:sldChg>
      <pc:sldChg chg="modSp add del mod">
        <pc:chgData name="Alessandro Ortis" userId="dcdc90ed-3509-45f7-ac48-ad038638580b" providerId="ADAL" clId="{4706BFD2-CEF4-4FCF-ABDA-B7FD6395A9FA}" dt="2022-03-14T15:07:11.508" v="1407" actId="47"/>
        <pc:sldMkLst>
          <pc:docMk/>
          <pc:sldMk cId="3400978600" sldId="337"/>
        </pc:sldMkLst>
        <pc:spChg chg="mod">
          <ac:chgData name="Alessandro Ortis" userId="dcdc90ed-3509-45f7-ac48-ad038638580b" providerId="ADAL" clId="{4706BFD2-CEF4-4FCF-ABDA-B7FD6395A9FA}" dt="2022-03-14T15:06:37.118" v="1406" actId="20577"/>
          <ac:spMkLst>
            <pc:docMk/>
            <pc:sldMk cId="3400978600" sldId="337"/>
            <ac:spMk id="4" creationId="{00000000-0000-0000-0000-000000000000}"/>
          </ac:spMkLst>
        </pc:spChg>
      </pc:sldChg>
      <pc:sldChg chg="add">
        <pc:chgData name="Alessandro Ortis" userId="dcdc90ed-3509-45f7-ac48-ad038638580b" providerId="ADAL" clId="{4706BFD2-CEF4-4FCF-ABDA-B7FD6395A9FA}" dt="2022-03-14T15:15:45.569" v="1813"/>
        <pc:sldMkLst>
          <pc:docMk/>
          <pc:sldMk cId="853378783" sldId="338"/>
        </pc:sldMkLst>
      </pc:sldChg>
      <pc:sldChg chg="add del">
        <pc:chgData name="Alessandro Ortis" userId="dcdc90ed-3509-45f7-ac48-ad038638580b" providerId="ADAL" clId="{4706BFD2-CEF4-4FCF-ABDA-B7FD6395A9FA}" dt="2022-03-14T15:11:51.851" v="1624"/>
        <pc:sldMkLst>
          <pc:docMk/>
          <pc:sldMk cId="1139381816" sldId="338"/>
        </pc:sldMkLst>
      </pc:sldChg>
      <pc:sldChg chg="modSp add mod">
        <pc:chgData name="Alessandro Ortis" userId="dcdc90ed-3509-45f7-ac48-ad038638580b" providerId="ADAL" clId="{4706BFD2-CEF4-4FCF-ABDA-B7FD6395A9FA}" dt="2022-03-14T17:03:34.410" v="1970" actId="20577"/>
        <pc:sldMkLst>
          <pc:docMk/>
          <pc:sldMk cId="965368216" sldId="339"/>
        </pc:sldMkLst>
        <pc:spChg chg="mod">
          <ac:chgData name="Alessandro Ortis" userId="dcdc90ed-3509-45f7-ac48-ad038638580b" providerId="ADAL" clId="{4706BFD2-CEF4-4FCF-ABDA-B7FD6395A9FA}" dt="2022-03-14T17:03:34.410" v="1970" actId="20577"/>
          <ac:spMkLst>
            <pc:docMk/>
            <pc:sldMk cId="965368216" sldId="339"/>
            <ac:spMk id="4" creationId="{00000000-0000-0000-0000-000000000000}"/>
          </ac:spMkLst>
        </pc:spChg>
      </pc:sldChg>
    </pc:docChg>
  </pc:docChgLst>
  <pc:docChgLst>
    <pc:chgData name="Alessandro Ortis" userId="dcdc90ed-3509-45f7-ac48-ad038638580b" providerId="ADAL" clId="{499C1811-DADC-4F5E-A8E0-9FC9FD94C2C8}"/>
    <pc:docChg chg="undo custSel addSld delSld modSld">
      <pc:chgData name="Alessandro Ortis" userId="dcdc90ed-3509-45f7-ac48-ad038638580b" providerId="ADAL" clId="{499C1811-DADC-4F5E-A8E0-9FC9FD94C2C8}" dt="2022-03-17T09:48:33.573" v="1819" actId="22"/>
      <pc:docMkLst>
        <pc:docMk/>
      </pc:docMkLst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3650546600" sldId="258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1881356657" sldId="259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251957735" sldId="261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4056441670" sldId="262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671297568" sldId="263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2234171294" sldId="264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73555605" sldId="266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2639850032" sldId="267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520594104" sldId="269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2129470149" sldId="272"/>
        </pc:sldMkLst>
      </pc:sldChg>
      <pc:sldChg chg="mod modShow">
        <pc:chgData name="Alessandro Ortis" userId="dcdc90ed-3509-45f7-ac48-ad038638580b" providerId="ADAL" clId="{499C1811-DADC-4F5E-A8E0-9FC9FD94C2C8}" dt="2022-03-17T09:13:04.917" v="26" actId="729"/>
        <pc:sldMkLst>
          <pc:docMk/>
          <pc:sldMk cId="2579572834" sldId="278"/>
        </pc:sldMkLst>
      </pc:sldChg>
      <pc:sldChg chg="mod modShow">
        <pc:chgData name="Alessandro Ortis" userId="dcdc90ed-3509-45f7-ac48-ad038638580b" providerId="ADAL" clId="{499C1811-DADC-4F5E-A8E0-9FC9FD94C2C8}" dt="2022-03-17T09:13:04.917" v="26" actId="729"/>
        <pc:sldMkLst>
          <pc:docMk/>
          <pc:sldMk cId="832053013" sldId="279"/>
        </pc:sldMkLst>
      </pc:sldChg>
      <pc:sldChg chg="mod modShow">
        <pc:chgData name="Alessandro Ortis" userId="dcdc90ed-3509-45f7-ac48-ad038638580b" providerId="ADAL" clId="{499C1811-DADC-4F5E-A8E0-9FC9FD94C2C8}" dt="2022-03-17T09:13:04.917" v="26" actId="729"/>
        <pc:sldMkLst>
          <pc:docMk/>
          <pc:sldMk cId="1519861360" sldId="280"/>
        </pc:sldMkLst>
      </pc:sldChg>
      <pc:sldChg chg="mod modShow">
        <pc:chgData name="Alessandro Ortis" userId="dcdc90ed-3509-45f7-ac48-ad038638580b" providerId="ADAL" clId="{499C1811-DADC-4F5E-A8E0-9FC9FD94C2C8}" dt="2022-03-17T09:13:04.917" v="26" actId="729"/>
        <pc:sldMkLst>
          <pc:docMk/>
          <pc:sldMk cId="2880080466" sldId="281"/>
        </pc:sldMkLst>
      </pc:sldChg>
      <pc:sldChg chg="mod modShow">
        <pc:chgData name="Alessandro Ortis" userId="dcdc90ed-3509-45f7-ac48-ad038638580b" providerId="ADAL" clId="{499C1811-DADC-4F5E-A8E0-9FC9FD94C2C8}" dt="2022-03-17T09:13:04.917" v="26" actId="729"/>
        <pc:sldMkLst>
          <pc:docMk/>
          <pc:sldMk cId="97517811" sldId="282"/>
        </pc:sldMkLst>
      </pc:sldChg>
      <pc:sldChg chg="mod modShow">
        <pc:chgData name="Alessandro Ortis" userId="dcdc90ed-3509-45f7-ac48-ad038638580b" providerId="ADAL" clId="{499C1811-DADC-4F5E-A8E0-9FC9FD94C2C8}" dt="2022-03-17T09:13:04.917" v="26" actId="729"/>
        <pc:sldMkLst>
          <pc:docMk/>
          <pc:sldMk cId="1066016077" sldId="283"/>
        </pc:sldMkLst>
      </pc:sldChg>
      <pc:sldChg chg="mod modShow">
        <pc:chgData name="Alessandro Ortis" userId="dcdc90ed-3509-45f7-ac48-ad038638580b" providerId="ADAL" clId="{499C1811-DADC-4F5E-A8E0-9FC9FD94C2C8}" dt="2022-03-17T09:13:04.917" v="26" actId="729"/>
        <pc:sldMkLst>
          <pc:docMk/>
          <pc:sldMk cId="2432513643" sldId="284"/>
        </pc:sldMkLst>
      </pc:sldChg>
      <pc:sldChg chg="mod modShow">
        <pc:chgData name="Alessandro Ortis" userId="dcdc90ed-3509-45f7-ac48-ad038638580b" providerId="ADAL" clId="{499C1811-DADC-4F5E-A8E0-9FC9FD94C2C8}" dt="2022-03-17T09:13:04.917" v="26" actId="729"/>
        <pc:sldMkLst>
          <pc:docMk/>
          <pc:sldMk cId="679572198" sldId="285"/>
        </pc:sldMkLst>
      </pc:sldChg>
      <pc:sldChg chg="mod modShow">
        <pc:chgData name="Alessandro Ortis" userId="dcdc90ed-3509-45f7-ac48-ad038638580b" providerId="ADAL" clId="{499C1811-DADC-4F5E-A8E0-9FC9FD94C2C8}" dt="2022-03-17T09:13:04.917" v="26" actId="729"/>
        <pc:sldMkLst>
          <pc:docMk/>
          <pc:sldMk cId="46596434" sldId="286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2946504290" sldId="287"/>
        </pc:sldMkLst>
      </pc:sldChg>
      <pc:sldChg chg="modSp mod">
        <pc:chgData name="Alessandro Ortis" userId="dcdc90ed-3509-45f7-ac48-ad038638580b" providerId="ADAL" clId="{499C1811-DADC-4F5E-A8E0-9FC9FD94C2C8}" dt="2022-03-17T09:05:26.024" v="16" actId="20577"/>
        <pc:sldMkLst>
          <pc:docMk/>
          <pc:sldMk cId="0" sldId="314"/>
        </pc:sldMkLst>
        <pc:spChg chg="mod">
          <ac:chgData name="Alessandro Ortis" userId="dcdc90ed-3509-45f7-ac48-ad038638580b" providerId="ADAL" clId="{499C1811-DADC-4F5E-A8E0-9FC9FD94C2C8}" dt="2022-03-17T09:05:26.024" v="16" actId="20577"/>
          <ac:spMkLst>
            <pc:docMk/>
            <pc:sldMk cId="0" sldId="314"/>
            <ac:spMk id="2" creationId="{00000000-0000-0000-0000-000000000000}"/>
          </ac:spMkLst>
        </pc:spChg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2739694708" sldId="315"/>
        </pc:sldMkLst>
      </pc:sldChg>
      <pc:sldChg chg="modSp del mod">
        <pc:chgData name="Alessandro Ortis" userId="dcdc90ed-3509-45f7-ac48-ad038638580b" providerId="ADAL" clId="{499C1811-DADC-4F5E-A8E0-9FC9FD94C2C8}" dt="2022-03-17T09:05:16.298" v="6" actId="47"/>
        <pc:sldMkLst>
          <pc:docMk/>
          <pc:sldMk cId="575883652" sldId="316"/>
        </pc:sldMkLst>
        <pc:spChg chg="mod">
          <ac:chgData name="Alessandro Ortis" userId="dcdc90ed-3509-45f7-ac48-ad038638580b" providerId="ADAL" clId="{499C1811-DADC-4F5E-A8E0-9FC9FD94C2C8}" dt="2022-03-17T09:02:38.342" v="1" actId="947"/>
          <ac:spMkLst>
            <pc:docMk/>
            <pc:sldMk cId="575883652" sldId="316"/>
            <ac:spMk id="4" creationId="{00000000-0000-0000-0000-000000000000}"/>
          </ac:spMkLst>
        </pc:spChg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2556990449" sldId="317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1187735878" sldId="318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2540264350" sldId="319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580655310" sldId="320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1926600034" sldId="321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696736115" sldId="322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2330397008" sldId="323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2198011472" sldId="324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2209472461" sldId="325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1144960208" sldId="326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1573969378" sldId="327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378509359" sldId="328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449466840" sldId="329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723693947" sldId="330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3374560949" sldId="331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3805750058" sldId="332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4152691388" sldId="333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456388586" sldId="334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1107764695" sldId="336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2149220059" sldId="337"/>
        </pc:sldMkLst>
      </pc:sldChg>
      <pc:sldChg chg="modSp del mod">
        <pc:chgData name="Alessandro Ortis" userId="dcdc90ed-3509-45f7-ac48-ad038638580b" providerId="ADAL" clId="{499C1811-DADC-4F5E-A8E0-9FC9FD94C2C8}" dt="2022-03-17T09:05:16.298" v="6" actId="47"/>
        <pc:sldMkLst>
          <pc:docMk/>
          <pc:sldMk cId="853378783" sldId="338"/>
        </pc:sldMkLst>
        <pc:spChg chg="mod">
          <ac:chgData name="Alessandro Ortis" userId="dcdc90ed-3509-45f7-ac48-ad038638580b" providerId="ADAL" clId="{499C1811-DADC-4F5E-A8E0-9FC9FD94C2C8}" dt="2022-03-17T09:02:32.535" v="0" actId="947"/>
          <ac:spMkLst>
            <pc:docMk/>
            <pc:sldMk cId="853378783" sldId="338"/>
            <ac:spMk id="4" creationId="{00000000-0000-0000-0000-000000000000}"/>
          </ac:spMkLst>
        </pc:spChg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2655164474" sldId="340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498439705" sldId="341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3332984812" sldId="342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1202266677" sldId="343"/>
        </pc:sldMkLst>
      </pc:sldChg>
      <pc:sldChg chg="modSp del mod">
        <pc:chgData name="Alessandro Ortis" userId="dcdc90ed-3509-45f7-ac48-ad038638580b" providerId="ADAL" clId="{499C1811-DADC-4F5E-A8E0-9FC9FD94C2C8}" dt="2022-03-17T09:05:16.298" v="6" actId="47"/>
        <pc:sldMkLst>
          <pc:docMk/>
          <pc:sldMk cId="178212444" sldId="344"/>
        </pc:sldMkLst>
        <pc:spChg chg="mod">
          <ac:chgData name="Alessandro Ortis" userId="dcdc90ed-3509-45f7-ac48-ad038638580b" providerId="ADAL" clId="{499C1811-DADC-4F5E-A8E0-9FC9FD94C2C8}" dt="2022-03-17T09:02:54.592" v="2" actId="20577"/>
          <ac:spMkLst>
            <pc:docMk/>
            <pc:sldMk cId="178212444" sldId="344"/>
            <ac:spMk id="3" creationId="{00000000-0000-0000-0000-000000000000}"/>
          </ac:spMkLst>
        </pc:spChg>
      </pc:sldChg>
      <pc:sldChg chg="delSp del mod">
        <pc:chgData name="Alessandro Ortis" userId="dcdc90ed-3509-45f7-ac48-ad038638580b" providerId="ADAL" clId="{499C1811-DADC-4F5E-A8E0-9FC9FD94C2C8}" dt="2022-03-17T09:05:16.298" v="6" actId="47"/>
        <pc:sldMkLst>
          <pc:docMk/>
          <pc:sldMk cId="2338446226" sldId="345"/>
        </pc:sldMkLst>
        <pc:spChg chg="del">
          <ac:chgData name="Alessandro Ortis" userId="dcdc90ed-3509-45f7-ac48-ad038638580b" providerId="ADAL" clId="{499C1811-DADC-4F5E-A8E0-9FC9FD94C2C8}" dt="2022-03-17T09:03:15.424" v="4" actId="478"/>
          <ac:spMkLst>
            <pc:docMk/>
            <pc:sldMk cId="2338446226" sldId="345"/>
            <ac:spMk id="7" creationId="{77AE8FC8-6A97-4FCD-8E50-127EC8FA5289}"/>
          </ac:spMkLst>
        </pc:spChg>
        <pc:spChg chg="del">
          <ac:chgData name="Alessandro Ortis" userId="dcdc90ed-3509-45f7-ac48-ad038638580b" providerId="ADAL" clId="{499C1811-DADC-4F5E-A8E0-9FC9FD94C2C8}" dt="2022-03-17T09:03:17.399" v="5" actId="478"/>
          <ac:spMkLst>
            <pc:docMk/>
            <pc:sldMk cId="2338446226" sldId="345"/>
            <ac:spMk id="8" creationId="{780F037B-4E63-46E6-9CF3-ACBBBE25F3F3}"/>
          </ac:spMkLst>
        </pc:spChg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3190568872" sldId="346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1033801758" sldId="347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544247694" sldId="348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2453874595" sldId="349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1239840443" sldId="350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2679989603" sldId="351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4089485670" sldId="352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195082709" sldId="353"/>
        </pc:sldMkLst>
      </pc:sldChg>
      <pc:sldChg chg="modSp mod">
        <pc:chgData name="Alessandro Ortis" userId="dcdc90ed-3509-45f7-ac48-ad038638580b" providerId="ADAL" clId="{499C1811-DADC-4F5E-A8E0-9FC9FD94C2C8}" dt="2022-03-17T09:09:38.858" v="22" actId="5793"/>
        <pc:sldMkLst>
          <pc:docMk/>
          <pc:sldMk cId="76956938" sldId="354"/>
        </pc:sldMkLst>
        <pc:spChg chg="mod">
          <ac:chgData name="Alessandro Ortis" userId="dcdc90ed-3509-45f7-ac48-ad038638580b" providerId="ADAL" clId="{499C1811-DADC-4F5E-A8E0-9FC9FD94C2C8}" dt="2022-03-17T09:09:34.794" v="18"/>
          <ac:spMkLst>
            <pc:docMk/>
            <pc:sldMk cId="76956938" sldId="354"/>
            <ac:spMk id="2" creationId="{00000000-0000-0000-0000-000000000000}"/>
          </ac:spMkLst>
        </pc:spChg>
        <pc:spChg chg="mod">
          <ac:chgData name="Alessandro Ortis" userId="dcdc90ed-3509-45f7-ac48-ad038638580b" providerId="ADAL" clId="{499C1811-DADC-4F5E-A8E0-9FC9FD94C2C8}" dt="2022-03-17T09:09:38.858" v="22" actId="5793"/>
          <ac:spMkLst>
            <pc:docMk/>
            <pc:sldMk cId="76956938" sldId="354"/>
            <ac:spMk id="4" creationId="{00000000-0000-0000-0000-000000000000}"/>
          </ac:spMkLst>
        </pc:spChg>
      </pc:sldChg>
      <pc:sldChg chg="add del">
        <pc:chgData name="Alessandro Ortis" userId="dcdc90ed-3509-45f7-ac48-ad038638580b" providerId="ADAL" clId="{499C1811-DADC-4F5E-A8E0-9FC9FD94C2C8}" dt="2022-03-17T09:05:16.298" v="6" actId="47"/>
        <pc:sldMkLst>
          <pc:docMk/>
          <pc:sldMk cId="592443895" sldId="355"/>
        </pc:sldMkLst>
      </pc:sldChg>
      <pc:sldChg chg="modSp add mod">
        <pc:chgData name="Alessandro Ortis" userId="dcdc90ed-3509-45f7-ac48-ad038638580b" providerId="ADAL" clId="{499C1811-DADC-4F5E-A8E0-9FC9FD94C2C8}" dt="2022-03-17T09:23:29.449" v="511"/>
        <pc:sldMkLst>
          <pc:docMk/>
          <pc:sldMk cId="2904433712" sldId="355"/>
        </pc:sldMkLst>
        <pc:spChg chg="mod">
          <ac:chgData name="Alessandro Ortis" userId="dcdc90ed-3509-45f7-ac48-ad038638580b" providerId="ADAL" clId="{499C1811-DADC-4F5E-A8E0-9FC9FD94C2C8}" dt="2022-03-17T09:23:29.449" v="511"/>
          <ac:spMkLst>
            <pc:docMk/>
            <pc:sldMk cId="2904433712" sldId="355"/>
            <ac:spMk id="2" creationId="{00000000-0000-0000-0000-000000000000}"/>
          </ac:spMkLst>
        </pc:spChg>
        <pc:spChg chg="mod">
          <ac:chgData name="Alessandro Ortis" userId="dcdc90ed-3509-45f7-ac48-ad038638580b" providerId="ADAL" clId="{499C1811-DADC-4F5E-A8E0-9FC9FD94C2C8}" dt="2022-03-17T09:10:28.153" v="25" actId="113"/>
          <ac:spMkLst>
            <pc:docMk/>
            <pc:sldMk cId="2904433712" sldId="355"/>
            <ac:spMk id="4" creationId="{00000000-0000-0000-0000-000000000000}"/>
          </ac:spMkLst>
        </pc:spChg>
      </pc:sldChg>
      <pc:sldChg chg="modSp add mod">
        <pc:chgData name="Alessandro Ortis" userId="dcdc90ed-3509-45f7-ac48-ad038638580b" providerId="ADAL" clId="{499C1811-DADC-4F5E-A8E0-9FC9FD94C2C8}" dt="2022-03-17T09:23:25.500" v="510" actId="20577"/>
        <pc:sldMkLst>
          <pc:docMk/>
          <pc:sldMk cId="238608794" sldId="356"/>
        </pc:sldMkLst>
        <pc:spChg chg="mod">
          <ac:chgData name="Alessandro Ortis" userId="dcdc90ed-3509-45f7-ac48-ad038638580b" providerId="ADAL" clId="{499C1811-DADC-4F5E-A8E0-9FC9FD94C2C8}" dt="2022-03-17T09:23:25.500" v="510" actId="20577"/>
          <ac:spMkLst>
            <pc:docMk/>
            <pc:sldMk cId="238608794" sldId="356"/>
            <ac:spMk id="2" creationId="{00000000-0000-0000-0000-000000000000}"/>
          </ac:spMkLst>
        </pc:spChg>
        <pc:spChg chg="mod">
          <ac:chgData name="Alessandro Ortis" userId="dcdc90ed-3509-45f7-ac48-ad038638580b" providerId="ADAL" clId="{499C1811-DADC-4F5E-A8E0-9FC9FD94C2C8}" dt="2022-03-17T09:23:04.931" v="477" actId="20577"/>
          <ac:spMkLst>
            <pc:docMk/>
            <pc:sldMk cId="238608794" sldId="356"/>
            <ac:spMk id="4" creationId="{00000000-0000-0000-0000-000000000000}"/>
          </ac:spMkLst>
        </pc:spChg>
      </pc:sldChg>
      <pc:sldChg chg="modSp add mod">
        <pc:chgData name="Alessandro Ortis" userId="dcdc90ed-3509-45f7-ac48-ad038638580b" providerId="ADAL" clId="{499C1811-DADC-4F5E-A8E0-9FC9FD94C2C8}" dt="2022-03-17T09:25:51.474" v="806" actId="20577"/>
        <pc:sldMkLst>
          <pc:docMk/>
          <pc:sldMk cId="1649938427" sldId="357"/>
        </pc:sldMkLst>
        <pc:spChg chg="mod">
          <ac:chgData name="Alessandro Ortis" userId="dcdc90ed-3509-45f7-ac48-ad038638580b" providerId="ADAL" clId="{499C1811-DADC-4F5E-A8E0-9FC9FD94C2C8}" dt="2022-03-17T09:24:23.328" v="522" actId="20577"/>
          <ac:spMkLst>
            <pc:docMk/>
            <pc:sldMk cId="1649938427" sldId="357"/>
            <ac:spMk id="2" creationId="{00000000-0000-0000-0000-000000000000}"/>
          </ac:spMkLst>
        </pc:spChg>
        <pc:spChg chg="mod">
          <ac:chgData name="Alessandro Ortis" userId="dcdc90ed-3509-45f7-ac48-ad038638580b" providerId="ADAL" clId="{499C1811-DADC-4F5E-A8E0-9FC9FD94C2C8}" dt="2022-03-17T09:25:51.474" v="806" actId="20577"/>
          <ac:spMkLst>
            <pc:docMk/>
            <pc:sldMk cId="1649938427" sldId="357"/>
            <ac:spMk id="4" creationId="{00000000-0000-0000-0000-000000000000}"/>
          </ac:spMkLst>
        </pc:spChg>
      </pc:sldChg>
      <pc:sldChg chg="addSp modSp add mod">
        <pc:chgData name="Alessandro Ortis" userId="dcdc90ed-3509-45f7-ac48-ad038638580b" providerId="ADAL" clId="{499C1811-DADC-4F5E-A8E0-9FC9FD94C2C8}" dt="2022-03-17T09:31:25.592" v="1012" actId="1076"/>
        <pc:sldMkLst>
          <pc:docMk/>
          <pc:sldMk cId="131520149" sldId="358"/>
        </pc:sldMkLst>
        <pc:spChg chg="mod">
          <ac:chgData name="Alessandro Ortis" userId="dcdc90ed-3509-45f7-ac48-ad038638580b" providerId="ADAL" clId="{499C1811-DADC-4F5E-A8E0-9FC9FD94C2C8}" dt="2022-03-17T09:28:39.051" v="819" actId="20577"/>
          <ac:spMkLst>
            <pc:docMk/>
            <pc:sldMk cId="131520149" sldId="358"/>
            <ac:spMk id="2" creationId="{00000000-0000-0000-0000-000000000000}"/>
          </ac:spMkLst>
        </pc:spChg>
        <pc:spChg chg="mod">
          <ac:chgData name="Alessandro Ortis" userId="dcdc90ed-3509-45f7-ac48-ad038638580b" providerId="ADAL" clId="{499C1811-DADC-4F5E-A8E0-9FC9FD94C2C8}" dt="2022-03-17T09:29:53.641" v="905" actId="947"/>
          <ac:spMkLst>
            <pc:docMk/>
            <pc:sldMk cId="131520149" sldId="358"/>
            <ac:spMk id="4" creationId="{00000000-0000-0000-0000-000000000000}"/>
          </ac:spMkLst>
        </pc:spChg>
        <pc:spChg chg="add mod">
          <ac:chgData name="Alessandro Ortis" userId="dcdc90ed-3509-45f7-ac48-ad038638580b" providerId="ADAL" clId="{499C1811-DADC-4F5E-A8E0-9FC9FD94C2C8}" dt="2022-03-17T09:31:01.153" v="1010" actId="20577"/>
          <ac:spMkLst>
            <pc:docMk/>
            <pc:sldMk cId="131520149" sldId="358"/>
            <ac:spMk id="6" creationId="{06509EEE-AEF8-4A70-A9FF-45CBFF8E58D1}"/>
          </ac:spMkLst>
        </pc:spChg>
        <pc:picChg chg="add mod">
          <ac:chgData name="Alessandro Ortis" userId="dcdc90ed-3509-45f7-ac48-ad038638580b" providerId="ADAL" clId="{499C1811-DADC-4F5E-A8E0-9FC9FD94C2C8}" dt="2022-03-17T09:30:26.731" v="928" actId="1076"/>
          <ac:picMkLst>
            <pc:docMk/>
            <pc:sldMk cId="131520149" sldId="358"/>
            <ac:picMk id="5" creationId="{7A1CC594-0ACD-41EF-9709-47FC7250FAEA}"/>
          </ac:picMkLst>
        </pc:picChg>
        <pc:picChg chg="add mod">
          <ac:chgData name="Alessandro Ortis" userId="dcdc90ed-3509-45f7-ac48-ad038638580b" providerId="ADAL" clId="{499C1811-DADC-4F5E-A8E0-9FC9FD94C2C8}" dt="2022-03-17T09:31:25.592" v="1012" actId="1076"/>
          <ac:picMkLst>
            <pc:docMk/>
            <pc:sldMk cId="131520149" sldId="358"/>
            <ac:picMk id="8" creationId="{89CBFEA1-1BE3-4709-A431-57E45B094E39}"/>
          </ac:picMkLst>
        </pc:picChg>
      </pc:sldChg>
      <pc:sldChg chg="addSp delSp modSp add mod">
        <pc:chgData name="Alessandro Ortis" userId="dcdc90ed-3509-45f7-ac48-ad038638580b" providerId="ADAL" clId="{499C1811-DADC-4F5E-A8E0-9FC9FD94C2C8}" dt="2022-03-17T09:35:02.617" v="1215" actId="1036"/>
        <pc:sldMkLst>
          <pc:docMk/>
          <pc:sldMk cId="1835137552" sldId="359"/>
        </pc:sldMkLst>
        <pc:spChg chg="mod">
          <ac:chgData name="Alessandro Ortis" userId="dcdc90ed-3509-45f7-ac48-ad038638580b" providerId="ADAL" clId="{499C1811-DADC-4F5E-A8E0-9FC9FD94C2C8}" dt="2022-03-17T09:33:03.473" v="1031" actId="20577"/>
          <ac:spMkLst>
            <pc:docMk/>
            <pc:sldMk cId="1835137552" sldId="359"/>
            <ac:spMk id="2" creationId="{00000000-0000-0000-0000-000000000000}"/>
          </ac:spMkLst>
        </pc:spChg>
        <pc:spChg chg="mod">
          <ac:chgData name="Alessandro Ortis" userId="dcdc90ed-3509-45f7-ac48-ad038638580b" providerId="ADAL" clId="{499C1811-DADC-4F5E-A8E0-9FC9FD94C2C8}" dt="2022-03-17T09:33:25.562" v="1045" actId="20577"/>
          <ac:spMkLst>
            <pc:docMk/>
            <pc:sldMk cId="1835137552" sldId="359"/>
            <ac:spMk id="4" creationId="{00000000-0000-0000-0000-000000000000}"/>
          </ac:spMkLst>
        </pc:spChg>
        <pc:spChg chg="mod">
          <ac:chgData name="Alessandro Ortis" userId="dcdc90ed-3509-45f7-ac48-ad038638580b" providerId="ADAL" clId="{499C1811-DADC-4F5E-A8E0-9FC9FD94C2C8}" dt="2022-03-17T09:34:48.482" v="1177" actId="20577"/>
          <ac:spMkLst>
            <pc:docMk/>
            <pc:sldMk cId="1835137552" sldId="359"/>
            <ac:spMk id="6" creationId="{06509EEE-AEF8-4A70-A9FF-45CBFF8E58D1}"/>
          </ac:spMkLst>
        </pc:spChg>
        <pc:picChg chg="del">
          <ac:chgData name="Alessandro Ortis" userId="dcdc90ed-3509-45f7-ac48-ad038638580b" providerId="ADAL" clId="{499C1811-DADC-4F5E-A8E0-9FC9FD94C2C8}" dt="2022-03-17T09:33:28.425" v="1046" actId="478"/>
          <ac:picMkLst>
            <pc:docMk/>
            <pc:sldMk cId="1835137552" sldId="359"/>
            <ac:picMk id="5" creationId="{7A1CC594-0ACD-41EF-9709-47FC7250FAEA}"/>
          </ac:picMkLst>
        </pc:picChg>
        <pc:picChg chg="add mod">
          <ac:chgData name="Alessandro Ortis" userId="dcdc90ed-3509-45f7-ac48-ad038638580b" providerId="ADAL" clId="{499C1811-DADC-4F5E-A8E0-9FC9FD94C2C8}" dt="2022-03-17T09:34:34.855" v="1126" actId="1036"/>
          <ac:picMkLst>
            <pc:docMk/>
            <pc:sldMk cId="1835137552" sldId="359"/>
            <ac:picMk id="7" creationId="{BC239D18-1DC3-4E9C-8068-1F13FE0BC1B3}"/>
          </ac:picMkLst>
        </pc:picChg>
        <pc:picChg chg="del">
          <ac:chgData name="Alessandro Ortis" userId="dcdc90ed-3509-45f7-ac48-ad038638580b" providerId="ADAL" clId="{499C1811-DADC-4F5E-A8E0-9FC9FD94C2C8}" dt="2022-03-17T09:34:58.035" v="1178" actId="478"/>
          <ac:picMkLst>
            <pc:docMk/>
            <pc:sldMk cId="1835137552" sldId="359"/>
            <ac:picMk id="8" creationId="{89CBFEA1-1BE3-4709-A431-57E45B094E39}"/>
          </ac:picMkLst>
        </pc:picChg>
        <pc:picChg chg="add mod">
          <ac:chgData name="Alessandro Ortis" userId="dcdc90ed-3509-45f7-ac48-ad038638580b" providerId="ADAL" clId="{499C1811-DADC-4F5E-A8E0-9FC9FD94C2C8}" dt="2022-03-17T09:35:02.617" v="1215" actId="1036"/>
          <ac:picMkLst>
            <pc:docMk/>
            <pc:sldMk cId="1835137552" sldId="359"/>
            <ac:picMk id="10" creationId="{75898EA5-D325-427A-A5FB-CFF36823802C}"/>
          </ac:picMkLst>
        </pc:picChg>
      </pc:sldChg>
      <pc:sldChg chg="addSp delSp modSp add mod">
        <pc:chgData name="Alessandro Ortis" userId="dcdc90ed-3509-45f7-ac48-ad038638580b" providerId="ADAL" clId="{499C1811-DADC-4F5E-A8E0-9FC9FD94C2C8}" dt="2022-03-17T09:35:51.480" v="1240" actId="1076"/>
        <pc:sldMkLst>
          <pc:docMk/>
          <pc:sldMk cId="3489488450" sldId="360"/>
        </pc:sldMkLst>
        <pc:spChg chg="mod">
          <ac:chgData name="Alessandro Ortis" userId="dcdc90ed-3509-45f7-ac48-ad038638580b" providerId="ADAL" clId="{499C1811-DADC-4F5E-A8E0-9FC9FD94C2C8}" dt="2022-03-17T09:35:21.514" v="1235" actId="20577"/>
          <ac:spMkLst>
            <pc:docMk/>
            <pc:sldMk cId="3489488450" sldId="360"/>
            <ac:spMk id="2" creationId="{00000000-0000-0000-0000-000000000000}"/>
          </ac:spMkLst>
        </pc:spChg>
        <pc:spChg chg="del">
          <ac:chgData name="Alessandro Ortis" userId="dcdc90ed-3509-45f7-ac48-ad038638580b" providerId="ADAL" clId="{499C1811-DADC-4F5E-A8E0-9FC9FD94C2C8}" dt="2022-03-17T09:35:45.756" v="1237" actId="478"/>
          <ac:spMkLst>
            <pc:docMk/>
            <pc:sldMk cId="3489488450" sldId="360"/>
            <ac:spMk id="4" creationId="{00000000-0000-0000-0000-000000000000}"/>
          </ac:spMkLst>
        </pc:spChg>
        <pc:spChg chg="del">
          <ac:chgData name="Alessandro Ortis" userId="dcdc90ed-3509-45f7-ac48-ad038638580b" providerId="ADAL" clId="{499C1811-DADC-4F5E-A8E0-9FC9FD94C2C8}" dt="2022-03-17T09:35:45.756" v="1237" actId="478"/>
          <ac:spMkLst>
            <pc:docMk/>
            <pc:sldMk cId="3489488450" sldId="360"/>
            <ac:spMk id="6" creationId="{06509EEE-AEF8-4A70-A9FF-45CBFF8E58D1}"/>
          </ac:spMkLst>
        </pc:spChg>
        <pc:picChg chg="add mod">
          <ac:chgData name="Alessandro Ortis" userId="dcdc90ed-3509-45f7-ac48-ad038638580b" providerId="ADAL" clId="{499C1811-DADC-4F5E-A8E0-9FC9FD94C2C8}" dt="2022-03-17T09:35:51.480" v="1240" actId="1076"/>
          <ac:picMkLst>
            <pc:docMk/>
            <pc:sldMk cId="3489488450" sldId="360"/>
            <ac:picMk id="5" creationId="{99ED3F20-10A9-4072-AF97-8C43F53412E0}"/>
          </ac:picMkLst>
        </pc:picChg>
        <pc:picChg chg="del">
          <ac:chgData name="Alessandro Ortis" userId="dcdc90ed-3509-45f7-ac48-ad038638580b" providerId="ADAL" clId="{499C1811-DADC-4F5E-A8E0-9FC9FD94C2C8}" dt="2022-03-17T09:35:41.058" v="1236" actId="478"/>
          <ac:picMkLst>
            <pc:docMk/>
            <pc:sldMk cId="3489488450" sldId="360"/>
            <ac:picMk id="7" creationId="{BC239D18-1DC3-4E9C-8068-1F13FE0BC1B3}"/>
          </ac:picMkLst>
        </pc:picChg>
        <pc:picChg chg="del">
          <ac:chgData name="Alessandro Ortis" userId="dcdc90ed-3509-45f7-ac48-ad038638580b" providerId="ADAL" clId="{499C1811-DADC-4F5E-A8E0-9FC9FD94C2C8}" dt="2022-03-17T09:35:45.756" v="1237" actId="478"/>
          <ac:picMkLst>
            <pc:docMk/>
            <pc:sldMk cId="3489488450" sldId="360"/>
            <ac:picMk id="10" creationId="{75898EA5-D325-427A-A5FB-CFF36823802C}"/>
          </ac:picMkLst>
        </pc:picChg>
      </pc:sldChg>
      <pc:sldChg chg="addSp delSp modSp add mod">
        <pc:chgData name="Alessandro Ortis" userId="dcdc90ed-3509-45f7-ac48-ad038638580b" providerId="ADAL" clId="{499C1811-DADC-4F5E-A8E0-9FC9FD94C2C8}" dt="2022-03-17T09:38:41.763" v="1527" actId="478"/>
        <pc:sldMkLst>
          <pc:docMk/>
          <pc:sldMk cId="3622933483" sldId="361"/>
        </pc:sldMkLst>
        <pc:spChg chg="mod">
          <ac:chgData name="Alessandro Ortis" userId="dcdc90ed-3509-45f7-ac48-ad038638580b" providerId="ADAL" clId="{499C1811-DADC-4F5E-A8E0-9FC9FD94C2C8}" dt="2022-03-17T09:36:02.345" v="1252" actId="20577"/>
          <ac:spMkLst>
            <pc:docMk/>
            <pc:sldMk cId="3622933483" sldId="361"/>
            <ac:spMk id="2" creationId="{00000000-0000-0000-0000-000000000000}"/>
          </ac:spMkLst>
        </pc:spChg>
        <pc:spChg chg="mod">
          <ac:chgData name="Alessandro Ortis" userId="dcdc90ed-3509-45f7-ac48-ad038638580b" providerId="ADAL" clId="{499C1811-DADC-4F5E-A8E0-9FC9FD94C2C8}" dt="2022-03-17T09:36:17.128" v="1280" actId="20577"/>
          <ac:spMkLst>
            <pc:docMk/>
            <pc:sldMk cId="3622933483" sldId="361"/>
            <ac:spMk id="4" creationId="{00000000-0000-0000-0000-000000000000}"/>
          </ac:spMkLst>
        </pc:spChg>
        <pc:spChg chg="mod">
          <ac:chgData name="Alessandro Ortis" userId="dcdc90ed-3509-45f7-ac48-ad038638580b" providerId="ADAL" clId="{499C1811-DADC-4F5E-A8E0-9FC9FD94C2C8}" dt="2022-03-17T09:37:32.920" v="1326" actId="1035"/>
          <ac:spMkLst>
            <pc:docMk/>
            <pc:sldMk cId="3622933483" sldId="361"/>
            <ac:spMk id="6" creationId="{06509EEE-AEF8-4A70-A9FF-45CBFF8E58D1}"/>
          </ac:spMkLst>
        </pc:spChg>
        <pc:spChg chg="add del mod">
          <ac:chgData name="Alessandro Ortis" userId="dcdc90ed-3509-45f7-ac48-ad038638580b" providerId="ADAL" clId="{499C1811-DADC-4F5E-A8E0-9FC9FD94C2C8}" dt="2022-03-17T09:38:41.763" v="1527" actId="478"/>
          <ac:spMkLst>
            <pc:docMk/>
            <pc:sldMk cId="3622933483" sldId="361"/>
            <ac:spMk id="13" creationId="{D906D495-10E2-448D-B386-3AC97A76419D}"/>
          </ac:spMkLst>
        </pc:spChg>
        <pc:picChg chg="add mod">
          <ac:chgData name="Alessandro Ortis" userId="dcdc90ed-3509-45f7-ac48-ad038638580b" providerId="ADAL" clId="{499C1811-DADC-4F5E-A8E0-9FC9FD94C2C8}" dt="2022-03-17T09:37:36.001" v="1332" actId="1035"/>
          <ac:picMkLst>
            <pc:docMk/>
            <pc:sldMk cId="3622933483" sldId="361"/>
            <ac:picMk id="5" creationId="{A7A7D6DF-2264-4195-827A-938F7167CFE8}"/>
          </ac:picMkLst>
        </pc:picChg>
        <pc:picChg chg="del">
          <ac:chgData name="Alessandro Ortis" userId="dcdc90ed-3509-45f7-ac48-ad038638580b" providerId="ADAL" clId="{499C1811-DADC-4F5E-A8E0-9FC9FD94C2C8}" dt="2022-03-17T09:36:21.307" v="1281" actId="478"/>
          <ac:picMkLst>
            <pc:docMk/>
            <pc:sldMk cId="3622933483" sldId="361"/>
            <ac:picMk id="7" creationId="{BC239D18-1DC3-4E9C-8068-1F13FE0BC1B3}"/>
          </ac:picMkLst>
        </pc:picChg>
        <pc:picChg chg="add mod">
          <ac:chgData name="Alessandro Ortis" userId="dcdc90ed-3509-45f7-ac48-ad038638580b" providerId="ADAL" clId="{499C1811-DADC-4F5E-A8E0-9FC9FD94C2C8}" dt="2022-03-17T09:37:38.705" v="1346" actId="1035"/>
          <ac:picMkLst>
            <pc:docMk/>
            <pc:sldMk cId="3622933483" sldId="361"/>
            <ac:picMk id="9" creationId="{73A4BF96-84C5-4673-B021-819839768DEE}"/>
          </ac:picMkLst>
        </pc:picChg>
        <pc:picChg chg="del">
          <ac:chgData name="Alessandro Ortis" userId="dcdc90ed-3509-45f7-ac48-ad038638580b" providerId="ADAL" clId="{499C1811-DADC-4F5E-A8E0-9FC9FD94C2C8}" dt="2022-03-17T09:37:00.049" v="1309" actId="478"/>
          <ac:picMkLst>
            <pc:docMk/>
            <pc:sldMk cId="3622933483" sldId="361"/>
            <ac:picMk id="10" creationId="{75898EA5-D325-427A-A5FB-CFF36823802C}"/>
          </ac:picMkLst>
        </pc:picChg>
        <pc:picChg chg="add del mod">
          <ac:chgData name="Alessandro Ortis" userId="dcdc90ed-3509-45f7-ac48-ad038638580b" providerId="ADAL" clId="{499C1811-DADC-4F5E-A8E0-9FC9FD94C2C8}" dt="2022-03-17T09:38:41.763" v="1527" actId="478"/>
          <ac:picMkLst>
            <pc:docMk/>
            <pc:sldMk cId="3622933483" sldId="361"/>
            <ac:picMk id="12" creationId="{A202BE9A-560B-48BA-ACF1-68CA79E8CC89}"/>
          </ac:picMkLst>
        </pc:picChg>
      </pc:sldChg>
      <pc:sldChg chg="addSp delSp modSp add mod">
        <pc:chgData name="Alessandro Ortis" userId="dcdc90ed-3509-45f7-ac48-ad038638580b" providerId="ADAL" clId="{499C1811-DADC-4F5E-A8E0-9FC9FD94C2C8}" dt="2022-03-17T09:39:47.243" v="1596" actId="478"/>
        <pc:sldMkLst>
          <pc:docMk/>
          <pc:sldMk cId="1282222276" sldId="362"/>
        </pc:sldMkLst>
        <pc:spChg chg="mod">
          <ac:chgData name="Alessandro Ortis" userId="dcdc90ed-3509-45f7-ac48-ad038638580b" providerId="ADAL" clId="{499C1811-DADC-4F5E-A8E0-9FC9FD94C2C8}" dt="2022-03-17T09:38:59.793" v="1536" actId="20577"/>
          <ac:spMkLst>
            <pc:docMk/>
            <pc:sldMk cId="1282222276" sldId="362"/>
            <ac:spMk id="2" creationId="{00000000-0000-0000-0000-000000000000}"/>
          </ac:spMkLst>
        </pc:spChg>
        <pc:spChg chg="mod">
          <ac:chgData name="Alessandro Ortis" userId="dcdc90ed-3509-45f7-ac48-ad038638580b" providerId="ADAL" clId="{499C1811-DADC-4F5E-A8E0-9FC9FD94C2C8}" dt="2022-03-17T09:39:16.523" v="1593" actId="20577"/>
          <ac:spMkLst>
            <pc:docMk/>
            <pc:sldMk cId="1282222276" sldId="362"/>
            <ac:spMk id="4" creationId="{00000000-0000-0000-0000-000000000000}"/>
          </ac:spMkLst>
        </pc:spChg>
        <pc:spChg chg="del">
          <ac:chgData name="Alessandro Ortis" userId="dcdc90ed-3509-45f7-ac48-ad038638580b" providerId="ADAL" clId="{499C1811-DADC-4F5E-A8E0-9FC9FD94C2C8}" dt="2022-03-17T09:39:43.796" v="1594" actId="478"/>
          <ac:spMkLst>
            <pc:docMk/>
            <pc:sldMk cId="1282222276" sldId="362"/>
            <ac:spMk id="6" creationId="{06509EEE-AEF8-4A70-A9FF-45CBFF8E58D1}"/>
          </ac:spMkLst>
        </pc:spChg>
        <pc:spChg chg="del">
          <ac:chgData name="Alessandro Ortis" userId="dcdc90ed-3509-45f7-ac48-ad038638580b" providerId="ADAL" clId="{499C1811-DADC-4F5E-A8E0-9FC9FD94C2C8}" dt="2022-03-17T09:39:43.796" v="1594" actId="478"/>
          <ac:spMkLst>
            <pc:docMk/>
            <pc:sldMk cId="1282222276" sldId="362"/>
            <ac:spMk id="13" creationId="{D906D495-10E2-448D-B386-3AC97A76419D}"/>
          </ac:spMkLst>
        </pc:spChg>
        <pc:picChg chg="del">
          <ac:chgData name="Alessandro Ortis" userId="dcdc90ed-3509-45f7-ac48-ad038638580b" providerId="ADAL" clId="{499C1811-DADC-4F5E-A8E0-9FC9FD94C2C8}" dt="2022-03-17T09:39:43.796" v="1594" actId="478"/>
          <ac:picMkLst>
            <pc:docMk/>
            <pc:sldMk cId="1282222276" sldId="362"/>
            <ac:picMk id="5" creationId="{A7A7D6DF-2264-4195-827A-938F7167CFE8}"/>
          </ac:picMkLst>
        </pc:picChg>
        <pc:picChg chg="add">
          <ac:chgData name="Alessandro Ortis" userId="dcdc90ed-3509-45f7-ac48-ad038638580b" providerId="ADAL" clId="{499C1811-DADC-4F5E-A8E0-9FC9FD94C2C8}" dt="2022-03-17T09:39:44.090" v="1595" actId="22"/>
          <ac:picMkLst>
            <pc:docMk/>
            <pc:sldMk cId="1282222276" sldId="362"/>
            <ac:picMk id="7" creationId="{DCA3D759-76B8-48D4-A0E7-EC76F1C7CE7A}"/>
          </ac:picMkLst>
        </pc:picChg>
        <pc:picChg chg="del">
          <ac:chgData name="Alessandro Ortis" userId="dcdc90ed-3509-45f7-ac48-ad038638580b" providerId="ADAL" clId="{499C1811-DADC-4F5E-A8E0-9FC9FD94C2C8}" dt="2022-03-17T09:39:43.796" v="1594" actId="478"/>
          <ac:picMkLst>
            <pc:docMk/>
            <pc:sldMk cId="1282222276" sldId="362"/>
            <ac:picMk id="9" creationId="{73A4BF96-84C5-4673-B021-819839768DEE}"/>
          </ac:picMkLst>
        </pc:picChg>
        <pc:picChg chg="del">
          <ac:chgData name="Alessandro Ortis" userId="dcdc90ed-3509-45f7-ac48-ad038638580b" providerId="ADAL" clId="{499C1811-DADC-4F5E-A8E0-9FC9FD94C2C8}" dt="2022-03-17T09:39:47.243" v="1596" actId="478"/>
          <ac:picMkLst>
            <pc:docMk/>
            <pc:sldMk cId="1282222276" sldId="362"/>
            <ac:picMk id="12" creationId="{A202BE9A-560B-48BA-ACF1-68CA79E8CC89}"/>
          </ac:picMkLst>
        </pc:picChg>
      </pc:sldChg>
      <pc:sldChg chg="addSp delSp modSp add del mod">
        <pc:chgData name="Alessandro Ortis" userId="dcdc90ed-3509-45f7-ac48-ad038638580b" providerId="ADAL" clId="{499C1811-DADC-4F5E-A8E0-9FC9FD94C2C8}" dt="2022-03-17T09:48:33.573" v="1819" actId="22"/>
        <pc:sldMkLst>
          <pc:docMk/>
          <pc:sldMk cId="1997212673" sldId="363"/>
        </pc:sldMkLst>
        <pc:spChg chg="mod">
          <ac:chgData name="Alessandro Ortis" userId="dcdc90ed-3509-45f7-ac48-ad038638580b" providerId="ADAL" clId="{499C1811-DADC-4F5E-A8E0-9FC9FD94C2C8}" dt="2022-03-17T09:43:26.704" v="1623" actId="20577"/>
          <ac:spMkLst>
            <pc:docMk/>
            <pc:sldMk cId="1997212673" sldId="363"/>
            <ac:spMk id="2" creationId="{00000000-0000-0000-0000-000000000000}"/>
          </ac:spMkLst>
        </pc:spChg>
        <pc:spChg chg="add mod">
          <ac:chgData name="Alessandro Ortis" userId="dcdc90ed-3509-45f7-ac48-ad038638580b" providerId="ADAL" clId="{499C1811-DADC-4F5E-A8E0-9FC9FD94C2C8}" dt="2022-03-17T09:48:30.832" v="1817" actId="1076"/>
          <ac:spMkLst>
            <pc:docMk/>
            <pc:sldMk cId="1997212673" sldId="363"/>
            <ac:spMk id="3" creationId="{3437C562-95FD-4B5F-A7E9-6FEF3D0C2EDD}"/>
          </ac:spMkLst>
        </pc:spChg>
        <pc:spChg chg="mod">
          <ac:chgData name="Alessandro Ortis" userId="dcdc90ed-3509-45f7-ac48-ad038638580b" providerId="ADAL" clId="{499C1811-DADC-4F5E-A8E0-9FC9FD94C2C8}" dt="2022-03-17T09:43:59.841" v="1761" actId="20577"/>
          <ac:spMkLst>
            <pc:docMk/>
            <pc:sldMk cId="1997212673" sldId="363"/>
            <ac:spMk id="4" creationId="{00000000-0000-0000-0000-000000000000}"/>
          </ac:spMkLst>
        </pc:spChg>
        <pc:spChg chg="add del">
          <ac:chgData name="Alessandro Ortis" userId="dcdc90ed-3509-45f7-ac48-ad038638580b" providerId="ADAL" clId="{499C1811-DADC-4F5E-A8E0-9FC9FD94C2C8}" dt="2022-03-17T09:48:33.573" v="1819" actId="22"/>
          <ac:spMkLst>
            <pc:docMk/>
            <pc:sldMk cId="1997212673" sldId="363"/>
            <ac:spMk id="8" creationId="{70D54BD4-5FEE-43C4-8B80-D0442BE4D58C}"/>
          </ac:spMkLst>
        </pc:spChg>
        <pc:picChg chg="add del mod">
          <ac:chgData name="Alessandro Ortis" userId="dcdc90ed-3509-45f7-ac48-ad038638580b" providerId="ADAL" clId="{499C1811-DADC-4F5E-A8E0-9FC9FD94C2C8}" dt="2022-03-17T09:46:48.729" v="1786" actId="478"/>
          <ac:picMkLst>
            <pc:docMk/>
            <pc:sldMk cId="1997212673" sldId="363"/>
            <ac:picMk id="5" creationId="{7BDE2ABC-D0FA-49DD-A78A-E2C9C46BC344}"/>
          </ac:picMkLst>
        </pc:picChg>
        <pc:picChg chg="del">
          <ac:chgData name="Alessandro Ortis" userId="dcdc90ed-3509-45f7-ac48-ad038638580b" providerId="ADAL" clId="{499C1811-DADC-4F5E-A8E0-9FC9FD94C2C8}" dt="2022-03-17T09:44:12.388" v="1762" actId="478"/>
          <ac:picMkLst>
            <pc:docMk/>
            <pc:sldMk cId="1997212673" sldId="363"/>
            <ac:picMk id="7" creationId="{DCA3D759-76B8-48D4-A0E7-EC76F1C7CE7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CBABD2-0C11-4E6E-A9EA-86EA29B8F2B1}" type="datetimeFigureOut">
              <a:rPr lang="it-IT" smtClean="0"/>
              <a:t>16/05/2023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89E897-B773-4BC7-B3C0-F9342C0EE89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4725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96935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16/05/2023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56399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16/05/2023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7274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16/05/2023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0324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16/05/2023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85852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16/05/2023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6578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16/05/2023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17553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16/05/2023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85038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16/05/2023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3062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16/05/2023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9972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16/05/2023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6015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16/05/2023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04398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02A9F9-491D-5C4F-A66F-232C441CA12E}" type="datetimeFigureOut">
              <a:rPr lang="it-IT" smtClean="0"/>
              <a:t>16/05/2023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71753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362870"/>
            <a:ext cx="8229600" cy="2578298"/>
          </a:xfrm>
        </p:spPr>
        <p:txBody>
          <a:bodyPr>
            <a:noAutofit/>
          </a:bodyPr>
          <a:lstStyle/>
          <a:p>
            <a:r>
              <a:rPr lang="en-US" sz="3600" dirty="0" err="1"/>
              <a:t>MergeSort</a:t>
            </a:r>
            <a:r>
              <a:rPr lang="en-US" sz="3600" dirty="0"/>
              <a:t> - </a:t>
            </a:r>
            <a:r>
              <a:rPr lang="en-US" sz="3600" dirty="0" err="1"/>
              <a:t>QuickSort</a:t>
            </a:r>
            <a:br>
              <a:rPr lang="it-IT" sz="1800" dirty="0"/>
            </a:br>
            <a:r>
              <a:rPr lang="it-IT" sz="1800" dirty="0"/>
              <a:t>Francesco Guarnera</a:t>
            </a:r>
            <a:br>
              <a:rPr lang="it-IT" sz="1800" dirty="0"/>
            </a:br>
            <a:r>
              <a:rPr lang="it-IT" sz="1800" dirty="0"/>
              <a:t>Image Processing Lab - iplab.dmi.unict.it </a:t>
            </a:r>
            <a:br>
              <a:rPr lang="it-IT" sz="1800" dirty="0"/>
            </a:br>
            <a:br>
              <a:rPr lang="it-IT" sz="1800" dirty="0"/>
            </a:br>
            <a:r>
              <a:rPr lang="it-IT" sz="1800" dirty="0"/>
              <a:t>francesco.guarnera@unict.it</a:t>
            </a:r>
            <a:br>
              <a:rPr lang="it-IT" sz="1800" dirty="0"/>
            </a:br>
            <a:r>
              <a:rPr lang="it-IT" sz="1800" dirty="0"/>
              <a:t>www.dmi.unict.it/fguarnera</a:t>
            </a:r>
            <a:endParaRPr lang="it-IT" sz="2800" dirty="0"/>
          </a:p>
        </p:txBody>
      </p:sp>
      <p:pic>
        <p:nvPicPr>
          <p:cNvPr id="1026" name="Picture 2" descr="C:\Users\Alessandro\Desktop\CD FRANCESCO\iplab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0138" y="5073379"/>
            <a:ext cx="1990334" cy="1451965"/>
          </a:xfrm>
          <a:prstGeom prst="rect">
            <a:avLst/>
          </a:prstGeom>
          <a:noFill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60648"/>
            <a:ext cx="5667375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Divide-and-</a:t>
            </a:r>
            <a:r>
              <a:rPr lang="it-IT" dirty="0" err="1"/>
              <a:t>Conquer</a:t>
            </a:r>
            <a:endParaRPr lang="it-IT" dirty="0"/>
          </a:p>
        </p:txBody>
      </p:sp>
      <p:sp>
        <p:nvSpPr>
          <p:cNvPr id="4" name="Rettangolo 3"/>
          <p:cNvSpPr/>
          <p:nvPr/>
        </p:nvSpPr>
        <p:spPr>
          <a:xfrm>
            <a:off x="346229" y="1286816"/>
            <a:ext cx="8340571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600" dirty="0"/>
              <a:t>Secondo il paradigma </a:t>
            </a:r>
            <a:r>
              <a:rPr lang="it-IT" sz="2600" b="1" i="1" dirty="0"/>
              <a:t>divide et impera </a:t>
            </a:r>
            <a:r>
              <a:rPr lang="it-IT" sz="2600" dirty="0"/>
              <a:t>(o divide and </a:t>
            </a:r>
            <a:r>
              <a:rPr lang="it-IT" sz="2600" dirty="0" err="1"/>
              <a:t>conquer</a:t>
            </a:r>
            <a:r>
              <a:rPr lang="it-IT" sz="2600" dirty="0"/>
              <a:t>), risolviamo un problema in modo ricorsivo applicando tre passaggi ad ogni livello della ricorsione:</a:t>
            </a:r>
          </a:p>
          <a:p>
            <a:pPr algn="just"/>
            <a:endParaRPr lang="it-IT" sz="26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600" b="1" i="1" dirty="0"/>
              <a:t>Dividi:</a:t>
            </a:r>
            <a:r>
              <a:rPr lang="it-IT" sz="2600" dirty="0"/>
              <a:t> dividere il problema in un numero di </a:t>
            </a:r>
            <a:r>
              <a:rPr lang="it-IT" sz="2600" dirty="0" err="1"/>
              <a:t>sottoproblemi</a:t>
            </a:r>
            <a:r>
              <a:rPr lang="it-IT" sz="2600" dirty="0"/>
              <a:t> che sono istanze più piccole dello stesso problema.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it-IT" sz="26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600" b="1" i="1" dirty="0"/>
              <a:t>Conquista:</a:t>
            </a:r>
            <a:r>
              <a:rPr lang="it-IT" sz="2600" dirty="0"/>
              <a:t> risolvere i </a:t>
            </a:r>
            <a:r>
              <a:rPr lang="it-IT" sz="2600" dirty="0" err="1"/>
              <a:t>sottoproblemi</a:t>
            </a:r>
            <a:r>
              <a:rPr lang="it-IT" sz="2600" dirty="0"/>
              <a:t> ricorsivamente. Se le dimensioni del </a:t>
            </a:r>
            <a:r>
              <a:rPr lang="it-IT" sz="2600" dirty="0" err="1"/>
              <a:t>sottoproblema</a:t>
            </a:r>
            <a:r>
              <a:rPr lang="it-IT" sz="2600" dirty="0"/>
              <a:t> sono abbastanza piccole, si possono risolvere i </a:t>
            </a:r>
            <a:r>
              <a:rPr lang="it-IT" sz="2600" dirty="0" err="1"/>
              <a:t>sottoproblemi</a:t>
            </a:r>
            <a:r>
              <a:rPr lang="it-IT" sz="2600" dirty="0"/>
              <a:t> in modo semplice.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it-IT" sz="26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600" b="1" i="1" dirty="0"/>
              <a:t>Combina:</a:t>
            </a:r>
            <a:r>
              <a:rPr lang="it-IT" sz="2600" dirty="0"/>
              <a:t> combinare le soluzioni dei </a:t>
            </a:r>
            <a:r>
              <a:rPr lang="it-IT" sz="2600" dirty="0" err="1"/>
              <a:t>sottoproblemi</a:t>
            </a:r>
            <a:r>
              <a:rPr lang="it-IT" sz="2600" dirty="0"/>
              <a:t> ottenendo la soluzione del problema originale.</a:t>
            </a:r>
          </a:p>
        </p:txBody>
      </p:sp>
    </p:spTree>
    <p:extLst>
      <p:ext uri="{BB962C8B-B14F-4D97-AF65-F5344CB8AC3E}">
        <p14:creationId xmlns:p14="http://schemas.microsoft.com/office/powerpoint/2010/main" val="1223443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Relazioni di ricorrenza</a:t>
            </a:r>
          </a:p>
        </p:txBody>
      </p:sp>
      <p:sp>
        <p:nvSpPr>
          <p:cNvPr id="4" name="Rettangolo 3"/>
          <p:cNvSpPr/>
          <p:nvPr/>
        </p:nvSpPr>
        <p:spPr>
          <a:xfrm>
            <a:off x="635432" y="1417638"/>
            <a:ext cx="782664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800" dirty="0"/>
              <a:t>La complessità di una funzione ricorsiva può essere espressa mediante una </a:t>
            </a:r>
            <a:r>
              <a:rPr lang="it-IT" sz="2800" b="1" i="1" dirty="0"/>
              <a:t>relazione di ricorrenza.</a:t>
            </a:r>
          </a:p>
          <a:p>
            <a:pPr algn="just"/>
            <a:endParaRPr lang="it-IT" sz="2800" dirty="0"/>
          </a:p>
          <a:p>
            <a:pPr algn="just"/>
            <a:endParaRPr lang="it-IT" sz="2800" dirty="0"/>
          </a:p>
          <a:p>
            <a:pPr algn="just"/>
            <a:r>
              <a:rPr lang="it-IT" sz="2800" dirty="0"/>
              <a:t>L’analisi degli algoritmi ricorsivi si riduce spesso alla risoluzione di una o più equazioni di ricorrenza nelle quali si esprime il termine n-esimo di una sequenza in funzione dei termini precedenti.</a:t>
            </a:r>
          </a:p>
        </p:txBody>
      </p:sp>
    </p:spTree>
    <p:extLst>
      <p:ext uri="{BB962C8B-B14F-4D97-AF65-F5344CB8AC3E}">
        <p14:creationId xmlns:p14="http://schemas.microsoft.com/office/powerpoint/2010/main" val="2904433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8BCB397C-F3A9-56EA-584D-A632100966DE}"/>
              </a:ext>
            </a:extLst>
          </p:cNvPr>
          <p:cNvSpPr txBox="1">
            <a:spLocks noChangeArrowheads="1"/>
          </p:cNvSpPr>
          <p:nvPr/>
        </p:nvSpPr>
        <p:spPr>
          <a:xfrm>
            <a:off x="1079500" y="150231"/>
            <a:ext cx="6985000" cy="10795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>
                <a:latin typeface="Bitstream Charter" charset="0"/>
              </a:rPr>
              <a:t>Merge Sort</a:t>
            </a:r>
            <a:endParaRPr lang="it-IT" sz="4000" dirty="0">
              <a:latin typeface="Times New Roman" charset="0"/>
            </a:endParaRP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AC0C4579-4EC1-4ABF-4A8C-209005765D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159978"/>
            <a:ext cx="8280920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buSzPct val="100000"/>
              <a:defRPr/>
            </a:pPr>
            <a:r>
              <a:rPr lang="it-IT" sz="2200" dirty="0">
                <a:solidFill>
                  <a:schemeClr val="tx1"/>
                </a:solidFill>
                <a:latin typeface="+mj-lt"/>
                <a:ea typeface="ＭＳ Ｐゴシック" charset="0"/>
              </a:rPr>
              <a:t>Questo algoritmo implementa il paradigma </a:t>
            </a:r>
            <a:r>
              <a:rPr lang="it-IT" sz="2200" i="1" dirty="0">
                <a:solidFill>
                  <a:schemeClr val="tx1"/>
                </a:solidFill>
                <a:latin typeface="+mj-lt"/>
                <a:ea typeface="ＭＳ Ｐゴシック" charset="0"/>
              </a:rPr>
              <a:t>divide et impera:</a:t>
            </a:r>
          </a:p>
          <a:p>
            <a:pPr algn="just">
              <a:buSzPct val="100000"/>
              <a:defRPr/>
            </a:pPr>
            <a:endParaRPr lang="it-IT" sz="2200" i="1" dirty="0">
              <a:latin typeface="+mj-lt"/>
              <a:ea typeface="ＭＳ Ｐゴシック" charset="0"/>
            </a:endParaRPr>
          </a:p>
          <a:p>
            <a:pPr marL="342900" indent="-342900" algn="just">
              <a:buSzPct val="100000"/>
              <a:buFont typeface="Arial" panose="020B0604020202020204" pitchFamily="34" charset="0"/>
              <a:buChar char="•"/>
              <a:defRPr/>
            </a:pPr>
            <a:r>
              <a:rPr lang="it-IT" sz="2200" dirty="0">
                <a:solidFill>
                  <a:schemeClr val="tx1"/>
                </a:solidFill>
                <a:latin typeface="+mj-lt"/>
                <a:ea typeface="ＭＳ Ｐゴシック" charset="0"/>
              </a:rPr>
              <a:t>L’input di dimensione </a:t>
            </a:r>
            <a:r>
              <a:rPr lang="it-IT" sz="2200" i="1" dirty="0">
                <a:solidFill>
                  <a:schemeClr val="tx1"/>
                </a:solidFill>
                <a:latin typeface="+mj-lt"/>
                <a:ea typeface="ＭＳ Ｐゴシック" charset="0"/>
              </a:rPr>
              <a:t>n</a:t>
            </a:r>
            <a:r>
              <a:rPr lang="it-IT" sz="2200" dirty="0">
                <a:solidFill>
                  <a:schemeClr val="tx1"/>
                </a:solidFill>
                <a:latin typeface="+mj-lt"/>
                <a:ea typeface="ＭＳ Ｐゴシック" charset="0"/>
              </a:rPr>
              <a:t> viene partizionato in due parti di lunghezza </a:t>
            </a:r>
            <a:r>
              <a:rPr lang="it-IT" sz="2200" i="1" dirty="0">
                <a:solidFill>
                  <a:schemeClr val="tx1"/>
                </a:solidFill>
                <a:latin typeface="+mj-lt"/>
                <a:ea typeface="ＭＳ Ｐゴシック" charset="0"/>
              </a:rPr>
              <a:t>n/2</a:t>
            </a:r>
            <a:r>
              <a:rPr lang="it-IT" sz="2200" dirty="0">
                <a:solidFill>
                  <a:schemeClr val="tx1"/>
                </a:solidFill>
                <a:latin typeface="+mj-lt"/>
                <a:ea typeface="ＭＳ Ｐゴシック" charset="0"/>
              </a:rPr>
              <a:t>.</a:t>
            </a:r>
          </a:p>
          <a:p>
            <a:pPr marL="342900" indent="-342900" algn="just">
              <a:buSzPct val="100000"/>
              <a:buFont typeface="Arial" panose="020B0604020202020204" pitchFamily="34" charset="0"/>
              <a:buChar char="•"/>
              <a:defRPr/>
            </a:pPr>
            <a:r>
              <a:rPr lang="it-IT" sz="2200" dirty="0">
                <a:latin typeface="+mj-lt"/>
                <a:ea typeface="ＭＳ Ｐゴシック" charset="0"/>
              </a:rPr>
              <a:t>Le due </a:t>
            </a:r>
            <a:r>
              <a:rPr lang="it-IT" sz="2200" dirty="0" err="1">
                <a:latin typeface="+mj-lt"/>
                <a:ea typeface="ＭＳ Ｐゴシック" charset="0"/>
              </a:rPr>
              <a:t>sottosequenze</a:t>
            </a:r>
            <a:r>
              <a:rPr lang="it-IT" sz="2200" dirty="0">
                <a:latin typeface="+mj-lt"/>
                <a:ea typeface="ＭＳ Ｐゴシック" charset="0"/>
              </a:rPr>
              <a:t> vengono ordinate i</a:t>
            </a:r>
            <a:r>
              <a:rPr lang="it-IT" sz="2200" dirty="0">
                <a:solidFill>
                  <a:schemeClr val="tx1"/>
                </a:solidFill>
                <a:latin typeface="+mj-lt"/>
                <a:ea typeface="ＭＳ Ｐゴシック" charset="0"/>
              </a:rPr>
              <a:t>n maniera ricorsiva fino a quando si ottengono delle sequenze composte da un solo elemento</a:t>
            </a:r>
            <a:r>
              <a:rPr lang="it-IT" sz="2200" dirty="0">
                <a:latin typeface="+mj-lt"/>
                <a:ea typeface="ＭＳ Ｐゴシック" charset="0"/>
              </a:rPr>
              <a:t>.</a:t>
            </a:r>
            <a:endParaRPr lang="it-IT" sz="2200" dirty="0">
              <a:solidFill>
                <a:schemeClr val="tx1"/>
              </a:solidFill>
              <a:latin typeface="+mj-lt"/>
              <a:ea typeface="ＭＳ Ｐゴシック" charset="0"/>
            </a:endParaRPr>
          </a:p>
          <a:p>
            <a:pPr marL="342900" indent="-342900" algn="just">
              <a:buSzPct val="100000"/>
              <a:buFont typeface="Arial" panose="020B0604020202020204" pitchFamily="34" charset="0"/>
              <a:buChar char="•"/>
              <a:defRPr/>
            </a:pPr>
            <a:r>
              <a:rPr lang="it-IT" sz="2200" dirty="0">
                <a:latin typeface="+mj-lt"/>
                <a:ea typeface="ＭＳ Ｐゴシック" charset="0"/>
              </a:rPr>
              <a:t>A questo punto la procedura </a:t>
            </a:r>
            <a:r>
              <a:rPr lang="it-IT" sz="2200" i="1" dirty="0">
                <a:latin typeface="+mj-lt"/>
                <a:ea typeface="ＭＳ Ｐゴシック" charset="0"/>
              </a:rPr>
              <a:t>merge</a:t>
            </a:r>
            <a:r>
              <a:rPr lang="it-IT" sz="2200" dirty="0">
                <a:latin typeface="+mj-lt"/>
                <a:ea typeface="ＭＳ Ｐゴシック" charset="0"/>
              </a:rPr>
              <a:t> unisce due </a:t>
            </a:r>
            <a:r>
              <a:rPr lang="it-IT" sz="2200" dirty="0" err="1">
                <a:latin typeface="+mj-lt"/>
                <a:ea typeface="ＭＳ Ｐゴシック" charset="0"/>
              </a:rPr>
              <a:t>sottosequenze</a:t>
            </a:r>
            <a:r>
              <a:rPr lang="it-IT" sz="2200" dirty="0">
                <a:latin typeface="+mj-lt"/>
                <a:ea typeface="ＭＳ Ｐゴシック" charset="0"/>
              </a:rPr>
              <a:t> ordinate.</a:t>
            </a:r>
            <a:endParaRPr lang="it-IT" sz="2200" dirty="0">
              <a:solidFill>
                <a:schemeClr val="tx1"/>
              </a:solidFill>
              <a:latin typeface="+mj-lt"/>
              <a:ea typeface="ＭＳ Ｐゴシック" charset="0"/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93437721-7156-A012-AEDF-9313A61DE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136" y="4246699"/>
            <a:ext cx="3602872" cy="19339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76CF6D73-B00E-AA14-CA8C-2B29C64E0DA8}"/>
              </a:ext>
            </a:extLst>
          </p:cNvPr>
          <p:cNvSpPr txBox="1"/>
          <p:nvPr/>
        </p:nvSpPr>
        <p:spPr>
          <a:xfrm>
            <a:off x="4993495" y="5154940"/>
            <a:ext cx="1098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N/2</a:t>
            </a:r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691BA97C-EEA6-DCF9-7AA5-F09857054CF7}"/>
              </a:ext>
            </a:extLst>
          </p:cNvPr>
          <p:cNvCxnSpPr>
            <a:cxnSpLocks/>
          </p:cNvCxnSpPr>
          <p:nvPr/>
        </p:nvCxnSpPr>
        <p:spPr>
          <a:xfrm flipH="1" flipV="1">
            <a:off x="4354866" y="5370128"/>
            <a:ext cx="51450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6925EED5-1E72-A0A2-921F-704A53FE2757}"/>
              </a:ext>
            </a:extLst>
          </p:cNvPr>
          <p:cNvSpPr txBox="1"/>
          <p:nvPr/>
        </p:nvSpPr>
        <p:spPr>
          <a:xfrm>
            <a:off x="4993495" y="5420160"/>
            <a:ext cx="1098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N/2</a:t>
            </a:r>
          </a:p>
        </p:txBody>
      </p: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47D45FA8-2532-D415-D38C-360D2DEB5F4A}"/>
              </a:ext>
            </a:extLst>
          </p:cNvPr>
          <p:cNvCxnSpPr>
            <a:cxnSpLocks/>
          </p:cNvCxnSpPr>
          <p:nvPr/>
        </p:nvCxnSpPr>
        <p:spPr>
          <a:xfrm flipH="1" flipV="1">
            <a:off x="4354866" y="5635348"/>
            <a:ext cx="51450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071A87C4-C180-49AE-B527-F48EEDF3103A}"/>
              </a:ext>
            </a:extLst>
          </p:cNvPr>
          <p:cNvCxnSpPr>
            <a:cxnSpLocks/>
          </p:cNvCxnSpPr>
          <p:nvPr/>
        </p:nvCxnSpPr>
        <p:spPr>
          <a:xfrm flipH="1" flipV="1">
            <a:off x="4354865" y="5966758"/>
            <a:ext cx="51450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15961EBC-74E8-76D6-B7D1-130CDD8C5BEB}"/>
              </a:ext>
            </a:extLst>
          </p:cNvPr>
          <p:cNvSpPr txBox="1"/>
          <p:nvPr/>
        </p:nvSpPr>
        <p:spPr>
          <a:xfrm>
            <a:off x="5006825" y="5789492"/>
            <a:ext cx="1098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3D199DC2-C318-AB66-A7DF-1BC3817C70CA}"/>
              </a:ext>
            </a:extLst>
          </p:cNvPr>
          <p:cNvSpPr txBox="1"/>
          <p:nvPr/>
        </p:nvSpPr>
        <p:spPr>
          <a:xfrm>
            <a:off x="6105072" y="4557486"/>
            <a:ext cx="2269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T(n)=2 N/2+ D</a:t>
            </a:r>
          </a:p>
        </p:txBody>
      </p:sp>
    </p:spTree>
    <p:extLst>
      <p:ext uri="{BB962C8B-B14F-4D97-AF65-F5344CB8AC3E}">
        <p14:creationId xmlns:p14="http://schemas.microsoft.com/office/powerpoint/2010/main" val="76956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5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8BCB397C-F3A9-56EA-584D-A632100966DE}"/>
              </a:ext>
            </a:extLst>
          </p:cNvPr>
          <p:cNvSpPr txBox="1">
            <a:spLocks noChangeArrowheads="1"/>
          </p:cNvSpPr>
          <p:nvPr/>
        </p:nvSpPr>
        <p:spPr>
          <a:xfrm>
            <a:off x="1079500" y="150231"/>
            <a:ext cx="6985000" cy="10795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>
                <a:latin typeface="Bitstream Charter" charset="0"/>
              </a:rPr>
              <a:t>Merge Sort</a:t>
            </a:r>
            <a:endParaRPr lang="it-IT" sz="4000" dirty="0">
              <a:latin typeface="Times New Roman" charset="0"/>
            </a:endParaRP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AC0C4579-4EC1-4ABF-4A8C-209005765D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159978"/>
            <a:ext cx="828092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buSzPct val="100000"/>
              <a:defRPr/>
            </a:pPr>
            <a:r>
              <a:rPr lang="it-IT" sz="2200" dirty="0">
                <a:solidFill>
                  <a:schemeClr val="tx1"/>
                </a:solidFill>
                <a:latin typeface="+mj-lt"/>
                <a:ea typeface="ＭＳ Ｐゴシック" charset="0"/>
              </a:rPr>
              <a:t>Quanto costa il MERGE?</a:t>
            </a:r>
          </a:p>
        </p:txBody>
      </p:sp>
      <p:pic>
        <p:nvPicPr>
          <p:cNvPr id="3" name="Immagine 2" descr="Immagine che contiene testo, schermata, Carattere, documento&#10;&#10;Descrizione generata automaticamente">
            <a:extLst>
              <a:ext uri="{FF2B5EF4-FFF2-40B4-BE49-F238E27FC236}">
                <a16:creationId xmlns:a16="http://schemas.microsoft.com/office/drawing/2014/main" id="{5C794BD3-E1F6-E43F-32C9-1257EEC20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95" y="1706775"/>
            <a:ext cx="7179734" cy="4755031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7708A589-2E77-287C-06A4-3CB2B1DDB37B}"/>
              </a:ext>
            </a:extLst>
          </p:cNvPr>
          <p:cNvSpPr txBox="1"/>
          <p:nvPr/>
        </p:nvSpPr>
        <p:spPr>
          <a:xfrm>
            <a:off x="5321300" y="4274457"/>
            <a:ext cx="31356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/>
              <a:t>T(n)=2 N/2 + N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1A2EC29-9E32-EFE9-DA34-9A9928E66B4D}"/>
              </a:ext>
            </a:extLst>
          </p:cNvPr>
          <p:cNvSpPr txBox="1"/>
          <p:nvPr/>
        </p:nvSpPr>
        <p:spPr>
          <a:xfrm>
            <a:off x="3941536" y="4269619"/>
            <a:ext cx="12609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1583360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Ricorrenze fondamentali</a:t>
            </a:r>
          </a:p>
        </p:txBody>
      </p:sp>
      <p:sp>
        <p:nvSpPr>
          <p:cNvPr id="4" name="Rettangolo 3"/>
          <p:cNvSpPr/>
          <p:nvPr/>
        </p:nvSpPr>
        <p:spPr>
          <a:xfrm>
            <a:off x="612559" y="1417638"/>
            <a:ext cx="800765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800" dirty="0"/>
              <a:t>Questa formula si usa tipicamente con un programma ricorsivo che esegue una scansione lineare dell’input prima, durante, oppure dopo aver suddiviso l’input in due parti.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E009F0F0-25E2-495D-A02E-4C6B6CE204DD}"/>
                  </a:ext>
                </a:extLst>
              </p:cNvPr>
              <p:cNvSpPr txBox="1"/>
              <p:nvPr/>
            </p:nvSpPr>
            <p:spPr>
              <a:xfrm>
                <a:off x="932155" y="3499817"/>
                <a:ext cx="7122143" cy="7534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f>
                            <m:fPr>
                              <m:ctrlPr>
                                <a:rPr lang="it-IT" sz="32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t-IT" sz="32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it-IT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                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𝑝𝑒𝑟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3200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≥2,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E009F0F0-25E2-495D-A02E-4C6B6CE20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155" y="3499817"/>
                <a:ext cx="7122143" cy="75341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5CB8E6B9-B740-412C-875C-C873AF034D01}"/>
                  </a:ext>
                </a:extLst>
              </p:cNvPr>
              <p:cNvSpPr txBox="1"/>
              <p:nvPr/>
            </p:nvSpPr>
            <p:spPr>
              <a:xfrm>
                <a:off x="2902998" y="4695032"/>
                <a:ext cx="97210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5CB8E6B9-B740-412C-875C-C873AF034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2998" y="4695032"/>
                <a:ext cx="972105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ttangolo 8">
            <a:extLst>
              <a:ext uri="{FF2B5EF4-FFF2-40B4-BE49-F238E27FC236}">
                <a16:creationId xmlns:a16="http://schemas.microsoft.com/office/drawing/2014/main" id="{D2DD3317-6D33-400A-89F7-73F3A65E85A7}"/>
              </a:ext>
            </a:extLst>
          </p:cNvPr>
          <p:cNvSpPr/>
          <p:nvPr/>
        </p:nvSpPr>
        <p:spPr>
          <a:xfrm>
            <a:off x="3770050" y="4760296"/>
            <a:ext cx="12591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800" dirty="0"/>
              <a:t>è circa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0E07F31E-BCFE-4E8C-8ECC-27C0B3373204}"/>
                  </a:ext>
                </a:extLst>
              </p:cNvPr>
              <p:cNvSpPr txBox="1"/>
              <p:nvPr/>
            </p:nvSpPr>
            <p:spPr>
              <a:xfrm>
                <a:off x="5029200" y="4758140"/>
                <a:ext cx="606961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𝑁𝑙𝑜𝑔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0E07F31E-BCFE-4E8C-8ECC-27C0B3373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4758140"/>
                <a:ext cx="606961" cy="492443"/>
              </a:xfrm>
              <a:prstGeom prst="rect">
                <a:avLst/>
              </a:prstGeom>
              <a:blipFill>
                <a:blip r:embed="rId4"/>
                <a:stretch>
                  <a:fillRect r="-14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0519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ella 5">
            <a:extLst>
              <a:ext uri="{FF2B5EF4-FFF2-40B4-BE49-F238E27FC236}">
                <a16:creationId xmlns:a16="http://schemas.microsoft.com/office/drawing/2014/main" id="{54743CF5-1D2E-1150-A2EB-BEE98BDE38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877765"/>
              </p:ext>
            </p:extLst>
          </p:nvPr>
        </p:nvGraphicFramePr>
        <p:xfrm>
          <a:off x="1190730" y="2100384"/>
          <a:ext cx="6976904" cy="20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4226">
                  <a:extLst>
                    <a:ext uri="{9D8B030D-6E8A-4147-A177-3AD203B41FA5}">
                      <a16:colId xmlns:a16="http://schemas.microsoft.com/office/drawing/2014/main" val="83227650"/>
                    </a:ext>
                  </a:extLst>
                </a:gridCol>
                <a:gridCol w="1744226">
                  <a:extLst>
                    <a:ext uri="{9D8B030D-6E8A-4147-A177-3AD203B41FA5}">
                      <a16:colId xmlns:a16="http://schemas.microsoft.com/office/drawing/2014/main" val="2796380241"/>
                    </a:ext>
                  </a:extLst>
                </a:gridCol>
                <a:gridCol w="1744226">
                  <a:extLst>
                    <a:ext uri="{9D8B030D-6E8A-4147-A177-3AD203B41FA5}">
                      <a16:colId xmlns:a16="http://schemas.microsoft.com/office/drawing/2014/main" val="2729382557"/>
                    </a:ext>
                  </a:extLst>
                </a:gridCol>
                <a:gridCol w="1744226">
                  <a:extLst>
                    <a:ext uri="{9D8B030D-6E8A-4147-A177-3AD203B41FA5}">
                      <a16:colId xmlns:a16="http://schemas.microsoft.com/office/drawing/2014/main" val="3825812614"/>
                    </a:ext>
                  </a:extLst>
                </a:gridCol>
              </a:tblGrid>
              <a:tr h="1016000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Caso Migliore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Caso Medio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Caso Peggiore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3468299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MergeSort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O(</a:t>
                      </a:r>
                      <a:r>
                        <a:rPr lang="it-IT" sz="1800" b="0" i="0" kern="1200" dirty="0" err="1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nLogn</a:t>
                      </a: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) </a:t>
                      </a:r>
                      <a:endParaRPr lang="en-GB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O(</a:t>
                      </a:r>
                      <a:r>
                        <a:rPr lang="it-IT" sz="1800" b="0" i="0" kern="1200" dirty="0" err="1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nLogn</a:t>
                      </a: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) </a:t>
                      </a:r>
                      <a:endParaRPr lang="en-GB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O(</a:t>
                      </a:r>
                      <a:r>
                        <a:rPr lang="it-IT" sz="1800" b="0" i="0" kern="1200" dirty="0" err="1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nLogn</a:t>
                      </a: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) </a:t>
                      </a:r>
                      <a:endParaRPr lang="en-GB" b="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469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8886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88DD09D7-CE70-8E70-8326-09D9A8ED9A74}"/>
              </a:ext>
            </a:extLst>
          </p:cNvPr>
          <p:cNvSpPr txBox="1">
            <a:spLocks noChangeArrowheads="1"/>
          </p:cNvSpPr>
          <p:nvPr/>
        </p:nvSpPr>
        <p:spPr>
          <a:xfrm>
            <a:off x="1079500" y="150231"/>
            <a:ext cx="6985000" cy="10795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>
                <a:latin typeface="Bitstream Charter" charset="0"/>
              </a:rPr>
              <a:t>Quick Sort</a:t>
            </a:r>
            <a:endParaRPr lang="it-IT" sz="4000" dirty="0">
              <a:latin typeface="Times New Roman" charset="0"/>
            </a:endParaRP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CB3017BB-47D8-130D-67FB-A7234212F8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159978"/>
            <a:ext cx="828092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buSzPct val="100000"/>
              <a:defRPr/>
            </a:pPr>
            <a:r>
              <a:rPr lang="it-IT" sz="2400" dirty="0">
                <a:solidFill>
                  <a:schemeClr val="tx1"/>
                </a:solidFill>
                <a:latin typeface="+mj-lt"/>
                <a:ea typeface="ＭＳ Ｐゴシック" charset="0"/>
              </a:rPr>
              <a:t>Il </a:t>
            </a:r>
            <a:r>
              <a:rPr lang="it-IT" sz="2400" dirty="0" err="1">
                <a:solidFill>
                  <a:schemeClr val="tx1"/>
                </a:solidFill>
                <a:latin typeface="+mj-lt"/>
                <a:ea typeface="ＭＳ Ｐゴシック" charset="0"/>
              </a:rPr>
              <a:t>Quicksort</a:t>
            </a:r>
            <a:r>
              <a:rPr lang="it-IT" sz="2400" dirty="0">
                <a:solidFill>
                  <a:schemeClr val="tx1"/>
                </a:solidFill>
                <a:latin typeface="+mj-lt"/>
                <a:ea typeface="ＭＳ Ｐゴシック" charset="0"/>
              </a:rPr>
              <a:t> è l’algoritmo di ordinamento più efficiente. Si basa sulla divisione del vettore in tre partizioni:</a:t>
            </a:r>
          </a:p>
          <a:p>
            <a:pPr marL="342900" indent="-342900" algn="just">
              <a:buSzPct val="100000"/>
              <a:buFont typeface="Arial" panose="020B0604020202020204" pitchFamily="34" charset="0"/>
              <a:buChar char="•"/>
              <a:defRPr/>
            </a:pPr>
            <a:endParaRPr lang="it-IT" sz="2400" dirty="0">
              <a:solidFill>
                <a:schemeClr val="tx1"/>
              </a:solidFill>
              <a:latin typeface="+mj-lt"/>
              <a:ea typeface="ＭＳ Ｐゴシック" charset="0"/>
            </a:endParaRPr>
          </a:p>
          <a:p>
            <a:pPr marL="342900" indent="-342900" algn="just">
              <a:buSzPct val="100000"/>
              <a:buFont typeface="Arial" panose="020B0604020202020204" pitchFamily="34" charset="0"/>
              <a:buChar char="•"/>
              <a:defRPr/>
            </a:pPr>
            <a:r>
              <a:rPr lang="it-IT" sz="2400" dirty="0">
                <a:solidFill>
                  <a:schemeClr val="tx1"/>
                </a:solidFill>
                <a:latin typeface="+mj-lt"/>
                <a:ea typeface="ＭＳ Ｐゴシック" charset="0"/>
              </a:rPr>
              <a:t>Centrale: contenente un solo elemento detto </a:t>
            </a:r>
            <a:r>
              <a:rPr lang="it-IT" sz="2400" i="1" dirty="0">
                <a:solidFill>
                  <a:schemeClr val="tx1"/>
                </a:solidFill>
                <a:latin typeface="+mj-lt"/>
                <a:ea typeface="ＭＳ Ｐゴシック" charset="0"/>
              </a:rPr>
              <a:t>pivot</a:t>
            </a:r>
          </a:p>
          <a:p>
            <a:pPr marL="342900" indent="-342900" algn="just">
              <a:buSzPct val="100000"/>
              <a:buFont typeface="Arial" panose="020B0604020202020204" pitchFamily="34" charset="0"/>
              <a:buChar char="•"/>
              <a:defRPr/>
            </a:pPr>
            <a:r>
              <a:rPr lang="it-IT" sz="2400" dirty="0">
                <a:latin typeface="+mj-lt"/>
                <a:ea typeface="ＭＳ Ｐゴシック" charset="0"/>
              </a:rPr>
              <a:t>Sinistra: contenente tutti gli elementi minori del </a:t>
            </a:r>
            <a:r>
              <a:rPr lang="it-IT" sz="2400" i="1" dirty="0">
                <a:latin typeface="+mj-lt"/>
                <a:ea typeface="ＭＳ Ｐゴシック" charset="0"/>
              </a:rPr>
              <a:t>pivot</a:t>
            </a:r>
          </a:p>
          <a:p>
            <a:pPr marL="342900" indent="-342900" algn="just">
              <a:buSzPct val="100000"/>
              <a:buFont typeface="Arial" panose="020B0604020202020204" pitchFamily="34" charset="0"/>
              <a:buChar char="•"/>
              <a:defRPr/>
            </a:pPr>
            <a:r>
              <a:rPr lang="it-IT" sz="2400" dirty="0">
                <a:latin typeface="+mj-lt"/>
                <a:ea typeface="ＭＳ Ｐゴシック" charset="0"/>
              </a:rPr>
              <a:t>Destra: contenente tutti gli elementi maggiori del </a:t>
            </a:r>
            <a:r>
              <a:rPr lang="it-IT" sz="2400" i="1" dirty="0">
                <a:latin typeface="+mj-lt"/>
                <a:ea typeface="ＭＳ Ｐゴシック" charset="0"/>
              </a:rPr>
              <a:t>pivot</a:t>
            </a:r>
          </a:p>
          <a:p>
            <a:pPr algn="just">
              <a:buSzPct val="100000"/>
              <a:defRPr/>
            </a:pPr>
            <a:endParaRPr lang="it-IT" sz="2400" dirty="0">
              <a:solidFill>
                <a:schemeClr val="tx1"/>
              </a:solidFill>
              <a:latin typeface="+mj-lt"/>
              <a:ea typeface="ＭＳ Ｐゴシック" charset="0"/>
            </a:endParaRPr>
          </a:p>
          <a:p>
            <a:pPr algn="just">
              <a:buSzPct val="100000"/>
              <a:defRPr/>
            </a:pPr>
            <a:r>
              <a:rPr lang="it-IT" sz="2400" dirty="0">
                <a:latin typeface="+mj-lt"/>
                <a:ea typeface="ＭＳ Ｐゴシック" charset="0"/>
              </a:rPr>
              <a:t>Come conseguenza avremo che tutti gli elementi della partizione sinistra saranno minori del più piccolo della partizione di destra.</a:t>
            </a:r>
          </a:p>
          <a:p>
            <a:pPr algn="just">
              <a:buSzPct val="100000"/>
              <a:defRPr/>
            </a:pPr>
            <a:endParaRPr lang="it-IT" sz="2400" dirty="0">
              <a:solidFill>
                <a:schemeClr val="tx1"/>
              </a:solidFill>
              <a:latin typeface="+mj-lt"/>
              <a:ea typeface="ＭＳ Ｐゴシック" charset="0"/>
            </a:endParaRPr>
          </a:p>
          <a:p>
            <a:pPr algn="just">
              <a:buSzPct val="100000"/>
              <a:defRPr/>
            </a:pPr>
            <a:r>
              <a:rPr lang="it-IT" sz="2400" dirty="0">
                <a:latin typeface="+mj-lt"/>
                <a:ea typeface="ＭＳ Ｐゴシック" charset="0"/>
              </a:rPr>
              <a:t>Si applica ricorsivamente l’algoritmo sulle partizioni sinistra e destra fino ad ordinare tutto il vettore.</a:t>
            </a:r>
          </a:p>
          <a:p>
            <a:pPr algn="just">
              <a:buSzPct val="100000"/>
              <a:defRPr/>
            </a:pPr>
            <a:endParaRPr lang="it-IT" sz="2400" dirty="0">
              <a:solidFill>
                <a:schemeClr val="tx1"/>
              </a:solidFill>
              <a:latin typeface="+mj-lt"/>
              <a:ea typeface="ＭＳ Ｐゴシック" charset="0"/>
            </a:endParaRPr>
          </a:p>
          <a:p>
            <a:pPr algn="just">
              <a:buSzPct val="100000"/>
              <a:defRPr/>
            </a:pPr>
            <a:r>
              <a:rPr lang="it-IT" sz="2400" dirty="0">
                <a:latin typeface="+mj-lt"/>
                <a:ea typeface="ＭＳ Ｐゴシック" charset="0"/>
              </a:rPr>
              <a:t>Il </a:t>
            </a:r>
            <a:r>
              <a:rPr lang="it-IT" sz="2400" i="1" dirty="0">
                <a:latin typeface="+mj-lt"/>
                <a:ea typeface="ＭＳ Ｐゴシック" charset="0"/>
              </a:rPr>
              <a:t>pivot</a:t>
            </a:r>
            <a:r>
              <a:rPr lang="it-IT" sz="2400" dirty="0">
                <a:latin typeface="+mj-lt"/>
                <a:ea typeface="ＭＳ Ｐゴシック" charset="0"/>
              </a:rPr>
              <a:t> può essere scelto a caso.</a:t>
            </a:r>
            <a:endParaRPr lang="it-IT" sz="2400" dirty="0">
              <a:solidFill>
                <a:schemeClr val="tx1"/>
              </a:solidFill>
              <a:latin typeface="+mj-lt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938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3">
            <a:extLst>
              <a:ext uri="{FF2B5EF4-FFF2-40B4-BE49-F238E27FC236}">
                <a16:creationId xmlns:a16="http://schemas.microsoft.com/office/drawing/2014/main" id="{06E55328-AD77-FA49-E1DE-9DB7EFAE4B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326" y="813310"/>
            <a:ext cx="828092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buSzPct val="100000"/>
              <a:defRPr/>
            </a:pPr>
            <a:r>
              <a:rPr lang="it-IT" sz="2400" dirty="0">
                <a:solidFill>
                  <a:schemeClr val="tx1"/>
                </a:solidFill>
                <a:latin typeface="+mj-lt"/>
                <a:ea typeface="ＭＳ Ｐゴシック" charset="0"/>
              </a:rPr>
              <a:t>Possiamo definire una procedura </a:t>
            </a:r>
            <a:r>
              <a:rPr lang="it-IT" sz="2400" i="1" dirty="0" err="1">
                <a:solidFill>
                  <a:schemeClr val="tx1"/>
                </a:solidFill>
                <a:latin typeface="+mj-lt"/>
                <a:ea typeface="ＭＳ Ｐゴシック" charset="0"/>
              </a:rPr>
              <a:t>partition</a:t>
            </a:r>
            <a:r>
              <a:rPr lang="it-IT" sz="2400" i="1" dirty="0">
                <a:solidFill>
                  <a:schemeClr val="tx1"/>
                </a:solidFill>
                <a:latin typeface="+mj-lt"/>
                <a:ea typeface="ＭＳ Ｐゴシック" charset="0"/>
              </a:rPr>
              <a:t> </a:t>
            </a:r>
            <a:r>
              <a:rPr lang="it-IT" sz="2400" dirty="0">
                <a:solidFill>
                  <a:schemeClr val="tx1"/>
                </a:solidFill>
                <a:latin typeface="+mj-lt"/>
                <a:ea typeface="ＭＳ Ｐゴシック" charset="0"/>
              </a:rPr>
              <a:t>che si occupa di effettuare la partizione e restituire la posizione del pivot.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BC2A9545-4941-7484-AEE7-8FC09C062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220" y="4063254"/>
            <a:ext cx="3464716" cy="23911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C11CBB1C-9477-AA8A-FF96-AD3C484E2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220" y="1872773"/>
            <a:ext cx="4366266" cy="20825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6A9690B9-338F-6D69-E8E5-2EE71FF28108}"/>
              </a:ext>
            </a:extLst>
          </p:cNvPr>
          <p:cNvSpPr txBox="1"/>
          <p:nvPr/>
        </p:nvSpPr>
        <p:spPr>
          <a:xfrm>
            <a:off x="5938040" y="3059506"/>
            <a:ext cx="1098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E</a:t>
            </a:r>
          </a:p>
        </p:txBody>
      </p: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2DF93000-9DB1-B30C-82B0-745C8B6BA4FD}"/>
              </a:ext>
            </a:extLst>
          </p:cNvPr>
          <p:cNvCxnSpPr>
            <a:cxnSpLocks/>
          </p:cNvCxnSpPr>
          <p:nvPr/>
        </p:nvCxnSpPr>
        <p:spPr>
          <a:xfrm flipH="1" flipV="1">
            <a:off x="5299411" y="3274694"/>
            <a:ext cx="51450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9E38D7C2-464B-2A89-3A6B-C307ED5AB8D6}"/>
              </a:ext>
            </a:extLst>
          </p:cNvPr>
          <p:cNvSpPr txBox="1"/>
          <p:nvPr/>
        </p:nvSpPr>
        <p:spPr>
          <a:xfrm>
            <a:off x="5938040" y="3324726"/>
            <a:ext cx="1098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E</a:t>
            </a:r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78E13590-0B45-528C-4CF9-1CA345C74E55}"/>
              </a:ext>
            </a:extLst>
          </p:cNvPr>
          <p:cNvCxnSpPr>
            <a:cxnSpLocks/>
          </p:cNvCxnSpPr>
          <p:nvPr/>
        </p:nvCxnSpPr>
        <p:spPr>
          <a:xfrm flipH="1" flipV="1">
            <a:off x="5299411" y="3539914"/>
            <a:ext cx="51450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70558424-023F-10B4-17C2-262A4A3BF961}"/>
              </a:ext>
            </a:extLst>
          </p:cNvPr>
          <p:cNvCxnSpPr>
            <a:cxnSpLocks/>
          </p:cNvCxnSpPr>
          <p:nvPr/>
        </p:nvCxnSpPr>
        <p:spPr>
          <a:xfrm flipH="1" flipV="1">
            <a:off x="5275947" y="2919497"/>
            <a:ext cx="51450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256CF13F-30CD-E225-648F-31CA86FDAB3D}"/>
              </a:ext>
            </a:extLst>
          </p:cNvPr>
          <p:cNvSpPr txBox="1"/>
          <p:nvPr/>
        </p:nvSpPr>
        <p:spPr>
          <a:xfrm>
            <a:off x="5927907" y="2742231"/>
            <a:ext cx="1098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29902DDC-501C-5D17-D15C-ACF511F747C8}"/>
              </a:ext>
            </a:extLst>
          </p:cNvPr>
          <p:cNvSpPr txBox="1"/>
          <p:nvPr/>
        </p:nvSpPr>
        <p:spPr>
          <a:xfrm>
            <a:off x="7049617" y="2462052"/>
            <a:ext cx="2269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T(n)=2 E + D</a:t>
            </a:r>
          </a:p>
        </p:txBody>
      </p:sp>
    </p:spTree>
    <p:extLst>
      <p:ext uri="{BB962C8B-B14F-4D97-AF65-F5344CB8AC3E}">
        <p14:creationId xmlns:p14="http://schemas.microsoft.com/office/powerpoint/2010/main" val="131520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7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BC2A9545-4941-7484-AEE7-8FC09C062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607" y="491430"/>
            <a:ext cx="5009951" cy="34575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Immagine 2" descr="Immagine che contiene schermata, Policromia, testo&#10;&#10;Descrizione generata automaticamente">
            <a:extLst>
              <a:ext uri="{FF2B5EF4-FFF2-40B4-BE49-F238E27FC236}">
                <a16:creationId xmlns:a16="http://schemas.microsoft.com/office/drawing/2014/main" id="{A3D5246B-7AF4-5E20-8440-D72C8BB5A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8173" y="50242"/>
            <a:ext cx="3971925" cy="6858000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91DC8835-A385-1DB9-4715-C47B6340BD82}"/>
              </a:ext>
            </a:extLst>
          </p:cNvPr>
          <p:cNvSpPr txBox="1"/>
          <p:nvPr/>
        </p:nvSpPr>
        <p:spPr>
          <a:xfrm>
            <a:off x="2218118" y="4425369"/>
            <a:ext cx="12609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/>
              <a:t>O(n)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21B9FE5-3C3A-F848-C227-9B332428AD52}"/>
              </a:ext>
            </a:extLst>
          </p:cNvPr>
          <p:cNvSpPr txBox="1"/>
          <p:nvPr/>
        </p:nvSpPr>
        <p:spPr>
          <a:xfrm>
            <a:off x="518188" y="5355029"/>
            <a:ext cx="2269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T(n)=2 E + D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846EA81-3869-574F-BF02-71B909526801}"/>
              </a:ext>
            </a:extLst>
          </p:cNvPr>
          <p:cNvSpPr txBox="1"/>
          <p:nvPr/>
        </p:nvSpPr>
        <p:spPr>
          <a:xfrm>
            <a:off x="2484316" y="5345352"/>
            <a:ext cx="2269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T(n)=2 E + N</a:t>
            </a:r>
          </a:p>
        </p:txBody>
      </p:sp>
    </p:spTree>
    <p:extLst>
      <p:ext uri="{BB962C8B-B14F-4D97-AF65-F5344CB8AC3E}">
        <p14:creationId xmlns:p14="http://schemas.microsoft.com/office/powerpoint/2010/main" val="3792507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81C4BF79-DF97-1B02-A3E1-483672C49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638" y="736065"/>
            <a:ext cx="4366266" cy="20825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13B9A327-A476-2194-2F0D-A838C36BF622}"/>
              </a:ext>
            </a:extLst>
          </p:cNvPr>
          <p:cNvSpPr txBox="1"/>
          <p:nvPr/>
        </p:nvSpPr>
        <p:spPr>
          <a:xfrm>
            <a:off x="6579020" y="1740082"/>
            <a:ext cx="2269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T(n)=2 E + N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F79F289-FABB-82EB-6124-24DE2887C664}"/>
              </a:ext>
            </a:extLst>
          </p:cNvPr>
          <p:cNvSpPr txBox="1"/>
          <p:nvPr/>
        </p:nvSpPr>
        <p:spPr>
          <a:xfrm>
            <a:off x="983205" y="3271259"/>
            <a:ext cx="72609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Ad ogni iterazione: </a:t>
            </a:r>
          </a:p>
          <a:p>
            <a:endParaRPr lang="it-IT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Caso Peggiore: una delle partizioni ha un solo elemento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Caso migliore: una delle partizioni ha metà degli elementi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313D444-B9D9-D5C7-AD57-8006ED586CB0}"/>
              </a:ext>
            </a:extLst>
          </p:cNvPr>
          <p:cNvSpPr txBox="1"/>
          <p:nvPr/>
        </p:nvSpPr>
        <p:spPr>
          <a:xfrm>
            <a:off x="608253" y="4855735"/>
            <a:ext cx="72609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Caso Peggiore: T(n)= N-1 + 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Caso migliore: T(n)= 2 (N/2) + N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96510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Ricorrenze fondamentali</a:t>
            </a:r>
          </a:p>
        </p:txBody>
      </p:sp>
      <p:sp>
        <p:nvSpPr>
          <p:cNvPr id="4" name="Rettangolo 3"/>
          <p:cNvSpPr/>
          <p:nvPr/>
        </p:nvSpPr>
        <p:spPr>
          <a:xfrm>
            <a:off x="612559" y="1417638"/>
            <a:ext cx="800765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800" dirty="0"/>
              <a:t>Questa formula si usa per programmi che </a:t>
            </a:r>
            <a:r>
              <a:rPr lang="it-IT" sz="2800" dirty="0" err="1"/>
              <a:t>ciclano</a:t>
            </a:r>
            <a:r>
              <a:rPr lang="it-IT" sz="2800" dirty="0"/>
              <a:t> sull’input ‘’eliminando’’ un elemento per volta.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E009F0F0-25E2-495D-A02E-4C6B6CE204DD}"/>
                  </a:ext>
                </a:extLst>
              </p:cNvPr>
              <p:cNvSpPr txBox="1"/>
              <p:nvPr/>
            </p:nvSpPr>
            <p:spPr>
              <a:xfrm>
                <a:off x="705774" y="2805343"/>
                <a:ext cx="731610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                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𝑝𝑒𝑟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3200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≥2,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E009F0F0-25E2-495D-A02E-4C6B6CE20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774" y="2805343"/>
                <a:ext cx="7316105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5CB8E6B9-B740-412C-875C-C873AF034D01}"/>
                  </a:ext>
                </a:extLst>
              </p:cNvPr>
              <p:cNvSpPr txBox="1"/>
              <p:nvPr/>
            </p:nvSpPr>
            <p:spPr>
              <a:xfrm>
                <a:off x="2676617" y="4000558"/>
                <a:ext cx="97210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5CB8E6B9-B740-412C-875C-C873AF034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6617" y="4000558"/>
                <a:ext cx="972105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ttangolo 8">
            <a:extLst>
              <a:ext uri="{FF2B5EF4-FFF2-40B4-BE49-F238E27FC236}">
                <a16:creationId xmlns:a16="http://schemas.microsoft.com/office/drawing/2014/main" id="{D2DD3317-6D33-400A-89F7-73F3A65E85A7}"/>
              </a:ext>
            </a:extLst>
          </p:cNvPr>
          <p:cNvSpPr/>
          <p:nvPr/>
        </p:nvSpPr>
        <p:spPr>
          <a:xfrm>
            <a:off x="3543669" y="4065822"/>
            <a:ext cx="12591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800" dirty="0"/>
              <a:t>è circa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0E07F31E-BCFE-4E8C-8ECC-27C0B3373204}"/>
                  </a:ext>
                </a:extLst>
              </p:cNvPr>
              <p:cNvSpPr txBox="1"/>
              <p:nvPr/>
            </p:nvSpPr>
            <p:spPr>
              <a:xfrm>
                <a:off x="4802819" y="3828391"/>
                <a:ext cx="606961" cy="9849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3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sz="3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it-IT" sz="32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it-IT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0E07F31E-BCFE-4E8C-8ECC-27C0B3373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2819" y="3828391"/>
                <a:ext cx="606961" cy="9849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5368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a 5">
            <a:extLst>
              <a:ext uri="{FF2B5EF4-FFF2-40B4-BE49-F238E27FC236}">
                <a16:creationId xmlns:a16="http://schemas.microsoft.com/office/drawing/2014/main" id="{D022EA6F-1CC4-8BC6-5597-5949FDDEFA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8101775"/>
              </p:ext>
            </p:extLst>
          </p:nvPr>
        </p:nvGraphicFramePr>
        <p:xfrm>
          <a:off x="1083548" y="2079822"/>
          <a:ext cx="7450852" cy="2172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2713">
                  <a:extLst>
                    <a:ext uri="{9D8B030D-6E8A-4147-A177-3AD203B41FA5}">
                      <a16:colId xmlns:a16="http://schemas.microsoft.com/office/drawing/2014/main" val="83227650"/>
                    </a:ext>
                  </a:extLst>
                </a:gridCol>
                <a:gridCol w="1862713">
                  <a:extLst>
                    <a:ext uri="{9D8B030D-6E8A-4147-A177-3AD203B41FA5}">
                      <a16:colId xmlns:a16="http://schemas.microsoft.com/office/drawing/2014/main" val="2796380241"/>
                    </a:ext>
                  </a:extLst>
                </a:gridCol>
                <a:gridCol w="1862713">
                  <a:extLst>
                    <a:ext uri="{9D8B030D-6E8A-4147-A177-3AD203B41FA5}">
                      <a16:colId xmlns:a16="http://schemas.microsoft.com/office/drawing/2014/main" val="2729382557"/>
                    </a:ext>
                  </a:extLst>
                </a:gridCol>
                <a:gridCol w="1862713">
                  <a:extLst>
                    <a:ext uri="{9D8B030D-6E8A-4147-A177-3AD203B41FA5}">
                      <a16:colId xmlns:a16="http://schemas.microsoft.com/office/drawing/2014/main" val="3825812614"/>
                    </a:ext>
                  </a:extLst>
                </a:gridCol>
              </a:tblGrid>
              <a:tr h="1086432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Caso Migliore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Caso Medio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Caso Peggiore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3468299"/>
                  </a:ext>
                </a:extLst>
              </a:tr>
              <a:tr h="1086432"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QuickSort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O(</a:t>
                      </a:r>
                      <a:r>
                        <a:rPr lang="it-IT" sz="1800" b="0" i="0" kern="1200" dirty="0" err="1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nLogn</a:t>
                      </a: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) </a:t>
                      </a:r>
                      <a:endParaRPr lang="en-GB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O(</a:t>
                      </a:r>
                      <a:r>
                        <a:rPr lang="it-IT" sz="1800" b="0" i="0" kern="1200" dirty="0" err="1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nLogn</a:t>
                      </a:r>
                      <a:r>
                        <a:rPr lang="it-IT" sz="1800" b="0" i="0" kern="1200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) </a:t>
                      </a:r>
                      <a:endParaRPr lang="en-GB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O(n</a:t>
                      </a:r>
                      <a:r>
                        <a:rPr lang="it-IT" sz="1800" b="0" i="0" kern="1200" baseline="30000" dirty="0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2</a:t>
                      </a: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) </a:t>
                      </a:r>
                      <a:endParaRPr lang="en-GB" b="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469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38523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9CE4ACF4375A4C8C0602FFE49177BE" ma:contentTypeVersion="6" ma:contentTypeDescription="Create a new document." ma:contentTypeScope="" ma:versionID="82a94c78be15446697ccc96dbbd817c7">
  <xsd:schema xmlns:xsd="http://www.w3.org/2001/XMLSchema" xmlns:xs="http://www.w3.org/2001/XMLSchema" xmlns:p="http://schemas.microsoft.com/office/2006/metadata/properties" xmlns:ns2="9f742c12-864c-4ce5-b6f6-1feb9fbefa8b" xmlns:ns3="368b7124-ee9b-43bd-a59a-62348eb2d076" targetNamespace="http://schemas.microsoft.com/office/2006/metadata/properties" ma:root="true" ma:fieldsID="3d066933c85ad0744444035c00985e91" ns2:_="" ns3:_="">
    <xsd:import namespace="9f742c12-864c-4ce5-b6f6-1feb9fbefa8b"/>
    <xsd:import namespace="368b7124-ee9b-43bd-a59a-62348eb2d0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742c12-864c-4ce5-b6f6-1feb9fbefa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8b7124-ee9b-43bd-a59a-62348eb2d07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AC22F8A-2AA0-4BED-85EF-A5FAD3E82E38}"/>
</file>

<file path=customXml/itemProps2.xml><?xml version="1.0" encoding="utf-8"?>
<ds:datastoreItem xmlns:ds="http://schemas.openxmlformats.org/officeDocument/2006/customXml" ds:itemID="{0C318E7A-4F5B-4EA0-BA21-4CB221897A7B}"/>
</file>

<file path=customXml/itemProps3.xml><?xml version="1.0" encoding="utf-8"?>
<ds:datastoreItem xmlns:ds="http://schemas.openxmlformats.org/officeDocument/2006/customXml" ds:itemID="{B6A172D0-4294-4CBE-8897-C45DA681B8A3}"/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588</Words>
  <Application>Microsoft Office PowerPoint</Application>
  <PresentationFormat>Presentazione su schermo (4:3)</PresentationFormat>
  <Paragraphs>84</Paragraphs>
  <Slides>13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9" baseType="lpstr">
      <vt:lpstr>Arial</vt:lpstr>
      <vt:lpstr>Bitstream Charter</vt:lpstr>
      <vt:lpstr>Calibri</vt:lpstr>
      <vt:lpstr>Cambria Math</vt:lpstr>
      <vt:lpstr>Times New Roman</vt:lpstr>
      <vt:lpstr>Tema di Office</vt:lpstr>
      <vt:lpstr>MergeSort - QuickSort Francesco Guarnera Image Processing Lab - iplab.dmi.unict.it   francesco.guarnera@unict.it www.dmi.unict.it/fguarnera</vt:lpstr>
      <vt:lpstr>Divide-and-Conquer</vt:lpstr>
      <vt:lpstr>Relazioni di ricorrenza</vt:lpstr>
      <vt:lpstr>Presentazione standard di PowerPoint</vt:lpstr>
      <vt:lpstr>Presentazione standard di PowerPoint</vt:lpstr>
      <vt:lpstr>Ricorrenze fondamentali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Ricorrenze fondamentali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Rudimenti di Complessità</dc:title>
  <dc:creator>Catalano</dc:creator>
  <cp:lastModifiedBy>Francesco Guarnera</cp:lastModifiedBy>
  <cp:revision>40</cp:revision>
  <dcterms:created xsi:type="dcterms:W3CDTF">2014-03-10T14:32:17Z</dcterms:created>
  <dcterms:modified xsi:type="dcterms:W3CDTF">2023-05-16T11:28:49Z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0x010100CD9CE4ACF4375A4C8C0602FFE49177BE</vt:lpwstr>
  </property>
</Properties>
</file>