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pos="4876" userDrawn="1">
          <p15:clr>
            <a:srgbClr val="A4A3A4"/>
          </p15:clr>
        </p15:guide>
        <p15:guide id="6" pos="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  <p:guide orient="horz" pos="527"/>
        <p:guide orient="horz" pos="799"/>
        <p:guide pos="4876"/>
        <p:guide pos="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430EC046-532E-4C80-BB7B-7A32D11500FC}"/>
    <pc:docChg chg="undo custSel addSld delSld modSld modMainMaster">
      <pc:chgData name="Natale, Luigi" userId="0bb35f83-ebdf-4526-ae9a-c3e8393a1d1b" providerId="ADAL" clId="{430EC046-532E-4C80-BB7B-7A32D11500FC}" dt="2021-09-01T09:31:04.027" v="191" actId="20577"/>
      <pc:docMkLst>
        <pc:docMk/>
      </pc:docMkLst>
      <pc:sldChg chg="del modNotes">
        <pc:chgData name="Natale, Luigi" userId="0bb35f83-ebdf-4526-ae9a-c3e8393a1d1b" providerId="ADAL" clId="{430EC046-532E-4C80-BB7B-7A32D11500FC}" dt="2021-08-26T09:40:37.122" v="12" actId="47"/>
        <pc:sldMkLst>
          <pc:docMk/>
          <pc:sldMk cId="0" sldId="256"/>
        </pc:sldMkLst>
      </pc:sldChg>
      <pc:sldChg chg="modSp mod modClrScheme chgLayout">
        <pc:chgData name="Natale, Luigi" userId="0bb35f83-ebdf-4526-ae9a-c3e8393a1d1b" providerId="ADAL" clId="{430EC046-532E-4C80-BB7B-7A32D11500FC}" dt="2021-08-26T09:42:56.052" v="21" actId="14100"/>
        <pc:sldMkLst>
          <pc:docMk/>
          <pc:sldMk cId="0" sldId="257"/>
        </pc:sldMkLst>
        <pc:spChg chg="mod">
          <ac:chgData name="Natale, Luigi" userId="0bb35f83-ebdf-4526-ae9a-c3e8393a1d1b" providerId="ADAL" clId="{430EC046-532E-4C80-BB7B-7A32D11500FC}" dt="2021-08-26T09:42:56.052" v="21" actId="14100"/>
          <ac:spMkLst>
            <pc:docMk/>
            <pc:sldMk cId="0" sldId="257"/>
            <ac:spMk id="145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09:43:38.160" v="29" actId="108"/>
        <pc:sldMkLst>
          <pc:docMk/>
          <pc:sldMk cId="0" sldId="258"/>
        </pc:sldMkLst>
        <pc:spChg chg="mod">
          <ac:chgData name="Natale, Luigi" userId="0bb35f83-ebdf-4526-ae9a-c3e8393a1d1b" providerId="ADAL" clId="{430EC046-532E-4C80-BB7B-7A32D11500FC}" dt="2021-08-26T09:43:38.160" v="29" actId="108"/>
          <ac:spMkLst>
            <pc:docMk/>
            <pc:sldMk cId="0" sldId="258"/>
            <ac:spMk id="151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09:44:00.421" v="35" actId="14100"/>
        <pc:sldMkLst>
          <pc:docMk/>
          <pc:sldMk cId="0" sldId="259"/>
        </pc:sldMkLst>
        <pc:spChg chg="mod">
          <ac:chgData name="Natale, Luigi" userId="0bb35f83-ebdf-4526-ae9a-c3e8393a1d1b" providerId="ADAL" clId="{430EC046-532E-4C80-BB7B-7A32D11500FC}" dt="2021-08-26T09:44:00.421" v="35" actId="14100"/>
          <ac:spMkLst>
            <pc:docMk/>
            <pc:sldMk cId="0" sldId="259"/>
            <ac:spMk id="152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09:44:13.606" v="41" actId="14100"/>
        <pc:sldMkLst>
          <pc:docMk/>
          <pc:sldMk cId="0" sldId="260"/>
        </pc:sldMkLst>
        <pc:spChg chg="mod">
          <ac:chgData name="Natale, Luigi" userId="0bb35f83-ebdf-4526-ae9a-c3e8393a1d1b" providerId="ADAL" clId="{430EC046-532E-4C80-BB7B-7A32D11500FC}" dt="2021-08-26T09:44:13.606" v="41" actId="14100"/>
          <ac:spMkLst>
            <pc:docMk/>
            <pc:sldMk cId="0" sldId="260"/>
            <ac:spMk id="155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09:45:05.507" v="49" actId="14100"/>
        <pc:sldMkLst>
          <pc:docMk/>
          <pc:sldMk cId="0" sldId="261"/>
        </pc:sldMkLst>
        <pc:spChg chg="mod">
          <ac:chgData name="Natale, Luigi" userId="0bb35f83-ebdf-4526-ae9a-c3e8393a1d1b" providerId="ADAL" clId="{430EC046-532E-4C80-BB7B-7A32D11500FC}" dt="2021-08-26T09:45:05.507" v="49" actId="14100"/>
          <ac:spMkLst>
            <pc:docMk/>
            <pc:sldMk cId="0" sldId="261"/>
            <ac:spMk id="157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1:22.913" v="56" actId="14100"/>
        <pc:sldMkLst>
          <pc:docMk/>
          <pc:sldMk cId="0" sldId="262"/>
        </pc:sldMkLst>
        <pc:spChg chg="mod">
          <ac:chgData name="Natale, Luigi" userId="0bb35f83-ebdf-4526-ae9a-c3e8393a1d1b" providerId="ADAL" clId="{430EC046-532E-4C80-BB7B-7A32D11500FC}" dt="2021-08-26T10:01:22.913" v="56" actId="14100"/>
          <ac:spMkLst>
            <pc:docMk/>
            <pc:sldMk cId="0" sldId="262"/>
            <ac:spMk id="166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1:46.072" v="61" actId="14100"/>
        <pc:sldMkLst>
          <pc:docMk/>
          <pc:sldMk cId="0" sldId="263"/>
        </pc:sldMkLst>
        <pc:spChg chg="mod">
          <ac:chgData name="Natale, Luigi" userId="0bb35f83-ebdf-4526-ae9a-c3e8393a1d1b" providerId="ADAL" clId="{430EC046-532E-4C80-BB7B-7A32D11500FC}" dt="2021-08-26T10:01:46.072" v="61" actId="14100"/>
          <ac:spMkLst>
            <pc:docMk/>
            <pc:sldMk cId="0" sldId="263"/>
            <ac:spMk id="170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1:56.072" v="66" actId="14100"/>
        <pc:sldMkLst>
          <pc:docMk/>
          <pc:sldMk cId="0" sldId="264"/>
        </pc:sldMkLst>
        <pc:spChg chg="mod">
          <ac:chgData name="Natale, Luigi" userId="0bb35f83-ebdf-4526-ae9a-c3e8393a1d1b" providerId="ADAL" clId="{430EC046-532E-4C80-BB7B-7A32D11500FC}" dt="2021-08-26T10:01:56.072" v="66" actId="14100"/>
          <ac:spMkLst>
            <pc:docMk/>
            <pc:sldMk cId="0" sldId="264"/>
            <ac:spMk id="172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2:56.512" v="93" actId="6549"/>
        <pc:sldMkLst>
          <pc:docMk/>
          <pc:sldMk cId="0" sldId="265"/>
        </pc:sldMkLst>
        <pc:spChg chg="mod">
          <ac:chgData name="Natale, Luigi" userId="0bb35f83-ebdf-4526-ae9a-c3e8393a1d1b" providerId="ADAL" clId="{430EC046-532E-4C80-BB7B-7A32D11500FC}" dt="2021-08-26T10:02:56.512" v="93" actId="6549"/>
          <ac:spMkLst>
            <pc:docMk/>
            <pc:sldMk cId="0" sldId="265"/>
            <ac:spMk id="174" creationId="{00000000-0000-0000-0000-000000000000}"/>
          </ac:spMkLst>
        </pc:spChg>
        <pc:picChg chg="mod ord">
          <ac:chgData name="Natale, Luigi" userId="0bb35f83-ebdf-4526-ae9a-c3e8393a1d1b" providerId="ADAL" clId="{430EC046-532E-4C80-BB7B-7A32D11500FC}" dt="2021-08-26T10:02:28.259" v="83" actId="1076"/>
          <ac:picMkLst>
            <pc:docMk/>
            <pc:sldMk cId="0" sldId="265"/>
            <ac:picMk id="176" creationId="{00000000-0000-0000-0000-000000000000}"/>
          </ac:picMkLst>
        </pc:picChg>
      </pc:sldChg>
      <pc:sldChg chg="modSp mod modClrScheme chgLayout">
        <pc:chgData name="Natale, Luigi" userId="0bb35f83-ebdf-4526-ae9a-c3e8393a1d1b" providerId="ADAL" clId="{430EC046-532E-4C80-BB7B-7A32D11500FC}" dt="2021-08-26T10:02:46.526" v="89" actId="14100"/>
        <pc:sldMkLst>
          <pc:docMk/>
          <pc:sldMk cId="0" sldId="266"/>
        </pc:sldMkLst>
        <pc:spChg chg="mod">
          <ac:chgData name="Natale, Luigi" userId="0bb35f83-ebdf-4526-ae9a-c3e8393a1d1b" providerId="ADAL" clId="{430EC046-532E-4C80-BB7B-7A32D11500FC}" dt="2021-08-26T10:02:46.526" v="89" actId="14100"/>
          <ac:spMkLst>
            <pc:docMk/>
            <pc:sldMk cId="0" sldId="266"/>
            <ac:spMk id="177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3:11.458" v="101" actId="14100"/>
        <pc:sldMkLst>
          <pc:docMk/>
          <pc:sldMk cId="0" sldId="267"/>
        </pc:sldMkLst>
        <pc:spChg chg="mod">
          <ac:chgData name="Natale, Luigi" userId="0bb35f83-ebdf-4526-ae9a-c3e8393a1d1b" providerId="ADAL" clId="{430EC046-532E-4C80-BB7B-7A32D11500FC}" dt="2021-08-26T10:03:11.458" v="101" actId="14100"/>
          <ac:spMkLst>
            <pc:docMk/>
            <pc:sldMk cId="0" sldId="267"/>
            <ac:spMk id="180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3:27.034" v="106" actId="14100"/>
        <pc:sldMkLst>
          <pc:docMk/>
          <pc:sldMk cId="0" sldId="268"/>
        </pc:sldMkLst>
        <pc:spChg chg="mod">
          <ac:chgData name="Natale, Luigi" userId="0bb35f83-ebdf-4526-ae9a-c3e8393a1d1b" providerId="ADAL" clId="{430EC046-532E-4C80-BB7B-7A32D11500FC}" dt="2021-08-26T10:03:27.034" v="106" actId="14100"/>
          <ac:spMkLst>
            <pc:docMk/>
            <pc:sldMk cId="0" sldId="268"/>
            <ac:spMk id="183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4:01.472" v="114" actId="14100"/>
        <pc:sldMkLst>
          <pc:docMk/>
          <pc:sldMk cId="0" sldId="269"/>
        </pc:sldMkLst>
        <pc:spChg chg="mod">
          <ac:chgData name="Natale, Luigi" userId="0bb35f83-ebdf-4526-ae9a-c3e8393a1d1b" providerId="ADAL" clId="{430EC046-532E-4C80-BB7B-7A32D11500FC}" dt="2021-08-26T10:04:01.472" v="114" actId="14100"/>
          <ac:spMkLst>
            <pc:docMk/>
            <pc:sldMk cId="0" sldId="269"/>
            <ac:spMk id="188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4:53.120" v="129" actId="14100"/>
        <pc:sldMkLst>
          <pc:docMk/>
          <pc:sldMk cId="0" sldId="270"/>
        </pc:sldMkLst>
        <pc:spChg chg="mod">
          <ac:chgData name="Natale, Luigi" userId="0bb35f83-ebdf-4526-ae9a-c3e8393a1d1b" providerId="ADAL" clId="{430EC046-532E-4C80-BB7B-7A32D11500FC}" dt="2021-08-26T10:04:53.120" v="129" actId="14100"/>
          <ac:spMkLst>
            <pc:docMk/>
            <pc:sldMk cId="0" sldId="270"/>
            <ac:spMk id="190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4:47.743" v="128" actId="14100"/>
        <pc:sldMkLst>
          <pc:docMk/>
          <pc:sldMk cId="0" sldId="271"/>
        </pc:sldMkLst>
        <pc:spChg chg="mod">
          <ac:chgData name="Natale, Luigi" userId="0bb35f83-ebdf-4526-ae9a-c3e8393a1d1b" providerId="ADAL" clId="{430EC046-532E-4C80-BB7B-7A32D11500FC}" dt="2021-08-26T10:04:47.743" v="128" actId="14100"/>
          <ac:spMkLst>
            <pc:docMk/>
            <pc:sldMk cId="0" sldId="271"/>
            <ac:spMk id="207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5:14.499" v="136" actId="14100"/>
        <pc:sldMkLst>
          <pc:docMk/>
          <pc:sldMk cId="0" sldId="272"/>
        </pc:sldMkLst>
        <pc:spChg chg="mod">
          <ac:chgData name="Natale, Luigi" userId="0bb35f83-ebdf-4526-ae9a-c3e8393a1d1b" providerId="ADAL" clId="{430EC046-532E-4C80-BB7B-7A32D11500FC}" dt="2021-08-26T10:05:14.499" v="136" actId="14100"/>
          <ac:spMkLst>
            <pc:docMk/>
            <pc:sldMk cId="0" sldId="272"/>
            <ac:spMk id="224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6:08.612" v="144" actId="108"/>
        <pc:sldMkLst>
          <pc:docMk/>
          <pc:sldMk cId="0" sldId="273"/>
        </pc:sldMkLst>
        <pc:spChg chg="mod">
          <ac:chgData name="Natale, Luigi" userId="0bb35f83-ebdf-4526-ae9a-c3e8393a1d1b" providerId="ADAL" clId="{430EC046-532E-4C80-BB7B-7A32D11500FC}" dt="2021-08-26T10:06:08.612" v="144" actId="108"/>
          <ac:spMkLst>
            <pc:docMk/>
            <pc:sldMk cId="0" sldId="273"/>
            <ac:spMk id="245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430EC046-532E-4C80-BB7B-7A32D11500FC}" dt="2021-08-26T10:07:09.617" v="177" actId="1076"/>
        <pc:sldMkLst>
          <pc:docMk/>
          <pc:sldMk cId="0" sldId="274"/>
        </pc:sldMkLst>
        <pc:spChg chg="mod">
          <ac:chgData name="Natale, Luigi" userId="0bb35f83-ebdf-4526-ae9a-c3e8393a1d1b" providerId="ADAL" clId="{430EC046-532E-4C80-BB7B-7A32D11500FC}" dt="2021-08-26T10:06:21.484" v="149" actId="14100"/>
          <ac:spMkLst>
            <pc:docMk/>
            <pc:sldMk cId="0" sldId="274"/>
            <ac:spMk id="266" creationId="{00000000-0000-0000-0000-000000000000}"/>
          </ac:spMkLst>
        </pc:spChg>
        <pc:picChg chg="mod">
          <ac:chgData name="Natale, Luigi" userId="0bb35f83-ebdf-4526-ae9a-c3e8393a1d1b" providerId="ADAL" clId="{430EC046-532E-4C80-BB7B-7A32D11500FC}" dt="2021-08-26T10:07:06.632" v="176" actId="1076"/>
          <ac:picMkLst>
            <pc:docMk/>
            <pc:sldMk cId="0" sldId="274"/>
            <ac:picMk id="267" creationId="{00000000-0000-0000-0000-000000000000}"/>
          </ac:picMkLst>
        </pc:picChg>
        <pc:picChg chg="mod ord">
          <ac:chgData name="Natale, Luigi" userId="0bb35f83-ebdf-4526-ae9a-c3e8393a1d1b" providerId="ADAL" clId="{430EC046-532E-4C80-BB7B-7A32D11500FC}" dt="2021-08-26T10:06:59.071" v="173" actId="1035"/>
          <ac:picMkLst>
            <pc:docMk/>
            <pc:sldMk cId="0" sldId="274"/>
            <ac:picMk id="268" creationId="{00000000-0000-0000-0000-000000000000}"/>
          </ac:picMkLst>
        </pc:picChg>
        <pc:picChg chg="mod">
          <ac:chgData name="Natale, Luigi" userId="0bb35f83-ebdf-4526-ae9a-c3e8393a1d1b" providerId="ADAL" clId="{430EC046-532E-4C80-BB7B-7A32D11500FC}" dt="2021-08-26T10:07:09.617" v="177" actId="1076"/>
          <ac:picMkLst>
            <pc:docMk/>
            <pc:sldMk cId="0" sldId="274"/>
            <ac:picMk id="269" creationId="{00000000-0000-0000-0000-000000000000}"/>
          </ac:picMkLst>
        </pc:picChg>
        <pc:picChg chg="mod">
          <ac:chgData name="Natale, Luigi" userId="0bb35f83-ebdf-4526-ae9a-c3e8393a1d1b" providerId="ADAL" clId="{430EC046-532E-4C80-BB7B-7A32D11500FC}" dt="2021-08-26T10:07:03.684" v="175" actId="1036"/>
          <ac:picMkLst>
            <pc:docMk/>
            <pc:sldMk cId="0" sldId="274"/>
            <ac:picMk id="270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430EC046-532E-4C80-BB7B-7A32D11500FC}" dt="2021-08-26T10:07:37.083" v="179"/>
        <pc:sldMkLst>
          <pc:docMk/>
          <pc:sldMk cId="0" sldId="275"/>
        </pc:sldMkLst>
        <pc:spChg chg="add mod">
          <ac:chgData name="Natale, Luigi" userId="0bb35f83-ebdf-4526-ae9a-c3e8393a1d1b" providerId="ADAL" clId="{430EC046-532E-4C80-BB7B-7A32D11500FC}" dt="2021-08-26T10:07:37.083" v="179"/>
          <ac:spMkLst>
            <pc:docMk/>
            <pc:sldMk cId="0" sldId="275"/>
            <ac:spMk id="7" creationId="{121714F9-E591-4100-B44D-8CC30E9E8D9D}"/>
          </ac:spMkLst>
        </pc:spChg>
        <pc:spChg chg="del">
          <ac:chgData name="Natale, Luigi" userId="0bb35f83-ebdf-4526-ae9a-c3e8393a1d1b" providerId="ADAL" clId="{430EC046-532E-4C80-BB7B-7A32D11500FC}" dt="2021-08-26T10:07:36.886" v="178" actId="478"/>
          <ac:spMkLst>
            <pc:docMk/>
            <pc:sldMk cId="0" sldId="275"/>
            <ac:spMk id="271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430EC046-532E-4C80-BB7B-7A32D11500FC}" dt="2021-08-26T09:41:18.424" v="15" actId="700"/>
        <pc:sldMkLst>
          <pc:docMk/>
          <pc:sldMk cId="0" sldId="276"/>
        </pc:sldMkLst>
        <pc:spChg chg="mod">
          <ac:chgData name="Natale, Luigi" userId="0bb35f83-ebdf-4526-ae9a-c3e8393a1d1b" providerId="ADAL" clId="{430EC046-532E-4C80-BB7B-7A32D11500FC}" dt="2021-08-26T09:39:47.950" v="4" actId="20577"/>
          <ac:spMkLst>
            <pc:docMk/>
            <pc:sldMk cId="0" sldId="27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430EC046-532E-4C80-BB7B-7A32D11500FC}" dt="2021-09-01T09:31:04.027" v="191" actId="20577"/>
        <pc:sldMasterMkLst>
          <pc:docMk/>
          <pc:sldMasterMk cId="2334982399" sldId="2147483688"/>
        </pc:sldMasterMkLst>
        <pc:sldLayoutChg chg="del">
          <pc:chgData name="Natale, Luigi" userId="0bb35f83-ebdf-4526-ae9a-c3e8393a1d1b" providerId="ADAL" clId="{430EC046-532E-4C80-BB7B-7A32D11500FC}" dt="2021-08-26T09:40:06.295" v="6" actId="2696"/>
          <pc:sldLayoutMkLst>
            <pc:docMk/>
            <pc:sldMasterMk cId="2334982399" sldId="2147483688"/>
            <pc:sldLayoutMk cId="2964918668" sldId="2147483687"/>
          </pc:sldLayoutMkLst>
        </pc:sldLayoutChg>
        <pc:sldLayoutChg chg="addSp delSp modSp mod">
          <pc:chgData name="Natale, Luigi" userId="0bb35f83-ebdf-4526-ae9a-c3e8393a1d1b" providerId="ADAL" clId="{430EC046-532E-4C80-BB7B-7A32D11500FC}" dt="2021-09-01T09:31:04.027" v="191" actId="20577"/>
          <pc:sldLayoutMkLst>
            <pc:docMk/>
            <pc:sldMasterMk cId="2334982399" sldId="2147483688"/>
            <pc:sldLayoutMk cId="2952819149" sldId="2147483689"/>
          </pc:sldLayoutMkLst>
          <pc:spChg chg="del">
            <ac:chgData name="Natale, Luigi" userId="0bb35f83-ebdf-4526-ae9a-c3e8393a1d1b" providerId="ADAL" clId="{430EC046-532E-4C80-BB7B-7A32D11500FC}" dt="2021-08-26T09:40:19.220" v="10" actId="21"/>
            <ac:spMkLst>
              <pc:docMk/>
              <pc:sldMasterMk cId="2334982399" sldId="2147483688"/>
              <pc:sldLayoutMk cId="2952819149" sldId="2147483689"/>
              <ac:spMk id="5" creationId="{3A1441F1-928A-4E14-9A63-B9FF4925EC4E}"/>
            </ac:spMkLst>
          </pc:spChg>
          <pc:spChg chg="del">
            <ac:chgData name="Natale, Luigi" userId="0bb35f83-ebdf-4526-ae9a-c3e8393a1d1b" providerId="ADAL" clId="{430EC046-532E-4C80-BB7B-7A32D11500FC}" dt="2021-08-26T09:40:19.220" v="10" actId="21"/>
            <ac:spMkLst>
              <pc:docMk/>
              <pc:sldMasterMk cId="2334982399" sldId="2147483688"/>
              <pc:sldLayoutMk cId="2952819149" sldId="2147483689"/>
              <ac:spMk id="6" creationId="{D2554F1A-5892-48C6-9B07-62F146A61B51}"/>
            </ac:spMkLst>
          </pc:spChg>
          <pc:spChg chg="add mod">
            <ac:chgData name="Natale, Luigi" userId="0bb35f83-ebdf-4526-ae9a-c3e8393a1d1b" providerId="ADAL" clId="{430EC046-532E-4C80-BB7B-7A32D11500FC}" dt="2021-09-01T09:31:04.027" v="191" actId="20577"/>
            <ac:spMkLst>
              <pc:docMk/>
              <pc:sldMasterMk cId="2334982399" sldId="2147483688"/>
              <pc:sldLayoutMk cId="2952819149" sldId="2147483689"/>
              <ac:spMk id="8" creationId="{39337AFF-2B3D-43A8-B024-4B73D336750A}"/>
            </ac:spMkLst>
          </pc:spChg>
          <pc:spChg chg="add mod">
            <ac:chgData name="Natale, Luigi" userId="0bb35f83-ebdf-4526-ae9a-c3e8393a1d1b" providerId="ADAL" clId="{430EC046-532E-4C80-BB7B-7A32D11500FC}" dt="2021-08-26T09:40:24.201" v="11"/>
            <ac:spMkLst>
              <pc:docMk/>
              <pc:sldMasterMk cId="2334982399" sldId="2147483688"/>
              <pc:sldLayoutMk cId="2952819149" sldId="2147483689"/>
              <ac:spMk id="9" creationId="{15AE6D9E-DF10-40C5-8429-9386A2B34B28}"/>
            </ac:spMkLst>
          </pc:spChg>
          <pc:picChg chg="del">
            <ac:chgData name="Natale, Luigi" userId="0bb35f83-ebdf-4526-ae9a-c3e8393a1d1b" providerId="ADAL" clId="{430EC046-532E-4C80-BB7B-7A32D11500FC}" dt="2021-08-26T09:40:19.220" v="10" actId="21"/>
            <ac:picMkLst>
              <pc:docMk/>
              <pc:sldMasterMk cId="2334982399" sldId="2147483688"/>
              <pc:sldLayoutMk cId="2952819149" sldId="2147483689"/>
              <ac:picMk id="7" creationId="{D27E017B-7AD0-4432-A7DD-6805FACC0AAB}"/>
            </ac:picMkLst>
          </pc:picChg>
          <pc:picChg chg="add mod">
            <ac:chgData name="Natale, Luigi" userId="0bb35f83-ebdf-4526-ae9a-c3e8393a1d1b" providerId="ADAL" clId="{430EC046-532E-4C80-BB7B-7A32D11500FC}" dt="2021-08-26T09:40:24.201" v="11"/>
            <ac:picMkLst>
              <pc:docMk/>
              <pc:sldMasterMk cId="2334982399" sldId="2147483688"/>
              <pc:sldLayoutMk cId="2952819149" sldId="2147483689"/>
              <ac:picMk id="10" creationId="{34C3AAF7-DEFB-44BD-A9A4-FB105D3862A8}"/>
            </ac:picMkLst>
          </pc:picChg>
        </pc:sldLayoutChg>
        <pc:sldLayoutChg chg="del">
          <pc:chgData name="Natale, Luigi" userId="0bb35f83-ebdf-4526-ae9a-c3e8393a1d1b" providerId="ADAL" clId="{430EC046-532E-4C80-BB7B-7A32D11500FC}" dt="2021-08-26T09:40:11.399" v="8" actId="2696"/>
          <pc:sldLayoutMkLst>
            <pc:docMk/>
            <pc:sldMasterMk cId="2334982399" sldId="2147483688"/>
            <pc:sldLayoutMk cId="1220175886" sldId="2147483691"/>
          </pc:sldLayoutMkLst>
        </pc:sldLayoutChg>
        <pc:sldLayoutChg chg="addSp delSp modSp mod">
          <pc:chgData name="Natale, Luigi" userId="0bb35f83-ebdf-4526-ae9a-c3e8393a1d1b" providerId="ADAL" clId="{430EC046-532E-4C80-BB7B-7A32D11500FC}" dt="2021-08-26T09:40:15.083" v="9"/>
          <pc:sldLayoutMkLst>
            <pc:docMk/>
            <pc:sldMasterMk cId="2334982399" sldId="2147483688"/>
            <pc:sldLayoutMk cId="2768448627" sldId="2147483692"/>
          </pc:sldLayoutMkLst>
          <pc:spChg chg="del">
            <ac:chgData name="Natale, Luigi" userId="0bb35f83-ebdf-4526-ae9a-c3e8393a1d1b" providerId="ADAL" clId="{430EC046-532E-4C80-BB7B-7A32D11500FC}" dt="2021-08-26T09:40:08.650" v="7" actId="478"/>
            <ac:spMkLst>
              <pc:docMk/>
              <pc:sldMasterMk cId="2334982399" sldId="2147483688"/>
              <pc:sldLayoutMk cId="2768448627" sldId="2147483692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430EC046-532E-4C80-BB7B-7A32D11500FC}" dt="2021-08-26T09:40:08.650" v="7" actId="478"/>
            <ac:spMkLst>
              <pc:docMk/>
              <pc:sldMasterMk cId="2334982399" sldId="2147483688"/>
              <pc:sldLayoutMk cId="2768448627" sldId="2147483692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430EC046-532E-4C80-BB7B-7A32D11500FC}" dt="2021-08-26T09:40:08.650" v="7" actId="478"/>
            <ac:spMkLst>
              <pc:docMk/>
              <pc:sldMasterMk cId="2334982399" sldId="2147483688"/>
              <pc:sldLayoutMk cId="2768448627" sldId="2147483692"/>
              <ac:spMk id="61" creationId="{00000000-0000-0000-0000-000000000000}"/>
            </ac:spMkLst>
          </pc:spChg>
          <pc:picChg chg="add mod">
            <ac:chgData name="Natale, Luigi" userId="0bb35f83-ebdf-4526-ae9a-c3e8393a1d1b" providerId="ADAL" clId="{430EC046-532E-4C80-BB7B-7A32D11500FC}" dt="2021-08-26T09:40:15.083" v="9"/>
            <ac:picMkLst>
              <pc:docMk/>
              <pc:sldMasterMk cId="2334982399" sldId="2147483688"/>
              <pc:sldLayoutMk cId="2768448627" sldId="2147483692"/>
              <ac:picMk id="5" creationId="{2C852528-98ED-4EF8-94D2-65154EB73827}"/>
            </ac:picMkLst>
          </pc:picChg>
        </pc:sldLayoutChg>
      </pc:sldMasterChg>
    </pc:docChg>
  </pc:docChgLst>
  <pc:docChgLst>
    <pc:chgData name="Massimo Orazio Spata" userId="cc365b76-c41f-4401-a5bc-1d5b99d6e750" providerId="ADAL" clId="{DED582C6-D914-4187-9F7A-FDD304FDFB55}"/>
    <pc:docChg chg="modSld">
      <pc:chgData name="Massimo Orazio Spata" userId="cc365b76-c41f-4401-a5bc-1d5b99d6e750" providerId="ADAL" clId="{DED582C6-D914-4187-9F7A-FDD304FDFB55}" dt="2023-02-01T10:07:38.607" v="1" actId="1076"/>
      <pc:docMkLst>
        <pc:docMk/>
      </pc:docMkLst>
      <pc:sldChg chg="addSp modSp mod">
        <pc:chgData name="Massimo Orazio Spata" userId="cc365b76-c41f-4401-a5bc-1d5b99d6e750" providerId="ADAL" clId="{DED582C6-D914-4187-9F7A-FDD304FDFB55}" dt="2023-02-01T10:07:38.607" v="1" actId="1076"/>
        <pc:sldMkLst>
          <pc:docMk/>
          <pc:sldMk cId="0" sldId="276"/>
        </pc:sldMkLst>
        <pc:spChg chg="add mod">
          <ac:chgData name="Massimo Orazio Spata" userId="cc365b76-c41f-4401-a5bc-1d5b99d6e750" providerId="ADAL" clId="{DED582C6-D914-4187-9F7A-FDD304FDFB55}" dt="2023-02-01T10:07:38.607" v="1" actId="1076"/>
          <ac:spMkLst>
            <pc:docMk/>
            <pc:sldMk cId="0" sldId="27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43F756B1-7F9A-48A7-9BA9-FF3F94B3D9D6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4. La programmazione strutturata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95281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52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76844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498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3168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4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L</a:t>
            </a:r>
            <a:r>
              <a:rPr lang="it-IT" sz="4000" b="1" strike="noStrike" spc="-100" dirty="0">
                <a:solidFill>
                  <a:srgbClr val="E21A24"/>
                </a:solidFill>
                <a:latin typeface="Calibri"/>
              </a:rPr>
              <a:t>a programmazione strutturata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789346" y="482178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strutture di controllo</a:t>
            </a:r>
          </a:p>
        </p:txBody>
      </p:sp>
      <p:sp>
        <p:nvSpPr>
          <p:cNvPr id="146" name="CustomShape 2"/>
          <p:cNvSpPr/>
          <p:nvPr/>
        </p:nvSpPr>
        <p:spPr>
          <a:xfrm>
            <a:off x="98640" y="1472040"/>
            <a:ext cx="8783280" cy="93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determinano il flusso d'esecuzione di un programma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permettono di combinare più istruzioni in una semplice unità logica con un punto d'ingresso ed uno d'uscita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tre tipi:</a:t>
            </a:r>
            <a:endParaRPr lang="it-IT" sz="2400" b="0" strike="noStrike" spc="-1">
              <a:latin typeface="Arial"/>
            </a:endParaRPr>
          </a:p>
          <a:p>
            <a:pPr marL="216000" indent="-21528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sequenza</a:t>
            </a:r>
            <a:br/>
            <a:r>
              <a:rPr lang="it-IT" sz="15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br/>
            <a:r>
              <a:rPr lang="it-IT" sz="15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istruzione 1;</a:t>
            </a:r>
            <a:br/>
            <a:r>
              <a:rPr lang="it-IT" sz="15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istruzione 2;</a:t>
            </a:r>
            <a:br/>
            <a:r>
              <a:rPr lang="it-IT" sz="15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…</a:t>
            </a:r>
            <a:br/>
            <a:r>
              <a:rPr lang="it-IT" sz="15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istruzione n;</a:t>
            </a:r>
            <a:br/>
            <a:r>
              <a:rPr lang="it-IT" sz="15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br/>
            <a:r>
              <a:rPr lang="it-IT" sz="1500" b="0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1500" b="0" strike="noStrike" spc="-1">
              <a:latin typeface="Arial"/>
            </a:endParaRPr>
          </a:p>
          <a:p>
            <a:pPr marL="216000" indent="-21528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selezione</a:t>
            </a:r>
            <a:br/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400" b="0" strike="noStrike" spc="-1">
              <a:latin typeface="Arial"/>
            </a:endParaRPr>
          </a:p>
          <a:p>
            <a:pPr marL="216000" indent="-21528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 ripetizione</a:t>
            </a:r>
            <a:endParaRPr lang="it-IT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712440" y="2122920"/>
            <a:ext cx="2880000" cy="1762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int main() {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  int x = y*2;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  int y = 3;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}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48" name="CustomShape 2"/>
          <p:cNvSpPr/>
          <p:nvPr/>
        </p:nvSpPr>
        <p:spPr>
          <a:xfrm>
            <a:off x="712440" y="4119120"/>
            <a:ext cx="2859840" cy="2014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int main() {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  int x;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  {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1800" b="1" strike="noStrike" spc="-1">
                <a:latin typeface="Courier New"/>
              </a:rPr>
              <a:t>  	int y = 3;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  }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  x = y;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}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49" name="CustomShape 3"/>
          <p:cNvSpPr/>
          <p:nvPr/>
        </p:nvSpPr>
        <p:spPr>
          <a:xfrm>
            <a:off x="5055120" y="2160720"/>
            <a:ext cx="2880000" cy="1762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8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int main() {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  int y = 3;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  int x = y*2;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r>
              <a:rPr lang="fr-FR" sz="1800" b="1" strike="noStrike" spc="-1">
                <a:latin typeface="Courier New"/>
              </a:rPr>
              <a:t>}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50" name="CustomShape 4"/>
          <p:cNvSpPr/>
          <p:nvPr/>
        </p:nvSpPr>
        <p:spPr>
          <a:xfrm>
            <a:off x="5046840" y="4132800"/>
            <a:ext cx="2886840" cy="2014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8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int main() {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  int x;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  {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1800" b="1" strike="noStrike" spc="-1">
                <a:latin typeface="Courier New"/>
              </a:rPr>
              <a:t>  	int y = 3;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1800" b="1" strike="noStrike" spc="-1">
                <a:latin typeface="Courier New"/>
              </a:rPr>
              <a:t>	x = y;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  }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1" strike="noStrike" spc="-1">
                <a:latin typeface="Courier New"/>
              </a:rPr>
              <a:t>}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51" name="TextShape 5"/>
          <p:cNvSpPr txBox="1"/>
          <p:nvPr/>
        </p:nvSpPr>
        <p:spPr>
          <a:xfrm>
            <a:off x="1403350" y="836614"/>
            <a:ext cx="6294890" cy="431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sequenza: regole di visibilità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403350" y="836612"/>
            <a:ext cx="6337300" cy="431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b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if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(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condizione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) 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istruzione</a:t>
            </a:r>
            <a:endParaRPr lang="it-IT" sz="4000" b="0" strike="noStrike" spc="-1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153" name="Immagine 152"/>
          <p:cNvPicPr/>
          <p:nvPr/>
        </p:nvPicPr>
        <p:blipFill>
          <a:blip r:embed="rId2"/>
          <a:stretch/>
        </p:blipFill>
        <p:spPr>
          <a:xfrm>
            <a:off x="720000" y="1798560"/>
            <a:ext cx="6937560" cy="4177440"/>
          </a:xfrm>
          <a:prstGeom prst="rect">
            <a:avLst/>
          </a:prstGeom>
          <a:ln>
            <a:noFill/>
          </a:ln>
        </p:spPr>
      </p:pic>
      <p:sp>
        <p:nvSpPr>
          <p:cNvPr id="154" name="CustomShape 2"/>
          <p:cNvSpPr/>
          <p:nvPr/>
        </p:nvSpPr>
        <p:spPr>
          <a:xfrm>
            <a:off x="3960000" y="1798560"/>
            <a:ext cx="3697560" cy="72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403350" y="836612"/>
            <a:ext cx="6337300" cy="431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b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if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(</a:t>
            </a:r>
            <a:r>
              <a:rPr lang="it-IT" sz="4000" b="0" i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cond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) 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istr1 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else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istr2</a:t>
            </a:r>
            <a:endParaRPr lang="it-IT" sz="4000" b="0" strike="noStrike" spc="-1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156" name="Immagine 155"/>
          <p:cNvPicPr/>
          <p:nvPr/>
        </p:nvPicPr>
        <p:blipFill>
          <a:blip r:embed="rId2"/>
          <a:stretch/>
        </p:blipFill>
        <p:spPr>
          <a:xfrm>
            <a:off x="24840" y="1757160"/>
            <a:ext cx="9143640" cy="3376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403350" y="836612"/>
            <a:ext cx="6337300" cy="431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GB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istruzioni</a:t>
            </a:r>
            <a:r>
              <a:rPr lang="en-GB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if else </a:t>
            </a:r>
            <a:r>
              <a:rPr lang="en-GB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annidate</a:t>
            </a:r>
            <a:endParaRPr lang="it-IT" sz="4000" spc="-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144000" y="1695960"/>
            <a:ext cx="7488000" cy="6800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31560" indent="-3315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Char char="•"/>
              <a:tabLst>
                <a:tab pos="117360" algn="l"/>
                <a:tab pos="566640" algn="l"/>
                <a:tab pos="1015920" algn="l"/>
                <a:tab pos="1465200" algn="l"/>
                <a:tab pos="1914480" algn="l"/>
                <a:tab pos="2363760" algn="l"/>
                <a:tab pos="2813040" algn="l"/>
                <a:tab pos="3261960" algn="l"/>
                <a:tab pos="3711240" algn="l"/>
                <a:tab pos="4160520" algn="l"/>
                <a:tab pos="4609800" algn="l"/>
                <a:tab pos="5059080" algn="l"/>
                <a:tab pos="5508360" algn="l"/>
                <a:tab pos="5957640" algn="l"/>
                <a:tab pos="6406920" algn="l"/>
                <a:tab pos="6856200" algn="l"/>
                <a:tab pos="7305480" algn="l"/>
                <a:tab pos="7754760" algn="l"/>
                <a:tab pos="8204040" algn="l"/>
                <a:tab pos="8653320" algn="l"/>
              </a:tabLst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se abbiamo più di due alternative possiamo "annidare" più istruzioni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 una dentro l'altra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59" name="CustomShape 3"/>
          <p:cNvSpPr/>
          <p:nvPr/>
        </p:nvSpPr>
        <p:spPr>
          <a:xfrm>
            <a:off x="898920" y="3813840"/>
            <a:ext cx="6121440" cy="721800"/>
          </a:xfrm>
          <a:prstGeom prst="rect">
            <a:avLst/>
          </a:prstGeom>
          <a:solidFill>
            <a:srgbClr val="94BD5E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CustomShape 4"/>
          <p:cNvSpPr/>
          <p:nvPr/>
        </p:nvSpPr>
        <p:spPr>
          <a:xfrm>
            <a:off x="682920" y="3167280"/>
            <a:ext cx="6409080" cy="1441440"/>
          </a:xfrm>
          <a:prstGeom prst="rect">
            <a:avLst/>
          </a:prstGeom>
          <a:solidFill>
            <a:srgbClr val="94BD5E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CustomShape 5"/>
          <p:cNvSpPr/>
          <p:nvPr/>
        </p:nvSpPr>
        <p:spPr>
          <a:xfrm>
            <a:off x="467640" y="2519280"/>
            <a:ext cx="6948360" cy="2160720"/>
          </a:xfrm>
          <a:prstGeom prst="rect">
            <a:avLst/>
          </a:prstGeom>
          <a:solidFill>
            <a:srgbClr val="94BD5E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6"/>
          <p:cNvSpPr/>
          <p:nvPr/>
        </p:nvSpPr>
        <p:spPr>
          <a:xfrm>
            <a:off x="540360" y="2519280"/>
            <a:ext cx="7343640" cy="1923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if</a:t>
            </a: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(voto &lt; 6) valutazione = "sufficiente";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else</a:t>
            </a: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if</a:t>
            </a: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(voto &lt; 7) valutazione = "buono";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 </a:t>
            </a: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else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 </a:t>
            </a: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if</a:t>
            </a: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(voto &lt; 8) valutazione = "distinto";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else</a:t>
            </a: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valutazione = "ottimo";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63" name="TextShape 7"/>
          <p:cNvSpPr txBox="1"/>
          <p:nvPr/>
        </p:nvSpPr>
        <p:spPr>
          <a:xfrm>
            <a:off x="144000" y="4824000"/>
            <a:ext cx="5256000" cy="576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31560" indent="-3315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Char char="•"/>
              <a:tabLst>
                <a:tab pos="117360" algn="l"/>
                <a:tab pos="566640" algn="l"/>
                <a:tab pos="1015920" algn="l"/>
                <a:tab pos="1465200" algn="l"/>
                <a:tab pos="1914480" algn="l"/>
                <a:tab pos="2363760" algn="l"/>
                <a:tab pos="2813040" algn="l"/>
                <a:tab pos="3261960" algn="l"/>
                <a:tab pos="3711240" algn="l"/>
                <a:tab pos="4160520" algn="l"/>
                <a:tab pos="4609800" algn="l"/>
                <a:tab pos="5059080" algn="l"/>
                <a:tab pos="5508360" algn="l"/>
                <a:tab pos="5957640" algn="l"/>
                <a:tab pos="6406920" algn="l"/>
                <a:tab pos="6856200" algn="l"/>
                <a:tab pos="7305480" algn="l"/>
                <a:tab pos="7754760" algn="l"/>
                <a:tab pos="8204040" algn="l"/>
                <a:tab pos="8653320" algn="l"/>
              </a:tabLst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l’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else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si riferisce sempre all’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più vicino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64" name="CustomShape 8"/>
          <p:cNvSpPr/>
          <p:nvPr/>
        </p:nvSpPr>
        <p:spPr>
          <a:xfrm>
            <a:off x="-108720" y="5472000"/>
            <a:ext cx="896472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>
                <a:solidFill>
                  <a:srgbClr val="3333CC"/>
                </a:solidFill>
                <a:latin typeface="Courier New"/>
              </a:rPr>
              <a:t>if</a:t>
            </a:r>
            <a:r>
              <a:rPr lang="it-IT" sz="1600" b="0" strike="noStrike" spc="-1">
                <a:solidFill>
                  <a:srgbClr val="3333CC"/>
                </a:solidFill>
                <a:latin typeface="Courier New"/>
              </a:rPr>
              <a:t> (eta &gt; 18) </a:t>
            </a:r>
            <a:r>
              <a:rPr lang="it-IT" sz="1600" b="1" strike="noStrike" spc="-1">
                <a:solidFill>
                  <a:srgbClr val="006600"/>
                </a:solidFill>
                <a:latin typeface="Courier New"/>
              </a:rPr>
              <a:t>if</a:t>
            </a:r>
            <a:r>
              <a:rPr lang="it-IT" sz="1600" b="0" strike="noStrike" spc="-1">
                <a:solidFill>
                  <a:srgbClr val="006600"/>
                </a:solidFill>
                <a:latin typeface="Courier New"/>
              </a:rPr>
              <a:t> (reato) punibile=true; </a:t>
            </a:r>
            <a:r>
              <a:rPr lang="it-IT" sz="1600" b="1" strike="noStrike" spc="-1">
                <a:solidFill>
                  <a:srgbClr val="006600"/>
                </a:solidFill>
                <a:latin typeface="Courier New"/>
              </a:rPr>
              <a:t>else </a:t>
            </a:r>
            <a:r>
              <a:rPr lang="it-IT" sz="1600" b="0" strike="noStrike" spc="-1">
                <a:solidFill>
                  <a:srgbClr val="006600"/>
                </a:solidFill>
                <a:latin typeface="Courier New"/>
              </a:rPr>
              <a:t>punibile=false;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165" name="CustomShape 9"/>
          <p:cNvSpPr/>
          <p:nvPr/>
        </p:nvSpPr>
        <p:spPr>
          <a:xfrm>
            <a:off x="-108720" y="5951160"/>
            <a:ext cx="896472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>
                <a:solidFill>
                  <a:srgbClr val="3333CC"/>
                </a:solidFill>
                <a:latin typeface="Courier New"/>
              </a:rPr>
              <a:t>if</a:t>
            </a:r>
            <a:r>
              <a:rPr lang="it-IT" sz="1600" b="0" strike="noStrike" spc="-1">
                <a:solidFill>
                  <a:srgbClr val="3333CC"/>
                </a:solidFill>
                <a:latin typeface="Courier New"/>
              </a:rPr>
              <a:t> (eta &gt; 18) </a:t>
            </a:r>
            <a:r>
              <a:rPr lang="en-US" sz="1600" b="1" strike="noStrike" spc="-1">
                <a:solidFill>
                  <a:srgbClr val="FF0000"/>
                </a:solidFill>
                <a:latin typeface="Courier New"/>
                <a:ea typeface="Arial"/>
              </a:rPr>
              <a:t>{</a:t>
            </a:r>
            <a:r>
              <a:rPr lang="it-IT" sz="1600" b="1" strike="noStrike" spc="-1">
                <a:solidFill>
                  <a:srgbClr val="006600"/>
                </a:solidFill>
                <a:latin typeface="Courier New"/>
              </a:rPr>
              <a:t>if</a:t>
            </a:r>
            <a:r>
              <a:rPr lang="it-IT" sz="1600" b="0" strike="noStrike" spc="-1">
                <a:solidFill>
                  <a:srgbClr val="006600"/>
                </a:solidFill>
                <a:latin typeface="Courier New"/>
              </a:rPr>
              <a:t> (reato) punibile=true;</a:t>
            </a:r>
            <a:r>
              <a:rPr lang="en-US" sz="1600" b="1" strike="noStrike" spc="-1">
                <a:solidFill>
                  <a:srgbClr val="FF0000"/>
                </a:solidFill>
                <a:latin typeface="Courier New"/>
              </a:rPr>
              <a:t>}</a:t>
            </a:r>
            <a:r>
              <a:rPr lang="it-IT" sz="1600" b="0" strike="noStrike" spc="-1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600" b="1" strike="noStrike" spc="-1">
                <a:solidFill>
                  <a:srgbClr val="3333CC"/>
                </a:solidFill>
                <a:latin typeface="Courier New"/>
              </a:rPr>
              <a:t>else </a:t>
            </a:r>
            <a:r>
              <a:rPr lang="it-IT" sz="1600" b="0" strike="noStrike" spc="-1">
                <a:solidFill>
                  <a:srgbClr val="3333CC"/>
                </a:solidFill>
                <a:latin typeface="Courier New"/>
              </a:rPr>
              <a:t>minorenne=true</a:t>
            </a:r>
            <a:r>
              <a:rPr lang="it-IT" sz="1600" b="0" strike="noStrike" spc="-1">
                <a:solidFill>
                  <a:srgbClr val="006600"/>
                </a:solidFill>
                <a:latin typeface="Courier New"/>
              </a:rPr>
              <a:t>;</a:t>
            </a:r>
            <a:endParaRPr lang="it-IT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1403350" y="836613"/>
            <a:ext cx="6337300" cy="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istruzione</a:t>
            </a:r>
            <a:r>
              <a:rPr lang="it-IT" sz="4000" b="0" strike="noStrike" spc="-1" dirty="0">
                <a:solidFill>
                  <a:srgbClr val="000000"/>
                </a:solidFill>
                <a:latin typeface="URW Gothic L"/>
                <a:ea typeface="DejaVu Sans"/>
              </a:rPr>
              <a:t> 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switch</a:t>
            </a:r>
            <a:endParaRPr lang="it-IT" sz="40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144000" y="1800000"/>
            <a:ext cx="4968000" cy="4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sostituisce gli if annidati</a:t>
            </a:r>
            <a:endParaRPr lang="it-IT" sz="2200" b="0" strike="noStrike" spc="-1">
              <a:latin typeface="Arial"/>
            </a:endParaRPr>
          </a:p>
          <a:p>
            <a:endParaRPr lang="it-IT" sz="2200" b="0" strike="noStrike" spc="-1">
              <a:latin typeface="Arial"/>
            </a:endParaRPr>
          </a:p>
        </p:txBody>
      </p:sp>
      <p:sp>
        <p:nvSpPr>
          <p:cNvPr id="168" name="CustomShape 3"/>
          <p:cNvSpPr/>
          <p:nvPr/>
        </p:nvSpPr>
        <p:spPr>
          <a:xfrm>
            <a:off x="360000" y="2883960"/>
            <a:ext cx="8207280" cy="3020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switch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(selettore) 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Courier New"/>
                <a:ea typeface="Arial"/>
              </a:rPr>
              <a:t>{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latin typeface="Courier New"/>
                <a:ea typeface="Arial"/>
              </a:rPr>
              <a:t>case</a:t>
            </a:r>
            <a:r>
              <a:rPr lang="en-US" sz="2400" b="0" strike="noStrike" spc="-1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etichetta_1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: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istruzione_1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;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break;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latin typeface="Courier New"/>
              </a:rPr>
              <a:t>case</a:t>
            </a:r>
            <a:r>
              <a:rPr lang="en-US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etichetta_2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: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istruzione_2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;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break;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  ...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latin typeface="Courier New"/>
              </a:rPr>
              <a:t>case</a:t>
            </a:r>
            <a:r>
              <a:rPr lang="en-US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etichetta_n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: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istruzione_n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;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break;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latin typeface="Courier New"/>
              </a:rPr>
              <a:t>default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: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istruzione_default</a:t>
            </a:r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;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// opzionale</a:t>
            </a:r>
            <a:endParaRPr lang="it-IT" sz="2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000000"/>
                </a:solidFill>
                <a:latin typeface="Courier New"/>
                <a:ea typeface="Arial"/>
              </a:rPr>
              <a:t>}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169" name="CustomShape 4"/>
          <p:cNvSpPr/>
          <p:nvPr/>
        </p:nvSpPr>
        <p:spPr>
          <a:xfrm flipH="1">
            <a:off x="5544000" y="3083400"/>
            <a:ext cx="1079640" cy="300600"/>
          </a:xfrm>
          <a:prstGeom prst="borderCallout1">
            <a:avLst>
              <a:gd name="adj1" fmla="val 18750"/>
              <a:gd name="adj2" fmla="val -8333"/>
              <a:gd name="adj3" fmla="val 183370"/>
              <a:gd name="adj4" fmla="val -42000"/>
            </a:avLst>
          </a:prstGeom>
          <a:solidFill>
            <a:srgbClr val="729FCF">
              <a:alpha val="50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it-IT" sz="1800" b="0" strike="noStrike" spc="-1">
                <a:latin typeface="Arial"/>
              </a:rPr>
              <a:t>opzionale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 strutture cicliche</a:t>
            </a:r>
          </a:p>
        </p:txBody>
      </p:sp>
      <p:sp>
        <p:nvSpPr>
          <p:cNvPr id="171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31560" indent="-3315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pos="117360" algn="l"/>
                <a:tab pos="566640" algn="l"/>
                <a:tab pos="1015920" algn="l"/>
                <a:tab pos="1465200" algn="l"/>
                <a:tab pos="1914480" algn="l"/>
                <a:tab pos="2363760" algn="l"/>
                <a:tab pos="2813040" algn="l"/>
                <a:tab pos="3261960" algn="l"/>
                <a:tab pos="3711240" algn="l"/>
                <a:tab pos="4160520" algn="l"/>
                <a:tab pos="4609800" algn="l"/>
                <a:tab pos="5059080" algn="l"/>
                <a:tab pos="5508360" algn="l"/>
                <a:tab pos="5957640" algn="l"/>
                <a:tab pos="6406920" algn="l"/>
                <a:tab pos="6856200" algn="l"/>
                <a:tab pos="7305480" algn="l"/>
                <a:tab pos="7754760" algn="l"/>
                <a:tab pos="8204040" algn="l"/>
                <a:tab pos="8653320" algn="l"/>
              </a:tabLst>
            </a:pPr>
            <a:r>
              <a:rPr lang="it-IT" sz="2600" b="1" i="1" strike="noStrike" spc="-1">
                <a:solidFill>
                  <a:srgbClr val="000000"/>
                </a:solidFill>
                <a:latin typeface="Arial"/>
                <a:ea typeface="DejaVu Sans"/>
              </a:rPr>
              <a:t> ciclo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: ripetizione controllata di una sequenza di istruzioni (</a:t>
            </a:r>
            <a:r>
              <a:rPr lang="it-IT" sz="2600" b="1" i="1" strike="noStrike" spc="-1">
                <a:solidFill>
                  <a:srgbClr val="000000"/>
                </a:solidFill>
                <a:latin typeface="Arial"/>
                <a:ea typeface="DejaVu Sans"/>
              </a:rPr>
              <a:t>corpo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 del ciclo)</a:t>
            </a:r>
            <a:endParaRPr lang="it-IT" sz="2600" b="0" strike="noStrike" spc="-1">
              <a:latin typeface="Arial"/>
            </a:endParaRPr>
          </a:p>
          <a:p>
            <a:pPr marL="331560" indent="-3315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pos="117360" algn="l"/>
                <a:tab pos="566640" algn="l"/>
                <a:tab pos="1015920" algn="l"/>
                <a:tab pos="1465200" algn="l"/>
                <a:tab pos="1914480" algn="l"/>
                <a:tab pos="2363760" algn="l"/>
                <a:tab pos="2813040" algn="l"/>
                <a:tab pos="3261960" algn="l"/>
                <a:tab pos="3711240" algn="l"/>
                <a:tab pos="4160520" algn="l"/>
                <a:tab pos="4609800" algn="l"/>
                <a:tab pos="5059080" algn="l"/>
                <a:tab pos="5508360" algn="l"/>
                <a:tab pos="5957640" algn="l"/>
                <a:tab pos="6406920" algn="l"/>
                <a:tab pos="6856200" algn="l"/>
                <a:tab pos="7305480" algn="l"/>
                <a:tab pos="7754760" algn="l"/>
                <a:tab pos="8204040" algn="l"/>
                <a:tab pos="8653320" algn="l"/>
              </a:tabLst>
            </a:pPr>
            <a:r>
              <a:rPr lang="it-IT" sz="2600" b="1" i="1" strike="noStrike" spc="-1">
                <a:solidFill>
                  <a:srgbClr val="000000"/>
                </a:solidFill>
                <a:latin typeface="Arial"/>
                <a:ea typeface="DejaVu Sans"/>
              </a:rPr>
              <a:t>iterazione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: ogni ripetizione del ciclo</a:t>
            </a:r>
            <a:endParaRPr lang="it-IT" sz="2600" b="0" strike="noStrike" spc="-1">
              <a:latin typeface="Arial"/>
            </a:endParaRPr>
          </a:p>
          <a:p>
            <a:pPr marL="331560" indent="-3315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pos="117360" algn="l"/>
                <a:tab pos="566640" algn="l"/>
                <a:tab pos="1015920" algn="l"/>
                <a:tab pos="1465200" algn="l"/>
                <a:tab pos="1914480" algn="l"/>
                <a:tab pos="2363760" algn="l"/>
                <a:tab pos="2813040" algn="l"/>
                <a:tab pos="3261960" algn="l"/>
                <a:tab pos="3711240" algn="l"/>
                <a:tab pos="4160520" algn="l"/>
                <a:tab pos="4609800" algn="l"/>
                <a:tab pos="5059080" algn="l"/>
                <a:tab pos="5508360" algn="l"/>
                <a:tab pos="5957640" algn="l"/>
                <a:tab pos="6406920" algn="l"/>
                <a:tab pos="6856200" algn="l"/>
                <a:tab pos="7305480" algn="l"/>
                <a:tab pos="7754760" algn="l"/>
                <a:tab pos="8204040" algn="l"/>
                <a:tab pos="8653320" algn="l"/>
              </a:tabLst>
            </a:pPr>
            <a:r>
              <a:rPr lang="it-IT" sz="2600" b="1" i="1" strike="noStrike" spc="-1">
                <a:solidFill>
                  <a:srgbClr val="000000"/>
                </a:solidFill>
                <a:latin typeface="Arial"/>
                <a:ea typeface="DejaVu Sans"/>
              </a:rPr>
              <a:t>condizione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: espressione booleana che prima o poi dovrà diventare </a:t>
            </a:r>
            <a:r>
              <a:rPr lang="it-IT" sz="2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false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 (a meno che non si voglia avviare una ripetizione all'infinito)</a:t>
            </a:r>
            <a:endParaRPr lang="it-IT" sz="2600" b="0" strike="noStrike" spc="-1">
              <a:latin typeface="Arial"/>
            </a:endParaRPr>
          </a:p>
          <a:p>
            <a:pPr marL="331560" indent="-3315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  <a:tabLst>
                <a:tab pos="117360" algn="l"/>
                <a:tab pos="566640" algn="l"/>
                <a:tab pos="1015920" algn="l"/>
                <a:tab pos="1465200" algn="l"/>
                <a:tab pos="1914480" algn="l"/>
                <a:tab pos="2363760" algn="l"/>
                <a:tab pos="2813040" algn="l"/>
                <a:tab pos="3261960" algn="l"/>
                <a:tab pos="3711240" algn="l"/>
                <a:tab pos="4160520" algn="l"/>
                <a:tab pos="4609800" algn="l"/>
                <a:tab pos="5059080" algn="l"/>
                <a:tab pos="5508360" algn="l"/>
                <a:tab pos="5957640" algn="l"/>
                <a:tab pos="6406920" algn="l"/>
                <a:tab pos="6856200" algn="l"/>
                <a:tab pos="7305480" algn="l"/>
                <a:tab pos="7754760" algn="l"/>
                <a:tab pos="8204040" algn="l"/>
                <a:tab pos="8653320" algn="l"/>
              </a:tabLst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il corpo può essere un'istruzione singola o un'istruzione composta (blocco)  </a:t>
            </a: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it-IT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26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 strutture cicliche</a:t>
            </a:r>
          </a:p>
        </p:txBody>
      </p:sp>
      <p:sp>
        <p:nvSpPr>
          <p:cNvPr id="173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6000">
              <a:spcBef>
                <a:spcPts val="13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07000" algn="l"/>
                <a:tab pos="408240" algn="l"/>
                <a:tab pos="816480" algn="l"/>
                <a:tab pos="999000" algn="l"/>
                <a:tab pos="1224720" algn="l"/>
                <a:tab pos="1632960" algn="l"/>
                <a:tab pos="1792080" algn="l"/>
                <a:tab pos="2041200" algn="l"/>
                <a:tab pos="2449440" algn="l"/>
                <a:tab pos="2583720" algn="l"/>
                <a:tab pos="2857680" algn="l"/>
                <a:tab pos="3265920" algn="l"/>
                <a:tab pos="3376800" algn="l"/>
                <a:tab pos="3674160" algn="l"/>
                <a:tab pos="4082400" algn="l"/>
                <a:tab pos="4168800" algn="l"/>
                <a:tab pos="4961880" algn="l"/>
                <a:tab pos="5753880" algn="l"/>
                <a:tab pos="6545520" algn="l"/>
                <a:tab pos="7338600" algn="l"/>
                <a:tab pos="8131680" algn="l"/>
                <a:tab pos="8923680" algn="l"/>
                <a:tab pos="9716760" algn="l"/>
                <a:tab pos="10508760" algn="l"/>
                <a:tab pos="11301840" algn="l"/>
                <a:tab pos="12093480" algn="l"/>
                <a:tab pos="12886560" algn="l"/>
                <a:tab pos="13678560" algn="l"/>
                <a:tab pos="14470920" algn="l"/>
                <a:tab pos="15263640" algn="l"/>
              </a:tabLst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ripetizione controllata da un </a:t>
            </a:r>
            <a:r>
              <a:rPr lang="it-IT" sz="2600" b="0" i="1" strike="noStrike" spc="-1">
                <a:solidFill>
                  <a:srgbClr val="000000"/>
                </a:solidFill>
                <a:latin typeface="Arial"/>
                <a:ea typeface="Arial"/>
              </a:rPr>
              <a:t>contatore</a:t>
            </a:r>
            <a:endParaRPr lang="it-IT" sz="2600" b="0" strike="noStrike" spc="-1">
              <a:solidFill>
                <a:srgbClr val="000000"/>
              </a:solidFill>
              <a:latin typeface="Arial"/>
              <a:ea typeface="Arial"/>
            </a:endParaRPr>
          </a:p>
          <a:p>
            <a:pPr marL="432000" lvl="1" indent="-216000">
              <a:spcBef>
                <a:spcPts val="13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07000" algn="l"/>
                <a:tab pos="408240" algn="l"/>
                <a:tab pos="816480" algn="l"/>
                <a:tab pos="999000" algn="l"/>
                <a:tab pos="1224720" algn="l"/>
                <a:tab pos="1632960" algn="l"/>
                <a:tab pos="1792080" algn="l"/>
                <a:tab pos="2041200" algn="l"/>
                <a:tab pos="2449440" algn="l"/>
                <a:tab pos="2583720" algn="l"/>
                <a:tab pos="2857680" algn="l"/>
                <a:tab pos="3265920" algn="l"/>
                <a:tab pos="3376800" algn="l"/>
                <a:tab pos="3674160" algn="l"/>
                <a:tab pos="4082400" algn="l"/>
                <a:tab pos="4168800" algn="l"/>
                <a:tab pos="4961880" algn="l"/>
                <a:tab pos="5753880" algn="l"/>
                <a:tab pos="6545520" algn="l"/>
                <a:tab pos="7338600" algn="l"/>
                <a:tab pos="8131680" algn="l"/>
                <a:tab pos="8923680" algn="l"/>
                <a:tab pos="9716760" algn="l"/>
                <a:tab pos="10508760" algn="l"/>
                <a:tab pos="11301840" algn="l"/>
                <a:tab pos="12093480" algn="l"/>
                <a:tab pos="12886560" algn="l"/>
                <a:tab pos="13678560" algn="l"/>
                <a:tab pos="14470920" algn="l"/>
                <a:tab pos="15263640" algn="l"/>
              </a:tabLst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ripetizione definita (è noto quante volte il ciclo sarà eseguito)</a:t>
            </a:r>
          </a:p>
          <a:p>
            <a:pPr marL="432000" lvl="1" indent="-216000">
              <a:spcBef>
                <a:spcPts val="13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07000" algn="l"/>
                <a:tab pos="408240" algn="l"/>
                <a:tab pos="816480" algn="l"/>
                <a:tab pos="999000" algn="l"/>
                <a:tab pos="1224720" algn="l"/>
                <a:tab pos="1632960" algn="l"/>
                <a:tab pos="1792080" algn="l"/>
                <a:tab pos="2041200" algn="l"/>
                <a:tab pos="2449440" algn="l"/>
                <a:tab pos="2583720" algn="l"/>
                <a:tab pos="2857680" algn="l"/>
                <a:tab pos="3265920" algn="l"/>
                <a:tab pos="3376800" algn="l"/>
                <a:tab pos="3674160" algn="l"/>
                <a:tab pos="4082400" algn="l"/>
                <a:tab pos="4168800" algn="l"/>
                <a:tab pos="4961880" algn="l"/>
                <a:tab pos="5753880" algn="l"/>
                <a:tab pos="6545520" algn="l"/>
                <a:tab pos="7338600" algn="l"/>
                <a:tab pos="8131680" algn="l"/>
                <a:tab pos="8923680" algn="l"/>
                <a:tab pos="9716760" algn="l"/>
                <a:tab pos="10508760" algn="l"/>
                <a:tab pos="11301840" algn="l"/>
                <a:tab pos="12093480" algn="l"/>
                <a:tab pos="12886560" algn="l"/>
                <a:tab pos="13678560" algn="l"/>
                <a:tab pos="14470920" algn="l"/>
                <a:tab pos="15263640" algn="l"/>
              </a:tabLst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variabile di controllo usata per contare le ripetizioni</a:t>
            </a:r>
            <a:endParaRPr lang="it-IT" sz="2600" b="0" strike="noStrike" spc="-1">
              <a:solidFill>
                <a:srgbClr val="000000"/>
              </a:solidFill>
              <a:latin typeface="Arial"/>
              <a:ea typeface="Arial"/>
            </a:endParaRPr>
          </a:p>
          <a:p>
            <a:pPr marL="216000" indent="-216000">
              <a:spcBef>
                <a:spcPts val="13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07000" algn="l"/>
                <a:tab pos="408240" algn="l"/>
                <a:tab pos="816480" algn="l"/>
                <a:tab pos="999000" algn="l"/>
                <a:tab pos="1224720" algn="l"/>
                <a:tab pos="1632960" algn="l"/>
                <a:tab pos="1792080" algn="l"/>
                <a:tab pos="2041200" algn="l"/>
                <a:tab pos="2449440" algn="l"/>
                <a:tab pos="2583720" algn="l"/>
                <a:tab pos="2857680" algn="l"/>
                <a:tab pos="3265920" algn="l"/>
                <a:tab pos="3376800" algn="l"/>
                <a:tab pos="3674160" algn="l"/>
                <a:tab pos="4082400" algn="l"/>
                <a:tab pos="4168800" algn="l"/>
                <a:tab pos="4961880" algn="l"/>
                <a:tab pos="5753880" algn="l"/>
                <a:tab pos="6545520" algn="l"/>
                <a:tab pos="7338600" algn="l"/>
                <a:tab pos="8131680" algn="l"/>
                <a:tab pos="8923680" algn="l"/>
                <a:tab pos="9716760" algn="l"/>
                <a:tab pos="10508760" algn="l"/>
                <a:tab pos="11301840" algn="l"/>
                <a:tab pos="12093480" algn="l"/>
                <a:tab pos="12886560" algn="l"/>
                <a:tab pos="13678560" algn="l"/>
                <a:tab pos="14470920" algn="l"/>
                <a:tab pos="15263640" algn="l"/>
              </a:tabLst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ripetizione controllata da una </a:t>
            </a:r>
            <a:r>
              <a:rPr lang="it-IT" sz="2600" b="0" i="1" strike="noStrike" spc="-1">
                <a:solidFill>
                  <a:srgbClr val="000000"/>
                </a:solidFill>
                <a:latin typeface="Arial"/>
                <a:ea typeface="Arial"/>
              </a:rPr>
              <a:t>sentinella</a:t>
            </a:r>
            <a:endParaRPr lang="it-IT" sz="2600" b="0" strike="noStrike" spc="-1">
              <a:solidFill>
                <a:srgbClr val="000000"/>
              </a:solidFill>
              <a:latin typeface="Arial"/>
              <a:ea typeface="Arial"/>
            </a:endParaRPr>
          </a:p>
          <a:p>
            <a:pPr marL="432000" lvl="1" indent="-216000">
              <a:spcBef>
                <a:spcPts val="13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07000" algn="l"/>
                <a:tab pos="408240" algn="l"/>
                <a:tab pos="816480" algn="l"/>
                <a:tab pos="999000" algn="l"/>
                <a:tab pos="1224720" algn="l"/>
                <a:tab pos="1632960" algn="l"/>
                <a:tab pos="1792080" algn="l"/>
                <a:tab pos="2041200" algn="l"/>
                <a:tab pos="2449440" algn="l"/>
                <a:tab pos="2583720" algn="l"/>
                <a:tab pos="2857680" algn="l"/>
                <a:tab pos="3265920" algn="l"/>
                <a:tab pos="3376800" algn="l"/>
                <a:tab pos="3674160" algn="l"/>
                <a:tab pos="4082400" algn="l"/>
                <a:tab pos="4168800" algn="l"/>
                <a:tab pos="4961880" algn="l"/>
                <a:tab pos="5753880" algn="l"/>
                <a:tab pos="6545520" algn="l"/>
                <a:tab pos="7338600" algn="l"/>
                <a:tab pos="8131680" algn="l"/>
                <a:tab pos="8923680" algn="l"/>
                <a:tab pos="9716760" algn="l"/>
                <a:tab pos="10508760" algn="l"/>
                <a:tab pos="11301840" algn="l"/>
                <a:tab pos="12093480" algn="l"/>
                <a:tab pos="12886560" algn="l"/>
                <a:tab pos="13678560" algn="l"/>
                <a:tab pos="14470920" algn="l"/>
                <a:tab pos="15263640" algn="l"/>
              </a:tabLst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ripetizione indefinita (usata quando il numero di ripetizioni non è noto a priori)</a:t>
            </a:r>
          </a:p>
          <a:p>
            <a:pPr marL="432000" lvl="1" indent="-216000">
              <a:spcBef>
                <a:spcPts val="13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207000" algn="l"/>
                <a:tab pos="408240" algn="l"/>
                <a:tab pos="816480" algn="l"/>
                <a:tab pos="999000" algn="l"/>
                <a:tab pos="1224720" algn="l"/>
                <a:tab pos="1632960" algn="l"/>
                <a:tab pos="1792080" algn="l"/>
                <a:tab pos="2041200" algn="l"/>
                <a:tab pos="2449440" algn="l"/>
                <a:tab pos="2583720" algn="l"/>
                <a:tab pos="2857680" algn="l"/>
                <a:tab pos="3265920" algn="l"/>
                <a:tab pos="3376800" algn="l"/>
                <a:tab pos="3674160" algn="l"/>
                <a:tab pos="4082400" algn="l"/>
                <a:tab pos="4168800" algn="l"/>
                <a:tab pos="4961880" algn="l"/>
                <a:tab pos="5753880" algn="l"/>
                <a:tab pos="6545520" algn="l"/>
                <a:tab pos="7338600" algn="l"/>
                <a:tab pos="8131680" algn="l"/>
                <a:tab pos="8923680" algn="l"/>
                <a:tab pos="9716760" algn="l"/>
                <a:tab pos="10508760" algn="l"/>
                <a:tab pos="11301840" algn="l"/>
                <a:tab pos="12093480" algn="l"/>
                <a:tab pos="12886560" algn="l"/>
                <a:tab pos="13678560" algn="l"/>
                <a:tab pos="14470920" algn="l"/>
                <a:tab pos="15263640" algn="l"/>
              </a:tabLst>
            </a:pP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il termine del ciclo è indicato dal valore della sentinella </a:t>
            </a: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it-IT" sz="2600" b="0" strike="noStrike" spc="-1">
              <a:solidFill>
                <a:srgbClr val="000000"/>
              </a:solidFill>
              <a:latin typeface="Arial"/>
              <a:ea typeface="Arial"/>
            </a:endParaRPr>
          </a:p>
          <a:p>
            <a:pPr>
              <a:lnSpc>
                <a:spcPct val="100000"/>
              </a:lnSpc>
            </a:pPr>
            <a:endParaRPr lang="it-IT" sz="26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Immagine 175"/>
          <p:cNvPicPr/>
          <p:nvPr/>
        </p:nvPicPr>
        <p:blipFill>
          <a:blip r:embed="rId2"/>
          <a:stretch/>
        </p:blipFill>
        <p:spPr>
          <a:xfrm>
            <a:off x="2427120" y="1629000"/>
            <a:ext cx="4289760" cy="3233520"/>
          </a:xfrm>
          <a:prstGeom prst="rect">
            <a:avLst/>
          </a:prstGeom>
          <a:ln>
            <a:noFill/>
          </a:ln>
        </p:spPr>
      </p:pic>
      <p:sp>
        <p:nvSpPr>
          <p:cNvPr id="174" name="CustomShape 1"/>
          <p:cNvSpPr/>
          <p:nvPr/>
        </p:nvSpPr>
        <p:spPr>
          <a:xfrm>
            <a:off x="1403350" y="836612"/>
            <a:ext cx="6337300" cy="431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b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while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(</a:t>
            </a:r>
            <a:r>
              <a:rPr lang="it-IT" sz="4000" b="0" i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cond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) 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istruzione</a:t>
            </a:r>
            <a:endParaRPr lang="it-IT" sz="40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144000" y="4680000"/>
            <a:ext cx="8927640" cy="13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it-IT" sz="2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ha la </a:t>
            </a:r>
            <a:r>
              <a:rPr lang="it-IT" sz="2600" b="0" strike="noStrike" spc="-1" dirty="0" err="1">
                <a:solidFill>
                  <a:srgbClr val="000000"/>
                </a:solidFill>
                <a:latin typeface="Courier New"/>
                <a:ea typeface="Courier New"/>
              </a:rPr>
              <a:t>cond</a:t>
            </a:r>
            <a:r>
              <a:rPr lang="it-IT" sz="2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posta davanti al corpo del ciclo; questo significa che si valuta </a:t>
            </a:r>
            <a:r>
              <a:rPr lang="it-IT" sz="26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prima</a:t>
            </a:r>
            <a:r>
              <a:rPr lang="it-IT" sz="2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la </a:t>
            </a:r>
            <a:r>
              <a:rPr lang="it-IT" sz="2600" b="0" strike="noStrike" spc="-1" dirty="0" err="1">
                <a:solidFill>
                  <a:srgbClr val="000000"/>
                </a:solidFill>
                <a:latin typeface="Courier New"/>
                <a:ea typeface="Courier New"/>
              </a:rPr>
              <a:t>cond</a:t>
            </a:r>
            <a:r>
              <a:rPr lang="it-IT" sz="26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it-IT" sz="2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 poi si esegue eventualmente il corpo del ciclo </a:t>
            </a:r>
            <a:r>
              <a:rPr lang="it-IT" sz="2600" b="0" strike="noStrike" spc="-1" dirty="0">
                <a:solidFill>
                  <a:srgbClr val="000000"/>
                </a:solidFill>
                <a:latin typeface="Courier New"/>
                <a:ea typeface="Courier New"/>
              </a:rPr>
              <a:t>istruzione</a:t>
            </a:r>
            <a:r>
              <a:rPr lang="it-IT" sz="2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it-IT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it-IT" sz="2600" b="0" strike="noStrike" spc="-1" dirty="0">
              <a:solidFill>
                <a:srgbClr val="000000"/>
              </a:solidFill>
              <a:latin typeface="DejaVu Sans"/>
            </a:endParaRPr>
          </a:p>
          <a:p>
            <a:pPr>
              <a:lnSpc>
                <a:spcPct val="100000"/>
              </a:lnSpc>
            </a:pPr>
            <a:endParaRPr lang="it-IT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403350" y="836612"/>
            <a:ext cx="6337300" cy="431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do 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istruzione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</a:t>
            </a:r>
            <a:r>
              <a:rPr lang="it-IT" sz="4000" b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while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(</a:t>
            </a:r>
            <a:r>
              <a:rPr lang="it-IT" sz="4000" b="0" i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cond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)</a:t>
            </a:r>
            <a:endParaRPr lang="it-IT" sz="40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144000" y="4680000"/>
            <a:ext cx="8927640" cy="13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ha la </a:t>
            </a:r>
            <a:r>
              <a:rPr lang="it-IT" sz="26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cond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 posta dopo il corpo del ciclo; questo significa che si esegue almeno una volta </a:t>
            </a:r>
            <a:r>
              <a:rPr lang="it-IT" sz="26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istruzione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 e poi si valuta </a:t>
            </a:r>
            <a:r>
              <a:rPr lang="it-IT" sz="2600" b="0" strike="noStrike" spc="-1">
                <a:solidFill>
                  <a:srgbClr val="000000"/>
                </a:solidFill>
                <a:latin typeface="Courier New"/>
                <a:ea typeface="Courier New"/>
              </a:rPr>
              <a:t>cond</a:t>
            </a:r>
            <a:r>
              <a:rPr lang="it-IT" sz="2600" b="0" strike="noStrike" spc="-1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Arial"/>
              </a:rPr>
              <a:t> per eventualmente ripeterla</a:t>
            </a:r>
            <a:r>
              <a:rPr lang="it-IT" sz="26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it-IT" sz="2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it-IT" sz="2600" b="0" strike="noStrike" spc="-1">
              <a:solidFill>
                <a:srgbClr val="000000"/>
              </a:solidFill>
              <a:latin typeface="DejaVu Sans"/>
            </a:endParaRPr>
          </a:p>
          <a:p>
            <a:pPr>
              <a:lnSpc>
                <a:spcPct val="100000"/>
              </a:lnSpc>
            </a:pPr>
            <a:endParaRPr lang="it-IT" sz="26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600" b="0" strike="noStrike" spc="-1">
              <a:latin typeface="Arial"/>
            </a:endParaRPr>
          </a:p>
        </p:txBody>
      </p:sp>
      <p:pic>
        <p:nvPicPr>
          <p:cNvPr id="179" name="Immagine 178"/>
          <p:cNvPicPr/>
          <p:nvPr/>
        </p:nvPicPr>
        <p:blipFill>
          <a:blip r:embed="rId2"/>
          <a:stretch/>
        </p:blipFill>
        <p:spPr>
          <a:xfrm>
            <a:off x="2376360" y="1983600"/>
            <a:ext cx="4103640" cy="2257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1403350" y="836612"/>
            <a:ext cx="6337300" cy="431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for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(</a:t>
            </a:r>
            <a:r>
              <a:rPr lang="it-IT" sz="4000" b="0" i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iniz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;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</a:t>
            </a:r>
            <a:r>
              <a:rPr lang="it-IT" sz="4000" b="0" i="1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cond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;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 passo</a:t>
            </a:r>
            <a:r>
              <a:rPr lang="it-IT" sz="4000" b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)</a:t>
            </a:r>
            <a:r>
              <a:rPr lang="it-IT" sz="4000" b="0" i="1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istruzione</a:t>
            </a:r>
            <a:endParaRPr lang="it-IT" sz="4000" b="0" strike="noStrike" spc="-1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181" name="Immagine 180"/>
          <p:cNvPicPr/>
          <p:nvPr/>
        </p:nvPicPr>
        <p:blipFill>
          <a:blip r:embed="rId2"/>
          <a:stretch/>
        </p:blipFill>
        <p:spPr>
          <a:xfrm>
            <a:off x="288000" y="2160000"/>
            <a:ext cx="4241520" cy="3861720"/>
          </a:xfrm>
          <a:prstGeom prst="rect">
            <a:avLst/>
          </a:prstGeom>
          <a:ln>
            <a:noFill/>
          </a:ln>
        </p:spPr>
      </p:pic>
      <p:sp>
        <p:nvSpPr>
          <p:cNvPr id="182" name="TextShape 2"/>
          <p:cNvSpPr txBox="1"/>
          <p:nvPr/>
        </p:nvSpPr>
        <p:spPr>
          <a:xfrm>
            <a:off x="4824000" y="2448000"/>
            <a:ext cx="4239360" cy="3655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equivale a:</a:t>
            </a:r>
            <a:endParaRPr lang="it-IT" sz="2200" b="0" strike="noStrike" spc="-1">
              <a:latin typeface="Arial"/>
            </a:endParaRPr>
          </a:p>
          <a:p>
            <a:endParaRPr lang="it-IT" sz="2200" b="0" strike="noStrike" spc="-1">
              <a:latin typeface="Arial"/>
            </a:endParaRPr>
          </a:p>
          <a:p>
            <a:r>
              <a:rPr lang="it-IT" sz="2800" b="0" i="1" strike="noStrike" spc="-1">
                <a:solidFill>
                  <a:srgbClr val="000000"/>
                </a:solidFill>
                <a:latin typeface="Courier New"/>
              </a:rPr>
              <a:t>inizi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;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1" strike="noStrike" spc="-1">
                <a:solidFill>
                  <a:srgbClr val="000000"/>
                </a:solidFill>
                <a:latin typeface="Courier New"/>
              </a:rPr>
              <a:t>while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</a:rPr>
              <a:t>cond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</a:rPr>
              <a:t>)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{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</a:rPr>
              <a:t>istruzione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</a:rPr>
              <a:t>;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</a:rPr>
              <a:t>passo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</a:rPr>
              <a:t>;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}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 </a:t>
            </a:r>
            <a:endParaRPr lang="it-IT" sz="2800" b="0" strike="noStrike" spc="-1">
              <a:latin typeface="Arial"/>
            </a:endParaRPr>
          </a:p>
          <a:p>
            <a:endParaRPr lang="it-IT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cicli annidati</a:t>
            </a:r>
          </a:p>
        </p:txBody>
      </p:sp>
      <p:sp>
        <p:nvSpPr>
          <p:cNvPr id="184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Arial"/>
              </a:rPr>
              <a:t>si possono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  <a:ea typeface="Arial"/>
              </a:rPr>
              <a:t>annidare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Arial"/>
              </a:rPr>
              <a:t> cicli uno dentro l'altro</a:t>
            </a:r>
            <a:endParaRPr lang="it-IT" sz="2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400" b="0" strike="noStrike" spc="-1">
              <a:latin typeface="Arial"/>
            </a:endParaRPr>
          </a:p>
        </p:txBody>
      </p:sp>
      <p:sp>
        <p:nvSpPr>
          <p:cNvPr id="185" name="CustomShape 3"/>
          <p:cNvSpPr/>
          <p:nvPr/>
        </p:nvSpPr>
        <p:spPr>
          <a:xfrm>
            <a:off x="317520" y="2581560"/>
            <a:ext cx="8642160" cy="3143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94BD5E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1" strike="noStrike" spc="-1">
                <a:solidFill>
                  <a:srgbClr val="000000"/>
                </a:solidFill>
                <a:latin typeface="Courier New"/>
              </a:rPr>
              <a:t>do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{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  </a:t>
            </a:r>
            <a:r>
              <a:rPr lang="en-GB" sz="2000" b="1" strike="noStrike" spc="-1">
                <a:solidFill>
                  <a:srgbClr val="000000"/>
                </a:solidFill>
                <a:latin typeface="Courier New"/>
              </a:rPr>
              <a:t>while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 (condizione_ciclo_2)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{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   </a:t>
            </a:r>
            <a:r>
              <a:rPr lang="it-IT" sz="2000" b="1" strike="noStrike" spc="-1">
                <a:solidFill>
                  <a:srgbClr val="000000"/>
                </a:solidFill>
                <a:latin typeface="Courier New"/>
              </a:rPr>
              <a:t>for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(inizializzazione; 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condizione_ciclo_3; passo)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  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{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</a:rPr>
              <a:t>     ....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    }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  }</a:t>
            </a:r>
            <a:endParaRPr lang="it-IT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} </a:t>
            </a:r>
            <a:r>
              <a:rPr lang="en-GB" sz="2000" b="1" strike="noStrike" spc="-1">
                <a:solidFill>
                  <a:srgbClr val="000000"/>
                </a:solidFill>
                <a:latin typeface="Courier New"/>
              </a:rPr>
              <a:t>while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</a:rPr>
              <a:t> (condizione_ciclo_1)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86" name="CustomShape 4"/>
          <p:cNvSpPr/>
          <p:nvPr/>
        </p:nvSpPr>
        <p:spPr>
          <a:xfrm>
            <a:off x="657000" y="3276720"/>
            <a:ext cx="8086680" cy="2085840"/>
          </a:xfrm>
          <a:prstGeom prst="rect">
            <a:avLst/>
          </a:prstGeom>
          <a:solidFill>
            <a:srgbClr val="94BD5E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CustomShape 5"/>
          <p:cNvSpPr/>
          <p:nvPr/>
        </p:nvSpPr>
        <p:spPr>
          <a:xfrm>
            <a:off x="1028520" y="3809880"/>
            <a:ext cx="7505640" cy="1257480"/>
          </a:xfrm>
          <a:prstGeom prst="rect">
            <a:avLst/>
          </a:prstGeom>
          <a:solidFill>
            <a:srgbClr val="94BD5E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1403350" y="836612"/>
            <a:ext cx="6337300" cy="4318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confronto fra  </a:t>
            </a:r>
            <a:r>
              <a:rPr lang="it-IT" sz="4000" b="0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while</a:t>
            </a:r>
            <a:r>
              <a:rPr lang="it-IT" sz="4000" b="0" strike="noStrike" spc="-1" dirty="0">
                <a:solidFill>
                  <a:srgbClr val="FF0000"/>
                </a:solidFill>
                <a:latin typeface="Arial"/>
                <a:ea typeface="DejaVu Sans"/>
              </a:rPr>
              <a:t>,</a:t>
            </a:r>
            <a:r>
              <a:rPr lang="it-IT" sz="4000" b="0" strike="noStrike" spc="-1" dirty="0">
                <a:solidFill>
                  <a:srgbClr val="FF0000"/>
                </a:solidFill>
                <a:latin typeface="Times New Roman"/>
                <a:ea typeface="DejaVu Sans"/>
              </a:rPr>
              <a:t> 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do </a:t>
            </a:r>
            <a:r>
              <a:rPr lang="it-IT" sz="4000" b="0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while</a:t>
            </a:r>
            <a:r>
              <a:rPr lang="it-IT" sz="4000" b="0" strike="noStrike" spc="-1" dirty="0">
                <a:solidFill>
                  <a:srgbClr val="FF0000"/>
                </a:solidFill>
                <a:latin typeface="URW Gothic L"/>
                <a:ea typeface="DejaVu Sans"/>
              </a:rPr>
              <a:t> 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it-IT" sz="4000" b="0" strike="noStrike" spc="-1" dirty="0">
                <a:solidFill>
                  <a:srgbClr val="FF0000"/>
                </a:solidFill>
                <a:latin typeface="URW Gothic L"/>
                <a:ea typeface="DejaVu Sans"/>
              </a:rPr>
              <a:t> 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for</a:t>
            </a:r>
            <a:endParaRPr lang="it-IT" sz="4000" b="0" strike="noStrike" spc="-1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189" name="Immagine 188"/>
          <p:cNvPicPr/>
          <p:nvPr/>
        </p:nvPicPr>
        <p:blipFill>
          <a:blip r:embed="rId2"/>
          <a:stretch/>
        </p:blipFill>
        <p:spPr>
          <a:xfrm>
            <a:off x="24840" y="2184840"/>
            <a:ext cx="9143640" cy="2521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1412710" y="838800"/>
            <a:ext cx="6327940" cy="4296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istruzioni di salto: 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break</a:t>
            </a:r>
            <a:endParaRPr lang="it-IT" sz="36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91" name="Line 2"/>
          <p:cNvSpPr/>
          <p:nvPr/>
        </p:nvSpPr>
        <p:spPr>
          <a:xfrm flipV="1">
            <a:off x="1969920" y="3075480"/>
            <a:ext cx="0" cy="600120"/>
          </a:xfrm>
          <a:prstGeom prst="line">
            <a:avLst/>
          </a:prstGeom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Freeform 3"/>
          <p:cNvSpPr/>
          <p:nvPr/>
        </p:nvSpPr>
        <p:spPr>
          <a:xfrm>
            <a:off x="502920" y="1951560"/>
            <a:ext cx="1467360" cy="3448800"/>
          </a:xfrm>
          <a:custGeom>
            <a:avLst/>
            <a:gdLst/>
            <a:ahLst/>
            <a:cxnLst/>
            <a:rect l="0" t="0" r="r" b="b"/>
            <a:pathLst>
              <a:path w="4076" h="9580">
                <a:moveTo>
                  <a:pt x="4075" y="6876"/>
                </a:moveTo>
                <a:lnTo>
                  <a:pt x="4075" y="9579"/>
                </a:lnTo>
                <a:lnTo>
                  <a:pt x="0" y="9503"/>
                </a:lnTo>
                <a:lnTo>
                  <a:pt x="0" y="0"/>
                </a:lnTo>
                <a:lnTo>
                  <a:pt x="4035" y="0"/>
                </a:lnTo>
              </a:path>
            </a:pathLst>
          </a:custGeom>
          <a:ln w="18000">
            <a:solidFill>
              <a:srgbClr val="3465A4"/>
            </a:solidFill>
            <a:round/>
            <a:tailEnd type="triangle" w="med" len="med"/>
          </a:ln>
        </p:spPr>
      </p:sp>
      <p:sp>
        <p:nvSpPr>
          <p:cNvPr id="193" name="TextShape 4"/>
          <p:cNvSpPr txBox="1"/>
          <p:nvPr/>
        </p:nvSpPr>
        <p:spPr>
          <a:xfrm>
            <a:off x="5160600" y="1965240"/>
            <a:ext cx="3839400" cy="2558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while (</a:t>
            </a:r>
            <a:r>
              <a:rPr lang="en-US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test1</a:t>
            </a:r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{...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if(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test2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  <a:ea typeface="Arial"/>
              </a:rPr>
              <a:t>break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;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} 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 </a:t>
            </a:r>
            <a:endParaRPr lang="it-IT" sz="2800" b="0" strike="noStrike" spc="-1">
              <a:latin typeface="Arial"/>
            </a:endParaRPr>
          </a:p>
          <a:p>
            <a:endParaRPr lang="it-IT" sz="2800" b="0" strike="noStrike" spc="-1">
              <a:latin typeface="Arial"/>
            </a:endParaRPr>
          </a:p>
        </p:txBody>
      </p:sp>
      <p:sp>
        <p:nvSpPr>
          <p:cNvPr id="194" name="Line 5"/>
          <p:cNvSpPr/>
          <p:nvPr/>
        </p:nvSpPr>
        <p:spPr>
          <a:xfrm>
            <a:off x="1969920" y="1618200"/>
            <a:ext cx="9360" cy="73332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6"/>
          <p:cNvSpPr/>
          <p:nvPr/>
        </p:nvSpPr>
        <p:spPr>
          <a:xfrm>
            <a:off x="1293480" y="237060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test1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96" name="CustomShape 7"/>
          <p:cNvSpPr/>
          <p:nvPr/>
        </p:nvSpPr>
        <p:spPr>
          <a:xfrm>
            <a:off x="1463400" y="318996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97" name="CustomShape 8"/>
          <p:cNvSpPr/>
          <p:nvPr/>
        </p:nvSpPr>
        <p:spPr>
          <a:xfrm>
            <a:off x="1453680" y="486684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98" name="Line 9"/>
          <p:cNvSpPr/>
          <p:nvPr/>
        </p:nvSpPr>
        <p:spPr>
          <a:xfrm>
            <a:off x="2684160" y="2723760"/>
            <a:ext cx="1609920" cy="1908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Freeform 10"/>
          <p:cNvSpPr/>
          <p:nvPr/>
        </p:nvSpPr>
        <p:spPr>
          <a:xfrm>
            <a:off x="2674800" y="2828160"/>
            <a:ext cx="1705320" cy="1200600"/>
          </a:xfrm>
          <a:custGeom>
            <a:avLst/>
            <a:gdLst/>
            <a:ahLst/>
            <a:cxnLst/>
            <a:rect l="0" t="0" r="r" b="b"/>
            <a:pathLst>
              <a:path w="4737" h="3335">
                <a:moveTo>
                  <a:pt x="0" y="3334"/>
                </a:moveTo>
                <a:lnTo>
                  <a:pt x="4736" y="3334"/>
                </a:lnTo>
                <a:lnTo>
                  <a:pt x="4709" y="0"/>
                </a:lnTo>
              </a:path>
            </a:pathLst>
          </a:custGeom>
          <a:ln w="18000">
            <a:solidFill>
              <a:srgbClr val="3465A4"/>
            </a:solidFill>
            <a:round/>
            <a:tailEnd type="triangle" w="med" len="med"/>
          </a:ln>
        </p:spPr>
      </p:sp>
      <p:sp>
        <p:nvSpPr>
          <p:cNvPr id="200" name="CustomShape 11"/>
          <p:cNvSpPr/>
          <p:nvPr/>
        </p:nvSpPr>
        <p:spPr>
          <a:xfrm>
            <a:off x="2911320" y="383796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strike="noStrike" spc="-1">
                <a:latin typeface="Courier New"/>
              </a:rPr>
              <a:t>break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01" name="CustomShape 12"/>
          <p:cNvSpPr/>
          <p:nvPr/>
        </p:nvSpPr>
        <p:spPr>
          <a:xfrm>
            <a:off x="4313160" y="269496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CustomShape 13"/>
          <p:cNvSpPr/>
          <p:nvPr/>
        </p:nvSpPr>
        <p:spPr>
          <a:xfrm>
            <a:off x="1284120" y="367560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test2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03" name="Line 14"/>
          <p:cNvSpPr/>
          <p:nvPr/>
        </p:nvSpPr>
        <p:spPr>
          <a:xfrm>
            <a:off x="1969920" y="4561920"/>
            <a:ext cx="0" cy="30492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CustomShape 15"/>
          <p:cNvSpPr/>
          <p:nvPr/>
        </p:nvSpPr>
        <p:spPr>
          <a:xfrm>
            <a:off x="1912680" y="451368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TextShape 16"/>
          <p:cNvSpPr txBox="1"/>
          <p:nvPr/>
        </p:nvSpPr>
        <p:spPr>
          <a:xfrm>
            <a:off x="360000" y="5904000"/>
            <a:ext cx="7608600" cy="366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1800" b="0" strike="noStrike" spc="-1">
                <a:latin typeface="Arial"/>
              </a:rPr>
              <a:t>si noti che le 2 uscite dell'</a:t>
            </a:r>
            <a:r>
              <a:rPr lang="it-IT" sz="1800" b="0" strike="noStrike" spc="-1">
                <a:latin typeface="Courier New"/>
              </a:rPr>
              <a:t>if </a:t>
            </a:r>
            <a:r>
              <a:rPr lang="it-IT" sz="1800" b="0" strike="noStrike" spc="-1">
                <a:latin typeface="Arial"/>
              </a:rPr>
              <a:t>che controlla il </a:t>
            </a:r>
            <a:r>
              <a:rPr lang="it-IT" sz="1800" b="0" strike="noStrike" spc="-1">
                <a:latin typeface="Courier New"/>
              </a:rPr>
              <a:t>break</a:t>
            </a:r>
            <a:r>
              <a:rPr lang="it-IT" sz="1800" b="0" strike="noStrike" spc="-1">
                <a:latin typeface="Arial"/>
              </a:rPr>
              <a:t> non si ricongiungono!</a:t>
            </a:r>
          </a:p>
        </p:txBody>
      </p:sp>
      <p:sp>
        <p:nvSpPr>
          <p:cNvPr id="206" name="CustomShape 17"/>
          <p:cNvSpPr/>
          <p:nvPr/>
        </p:nvSpPr>
        <p:spPr>
          <a:xfrm>
            <a:off x="216000" y="5986800"/>
            <a:ext cx="133200" cy="133200"/>
          </a:xfrm>
          <a:prstGeom prst="ellipse">
            <a:avLst/>
          </a:prstGeom>
          <a:solidFill>
            <a:srgbClr val="FF00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1422720" y="852120"/>
            <a:ext cx="6317930" cy="4162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istruzioni di salto: 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continue</a:t>
            </a:r>
            <a:endParaRPr lang="it-IT" sz="36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08" name="TextShape 2"/>
          <p:cNvSpPr txBox="1"/>
          <p:nvPr/>
        </p:nvSpPr>
        <p:spPr>
          <a:xfrm>
            <a:off x="360000" y="5904000"/>
            <a:ext cx="8020080" cy="366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1800" b="0" strike="noStrike" spc="-1">
                <a:latin typeface="Arial"/>
              </a:rPr>
              <a:t>si noti che le 2 uscite dell'</a:t>
            </a:r>
            <a:r>
              <a:rPr lang="it-IT" sz="1800" b="0" strike="noStrike" spc="-1">
                <a:latin typeface="Courier New"/>
              </a:rPr>
              <a:t>if </a:t>
            </a:r>
            <a:r>
              <a:rPr lang="it-IT" sz="1800" b="0" strike="noStrike" spc="-1">
                <a:latin typeface="Arial"/>
              </a:rPr>
              <a:t>che controlla il </a:t>
            </a:r>
            <a:r>
              <a:rPr lang="it-IT" sz="1800" b="0" strike="noStrike" spc="-1">
                <a:latin typeface="Courier New"/>
              </a:rPr>
              <a:t>continue</a:t>
            </a:r>
            <a:r>
              <a:rPr lang="it-IT" sz="1800" b="0" strike="noStrike" spc="-1">
                <a:latin typeface="Arial"/>
              </a:rPr>
              <a:t> non si ricongiungono!</a:t>
            </a:r>
          </a:p>
        </p:txBody>
      </p:sp>
      <p:sp>
        <p:nvSpPr>
          <p:cNvPr id="209" name="Line 3"/>
          <p:cNvSpPr/>
          <p:nvPr/>
        </p:nvSpPr>
        <p:spPr>
          <a:xfrm flipV="1">
            <a:off x="1929240" y="2851920"/>
            <a:ext cx="0" cy="600120"/>
          </a:xfrm>
          <a:prstGeom prst="line">
            <a:avLst/>
          </a:prstGeom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Freeform 4"/>
          <p:cNvSpPr/>
          <p:nvPr/>
        </p:nvSpPr>
        <p:spPr>
          <a:xfrm>
            <a:off x="462240" y="1728000"/>
            <a:ext cx="1467360" cy="3448800"/>
          </a:xfrm>
          <a:custGeom>
            <a:avLst/>
            <a:gdLst/>
            <a:ahLst/>
            <a:cxnLst/>
            <a:rect l="0" t="0" r="r" b="b"/>
            <a:pathLst>
              <a:path w="4076" h="9580">
                <a:moveTo>
                  <a:pt x="4075" y="6876"/>
                </a:moveTo>
                <a:lnTo>
                  <a:pt x="4075" y="9579"/>
                </a:lnTo>
                <a:lnTo>
                  <a:pt x="0" y="9503"/>
                </a:lnTo>
                <a:lnTo>
                  <a:pt x="0" y="0"/>
                </a:lnTo>
                <a:lnTo>
                  <a:pt x="4035" y="0"/>
                </a:lnTo>
              </a:path>
            </a:pathLst>
          </a:custGeom>
          <a:ln w="18000">
            <a:solidFill>
              <a:srgbClr val="3465A4"/>
            </a:solidFill>
            <a:round/>
            <a:tailEnd type="triangle" w="med" len="med"/>
          </a:ln>
        </p:spPr>
      </p:sp>
      <p:sp>
        <p:nvSpPr>
          <p:cNvPr id="211" name="TextShape 5"/>
          <p:cNvSpPr txBox="1"/>
          <p:nvPr/>
        </p:nvSpPr>
        <p:spPr>
          <a:xfrm>
            <a:off x="4615200" y="1741680"/>
            <a:ext cx="4448160" cy="2558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while (</a:t>
            </a:r>
            <a:r>
              <a:rPr lang="en-US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test1</a:t>
            </a:r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{...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if(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test2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  <a:ea typeface="Arial"/>
              </a:rPr>
              <a:t>continue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;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} 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 </a:t>
            </a:r>
            <a:endParaRPr lang="it-IT" sz="2800" b="0" strike="noStrike" spc="-1">
              <a:latin typeface="Arial"/>
            </a:endParaRPr>
          </a:p>
          <a:p>
            <a:endParaRPr lang="it-IT" sz="2800" b="0" strike="noStrike" spc="-1">
              <a:latin typeface="Arial"/>
            </a:endParaRPr>
          </a:p>
        </p:txBody>
      </p:sp>
      <p:sp>
        <p:nvSpPr>
          <p:cNvPr id="212" name="CustomShape 6"/>
          <p:cNvSpPr/>
          <p:nvPr/>
        </p:nvSpPr>
        <p:spPr>
          <a:xfrm>
            <a:off x="1252800" y="214704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test1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13" name="CustomShape 7"/>
          <p:cNvSpPr/>
          <p:nvPr/>
        </p:nvSpPr>
        <p:spPr>
          <a:xfrm>
            <a:off x="1422720" y="296640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14" name="CustomShape 8"/>
          <p:cNvSpPr/>
          <p:nvPr/>
        </p:nvSpPr>
        <p:spPr>
          <a:xfrm>
            <a:off x="1413000" y="464328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15" name="Line 9"/>
          <p:cNvSpPr/>
          <p:nvPr/>
        </p:nvSpPr>
        <p:spPr>
          <a:xfrm>
            <a:off x="2643480" y="2500200"/>
            <a:ext cx="1609920" cy="1908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10"/>
          <p:cNvSpPr/>
          <p:nvPr/>
        </p:nvSpPr>
        <p:spPr>
          <a:xfrm>
            <a:off x="1900800" y="510984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CustomShape 11"/>
          <p:cNvSpPr/>
          <p:nvPr/>
        </p:nvSpPr>
        <p:spPr>
          <a:xfrm>
            <a:off x="1243440" y="345204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test2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18" name="Line 12"/>
          <p:cNvSpPr/>
          <p:nvPr/>
        </p:nvSpPr>
        <p:spPr>
          <a:xfrm>
            <a:off x="1929240" y="4156920"/>
            <a:ext cx="0" cy="42876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9" name="Freeform 13"/>
          <p:cNvSpPr/>
          <p:nvPr/>
        </p:nvSpPr>
        <p:spPr>
          <a:xfrm>
            <a:off x="2034000" y="3814200"/>
            <a:ext cx="2295720" cy="1362600"/>
          </a:xfrm>
          <a:custGeom>
            <a:avLst/>
            <a:gdLst/>
            <a:ahLst/>
            <a:cxnLst/>
            <a:rect l="0" t="0" r="r" b="b"/>
            <a:pathLst>
              <a:path w="6377" h="3785">
                <a:moveTo>
                  <a:pt x="1873" y="0"/>
                </a:moveTo>
                <a:lnTo>
                  <a:pt x="6376" y="26"/>
                </a:lnTo>
                <a:lnTo>
                  <a:pt x="6351" y="3783"/>
                </a:lnTo>
                <a:lnTo>
                  <a:pt x="0" y="3784"/>
                </a:lnTo>
              </a:path>
            </a:pathLst>
          </a:custGeom>
          <a:ln w="18000">
            <a:solidFill>
              <a:srgbClr val="3465A4"/>
            </a:solidFill>
            <a:round/>
            <a:tailEnd type="triangle" w="med" len="med"/>
          </a:ln>
        </p:spPr>
      </p:sp>
      <p:sp>
        <p:nvSpPr>
          <p:cNvPr id="220" name="CustomShape 14"/>
          <p:cNvSpPr/>
          <p:nvPr/>
        </p:nvSpPr>
        <p:spPr>
          <a:xfrm>
            <a:off x="2870640" y="3614400"/>
            <a:ext cx="124812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strike="noStrike" spc="-1">
                <a:latin typeface="Courier New"/>
              </a:rPr>
              <a:t>continue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21" name="CustomShape 15"/>
          <p:cNvSpPr/>
          <p:nvPr/>
        </p:nvSpPr>
        <p:spPr>
          <a:xfrm>
            <a:off x="1881360" y="423288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Line 16"/>
          <p:cNvSpPr/>
          <p:nvPr/>
        </p:nvSpPr>
        <p:spPr>
          <a:xfrm>
            <a:off x="1945080" y="1439640"/>
            <a:ext cx="9360" cy="73332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CustomShape 17"/>
          <p:cNvSpPr/>
          <p:nvPr/>
        </p:nvSpPr>
        <p:spPr>
          <a:xfrm>
            <a:off x="216000" y="5986800"/>
            <a:ext cx="133200" cy="133200"/>
          </a:xfrm>
          <a:prstGeom prst="ellipse">
            <a:avLst/>
          </a:prstGeom>
          <a:solidFill>
            <a:srgbClr val="FF00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1421640" y="836613"/>
            <a:ext cx="6319010" cy="4424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istruzioni di salto: 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goto</a:t>
            </a:r>
            <a:endParaRPr lang="it-IT" sz="36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25" name="Line 2"/>
          <p:cNvSpPr/>
          <p:nvPr/>
        </p:nvSpPr>
        <p:spPr>
          <a:xfrm flipV="1">
            <a:off x="1937880" y="2859480"/>
            <a:ext cx="0" cy="600120"/>
          </a:xfrm>
          <a:prstGeom prst="line">
            <a:avLst/>
          </a:prstGeom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Freeform 3"/>
          <p:cNvSpPr/>
          <p:nvPr/>
        </p:nvSpPr>
        <p:spPr>
          <a:xfrm>
            <a:off x="470880" y="1735560"/>
            <a:ext cx="1467360" cy="3448800"/>
          </a:xfrm>
          <a:custGeom>
            <a:avLst/>
            <a:gdLst/>
            <a:ahLst/>
            <a:cxnLst/>
            <a:rect l="0" t="0" r="r" b="b"/>
            <a:pathLst>
              <a:path w="4076" h="9580">
                <a:moveTo>
                  <a:pt x="4075" y="6876"/>
                </a:moveTo>
                <a:lnTo>
                  <a:pt x="4075" y="9579"/>
                </a:lnTo>
                <a:lnTo>
                  <a:pt x="0" y="9503"/>
                </a:lnTo>
                <a:lnTo>
                  <a:pt x="0" y="0"/>
                </a:lnTo>
                <a:lnTo>
                  <a:pt x="4035" y="0"/>
                </a:lnTo>
              </a:path>
            </a:pathLst>
          </a:custGeom>
          <a:ln w="18000">
            <a:solidFill>
              <a:srgbClr val="3465A4"/>
            </a:solidFill>
            <a:round/>
            <a:tailEnd type="triangle" w="med" len="med"/>
          </a:ln>
        </p:spPr>
      </p:sp>
      <p:sp>
        <p:nvSpPr>
          <p:cNvPr id="227" name="TextShape 4"/>
          <p:cNvSpPr txBox="1"/>
          <p:nvPr/>
        </p:nvSpPr>
        <p:spPr>
          <a:xfrm>
            <a:off x="4623840" y="1749240"/>
            <a:ext cx="4448160" cy="3411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while (</a:t>
            </a:r>
            <a:r>
              <a:rPr lang="en-US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test1</a:t>
            </a:r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{...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if(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test2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  <a:ea typeface="Arial"/>
              </a:rPr>
              <a:t>goto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 L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;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}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...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L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: 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istruzione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 </a:t>
            </a:r>
            <a:endParaRPr lang="it-IT" sz="2800" b="0" strike="noStrike" spc="-1">
              <a:latin typeface="Arial"/>
            </a:endParaRPr>
          </a:p>
          <a:p>
            <a:endParaRPr lang="it-IT" sz="2800" b="0" strike="noStrike" spc="-1">
              <a:latin typeface="Arial"/>
            </a:endParaRPr>
          </a:p>
        </p:txBody>
      </p:sp>
      <p:sp>
        <p:nvSpPr>
          <p:cNvPr id="228" name="Line 5"/>
          <p:cNvSpPr/>
          <p:nvPr/>
        </p:nvSpPr>
        <p:spPr>
          <a:xfrm>
            <a:off x="1937880" y="1402200"/>
            <a:ext cx="9360" cy="73332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CustomShape 6"/>
          <p:cNvSpPr/>
          <p:nvPr/>
        </p:nvSpPr>
        <p:spPr>
          <a:xfrm>
            <a:off x="1261440" y="215460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test1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30" name="CustomShape 7"/>
          <p:cNvSpPr/>
          <p:nvPr/>
        </p:nvSpPr>
        <p:spPr>
          <a:xfrm>
            <a:off x="1431360" y="297396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31" name="CustomShape 8"/>
          <p:cNvSpPr/>
          <p:nvPr/>
        </p:nvSpPr>
        <p:spPr>
          <a:xfrm>
            <a:off x="1421640" y="465084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32" name="Line 9"/>
          <p:cNvSpPr/>
          <p:nvPr/>
        </p:nvSpPr>
        <p:spPr>
          <a:xfrm>
            <a:off x="2652120" y="2507760"/>
            <a:ext cx="1609920" cy="1908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CustomShape 10"/>
          <p:cNvSpPr/>
          <p:nvPr/>
        </p:nvSpPr>
        <p:spPr>
          <a:xfrm>
            <a:off x="1252080" y="345960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test2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34" name="Line 11"/>
          <p:cNvSpPr/>
          <p:nvPr/>
        </p:nvSpPr>
        <p:spPr>
          <a:xfrm>
            <a:off x="1937880" y="4164480"/>
            <a:ext cx="0" cy="42876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CustomShape 12"/>
          <p:cNvSpPr/>
          <p:nvPr/>
        </p:nvSpPr>
        <p:spPr>
          <a:xfrm>
            <a:off x="1890000" y="424044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Line 13"/>
          <p:cNvSpPr/>
          <p:nvPr/>
        </p:nvSpPr>
        <p:spPr>
          <a:xfrm>
            <a:off x="2642760" y="3813120"/>
            <a:ext cx="1609920" cy="1908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7" name="CustomShape 14"/>
          <p:cNvSpPr/>
          <p:nvPr/>
        </p:nvSpPr>
        <p:spPr>
          <a:xfrm>
            <a:off x="2879280" y="3621960"/>
            <a:ext cx="98100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1" strike="noStrike" spc="-1">
                <a:latin typeface="Courier New"/>
              </a:rPr>
              <a:t>goto</a:t>
            </a:r>
            <a:r>
              <a:rPr lang="it-IT" sz="1800" b="0" strike="noStrike" spc="-1">
                <a:latin typeface="Courier New"/>
              </a:rPr>
              <a:t> </a:t>
            </a:r>
            <a:r>
              <a:rPr lang="it-IT" sz="1800" b="0" i="1" strike="noStrike" spc="-1">
                <a:latin typeface="Courier New"/>
              </a:rPr>
              <a:t>L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38" name="CustomShape 15"/>
          <p:cNvSpPr/>
          <p:nvPr/>
        </p:nvSpPr>
        <p:spPr>
          <a:xfrm>
            <a:off x="2690640" y="375552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CustomShape 16"/>
          <p:cNvSpPr/>
          <p:nvPr/>
        </p:nvSpPr>
        <p:spPr>
          <a:xfrm>
            <a:off x="4309200" y="3773880"/>
            <a:ext cx="133200" cy="13320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0" name="CustomShape 17"/>
          <p:cNvSpPr/>
          <p:nvPr/>
        </p:nvSpPr>
        <p:spPr>
          <a:xfrm>
            <a:off x="4318560" y="2450160"/>
            <a:ext cx="133200" cy="13320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1" name="CustomShape 18"/>
          <p:cNvSpPr/>
          <p:nvPr/>
        </p:nvSpPr>
        <p:spPr>
          <a:xfrm>
            <a:off x="485280" y="5486400"/>
            <a:ext cx="133200" cy="133200"/>
          </a:xfrm>
          <a:prstGeom prst="ellipse">
            <a:avLst/>
          </a:prstGeom>
          <a:solidFill>
            <a:srgbClr val="FF00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2" name="TextShape 19"/>
          <p:cNvSpPr txBox="1"/>
          <p:nvPr/>
        </p:nvSpPr>
        <p:spPr>
          <a:xfrm>
            <a:off x="695160" y="5352840"/>
            <a:ext cx="8105760" cy="533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800" b="0" strike="noStrike" spc="-1">
                <a:latin typeface="Arial"/>
              </a:rPr>
              <a:t>si noti che le 2 uscite dell'</a:t>
            </a:r>
            <a:r>
              <a:rPr lang="it-IT" sz="1800" b="0" strike="noStrike" spc="-1">
                <a:latin typeface="Courier New"/>
              </a:rPr>
              <a:t>if </a:t>
            </a:r>
            <a:r>
              <a:rPr lang="it-IT" sz="1800" b="0" strike="noStrike" spc="-1">
                <a:latin typeface="Arial"/>
              </a:rPr>
              <a:t>che controlla il </a:t>
            </a:r>
            <a:r>
              <a:rPr lang="it-IT" sz="1800" b="0" strike="noStrike" spc="-1">
                <a:latin typeface="Courier New"/>
              </a:rPr>
              <a:t>break</a:t>
            </a:r>
            <a:r>
              <a:rPr lang="it-IT" sz="1800" b="0" strike="noStrike" spc="-1">
                <a:latin typeface="Arial"/>
              </a:rPr>
              <a:t> non si ricongiungono!</a:t>
            </a:r>
          </a:p>
        </p:txBody>
      </p:sp>
      <p:sp>
        <p:nvSpPr>
          <p:cNvPr id="243" name="CustomShape 20"/>
          <p:cNvSpPr/>
          <p:nvPr/>
        </p:nvSpPr>
        <p:spPr>
          <a:xfrm>
            <a:off x="475920" y="5905080"/>
            <a:ext cx="133200" cy="133200"/>
          </a:xfrm>
          <a:prstGeom prst="ellipse">
            <a:avLst/>
          </a:prstGeom>
          <a:solidFill>
            <a:srgbClr val="FFFF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TextShape 21"/>
          <p:cNvSpPr txBox="1"/>
          <p:nvPr/>
        </p:nvSpPr>
        <p:spPr>
          <a:xfrm>
            <a:off x="695160" y="5801040"/>
            <a:ext cx="8105760" cy="533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800" b="0" strike="noStrike" spc="-1">
                <a:latin typeface="Arial"/>
              </a:rPr>
              <a:t>si noti che il ciclo ha 2 uscite!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stomShape 1"/>
          <p:cNvSpPr/>
          <p:nvPr/>
        </p:nvSpPr>
        <p:spPr>
          <a:xfrm>
            <a:off x="1403350" y="836612"/>
            <a:ext cx="6337300" cy="4424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istruzioni di salto: </a:t>
            </a:r>
            <a:r>
              <a:rPr lang="it-IT" sz="4000" b="0" strike="noStrike" spc="-1" dirty="0">
                <a:solidFill>
                  <a:srgbClr val="FF0000"/>
                </a:solidFill>
                <a:latin typeface="Courier New"/>
                <a:ea typeface="DejaVu Sans"/>
              </a:rPr>
              <a:t>goto</a:t>
            </a:r>
            <a:endParaRPr lang="it-IT" sz="36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46" name="Line 2"/>
          <p:cNvSpPr/>
          <p:nvPr/>
        </p:nvSpPr>
        <p:spPr>
          <a:xfrm flipV="1">
            <a:off x="1937880" y="2859480"/>
            <a:ext cx="0" cy="600120"/>
          </a:xfrm>
          <a:prstGeom prst="line">
            <a:avLst/>
          </a:prstGeom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7" name="Freeform 3"/>
          <p:cNvSpPr/>
          <p:nvPr/>
        </p:nvSpPr>
        <p:spPr>
          <a:xfrm>
            <a:off x="470880" y="1735560"/>
            <a:ext cx="1467360" cy="3448800"/>
          </a:xfrm>
          <a:custGeom>
            <a:avLst/>
            <a:gdLst/>
            <a:ahLst/>
            <a:cxnLst/>
            <a:rect l="0" t="0" r="r" b="b"/>
            <a:pathLst>
              <a:path w="4076" h="9580">
                <a:moveTo>
                  <a:pt x="4075" y="6876"/>
                </a:moveTo>
                <a:lnTo>
                  <a:pt x="4075" y="9579"/>
                </a:lnTo>
                <a:lnTo>
                  <a:pt x="0" y="9503"/>
                </a:lnTo>
                <a:lnTo>
                  <a:pt x="0" y="0"/>
                </a:lnTo>
                <a:lnTo>
                  <a:pt x="4035" y="0"/>
                </a:lnTo>
              </a:path>
            </a:pathLst>
          </a:custGeom>
          <a:ln w="18000">
            <a:solidFill>
              <a:srgbClr val="3465A4"/>
            </a:solidFill>
            <a:round/>
            <a:tailEnd type="triangle" w="med" len="med"/>
          </a:ln>
        </p:spPr>
      </p:sp>
      <p:sp>
        <p:nvSpPr>
          <p:cNvPr id="248" name="TextShape 4"/>
          <p:cNvSpPr txBox="1"/>
          <p:nvPr/>
        </p:nvSpPr>
        <p:spPr>
          <a:xfrm>
            <a:off x="4623840" y="1749240"/>
            <a:ext cx="4448160" cy="3411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while (</a:t>
            </a:r>
            <a:r>
              <a:rPr lang="en-US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test1</a:t>
            </a:r>
            <a:r>
              <a:rPr lang="en-US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{...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if(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test2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) </a:t>
            </a:r>
            <a:r>
              <a:rPr lang="it-IT" sz="2800" b="1" strike="noStrike" spc="-1">
                <a:solidFill>
                  <a:srgbClr val="000000"/>
                </a:solidFill>
                <a:latin typeface="Courier New"/>
                <a:ea typeface="Arial"/>
              </a:rPr>
              <a:t>goto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 L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;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... 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}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...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L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: </a:t>
            </a:r>
            <a:r>
              <a:rPr lang="it-IT" sz="2800" b="0" i="1" strike="noStrike" spc="-1">
                <a:solidFill>
                  <a:srgbClr val="000000"/>
                </a:solidFill>
                <a:latin typeface="Courier New"/>
                <a:ea typeface="Arial"/>
              </a:rPr>
              <a:t>istruzione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r>
              <a:rPr lang="it-IT" sz="2800" b="0" strike="noStrike" spc="-1">
                <a:solidFill>
                  <a:srgbClr val="000000"/>
                </a:solidFill>
                <a:latin typeface="Courier New"/>
              </a:rPr>
              <a:t>  </a:t>
            </a:r>
            <a:endParaRPr lang="it-IT" sz="2800" b="0" strike="noStrike" spc="-1">
              <a:latin typeface="Arial"/>
            </a:endParaRPr>
          </a:p>
          <a:p>
            <a:endParaRPr lang="it-IT" sz="2800" b="0" strike="noStrike" spc="-1">
              <a:latin typeface="Arial"/>
            </a:endParaRPr>
          </a:p>
        </p:txBody>
      </p:sp>
      <p:sp>
        <p:nvSpPr>
          <p:cNvPr id="249" name="Line 5"/>
          <p:cNvSpPr/>
          <p:nvPr/>
        </p:nvSpPr>
        <p:spPr>
          <a:xfrm>
            <a:off x="1937880" y="1402200"/>
            <a:ext cx="9360" cy="73332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6"/>
          <p:cNvSpPr/>
          <p:nvPr/>
        </p:nvSpPr>
        <p:spPr>
          <a:xfrm>
            <a:off x="1261440" y="215460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test1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51" name="CustomShape 7"/>
          <p:cNvSpPr/>
          <p:nvPr/>
        </p:nvSpPr>
        <p:spPr>
          <a:xfrm>
            <a:off x="1431360" y="297396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52" name="CustomShape 8"/>
          <p:cNvSpPr/>
          <p:nvPr/>
        </p:nvSpPr>
        <p:spPr>
          <a:xfrm>
            <a:off x="1421640" y="4650840"/>
            <a:ext cx="104724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...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53" name="Line 9"/>
          <p:cNvSpPr/>
          <p:nvPr/>
        </p:nvSpPr>
        <p:spPr>
          <a:xfrm>
            <a:off x="2652120" y="2507760"/>
            <a:ext cx="1609920" cy="1908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4" name="CustomShape 10"/>
          <p:cNvSpPr/>
          <p:nvPr/>
        </p:nvSpPr>
        <p:spPr>
          <a:xfrm>
            <a:off x="1252080" y="3459600"/>
            <a:ext cx="1390680" cy="704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0" i="1" strike="noStrike" spc="-1">
                <a:latin typeface="Courier New"/>
              </a:rPr>
              <a:t>test2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55" name="Line 11"/>
          <p:cNvSpPr/>
          <p:nvPr/>
        </p:nvSpPr>
        <p:spPr>
          <a:xfrm>
            <a:off x="1937880" y="4164480"/>
            <a:ext cx="0" cy="42876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6" name="CustomShape 12"/>
          <p:cNvSpPr/>
          <p:nvPr/>
        </p:nvSpPr>
        <p:spPr>
          <a:xfrm>
            <a:off x="1890000" y="424044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Line 13"/>
          <p:cNvSpPr/>
          <p:nvPr/>
        </p:nvSpPr>
        <p:spPr>
          <a:xfrm>
            <a:off x="2642760" y="3813120"/>
            <a:ext cx="1609920" cy="19080"/>
          </a:xfrm>
          <a:prstGeom prst="line">
            <a:avLst/>
          </a:prstGeom>
          <a:ln w="1800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8" name="CustomShape 14"/>
          <p:cNvSpPr/>
          <p:nvPr/>
        </p:nvSpPr>
        <p:spPr>
          <a:xfrm>
            <a:off x="2879280" y="3621960"/>
            <a:ext cx="981000" cy="399960"/>
          </a:xfrm>
          <a:prstGeom prst="flowChartProcess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9000" tIns="54000" rIns="99000" bIns="54000" anchor="ctr">
            <a:noAutofit/>
          </a:bodyPr>
          <a:lstStyle/>
          <a:p>
            <a:pPr algn="ctr"/>
            <a:r>
              <a:rPr lang="it-IT" sz="1800" b="1" strike="noStrike" spc="-1">
                <a:latin typeface="Courier New"/>
              </a:rPr>
              <a:t>goto</a:t>
            </a:r>
            <a:r>
              <a:rPr lang="it-IT" sz="1800" b="0" strike="noStrike" spc="-1">
                <a:latin typeface="Courier New"/>
              </a:rPr>
              <a:t> </a:t>
            </a:r>
            <a:r>
              <a:rPr lang="it-IT" sz="1800" b="0" i="1" strike="noStrike" spc="-1">
                <a:latin typeface="Courier New"/>
              </a:rPr>
              <a:t>L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59" name="CustomShape 15"/>
          <p:cNvSpPr/>
          <p:nvPr/>
        </p:nvSpPr>
        <p:spPr>
          <a:xfrm>
            <a:off x="2690640" y="3755520"/>
            <a:ext cx="133200" cy="133200"/>
          </a:xfrm>
          <a:prstGeom prst="ellipse">
            <a:avLst/>
          </a:prstGeom>
          <a:solidFill>
            <a:srgbClr val="FF00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CustomShape 16"/>
          <p:cNvSpPr/>
          <p:nvPr/>
        </p:nvSpPr>
        <p:spPr>
          <a:xfrm>
            <a:off x="4309200" y="3773880"/>
            <a:ext cx="133200" cy="13320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1" name="CustomShape 17"/>
          <p:cNvSpPr/>
          <p:nvPr/>
        </p:nvSpPr>
        <p:spPr>
          <a:xfrm>
            <a:off x="4318560" y="2450160"/>
            <a:ext cx="133200" cy="133200"/>
          </a:xfrm>
          <a:prstGeom prst="ellipse">
            <a:avLst/>
          </a:prstGeom>
          <a:solidFill>
            <a:srgbClr val="FFFF00"/>
          </a:solidFill>
          <a:ln w="18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2" name="CustomShape 18"/>
          <p:cNvSpPr/>
          <p:nvPr/>
        </p:nvSpPr>
        <p:spPr>
          <a:xfrm>
            <a:off x="485280" y="5486400"/>
            <a:ext cx="133200" cy="133200"/>
          </a:xfrm>
          <a:prstGeom prst="ellipse">
            <a:avLst/>
          </a:prstGeom>
          <a:solidFill>
            <a:srgbClr val="FF00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TextShape 19"/>
          <p:cNvSpPr txBox="1"/>
          <p:nvPr/>
        </p:nvSpPr>
        <p:spPr>
          <a:xfrm>
            <a:off x="695160" y="5352840"/>
            <a:ext cx="8105760" cy="533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800" b="0" strike="noStrike" spc="-1">
                <a:latin typeface="Arial"/>
              </a:rPr>
              <a:t>si noti che le 2 uscite dell'</a:t>
            </a:r>
            <a:r>
              <a:rPr lang="it-IT" sz="1800" b="0" strike="noStrike" spc="-1">
                <a:latin typeface="Courier New"/>
              </a:rPr>
              <a:t>if </a:t>
            </a:r>
            <a:r>
              <a:rPr lang="it-IT" sz="1800" b="0" strike="noStrike" spc="-1">
                <a:latin typeface="Arial"/>
              </a:rPr>
              <a:t>che controlla il </a:t>
            </a:r>
            <a:r>
              <a:rPr lang="it-IT" sz="1800" b="0" strike="noStrike" spc="-1">
                <a:latin typeface="Courier New"/>
              </a:rPr>
              <a:t>break</a:t>
            </a:r>
            <a:r>
              <a:rPr lang="it-IT" sz="1800" b="0" strike="noStrike" spc="-1">
                <a:latin typeface="Arial"/>
              </a:rPr>
              <a:t> non si ricongiungono!</a:t>
            </a:r>
          </a:p>
        </p:txBody>
      </p:sp>
      <p:sp>
        <p:nvSpPr>
          <p:cNvPr id="264" name="CustomShape 20"/>
          <p:cNvSpPr/>
          <p:nvPr/>
        </p:nvSpPr>
        <p:spPr>
          <a:xfrm>
            <a:off x="475920" y="5905080"/>
            <a:ext cx="133200" cy="133200"/>
          </a:xfrm>
          <a:prstGeom prst="ellipse">
            <a:avLst/>
          </a:prstGeom>
          <a:solidFill>
            <a:srgbClr val="FFFF00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TextShape 21"/>
          <p:cNvSpPr txBox="1"/>
          <p:nvPr/>
        </p:nvSpPr>
        <p:spPr>
          <a:xfrm>
            <a:off x="695160" y="5801040"/>
            <a:ext cx="8105760" cy="533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800" b="0" strike="noStrike" spc="-1">
                <a:latin typeface="Arial"/>
              </a:rPr>
              <a:t>si noti che il ciclo ha 2 uscite!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Immagine 267"/>
          <p:cNvPicPr/>
          <p:nvPr/>
        </p:nvPicPr>
        <p:blipFill>
          <a:blip r:embed="rId2"/>
          <a:stretch/>
        </p:blipFill>
        <p:spPr>
          <a:xfrm>
            <a:off x="342720" y="1125000"/>
            <a:ext cx="4971600" cy="2714400"/>
          </a:xfrm>
          <a:prstGeom prst="rect">
            <a:avLst/>
          </a:prstGeom>
          <a:ln>
            <a:noFill/>
          </a:ln>
        </p:spPr>
      </p:pic>
      <p:sp>
        <p:nvSpPr>
          <p:cNvPr id="266" name="CustomShape 1"/>
          <p:cNvSpPr/>
          <p:nvPr/>
        </p:nvSpPr>
        <p:spPr>
          <a:xfrm>
            <a:off x="1403350" y="836613"/>
            <a:ext cx="6337300" cy="4317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istruzioni di salto: esempi</a:t>
            </a:r>
          </a:p>
        </p:txBody>
      </p:sp>
      <p:pic>
        <p:nvPicPr>
          <p:cNvPr id="267" name="Immagine 266"/>
          <p:cNvPicPr/>
          <p:nvPr/>
        </p:nvPicPr>
        <p:blipFill>
          <a:blip r:embed="rId3"/>
          <a:stretch/>
        </p:blipFill>
        <p:spPr>
          <a:xfrm>
            <a:off x="5645450" y="1467900"/>
            <a:ext cx="2095200" cy="2028600"/>
          </a:xfrm>
          <a:prstGeom prst="rect">
            <a:avLst/>
          </a:prstGeom>
          <a:ln>
            <a:noFill/>
          </a:ln>
        </p:spPr>
      </p:pic>
      <p:pic>
        <p:nvPicPr>
          <p:cNvPr id="269" name="Immagine 268"/>
          <p:cNvPicPr/>
          <p:nvPr/>
        </p:nvPicPr>
        <p:blipFill>
          <a:blip r:embed="rId4"/>
          <a:stretch/>
        </p:blipFill>
        <p:spPr>
          <a:xfrm>
            <a:off x="5645450" y="4880700"/>
            <a:ext cx="2114280" cy="1018800"/>
          </a:xfrm>
          <a:prstGeom prst="rect">
            <a:avLst/>
          </a:prstGeom>
          <a:ln>
            <a:noFill/>
          </a:ln>
        </p:spPr>
      </p:pic>
      <p:pic>
        <p:nvPicPr>
          <p:cNvPr id="270" name="Immagine 269"/>
          <p:cNvPicPr/>
          <p:nvPr/>
        </p:nvPicPr>
        <p:blipFill>
          <a:blip r:embed="rId5"/>
          <a:stretch/>
        </p:blipFill>
        <p:spPr>
          <a:xfrm>
            <a:off x="342720" y="3874680"/>
            <a:ext cx="4971600" cy="2578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magine 271"/>
          <p:cNvPicPr/>
          <p:nvPr/>
        </p:nvPicPr>
        <p:blipFill>
          <a:blip r:embed="rId2"/>
          <a:stretch/>
        </p:blipFill>
        <p:spPr>
          <a:xfrm>
            <a:off x="443160" y="1053360"/>
            <a:ext cx="4981320" cy="2714400"/>
          </a:xfrm>
          <a:prstGeom prst="rect">
            <a:avLst/>
          </a:prstGeom>
          <a:ln>
            <a:noFill/>
          </a:ln>
        </p:spPr>
      </p:pic>
      <p:pic>
        <p:nvPicPr>
          <p:cNvPr id="273" name="Immagine 272"/>
          <p:cNvPicPr/>
          <p:nvPr/>
        </p:nvPicPr>
        <p:blipFill>
          <a:blip r:embed="rId3"/>
          <a:stretch/>
        </p:blipFill>
        <p:spPr>
          <a:xfrm>
            <a:off x="5505840" y="1563120"/>
            <a:ext cx="2133360" cy="1866600"/>
          </a:xfrm>
          <a:prstGeom prst="rect">
            <a:avLst/>
          </a:prstGeom>
          <a:ln>
            <a:noFill/>
          </a:ln>
        </p:spPr>
      </p:pic>
      <p:pic>
        <p:nvPicPr>
          <p:cNvPr id="274" name="Immagine 273"/>
          <p:cNvPicPr/>
          <p:nvPr/>
        </p:nvPicPr>
        <p:blipFill>
          <a:blip r:embed="rId4"/>
          <a:stretch/>
        </p:blipFill>
        <p:spPr>
          <a:xfrm>
            <a:off x="5591160" y="5291280"/>
            <a:ext cx="2114280" cy="847440"/>
          </a:xfrm>
          <a:prstGeom prst="rect">
            <a:avLst/>
          </a:prstGeom>
          <a:ln>
            <a:noFill/>
          </a:ln>
        </p:spPr>
      </p:pic>
      <p:pic>
        <p:nvPicPr>
          <p:cNvPr id="275" name="Immagine 274"/>
          <p:cNvPicPr/>
          <p:nvPr/>
        </p:nvPicPr>
        <p:blipFill>
          <a:blip r:embed="rId5"/>
          <a:stretch/>
        </p:blipFill>
        <p:spPr>
          <a:xfrm>
            <a:off x="505440" y="3767760"/>
            <a:ext cx="4971600" cy="2640240"/>
          </a:xfrm>
          <a:prstGeom prst="rect">
            <a:avLst/>
          </a:prstGeom>
          <a:ln>
            <a:noFill/>
          </a:ln>
        </p:spPr>
      </p:pic>
      <p:sp>
        <p:nvSpPr>
          <p:cNvPr id="7" name="CustomShape 1">
            <a:extLst>
              <a:ext uri="{FF2B5EF4-FFF2-40B4-BE49-F238E27FC236}">
                <a16:creationId xmlns:a16="http://schemas.microsoft.com/office/drawing/2014/main" id="{121714F9-E591-4100-B44D-8CC30E9E8D9D}"/>
              </a:ext>
            </a:extLst>
          </p:cNvPr>
          <p:cNvSpPr/>
          <p:nvPr/>
        </p:nvSpPr>
        <p:spPr>
          <a:xfrm>
            <a:off x="1403350" y="836613"/>
            <a:ext cx="6337300" cy="4317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istruzioni di salto: esempi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57CFA5-E419-4971-A230-EA94A083FDCF}"/>
</file>

<file path=customXml/itemProps2.xml><?xml version="1.0" encoding="utf-8"?>
<ds:datastoreItem xmlns:ds="http://schemas.openxmlformats.org/officeDocument/2006/customXml" ds:itemID="{5F7744F5-7FF4-4415-9C67-3AE6206ABF1B}"/>
</file>

<file path=customXml/itemProps3.xml><?xml version="1.0" encoding="utf-8"?>
<ds:datastoreItem xmlns:ds="http://schemas.openxmlformats.org/officeDocument/2006/customXml" ds:itemID="{E080E84B-8740-48B8-A140-B9DEDDF565E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818</Words>
  <Application>Microsoft Office PowerPoint</Application>
  <PresentationFormat>Presentazione su schermo (4:3)</PresentationFormat>
  <Paragraphs>153</Paragraphs>
  <Slides>20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31" baseType="lpstr">
      <vt:lpstr>Arial</vt:lpstr>
      <vt:lpstr>Calibri</vt:lpstr>
      <vt:lpstr>Courier New</vt:lpstr>
      <vt:lpstr>DejaVu Sans</vt:lpstr>
      <vt:lpstr>StarSymbol</vt:lpstr>
      <vt:lpstr>Symbol</vt:lpstr>
      <vt:lpstr>Tahoma</vt:lpstr>
      <vt:lpstr>Times New Roman</vt:lpstr>
      <vt:lpstr>URW Gothic L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298</cp:revision>
  <cp:lastPrinted>1999-03-05T00:48:02Z</cp:lastPrinted>
  <dcterms:created xsi:type="dcterms:W3CDTF">1999-01-19T02:07:12Z</dcterms:created>
  <dcterms:modified xsi:type="dcterms:W3CDTF">2023-02-01T10:07:43Z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