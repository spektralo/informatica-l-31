
<file path=[Content_Types].xml><?xml version="1.0" encoding="utf-8"?>
<Types xmlns="http://schemas.openxmlformats.org/package/2006/content-types">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slideMasters/slideMaster1.xml" ContentType="application/vnd.openxmlformats-officedocument.presentationml.slideMaster+xml"/>
  <Override PartName="/ppt/theme/theme3.xml" ContentType="application/vnd.openxmlformats-officedocument.theme+xml"/>
  <Override PartName="/ppt/theme/theme2.xml" ContentType="application/vnd.openxmlformats-officedocument.theme+xml"/>
  <Override PartName="/ppt/theme/theme1.xml" ContentType="application/vnd.openxmlformats-officedocument.theme+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docProps/app.xml" ContentType="application/vnd.openxmlformats-officedocument.extended-properties+xml"/>
  <Override PartName="/ppt/changesInfos/changesInfo1.xml" ContentType="application/vnd.ms-powerpoint.changesinfo+xml"/>
  <Override PartName="/ppt/tags/tag1.xml" ContentType="application/vnd.openxmlformats-officedocument.presentationml.tags+xml"/>
  <Override PartName="/ppt/revisionInfo.xml" ContentType="application/vnd.ms-powerpoint.revisioninfo+xml"/>
  <Override PartName="/docProps/core.xml" ContentType="application/vnd.openxmlformats-package.core-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3"/>
  </p:notesMasterIdLst>
  <p:handoutMasterIdLst>
    <p:handoutMasterId r:id="rId14"/>
  </p:handoutMasterIdLst>
  <p:sldIdLst>
    <p:sldId id="314" r:id="rId2"/>
    <p:sldId id="306" r:id="rId3"/>
    <p:sldId id="315" r:id="rId4"/>
    <p:sldId id="279" r:id="rId5"/>
    <p:sldId id="308" r:id="rId6"/>
    <p:sldId id="296" r:id="rId7"/>
    <p:sldId id="301" r:id="rId8"/>
    <p:sldId id="300" r:id="rId9"/>
    <p:sldId id="305" r:id="rId10"/>
    <p:sldId id="307" r:id="rId11"/>
    <p:sldId id="316" r:id="rId12"/>
  </p:sldIdLst>
  <p:sldSz cx="9144000" cy="6858000" type="screen4x3"/>
  <p:notesSz cx="6858000" cy="9144000"/>
  <p:custDataLst>
    <p:tags r:id="rId15"/>
  </p:custDataLst>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F81BD"/>
    <a:srgbClr val="C0504D"/>
    <a:srgbClr val="000000"/>
    <a:srgbClr val="FFFF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B60BFA5-112D-4405-BB92-9F3F04EA9AB8}" v="2" dt="2021-02-07T17:29:14.725"/>
  </p1510:revLst>
</p1510:revInfo>
</file>

<file path=ppt/tableStyles.xml><?xml version="1.0" encoding="utf-8"?>
<a:tblStyleLst xmlns:a="http://schemas.openxmlformats.org/drawingml/2006/main" def="{5C22544A-7EE6-4342-B048-85BDC9FD1C3A}">
  <a:tblStyle styleId="{5C22544A-7EE6-4342-B048-85BDC9FD1C3A}" styleName="Stile medio 2 - Color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4C1A8A3-306A-4EB7-A6B1-4F7E0EB9C5D6}" styleName="Stile medio 3 - Colore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B301B821-A1FF-4177-AEE7-76D212191A09}" styleName="Stile medio 1 - Colore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5940675A-B579-460E-94D1-54222C63F5DA}" styleName="Nessuno stile, griglia tabel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997" autoAdjust="0"/>
    <p:restoredTop sz="95274" autoAdjust="0"/>
  </p:normalViewPr>
  <p:slideViewPr>
    <p:cSldViewPr>
      <p:cViewPr varScale="1">
        <p:scale>
          <a:sx n="43" d="100"/>
          <a:sy n="43" d="100"/>
        </p:scale>
        <p:origin x="1003" y="5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customXml" Target="../customXml/item3.xml"/><Relationship Id="rId5" Type="http://schemas.openxmlformats.org/officeDocument/2006/relationships/slide" Target="slides/slide4.xml"/><Relationship Id="rId15" Type="http://schemas.openxmlformats.org/officeDocument/2006/relationships/tags" Target="tags/tag1.xml"/><Relationship Id="rId23" Type="http://schemas.openxmlformats.org/officeDocument/2006/relationships/customXml" Target="../customXml/item2.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handoutMaster" Target="handoutMasters/handoutMaster1.xml"/><Relationship Id="rId22" Type="http://schemas.openxmlformats.org/officeDocument/2006/relationships/customXml" Target="../customXml/item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essandro Ortis" userId="dcdc90ed-3509-45f7-ac48-ad038638580b" providerId="ADAL" clId="{7B60BFA5-112D-4405-BB92-9F3F04EA9AB8}"/>
    <pc:docChg chg="undo custSel addSld delSld modSld sldOrd">
      <pc:chgData name="Alessandro Ortis" userId="dcdc90ed-3509-45f7-ac48-ad038638580b" providerId="ADAL" clId="{7B60BFA5-112D-4405-BB92-9F3F04EA9AB8}" dt="2021-02-08T07:07:52.024" v="379" actId="20577"/>
      <pc:docMkLst>
        <pc:docMk/>
      </pc:docMkLst>
      <pc:sldChg chg="del">
        <pc:chgData name="Alessandro Ortis" userId="dcdc90ed-3509-45f7-ac48-ad038638580b" providerId="ADAL" clId="{7B60BFA5-112D-4405-BB92-9F3F04EA9AB8}" dt="2021-02-05T14:45:45.510" v="41" actId="47"/>
        <pc:sldMkLst>
          <pc:docMk/>
          <pc:sldMk cId="0" sldId="256"/>
        </pc:sldMkLst>
      </pc:sldChg>
      <pc:sldChg chg="delSp modSp del mod">
        <pc:chgData name="Alessandro Ortis" userId="dcdc90ed-3509-45f7-ac48-ad038638580b" providerId="ADAL" clId="{7B60BFA5-112D-4405-BB92-9F3F04EA9AB8}" dt="2021-02-05T14:47:44.191" v="83" actId="20577"/>
        <pc:sldMkLst>
          <pc:docMk/>
          <pc:sldMk cId="0" sldId="279"/>
        </pc:sldMkLst>
        <pc:spChg chg="mod">
          <ac:chgData name="Alessandro Ortis" userId="dcdc90ed-3509-45f7-ac48-ad038638580b" providerId="ADAL" clId="{7B60BFA5-112D-4405-BB92-9F3F04EA9AB8}" dt="2021-02-05T14:46:49.088" v="71" actId="14100"/>
          <ac:spMkLst>
            <pc:docMk/>
            <pc:sldMk cId="0" sldId="279"/>
            <ac:spMk id="6151" creationId="{D30F9090-EDC1-4A9C-90F0-FBEC5D5A5032}"/>
          </ac:spMkLst>
        </pc:spChg>
        <pc:spChg chg="mod">
          <ac:chgData name="Alessandro Ortis" userId="dcdc90ed-3509-45f7-ac48-ad038638580b" providerId="ADAL" clId="{7B60BFA5-112D-4405-BB92-9F3F04EA9AB8}" dt="2021-02-05T14:47:44.191" v="83" actId="20577"/>
          <ac:spMkLst>
            <pc:docMk/>
            <pc:sldMk cId="0" sldId="279"/>
            <ac:spMk id="50178" creationId="{17E49086-EC40-4A9F-81CE-3890755CC739}"/>
          </ac:spMkLst>
        </pc:spChg>
        <pc:spChg chg="mod">
          <ac:chgData name="Alessandro Ortis" userId="dcdc90ed-3509-45f7-ac48-ad038638580b" providerId="ADAL" clId="{7B60BFA5-112D-4405-BB92-9F3F04EA9AB8}" dt="2021-02-05T14:46:17.352" v="60" actId="6549"/>
          <ac:spMkLst>
            <pc:docMk/>
            <pc:sldMk cId="0" sldId="279"/>
            <ac:spMk id="50182" creationId="{4A7A004C-D320-49CF-8E39-DA2B96808650}"/>
          </ac:spMkLst>
        </pc:spChg>
        <pc:spChg chg="del mod">
          <ac:chgData name="Alessandro Ortis" userId="dcdc90ed-3509-45f7-ac48-ad038638580b" providerId="ADAL" clId="{7B60BFA5-112D-4405-BB92-9F3F04EA9AB8}" dt="2021-02-05T14:46:08.665" v="56" actId="478"/>
          <ac:spMkLst>
            <pc:docMk/>
            <pc:sldMk cId="0" sldId="279"/>
            <ac:spMk id="50184" creationId="{7A4C425F-279A-4E26-85FA-3D9207AB621D}"/>
          </ac:spMkLst>
        </pc:spChg>
        <pc:spChg chg="mod">
          <ac:chgData name="Alessandro Ortis" userId="dcdc90ed-3509-45f7-ac48-ad038638580b" providerId="ADAL" clId="{7B60BFA5-112D-4405-BB92-9F3F04EA9AB8}" dt="2021-02-05T14:46:53.039" v="73" actId="1035"/>
          <ac:spMkLst>
            <pc:docMk/>
            <pc:sldMk cId="0" sldId="279"/>
            <ac:spMk id="50193" creationId="{31A9349B-EAFD-4A5C-AB4A-7ADD29710F9C}"/>
          </ac:spMkLst>
        </pc:spChg>
        <pc:spChg chg="mod">
          <ac:chgData name="Alessandro Ortis" userId="dcdc90ed-3509-45f7-ac48-ad038638580b" providerId="ADAL" clId="{7B60BFA5-112D-4405-BB92-9F3F04EA9AB8}" dt="2021-02-05T14:46:03.463" v="54" actId="1035"/>
          <ac:spMkLst>
            <pc:docMk/>
            <pc:sldMk cId="0" sldId="279"/>
            <ac:spMk id="50194" creationId="{24B50845-B60B-4694-AB1A-92D7E4D2134A}"/>
          </ac:spMkLst>
        </pc:spChg>
        <pc:spChg chg="mod">
          <ac:chgData name="Alessandro Ortis" userId="dcdc90ed-3509-45f7-ac48-ad038638580b" providerId="ADAL" clId="{7B60BFA5-112D-4405-BB92-9F3F04EA9AB8}" dt="2021-02-05T14:46:03.463" v="54" actId="1035"/>
          <ac:spMkLst>
            <pc:docMk/>
            <pc:sldMk cId="0" sldId="279"/>
            <ac:spMk id="50195" creationId="{2B873BB2-AF49-4D5C-B0FA-082BFC891C6E}"/>
          </ac:spMkLst>
        </pc:spChg>
        <pc:picChg chg="mod">
          <ac:chgData name="Alessandro Ortis" userId="dcdc90ed-3509-45f7-ac48-ad038638580b" providerId="ADAL" clId="{7B60BFA5-112D-4405-BB92-9F3F04EA9AB8}" dt="2021-02-05T14:46:03.463" v="54" actId="1035"/>
          <ac:picMkLst>
            <pc:docMk/>
            <pc:sldMk cId="0" sldId="279"/>
            <ac:picMk id="50196" creationId="{CC20A214-E994-4DF9-A9A7-86162CCBFEE1}"/>
          </ac:picMkLst>
        </pc:picChg>
      </pc:sldChg>
      <pc:sldChg chg="del">
        <pc:chgData name="Alessandro Ortis" userId="dcdc90ed-3509-45f7-ac48-ad038638580b" providerId="ADAL" clId="{7B60BFA5-112D-4405-BB92-9F3F04EA9AB8}" dt="2021-02-05T14:45:29.518" v="39" actId="47"/>
        <pc:sldMkLst>
          <pc:docMk/>
          <pc:sldMk cId="0" sldId="289"/>
        </pc:sldMkLst>
      </pc:sldChg>
      <pc:sldChg chg="modSp del mod">
        <pc:chgData name="Alessandro Ortis" userId="dcdc90ed-3509-45f7-ac48-ad038638580b" providerId="ADAL" clId="{7B60BFA5-112D-4405-BB92-9F3F04EA9AB8}" dt="2021-02-05T14:47:34.410" v="79" actId="20577"/>
        <pc:sldMkLst>
          <pc:docMk/>
          <pc:sldMk cId="0" sldId="296"/>
        </pc:sldMkLst>
        <pc:spChg chg="mod">
          <ac:chgData name="Alessandro Ortis" userId="dcdc90ed-3509-45f7-ac48-ad038638580b" providerId="ADAL" clId="{7B60BFA5-112D-4405-BB92-9F3F04EA9AB8}" dt="2021-02-05T14:47:34.410" v="79" actId="20577"/>
          <ac:spMkLst>
            <pc:docMk/>
            <pc:sldMk cId="0" sldId="296"/>
            <ac:spMk id="92162" creationId="{2B8E585F-544E-444D-B2EC-8CA7BB3002D4}"/>
          </ac:spMkLst>
        </pc:spChg>
        <pc:spChg chg="mod">
          <ac:chgData name="Alessandro Ortis" userId="dcdc90ed-3509-45f7-ac48-ad038638580b" providerId="ADAL" clId="{7B60BFA5-112D-4405-BB92-9F3F04EA9AB8}" dt="2021-02-05T14:47:07.529" v="75" actId="20577"/>
          <ac:spMkLst>
            <pc:docMk/>
            <pc:sldMk cId="0" sldId="296"/>
            <ac:spMk id="92172" creationId="{E59A9649-F8AC-4AD3-AD45-8985837B2B22}"/>
          </ac:spMkLst>
        </pc:spChg>
      </pc:sldChg>
      <pc:sldChg chg="del">
        <pc:chgData name="Alessandro Ortis" userId="dcdc90ed-3509-45f7-ac48-ad038638580b" providerId="ADAL" clId="{7B60BFA5-112D-4405-BB92-9F3F04EA9AB8}" dt="2021-02-05T14:45:29.518" v="39" actId="47"/>
        <pc:sldMkLst>
          <pc:docMk/>
          <pc:sldMk cId="0" sldId="297"/>
        </pc:sldMkLst>
      </pc:sldChg>
      <pc:sldChg chg="del">
        <pc:chgData name="Alessandro Ortis" userId="dcdc90ed-3509-45f7-ac48-ad038638580b" providerId="ADAL" clId="{7B60BFA5-112D-4405-BB92-9F3F04EA9AB8}" dt="2021-02-05T14:45:29.518" v="39" actId="47"/>
        <pc:sldMkLst>
          <pc:docMk/>
          <pc:sldMk cId="0" sldId="298"/>
        </pc:sldMkLst>
      </pc:sldChg>
      <pc:sldChg chg="del">
        <pc:chgData name="Alessandro Ortis" userId="dcdc90ed-3509-45f7-ac48-ad038638580b" providerId="ADAL" clId="{7B60BFA5-112D-4405-BB92-9F3F04EA9AB8}" dt="2021-02-05T14:45:29.518" v="39" actId="47"/>
        <pc:sldMkLst>
          <pc:docMk/>
          <pc:sldMk cId="0" sldId="299"/>
        </pc:sldMkLst>
      </pc:sldChg>
      <pc:sldChg chg="modSp del mod">
        <pc:chgData name="Alessandro Ortis" userId="dcdc90ed-3509-45f7-ac48-ad038638580b" providerId="ADAL" clId="{7B60BFA5-112D-4405-BB92-9F3F04EA9AB8}" dt="2021-02-05T14:47:24.081" v="77" actId="20577"/>
        <pc:sldMkLst>
          <pc:docMk/>
          <pc:sldMk cId="0" sldId="300"/>
        </pc:sldMkLst>
        <pc:spChg chg="mod">
          <ac:chgData name="Alessandro Ortis" userId="dcdc90ed-3509-45f7-ac48-ad038638580b" providerId="ADAL" clId="{7B60BFA5-112D-4405-BB92-9F3F04EA9AB8}" dt="2021-02-05T14:47:24.081" v="77" actId="20577"/>
          <ac:spMkLst>
            <pc:docMk/>
            <pc:sldMk cId="0" sldId="300"/>
            <ac:spMk id="161794" creationId="{261F3BC9-86EF-4FF4-A798-3477473339F3}"/>
          </ac:spMkLst>
        </pc:spChg>
      </pc:sldChg>
      <pc:sldChg chg="modSp del mod">
        <pc:chgData name="Alessandro Ortis" userId="dcdc90ed-3509-45f7-ac48-ad038638580b" providerId="ADAL" clId="{7B60BFA5-112D-4405-BB92-9F3F04EA9AB8}" dt="2021-02-05T14:47:28.127" v="78" actId="20577"/>
        <pc:sldMkLst>
          <pc:docMk/>
          <pc:sldMk cId="0" sldId="301"/>
        </pc:sldMkLst>
        <pc:spChg chg="mod">
          <ac:chgData name="Alessandro Ortis" userId="dcdc90ed-3509-45f7-ac48-ad038638580b" providerId="ADAL" clId="{7B60BFA5-112D-4405-BB92-9F3F04EA9AB8}" dt="2021-02-05T14:47:28.127" v="78" actId="20577"/>
          <ac:spMkLst>
            <pc:docMk/>
            <pc:sldMk cId="0" sldId="301"/>
            <ac:spMk id="163842" creationId="{C4AFC396-D4E1-4FFF-9FB5-846F4DD55C74}"/>
          </ac:spMkLst>
        </pc:spChg>
      </pc:sldChg>
      <pc:sldChg chg="del">
        <pc:chgData name="Alessandro Ortis" userId="dcdc90ed-3509-45f7-ac48-ad038638580b" providerId="ADAL" clId="{7B60BFA5-112D-4405-BB92-9F3F04EA9AB8}" dt="2021-02-05T14:45:29.518" v="39" actId="47"/>
        <pc:sldMkLst>
          <pc:docMk/>
          <pc:sldMk cId="0" sldId="302"/>
        </pc:sldMkLst>
      </pc:sldChg>
      <pc:sldChg chg="del">
        <pc:chgData name="Alessandro Ortis" userId="dcdc90ed-3509-45f7-ac48-ad038638580b" providerId="ADAL" clId="{7B60BFA5-112D-4405-BB92-9F3F04EA9AB8}" dt="2021-02-05T14:45:29.518" v="39" actId="47"/>
        <pc:sldMkLst>
          <pc:docMk/>
          <pc:sldMk cId="0" sldId="303"/>
        </pc:sldMkLst>
      </pc:sldChg>
      <pc:sldChg chg="del">
        <pc:chgData name="Alessandro Ortis" userId="dcdc90ed-3509-45f7-ac48-ad038638580b" providerId="ADAL" clId="{7B60BFA5-112D-4405-BB92-9F3F04EA9AB8}" dt="2021-02-05T14:45:29.518" v="39" actId="47"/>
        <pc:sldMkLst>
          <pc:docMk/>
          <pc:sldMk cId="0" sldId="304"/>
        </pc:sldMkLst>
      </pc:sldChg>
      <pc:sldChg chg="modSp mod">
        <pc:chgData name="Alessandro Ortis" userId="dcdc90ed-3509-45f7-ac48-ad038638580b" providerId="ADAL" clId="{7B60BFA5-112D-4405-BB92-9F3F04EA9AB8}" dt="2021-02-07T17:28:02.215" v="129" actId="20577"/>
        <pc:sldMkLst>
          <pc:docMk/>
          <pc:sldMk cId="0" sldId="305"/>
        </pc:sldMkLst>
        <pc:spChg chg="mod">
          <ac:chgData name="Alessandro Ortis" userId="dcdc90ed-3509-45f7-ac48-ad038638580b" providerId="ADAL" clId="{7B60BFA5-112D-4405-BB92-9F3F04EA9AB8}" dt="2021-02-05T14:47:19.432" v="76" actId="20577"/>
          <ac:spMkLst>
            <pc:docMk/>
            <pc:sldMk cId="0" sldId="305"/>
            <ac:spMk id="172034" creationId="{9883EAA4-009B-4F20-89D5-AC88785BEC49}"/>
          </ac:spMkLst>
        </pc:spChg>
        <pc:spChg chg="mod">
          <ac:chgData name="Alessandro Ortis" userId="dcdc90ed-3509-45f7-ac48-ad038638580b" providerId="ADAL" clId="{7B60BFA5-112D-4405-BB92-9F3F04EA9AB8}" dt="2021-02-07T17:27:06.827" v="105" actId="123"/>
          <ac:spMkLst>
            <pc:docMk/>
            <pc:sldMk cId="0" sldId="305"/>
            <ac:spMk id="172036" creationId="{B9109A16-66C7-451A-A03B-A1D8F754B35B}"/>
          </ac:spMkLst>
        </pc:spChg>
        <pc:spChg chg="mod">
          <ac:chgData name="Alessandro Ortis" userId="dcdc90ed-3509-45f7-ac48-ad038638580b" providerId="ADAL" clId="{7B60BFA5-112D-4405-BB92-9F3F04EA9AB8}" dt="2021-02-07T17:27:24.528" v="114" actId="123"/>
          <ac:spMkLst>
            <pc:docMk/>
            <pc:sldMk cId="0" sldId="305"/>
            <ac:spMk id="172037" creationId="{3ED01093-D9D1-4D29-B415-E0C3D7BACF77}"/>
          </ac:spMkLst>
        </pc:spChg>
        <pc:spChg chg="mod">
          <ac:chgData name="Alessandro Ortis" userId="dcdc90ed-3509-45f7-ac48-ad038638580b" providerId="ADAL" clId="{7B60BFA5-112D-4405-BB92-9F3F04EA9AB8}" dt="2021-02-07T17:28:02.215" v="129" actId="20577"/>
          <ac:spMkLst>
            <pc:docMk/>
            <pc:sldMk cId="0" sldId="305"/>
            <ac:spMk id="172038" creationId="{9F562005-CE07-444C-9C55-7260678B40E8}"/>
          </ac:spMkLst>
        </pc:spChg>
      </pc:sldChg>
      <pc:sldChg chg="modSp mod">
        <pc:chgData name="Alessandro Ortis" userId="dcdc90ed-3509-45f7-ac48-ad038638580b" providerId="ADAL" clId="{7B60BFA5-112D-4405-BB92-9F3F04EA9AB8}" dt="2021-02-07T17:25:33.126" v="101" actId="6549"/>
        <pc:sldMkLst>
          <pc:docMk/>
          <pc:sldMk cId="0" sldId="306"/>
        </pc:sldMkLst>
        <pc:spChg chg="mod">
          <ac:chgData name="Alessandro Ortis" userId="dcdc90ed-3509-45f7-ac48-ad038638580b" providerId="ADAL" clId="{7B60BFA5-112D-4405-BB92-9F3F04EA9AB8}" dt="2021-02-07T17:25:33.126" v="101" actId="6549"/>
          <ac:spMkLst>
            <pc:docMk/>
            <pc:sldMk cId="0" sldId="306"/>
            <ac:spMk id="3" creationId="{A5BA2B38-5D5C-46E5-8F7A-B2FA2EC9E46D}"/>
          </ac:spMkLst>
        </pc:spChg>
      </pc:sldChg>
      <pc:sldChg chg="add del ord">
        <pc:chgData name="Alessandro Ortis" userId="dcdc90ed-3509-45f7-ac48-ad038638580b" providerId="ADAL" clId="{7B60BFA5-112D-4405-BB92-9F3F04EA9AB8}" dt="2021-02-07T17:29:10.747" v="131" actId="2696"/>
        <pc:sldMkLst>
          <pc:docMk/>
          <pc:sldMk cId="0" sldId="307"/>
        </pc:sldMkLst>
      </pc:sldChg>
      <pc:sldChg chg="modSp mod">
        <pc:chgData name="Alessandro Ortis" userId="dcdc90ed-3509-45f7-ac48-ad038638580b" providerId="ADAL" clId="{7B60BFA5-112D-4405-BB92-9F3F04EA9AB8}" dt="2021-02-05T14:47:38.408" v="80" actId="20577"/>
        <pc:sldMkLst>
          <pc:docMk/>
          <pc:sldMk cId="0" sldId="308"/>
        </pc:sldMkLst>
        <pc:spChg chg="mod">
          <ac:chgData name="Alessandro Ortis" userId="dcdc90ed-3509-45f7-ac48-ad038638580b" providerId="ADAL" clId="{7B60BFA5-112D-4405-BB92-9F3F04EA9AB8}" dt="2021-02-05T14:47:38.408" v="80" actId="20577"/>
          <ac:spMkLst>
            <pc:docMk/>
            <pc:sldMk cId="0" sldId="308"/>
            <ac:spMk id="50178" creationId="{F1E80E7E-E722-4BAF-A420-118426B868A1}"/>
          </ac:spMkLst>
        </pc:spChg>
      </pc:sldChg>
      <pc:sldChg chg="modSp mod">
        <pc:chgData name="Alessandro Ortis" userId="dcdc90ed-3509-45f7-ac48-ad038638580b" providerId="ADAL" clId="{7B60BFA5-112D-4405-BB92-9F3F04EA9AB8}" dt="2021-02-05T14:45:22.686" v="38" actId="20577"/>
        <pc:sldMkLst>
          <pc:docMk/>
          <pc:sldMk cId="0" sldId="314"/>
        </pc:sldMkLst>
        <pc:spChg chg="mod">
          <ac:chgData name="Alessandro Ortis" userId="dcdc90ed-3509-45f7-ac48-ad038638580b" providerId="ADAL" clId="{7B60BFA5-112D-4405-BB92-9F3F04EA9AB8}" dt="2021-02-05T14:45:22.686" v="38" actId="20577"/>
          <ac:spMkLst>
            <pc:docMk/>
            <pc:sldMk cId="0" sldId="314"/>
            <ac:spMk id="2" creationId="{00000000-0000-0000-0000-000000000000}"/>
          </ac:spMkLst>
        </pc:spChg>
      </pc:sldChg>
      <pc:sldChg chg="modSp mod">
        <pc:chgData name="Alessandro Ortis" userId="dcdc90ed-3509-45f7-ac48-ad038638580b" providerId="ADAL" clId="{7B60BFA5-112D-4405-BB92-9F3F04EA9AB8}" dt="2021-02-05T14:47:48.248" v="84" actId="20577"/>
        <pc:sldMkLst>
          <pc:docMk/>
          <pc:sldMk cId="0" sldId="315"/>
        </pc:sldMkLst>
        <pc:spChg chg="mod">
          <ac:chgData name="Alessandro Ortis" userId="dcdc90ed-3509-45f7-ac48-ad038638580b" providerId="ADAL" clId="{7B60BFA5-112D-4405-BB92-9F3F04EA9AB8}" dt="2021-02-05T14:47:48.248" v="84" actId="20577"/>
          <ac:spMkLst>
            <pc:docMk/>
            <pc:sldMk cId="0" sldId="315"/>
            <ac:spMk id="3073" creationId="{2EDD163E-0B11-4A5D-803C-B3040922C589}"/>
          </ac:spMkLst>
        </pc:spChg>
      </pc:sldChg>
      <pc:sldChg chg="del">
        <pc:chgData name="Alessandro Ortis" userId="dcdc90ed-3509-45f7-ac48-ad038638580b" providerId="ADAL" clId="{7B60BFA5-112D-4405-BB92-9F3F04EA9AB8}" dt="2021-02-05T14:45:29.518" v="39" actId="47"/>
        <pc:sldMkLst>
          <pc:docMk/>
          <pc:sldMk cId="640541190" sldId="315"/>
        </pc:sldMkLst>
      </pc:sldChg>
      <pc:sldChg chg="modSp add mod">
        <pc:chgData name="Alessandro Ortis" userId="dcdc90ed-3509-45f7-ac48-ad038638580b" providerId="ADAL" clId="{7B60BFA5-112D-4405-BB92-9F3F04EA9AB8}" dt="2021-02-08T07:07:52.024" v="379" actId="20577"/>
        <pc:sldMkLst>
          <pc:docMk/>
          <pc:sldMk cId="1178180968" sldId="316"/>
        </pc:sldMkLst>
        <pc:spChg chg="mod">
          <ac:chgData name="Alessandro Ortis" userId="dcdc90ed-3509-45f7-ac48-ad038638580b" providerId="ADAL" clId="{7B60BFA5-112D-4405-BB92-9F3F04EA9AB8}" dt="2021-02-08T07:07:52.024" v="379" actId="20577"/>
          <ac:spMkLst>
            <pc:docMk/>
            <pc:sldMk cId="1178180968" sldId="316"/>
            <ac:spMk id="3" creationId="{4C8725FE-F7C8-4F0A-9D8D-2258949ABECF}"/>
          </ac:spMkLst>
        </pc:spChg>
      </pc:sldChg>
      <pc:sldChg chg="del">
        <pc:chgData name="Alessandro Ortis" userId="dcdc90ed-3509-45f7-ac48-ad038638580b" providerId="ADAL" clId="{7B60BFA5-112D-4405-BB92-9F3F04EA9AB8}" dt="2021-02-05T14:45:29.518" v="39" actId="47"/>
        <pc:sldMkLst>
          <pc:docMk/>
          <pc:sldMk cId="3142013625" sldId="316"/>
        </pc:sldMkLst>
      </pc:sldChg>
      <pc:sldChg chg="del">
        <pc:chgData name="Alessandro Ortis" userId="dcdc90ed-3509-45f7-ac48-ad038638580b" providerId="ADAL" clId="{7B60BFA5-112D-4405-BB92-9F3F04EA9AB8}" dt="2021-02-05T14:45:29.518" v="39" actId="47"/>
        <pc:sldMkLst>
          <pc:docMk/>
          <pc:sldMk cId="3267303769" sldId="317"/>
        </pc:sldMkLst>
      </pc:sldChg>
      <pc:sldChg chg="del">
        <pc:chgData name="Alessandro Ortis" userId="dcdc90ed-3509-45f7-ac48-ad038638580b" providerId="ADAL" clId="{7B60BFA5-112D-4405-BB92-9F3F04EA9AB8}" dt="2021-02-05T14:45:29.518" v="39" actId="47"/>
        <pc:sldMkLst>
          <pc:docMk/>
          <pc:sldMk cId="4167153210" sldId="318"/>
        </pc:sldMkLst>
      </pc:sldChg>
      <pc:sldChg chg="del">
        <pc:chgData name="Alessandro Ortis" userId="dcdc90ed-3509-45f7-ac48-ad038638580b" providerId="ADAL" clId="{7B60BFA5-112D-4405-BB92-9F3F04EA9AB8}" dt="2021-02-05T14:45:29.518" v="39" actId="47"/>
        <pc:sldMkLst>
          <pc:docMk/>
          <pc:sldMk cId="2782773637" sldId="319"/>
        </pc:sldMkLst>
      </pc:sldChg>
      <pc:sldMasterChg chg="delSldLayout">
        <pc:chgData name="Alessandro Ortis" userId="dcdc90ed-3509-45f7-ac48-ad038638580b" providerId="ADAL" clId="{7B60BFA5-112D-4405-BB92-9F3F04EA9AB8}" dt="2021-02-05T14:45:29.518" v="39" actId="47"/>
        <pc:sldMasterMkLst>
          <pc:docMk/>
          <pc:sldMasterMk cId="0" sldId="2147483648"/>
        </pc:sldMasterMkLst>
        <pc:sldLayoutChg chg="del">
          <pc:chgData name="Alessandro Ortis" userId="dcdc90ed-3509-45f7-ac48-ad038638580b" providerId="ADAL" clId="{7B60BFA5-112D-4405-BB92-9F3F04EA9AB8}" dt="2021-02-05T14:45:29.518" v="39" actId="47"/>
          <pc:sldLayoutMkLst>
            <pc:docMk/>
            <pc:sldMasterMk cId="0" sldId="2147483648"/>
            <pc:sldLayoutMk cId="2317535515" sldId="2147483660"/>
          </pc:sldLayoutMkLst>
        </pc:sldLayoutChg>
      </pc:sldMasterChg>
    </pc:docChg>
  </pc:docChgLst>
  <pc:docChgLst>
    <pc:chgData name="Alessandro Ortis" userId="dcdc90ed-3509-45f7-ac48-ad038638580b" providerId="ADAL" clId="{DC2E16EE-1E16-4B84-80E3-2850D7BBCD84}"/>
    <pc:docChg chg="undo redo custSel addSld delSld modSld sldOrd">
      <pc:chgData name="Alessandro Ortis" userId="dcdc90ed-3509-45f7-ac48-ad038638580b" providerId="ADAL" clId="{DC2E16EE-1E16-4B84-80E3-2850D7BBCD84}" dt="2021-02-04T14:40:29.257" v="2369" actId="122"/>
      <pc:docMkLst>
        <pc:docMk/>
      </pc:docMkLst>
      <pc:sldChg chg="delSp modSp mod">
        <pc:chgData name="Alessandro Ortis" userId="dcdc90ed-3509-45f7-ac48-ad038638580b" providerId="ADAL" clId="{DC2E16EE-1E16-4B84-80E3-2850D7BBCD84}" dt="2021-02-04T14:40:21.031" v="2368" actId="1076"/>
        <pc:sldMkLst>
          <pc:docMk/>
          <pc:sldMk cId="0" sldId="256"/>
        </pc:sldMkLst>
        <pc:spChg chg="mod">
          <ac:chgData name="Alessandro Ortis" userId="dcdc90ed-3509-45f7-ac48-ad038638580b" providerId="ADAL" clId="{DC2E16EE-1E16-4B84-80E3-2850D7BBCD84}" dt="2021-02-01T15:46:02.306" v="81" actId="20577"/>
          <ac:spMkLst>
            <pc:docMk/>
            <pc:sldMk cId="0" sldId="256"/>
            <ac:spMk id="3073" creationId="{D8E02409-99EA-4A61-B135-7A6427B120FC}"/>
          </ac:spMkLst>
        </pc:spChg>
        <pc:spChg chg="mod">
          <ac:chgData name="Alessandro Ortis" userId="dcdc90ed-3509-45f7-ac48-ad038638580b" providerId="ADAL" clId="{DC2E16EE-1E16-4B84-80E3-2850D7BBCD84}" dt="2021-02-04T14:40:04.807" v="2367" actId="14100"/>
          <ac:spMkLst>
            <pc:docMk/>
            <pc:sldMk cId="0" sldId="256"/>
            <ac:spMk id="3080" creationId="{6FF1373D-FB8C-4158-987C-B864C0F430A3}"/>
          </ac:spMkLst>
        </pc:spChg>
        <pc:spChg chg="del mod">
          <ac:chgData name="Alessandro Ortis" userId="dcdc90ed-3509-45f7-ac48-ad038638580b" providerId="ADAL" clId="{DC2E16EE-1E16-4B84-80E3-2850D7BBCD84}" dt="2021-02-01T15:46:03.583" v="83"/>
          <ac:spMkLst>
            <pc:docMk/>
            <pc:sldMk cId="0" sldId="256"/>
            <ac:spMk id="3083" creationId="{07F96F25-4097-407F-94B6-CF20FB66181C}"/>
          </ac:spMkLst>
        </pc:spChg>
        <pc:picChg chg="mod">
          <ac:chgData name="Alessandro Ortis" userId="dcdc90ed-3509-45f7-ac48-ad038638580b" providerId="ADAL" clId="{DC2E16EE-1E16-4B84-80E3-2850D7BBCD84}" dt="2021-02-04T14:40:21.031" v="2368" actId="1076"/>
          <ac:picMkLst>
            <pc:docMk/>
            <pc:sldMk cId="0" sldId="256"/>
            <ac:picMk id="3084" creationId="{5686F35E-B082-481C-9199-EDC6C0E385F1}"/>
          </ac:picMkLst>
        </pc:picChg>
      </pc:sldChg>
      <pc:sldChg chg="modSp mod">
        <pc:chgData name="Alessandro Ortis" userId="dcdc90ed-3509-45f7-ac48-ad038638580b" providerId="ADAL" clId="{DC2E16EE-1E16-4B84-80E3-2850D7BBCD84}" dt="2021-02-04T14:40:29.257" v="2369" actId="122"/>
        <pc:sldMkLst>
          <pc:docMk/>
          <pc:sldMk cId="0" sldId="279"/>
        </pc:sldMkLst>
        <pc:spChg chg="mod">
          <ac:chgData name="Alessandro Ortis" userId="dcdc90ed-3509-45f7-ac48-ad038638580b" providerId="ADAL" clId="{DC2E16EE-1E16-4B84-80E3-2850D7BBCD84}" dt="2021-02-01T15:47:36.913" v="95" actId="20577"/>
          <ac:spMkLst>
            <pc:docMk/>
            <pc:sldMk cId="0" sldId="279"/>
            <ac:spMk id="50178" creationId="{3A1D38E7-760B-4353-889B-1CB871DC7E2B}"/>
          </ac:spMkLst>
        </pc:spChg>
        <pc:spChg chg="mod">
          <ac:chgData name="Alessandro Ortis" userId="dcdc90ed-3509-45f7-ac48-ad038638580b" providerId="ADAL" clId="{DC2E16EE-1E16-4B84-80E3-2850D7BBCD84}" dt="2021-02-02T08:56:42.197" v="114" actId="123"/>
          <ac:spMkLst>
            <pc:docMk/>
            <pc:sldMk cId="0" sldId="279"/>
            <ac:spMk id="50181" creationId="{866CFACF-C40A-49AB-83E0-27437528772A}"/>
          </ac:spMkLst>
        </pc:spChg>
        <pc:spChg chg="mod">
          <ac:chgData name="Alessandro Ortis" userId="dcdc90ed-3509-45f7-ac48-ad038638580b" providerId="ADAL" clId="{DC2E16EE-1E16-4B84-80E3-2850D7BBCD84}" dt="2021-02-04T14:40:29.257" v="2369" actId="122"/>
          <ac:spMkLst>
            <pc:docMk/>
            <pc:sldMk cId="0" sldId="279"/>
            <ac:spMk id="50182" creationId="{A576F264-8527-4742-BBA7-C96A26986A79}"/>
          </ac:spMkLst>
        </pc:spChg>
        <pc:spChg chg="mod">
          <ac:chgData name="Alessandro Ortis" userId="dcdc90ed-3509-45f7-ac48-ad038638580b" providerId="ADAL" clId="{DC2E16EE-1E16-4B84-80E3-2850D7BBCD84}" dt="2021-02-01T16:07:21.853" v="103" actId="20577"/>
          <ac:spMkLst>
            <pc:docMk/>
            <pc:sldMk cId="0" sldId="279"/>
            <ac:spMk id="50185" creationId="{24EB449D-83CB-4772-A221-925963DC140D}"/>
          </ac:spMkLst>
        </pc:spChg>
        <pc:picChg chg="mod">
          <ac:chgData name="Alessandro Ortis" userId="dcdc90ed-3509-45f7-ac48-ad038638580b" providerId="ADAL" clId="{DC2E16EE-1E16-4B84-80E3-2850D7BBCD84}" dt="2021-02-01T16:07:25.228" v="104" actId="1076"/>
          <ac:picMkLst>
            <pc:docMk/>
            <pc:sldMk cId="0" sldId="279"/>
            <ac:picMk id="50186" creationId="{12D72CB2-BF97-4F18-96C6-2711BF4DDE11}"/>
          </ac:picMkLst>
        </pc:picChg>
      </pc:sldChg>
      <pc:sldChg chg="modSp mod">
        <pc:chgData name="Alessandro Ortis" userId="dcdc90ed-3509-45f7-ac48-ad038638580b" providerId="ADAL" clId="{DC2E16EE-1E16-4B84-80E3-2850D7BBCD84}" dt="2021-02-02T15:33:00.739" v="1337" actId="313"/>
        <pc:sldMkLst>
          <pc:docMk/>
          <pc:sldMk cId="0" sldId="289"/>
        </pc:sldMkLst>
        <pc:spChg chg="mod">
          <ac:chgData name="Alessandro Ortis" userId="dcdc90ed-3509-45f7-ac48-ad038638580b" providerId="ADAL" clId="{DC2E16EE-1E16-4B84-80E3-2850D7BBCD84}" dt="2021-02-02T15:31:32.546" v="1305" actId="20577"/>
          <ac:spMkLst>
            <pc:docMk/>
            <pc:sldMk cId="0" sldId="289"/>
            <ac:spMk id="77826" creationId="{7FA9E1CC-92A0-4D42-8128-30306F7CDCB6}"/>
          </ac:spMkLst>
        </pc:spChg>
        <pc:spChg chg="mod">
          <ac:chgData name="Alessandro Ortis" userId="dcdc90ed-3509-45f7-ac48-ad038638580b" providerId="ADAL" clId="{DC2E16EE-1E16-4B84-80E3-2850D7BBCD84}" dt="2021-02-02T15:33:00.739" v="1337" actId="313"/>
          <ac:spMkLst>
            <pc:docMk/>
            <pc:sldMk cId="0" sldId="289"/>
            <ac:spMk id="77830" creationId="{3EEB8755-42E2-4E31-9944-A001B853074C}"/>
          </ac:spMkLst>
        </pc:spChg>
      </pc:sldChg>
      <pc:sldChg chg="modSp mod">
        <pc:chgData name="Alessandro Ortis" userId="dcdc90ed-3509-45f7-ac48-ad038638580b" providerId="ADAL" clId="{DC2E16EE-1E16-4B84-80E3-2850D7BBCD84}" dt="2021-02-02T08:59:43.257" v="124" actId="6549"/>
        <pc:sldMkLst>
          <pc:docMk/>
          <pc:sldMk cId="0" sldId="296"/>
        </pc:sldMkLst>
        <pc:spChg chg="mod">
          <ac:chgData name="Alessandro Ortis" userId="dcdc90ed-3509-45f7-ac48-ad038638580b" providerId="ADAL" clId="{DC2E16EE-1E16-4B84-80E3-2850D7BBCD84}" dt="2021-02-02T08:56:59.073" v="115" actId="20577"/>
          <ac:spMkLst>
            <pc:docMk/>
            <pc:sldMk cId="0" sldId="296"/>
            <ac:spMk id="92162" creationId="{1F66628D-9E5B-4DCD-B742-EE0A82320368}"/>
          </ac:spMkLst>
        </pc:spChg>
        <pc:spChg chg="mod">
          <ac:chgData name="Alessandro Ortis" userId="dcdc90ed-3509-45f7-ac48-ad038638580b" providerId="ADAL" clId="{DC2E16EE-1E16-4B84-80E3-2850D7BBCD84}" dt="2021-02-02T08:57:14.559" v="120" actId="120"/>
          <ac:spMkLst>
            <pc:docMk/>
            <pc:sldMk cId="0" sldId="296"/>
            <ac:spMk id="92163" creationId="{3B5AD3D1-7065-425C-A2B5-7F114C08D9CD}"/>
          </ac:spMkLst>
        </pc:spChg>
        <pc:spChg chg="mod">
          <ac:chgData name="Alessandro Ortis" userId="dcdc90ed-3509-45f7-ac48-ad038638580b" providerId="ADAL" clId="{DC2E16EE-1E16-4B84-80E3-2850D7BBCD84}" dt="2021-02-02T08:59:43.257" v="124" actId="6549"/>
          <ac:spMkLst>
            <pc:docMk/>
            <pc:sldMk cId="0" sldId="296"/>
            <ac:spMk id="92170" creationId="{C267FF83-A3B2-40F2-8E7B-D188A624122D}"/>
          </ac:spMkLst>
        </pc:spChg>
      </pc:sldChg>
      <pc:sldChg chg="modSp mod">
        <pc:chgData name="Alessandro Ortis" userId="dcdc90ed-3509-45f7-ac48-ad038638580b" providerId="ADAL" clId="{DC2E16EE-1E16-4B84-80E3-2850D7BBCD84}" dt="2021-02-02T14:51:25.241" v="181" actId="20577"/>
        <pc:sldMkLst>
          <pc:docMk/>
          <pc:sldMk cId="0" sldId="297"/>
        </pc:sldMkLst>
        <pc:spChg chg="mod">
          <ac:chgData name="Alessandro Ortis" userId="dcdc90ed-3509-45f7-ac48-ad038638580b" providerId="ADAL" clId="{DC2E16EE-1E16-4B84-80E3-2850D7BBCD84}" dt="2021-02-02T09:00:00.879" v="125" actId="20577"/>
          <ac:spMkLst>
            <pc:docMk/>
            <pc:sldMk cId="0" sldId="297"/>
            <ac:spMk id="94210" creationId="{4D3A4E65-E036-44C4-9FA4-C751B5756026}"/>
          </ac:spMkLst>
        </pc:spChg>
        <pc:spChg chg="mod">
          <ac:chgData name="Alessandro Ortis" userId="dcdc90ed-3509-45f7-ac48-ad038638580b" providerId="ADAL" clId="{DC2E16EE-1E16-4B84-80E3-2850D7BBCD84}" dt="2021-02-02T09:00:08.800" v="127" actId="20577"/>
          <ac:spMkLst>
            <pc:docMk/>
            <pc:sldMk cId="0" sldId="297"/>
            <ac:spMk id="94223" creationId="{A78BAF2F-ECEC-46DD-96A7-23C6469B856C}"/>
          </ac:spMkLst>
        </pc:spChg>
        <pc:spChg chg="mod">
          <ac:chgData name="Alessandro Ortis" userId="dcdc90ed-3509-45f7-ac48-ad038638580b" providerId="ADAL" clId="{DC2E16EE-1E16-4B84-80E3-2850D7BBCD84}" dt="2021-02-02T14:51:25.241" v="181" actId="20577"/>
          <ac:spMkLst>
            <pc:docMk/>
            <pc:sldMk cId="0" sldId="297"/>
            <ac:spMk id="94225" creationId="{33C7807A-477F-4A0F-A179-3616B2970709}"/>
          </ac:spMkLst>
        </pc:spChg>
      </pc:sldChg>
      <pc:sldChg chg="modSp mod">
        <pc:chgData name="Alessandro Ortis" userId="dcdc90ed-3509-45f7-ac48-ad038638580b" providerId="ADAL" clId="{DC2E16EE-1E16-4B84-80E3-2850D7BBCD84}" dt="2021-02-02T15:23:29.902" v="424" actId="20577"/>
        <pc:sldMkLst>
          <pc:docMk/>
          <pc:sldMk cId="0" sldId="298"/>
        </pc:sldMkLst>
        <pc:spChg chg="mod">
          <ac:chgData name="Alessandro Ortis" userId="dcdc90ed-3509-45f7-ac48-ad038638580b" providerId="ADAL" clId="{DC2E16EE-1E16-4B84-80E3-2850D7BBCD84}" dt="2021-02-02T14:51:58.114" v="182" actId="20577"/>
          <ac:spMkLst>
            <pc:docMk/>
            <pc:sldMk cId="0" sldId="298"/>
            <ac:spMk id="96258" creationId="{8F85C8CD-CCCC-4423-AB10-B369DD8C0A50}"/>
          </ac:spMkLst>
        </pc:spChg>
        <pc:spChg chg="mod">
          <ac:chgData name="Alessandro Ortis" userId="dcdc90ed-3509-45f7-ac48-ad038638580b" providerId="ADAL" clId="{DC2E16EE-1E16-4B84-80E3-2850D7BBCD84}" dt="2021-02-02T15:23:29.902" v="424" actId="20577"/>
          <ac:spMkLst>
            <pc:docMk/>
            <pc:sldMk cId="0" sldId="298"/>
            <ac:spMk id="96267" creationId="{1A61FEFF-E153-4B29-9C3C-A1B811B7E1E5}"/>
          </ac:spMkLst>
        </pc:spChg>
        <pc:picChg chg="mod">
          <ac:chgData name="Alessandro Ortis" userId="dcdc90ed-3509-45f7-ac48-ad038638580b" providerId="ADAL" clId="{DC2E16EE-1E16-4B84-80E3-2850D7BBCD84}" dt="2021-02-02T14:54:41.746" v="268" actId="1076"/>
          <ac:picMkLst>
            <pc:docMk/>
            <pc:sldMk cId="0" sldId="298"/>
            <ac:picMk id="96268" creationId="{51DC1AD6-4B77-497B-ACE2-1F5C4DCC2A3F}"/>
          </ac:picMkLst>
        </pc:picChg>
      </pc:sldChg>
      <pc:sldChg chg="modSp mod">
        <pc:chgData name="Alessandro Ortis" userId="dcdc90ed-3509-45f7-ac48-ad038638580b" providerId="ADAL" clId="{DC2E16EE-1E16-4B84-80E3-2850D7BBCD84}" dt="2021-02-02T15:35:55.328" v="1399" actId="1076"/>
        <pc:sldMkLst>
          <pc:docMk/>
          <pc:sldMk cId="0" sldId="299"/>
        </pc:sldMkLst>
        <pc:spChg chg="mod">
          <ac:chgData name="Alessandro Ortis" userId="dcdc90ed-3509-45f7-ac48-ad038638580b" providerId="ADAL" clId="{DC2E16EE-1E16-4B84-80E3-2850D7BBCD84}" dt="2021-02-02T15:35:03.018" v="1385" actId="20577"/>
          <ac:spMkLst>
            <pc:docMk/>
            <pc:sldMk cId="0" sldId="299"/>
            <ac:spMk id="98306" creationId="{153F5A14-3C82-4F1C-82B5-9DE1BA8DC247}"/>
          </ac:spMkLst>
        </pc:spChg>
        <pc:spChg chg="mod">
          <ac:chgData name="Alessandro Ortis" userId="dcdc90ed-3509-45f7-ac48-ad038638580b" providerId="ADAL" clId="{DC2E16EE-1E16-4B84-80E3-2850D7BBCD84}" dt="2021-02-02T15:35:20.519" v="1392" actId="20577"/>
          <ac:spMkLst>
            <pc:docMk/>
            <pc:sldMk cId="0" sldId="299"/>
            <ac:spMk id="98307" creationId="{F1FB2988-07ED-4130-A1DC-6EE6B3B3CACA}"/>
          </ac:spMkLst>
        </pc:spChg>
        <pc:spChg chg="mod">
          <ac:chgData name="Alessandro Ortis" userId="dcdc90ed-3509-45f7-ac48-ad038638580b" providerId="ADAL" clId="{DC2E16EE-1E16-4B84-80E3-2850D7BBCD84}" dt="2021-02-02T15:35:41.537" v="1395" actId="6549"/>
          <ac:spMkLst>
            <pc:docMk/>
            <pc:sldMk cId="0" sldId="299"/>
            <ac:spMk id="98316" creationId="{29EC7670-19EA-49DD-A0CD-62C5B8451254}"/>
          </ac:spMkLst>
        </pc:spChg>
        <pc:picChg chg="mod">
          <ac:chgData name="Alessandro Ortis" userId="dcdc90ed-3509-45f7-ac48-ad038638580b" providerId="ADAL" clId="{DC2E16EE-1E16-4B84-80E3-2850D7BBCD84}" dt="2021-02-02T15:35:55.328" v="1399" actId="1076"/>
          <ac:picMkLst>
            <pc:docMk/>
            <pc:sldMk cId="0" sldId="299"/>
            <ac:picMk id="98318" creationId="{FC139D13-864B-4961-A481-A63A45AB2D7B}"/>
          </ac:picMkLst>
        </pc:picChg>
      </pc:sldChg>
      <pc:sldChg chg="modSp mod">
        <pc:chgData name="Alessandro Ortis" userId="dcdc90ed-3509-45f7-ac48-ad038638580b" providerId="ADAL" clId="{DC2E16EE-1E16-4B84-80E3-2850D7BBCD84}" dt="2021-02-02T15:34:09.298" v="1384" actId="20577"/>
        <pc:sldMkLst>
          <pc:docMk/>
          <pc:sldMk cId="0" sldId="301"/>
        </pc:sldMkLst>
        <pc:spChg chg="mod">
          <ac:chgData name="Alessandro Ortis" userId="dcdc90ed-3509-45f7-ac48-ad038638580b" providerId="ADAL" clId="{DC2E16EE-1E16-4B84-80E3-2850D7BBCD84}" dt="2021-02-02T15:33:16.306" v="1338" actId="20577"/>
          <ac:spMkLst>
            <pc:docMk/>
            <pc:sldMk cId="0" sldId="301"/>
            <ac:spMk id="77826" creationId="{FF5B5DAF-5BB0-47C3-B5D9-37DF933F16E3}"/>
          </ac:spMkLst>
        </pc:spChg>
        <pc:spChg chg="mod">
          <ac:chgData name="Alessandro Ortis" userId="dcdc90ed-3509-45f7-ac48-ad038638580b" providerId="ADAL" clId="{DC2E16EE-1E16-4B84-80E3-2850D7BBCD84}" dt="2021-02-02T15:34:09.298" v="1384" actId="20577"/>
          <ac:spMkLst>
            <pc:docMk/>
            <pc:sldMk cId="0" sldId="301"/>
            <ac:spMk id="77830" creationId="{CD11C347-2777-4ED3-A5DB-4D91010658AC}"/>
          </ac:spMkLst>
        </pc:spChg>
      </pc:sldChg>
      <pc:sldChg chg="modSp mod">
        <pc:chgData name="Alessandro Ortis" userId="dcdc90ed-3509-45f7-ac48-ad038638580b" providerId="ADAL" clId="{DC2E16EE-1E16-4B84-80E3-2850D7BBCD84}" dt="2021-02-02T15:43:17.887" v="1575" actId="20577"/>
        <pc:sldMkLst>
          <pc:docMk/>
          <pc:sldMk cId="0" sldId="302"/>
        </pc:sldMkLst>
        <pc:spChg chg="mod">
          <ac:chgData name="Alessandro Ortis" userId="dcdc90ed-3509-45f7-ac48-ad038638580b" providerId="ADAL" clId="{DC2E16EE-1E16-4B84-80E3-2850D7BBCD84}" dt="2021-02-02T15:36:34.929" v="1400" actId="20577"/>
          <ac:spMkLst>
            <pc:docMk/>
            <pc:sldMk cId="0" sldId="302"/>
            <ac:spMk id="98306" creationId="{686F158F-830F-4F07-8B7A-C0592E1C9D12}"/>
          </ac:spMkLst>
        </pc:spChg>
        <pc:spChg chg="mod">
          <ac:chgData name="Alessandro Ortis" userId="dcdc90ed-3509-45f7-ac48-ad038638580b" providerId="ADAL" clId="{DC2E16EE-1E16-4B84-80E3-2850D7BBCD84}" dt="2021-02-02T15:36:54.601" v="1410" actId="20577"/>
          <ac:spMkLst>
            <pc:docMk/>
            <pc:sldMk cId="0" sldId="302"/>
            <ac:spMk id="98307" creationId="{DBCF2E26-DFFE-409B-8EF8-71EB14CAC0FD}"/>
          </ac:spMkLst>
        </pc:spChg>
        <pc:spChg chg="mod">
          <ac:chgData name="Alessandro Ortis" userId="dcdc90ed-3509-45f7-ac48-ad038638580b" providerId="ADAL" clId="{DC2E16EE-1E16-4B84-80E3-2850D7BBCD84}" dt="2021-02-02T15:43:17.887" v="1575" actId="20577"/>
          <ac:spMkLst>
            <pc:docMk/>
            <pc:sldMk cId="0" sldId="302"/>
            <ac:spMk id="98316" creationId="{449F5A1C-CB7E-4A1A-B59B-DE2F072B85B5}"/>
          </ac:spMkLst>
        </pc:spChg>
      </pc:sldChg>
      <pc:sldChg chg="modSp mod modShow">
        <pc:chgData name="Alessandro Ortis" userId="dcdc90ed-3509-45f7-ac48-ad038638580b" providerId="ADAL" clId="{DC2E16EE-1E16-4B84-80E3-2850D7BBCD84}" dt="2021-02-03T15:15:56.339" v="1577" actId="729"/>
        <pc:sldMkLst>
          <pc:docMk/>
          <pc:sldMk cId="0" sldId="303"/>
        </pc:sldMkLst>
        <pc:spChg chg="mod">
          <ac:chgData name="Alessandro Ortis" userId="dcdc90ed-3509-45f7-ac48-ad038638580b" providerId="ADAL" clId="{DC2E16EE-1E16-4B84-80E3-2850D7BBCD84}" dt="2021-02-02T15:55:52.560" v="1576" actId="20577"/>
          <ac:spMkLst>
            <pc:docMk/>
            <pc:sldMk cId="0" sldId="303"/>
            <ac:spMk id="100362" creationId="{3F13317A-F752-4452-83E3-0CC708384DDC}"/>
          </ac:spMkLst>
        </pc:spChg>
      </pc:sldChg>
      <pc:sldChg chg="modSp mod modShow">
        <pc:chgData name="Alessandro Ortis" userId="dcdc90ed-3509-45f7-ac48-ad038638580b" providerId="ADAL" clId="{DC2E16EE-1E16-4B84-80E3-2850D7BBCD84}" dt="2021-02-04T14:38:35.405" v="2356" actId="729"/>
        <pc:sldMkLst>
          <pc:docMk/>
          <pc:sldMk cId="0" sldId="304"/>
        </pc:sldMkLst>
        <pc:spChg chg="mod">
          <ac:chgData name="Alessandro Ortis" userId="dcdc90ed-3509-45f7-ac48-ad038638580b" providerId="ADAL" clId="{DC2E16EE-1E16-4B84-80E3-2850D7BBCD84}" dt="2021-02-01T15:43:49.194" v="52" actId="27636"/>
          <ac:spMkLst>
            <pc:docMk/>
            <pc:sldMk cId="0" sldId="304"/>
            <ac:spMk id="2" creationId="{102B2754-7B60-4C53-97C0-AF53C88E7F7A}"/>
          </ac:spMkLst>
        </pc:spChg>
        <pc:spChg chg="mod">
          <ac:chgData name="Alessandro Ortis" userId="dcdc90ed-3509-45f7-ac48-ad038638580b" providerId="ADAL" clId="{DC2E16EE-1E16-4B84-80E3-2850D7BBCD84}" dt="2021-02-01T15:43:49.201" v="53" actId="27636"/>
          <ac:spMkLst>
            <pc:docMk/>
            <pc:sldMk cId="0" sldId="304"/>
            <ac:spMk id="3" creationId="{6BC43853-E879-461B-B114-421B783250B1}"/>
          </ac:spMkLst>
        </pc:spChg>
      </pc:sldChg>
      <pc:sldChg chg="modSp mod">
        <pc:chgData name="Alessandro Ortis" userId="dcdc90ed-3509-45f7-ac48-ad038638580b" providerId="ADAL" clId="{DC2E16EE-1E16-4B84-80E3-2850D7BBCD84}" dt="2021-02-02T14:53:12.936" v="195" actId="20577"/>
        <pc:sldMkLst>
          <pc:docMk/>
          <pc:sldMk cId="0" sldId="314"/>
        </pc:sldMkLst>
        <pc:spChg chg="mod">
          <ac:chgData name="Alessandro Ortis" userId="dcdc90ed-3509-45f7-ac48-ad038638580b" providerId="ADAL" clId="{DC2E16EE-1E16-4B84-80E3-2850D7BBCD84}" dt="2021-02-02T14:53:12.936" v="195" actId="20577"/>
          <ac:spMkLst>
            <pc:docMk/>
            <pc:sldMk cId="0" sldId="314"/>
            <ac:spMk id="2" creationId="{00000000-0000-0000-0000-000000000000}"/>
          </ac:spMkLst>
        </pc:spChg>
      </pc:sldChg>
      <pc:sldChg chg="delSp modSp add mod">
        <pc:chgData name="Alessandro Ortis" userId="dcdc90ed-3509-45f7-ac48-ad038638580b" providerId="ADAL" clId="{DC2E16EE-1E16-4B84-80E3-2850D7BBCD84}" dt="2021-02-02T15:24:01.013" v="506" actId="478"/>
        <pc:sldMkLst>
          <pc:docMk/>
          <pc:sldMk cId="640541190" sldId="315"/>
        </pc:sldMkLst>
        <pc:spChg chg="mod">
          <ac:chgData name="Alessandro Ortis" userId="dcdc90ed-3509-45f7-ac48-ad038638580b" providerId="ADAL" clId="{DC2E16EE-1E16-4B84-80E3-2850D7BBCD84}" dt="2021-02-02T15:23:59.984" v="505" actId="1076"/>
          <ac:spMkLst>
            <pc:docMk/>
            <pc:sldMk cId="640541190" sldId="315"/>
            <ac:spMk id="96267" creationId="{1A61FEFF-E153-4B29-9C3C-A1B811B7E1E5}"/>
          </ac:spMkLst>
        </pc:spChg>
        <pc:picChg chg="del">
          <ac:chgData name="Alessandro Ortis" userId="dcdc90ed-3509-45f7-ac48-ad038638580b" providerId="ADAL" clId="{DC2E16EE-1E16-4B84-80E3-2850D7BBCD84}" dt="2021-02-02T15:24:01.013" v="506" actId="478"/>
          <ac:picMkLst>
            <pc:docMk/>
            <pc:sldMk cId="640541190" sldId="315"/>
            <ac:picMk id="96268" creationId="{51DC1AD6-4B77-497B-ACE2-1F5C4DCC2A3F}"/>
          </ac:picMkLst>
        </pc:picChg>
      </pc:sldChg>
      <pc:sldChg chg="addSp modSp add mod">
        <pc:chgData name="Alessandro Ortis" userId="dcdc90ed-3509-45f7-ac48-ad038638580b" providerId="ADAL" clId="{DC2E16EE-1E16-4B84-80E3-2850D7BBCD84}" dt="2021-02-02T15:26:31.205" v="790" actId="20577"/>
        <pc:sldMkLst>
          <pc:docMk/>
          <pc:sldMk cId="3142013625" sldId="316"/>
        </pc:sldMkLst>
        <pc:spChg chg="add mod">
          <ac:chgData name="Alessandro Ortis" userId="dcdc90ed-3509-45f7-ac48-ad038638580b" providerId="ADAL" clId="{DC2E16EE-1E16-4B84-80E3-2850D7BBCD84}" dt="2021-02-02T15:24:33.489" v="522"/>
          <ac:spMkLst>
            <pc:docMk/>
            <pc:sldMk cId="3142013625" sldId="316"/>
            <ac:spMk id="5" creationId="{A8898B1E-3A34-4480-90BC-5F3CE2ADDC05}"/>
          </ac:spMkLst>
        </pc:spChg>
        <pc:spChg chg="add mod">
          <ac:chgData name="Alessandro Ortis" userId="dcdc90ed-3509-45f7-ac48-ad038638580b" providerId="ADAL" clId="{DC2E16EE-1E16-4B84-80E3-2850D7BBCD84}" dt="2021-02-02T15:25:55.676" v="734" actId="14100"/>
          <ac:spMkLst>
            <pc:docMk/>
            <pc:sldMk cId="3142013625" sldId="316"/>
            <ac:spMk id="7" creationId="{9DC1386F-18BD-4C68-8B80-4A74EEF4E6B5}"/>
          </ac:spMkLst>
        </pc:spChg>
        <pc:spChg chg="add mod">
          <ac:chgData name="Alessandro Ortis" userId="dcdc90ed-3509-45f7-ac48-ad038638580b" providerId="ADAL" clId="{DC2E16EE-1E16-4B84-80E3-2850D7BBCD84}" dt="2021-02-02T15:26:31.205" v="790" actId="20577"/>
          <ac:spMkLst>
            <pc:docMk/>
            <pc:sldMk cId="3142013625" sldId="316"/>
            <ac:spMk id="9" creationId="{BD7CE99D-5FCB-4408-B3A1-380B9C2DF9CC}"/>
          </ac:spMkLst>
        </pc:spChg>
      </pc:sldChg>
      <pc:sldChg chg="addSp modSp add mod">
        <pc:chgData name="Alessandro Ortis" userId="dcdc90ed-3509-45f7-ac48-ad038638580b" providerId="ADAL" clId="{DC2E16EE-1E16-4B84-80E3-2850D7BBCD84}" dt="2021-02-02T15:28:57.294" v="959" actId="1076"/>
        <pc:sldMkLst>
          <pc:docMk/>
          <pc:sldMk cId="3267303769" sldId="317"/>
        </pc:sldMkLst>
        <pc:spChg chg="add mod">
          <ac:chgData name="Alessandro Ortis" userId="dcdc90ed-3509-45f7-ac48-ad038638580b" providerId="ADAL" clId="{DC2E16EE-1E16-4B84-80E3-2850D7BBCD84}" dt="2021-02-02T15:28:57.294" v="959" actId="1076"/>
          <ac:spMkLst>
            <pc:docMk/>
            <pc:sldMk cId="3267303769" sldId="317"/>
            <ac:spMk id="5" creationId="{6A3338A7-01C3-4D41-989C-C3EFC03616EB}"/>
          </ac:spMkLst>
        </pc:spChg>
        <pc:spChg chg="mod">
          <ac:chgData name="Alessandro Ortis" userId="dcdc90ed-3509-45f7-ac48-ad038638580b" providerId="ADAL" clId="{DC2E16EE-1E16-4B84-80E3-2850D7BBCD84}" dt="2021-02-02T15:28:52.804" v="958" actId="20577"/>
          <ac:spMkLst>
            <pc:docMk/>
            <pc:sldMk cId="3267303769" sldId="317"/>
            <ac:spMk id="96267" creationId="{1A61FEFF-E153-4B29-9C3C-A1B811B7E1E5}"/>
          </ac:spMkLst>
        </pc:spChg>
      </pc:sldChg>
      <pc:sldChg chg="addSp modSp add mod">
        <pc:chgData name="Alessandro Ortis" userId="dcdc90ed-3509-45f7-ac48-ad038638580b" providerId="ADAL" clId="{DC2E16EE-1E16-4B84-80E3-2850D7BBCD84}" dt="2021-02-02T15:31:24.041" v="1304" actId="123"/>
        <pc:sldMkLst>
          <pc:docMk/>
          <pc:sldMk cId="4167153210" sldId="318"/>
        </pc:sldMkLst>
        <pc:spChg chg="mod">
          <ac:chgData name="Alessandro Ortis" userId="dcdc90ed-3509-45f7-ac48-ad038638580b" providerId="ADAL" clId="{DC2E16EE-1E16-4B84-80E3-2850D7BBCD84}" dt="2021-02-02T15:30:02.614" v="979" actId="20577"/>
          <ac:spMkLst>
            <pc:docMk/>
            <pc:sldMk cId="4167153210" sldId="318"/>
            <ac:spMk id="5" creationId="{6A3338A7-01C3-4D41-989C-C3EFC03616EB}"/>
          </ac:spMkLst>
        </pc:spChg>
        <pc:spChg chg="add mod">
          <ac:chgData name="Alessandro Ortis" userId="dcdc90ed-3509-45f7-ac48-ad038638580b" providerId="ADAL" clId="{DC2E16EE-1E16-4B84-80E3-2850D7BBCD84}" dt="2021-02-02T15:31:24.041" v="1304" actId="123"/>
          <ac:spMkLst>
            <pc:docMk/>
            <pc:sldMk cId="4167153210" sldId="318"/>
            <ac:spMk id="6" creationId="{1F9A599E-74BF-469B-A551-3D5D4C109ECC}"/>
          </ac:spMkLst>
        </pc:spChg>
      </pc:sldChg>
      <pc:sldChg chg="modSp add mod ord">
        <pc:chgData name="Alessandro Ortis" userId="dcdc90ed-3509-45f7-ac48-ad038638580b" providerId="ADAL" clId="{DC2E16EE-1E16-4B84-80E3-2850D7BBCD84}" dt="2021-02-03T15:25:01.714" v="2355" actId="114"/>
        <pc:sldMkLst>
          <pc:docMk/>
          <pc:sldMk cId="2782773637" sldId="319"/>
        </pc:sldMkLst>
        <pc:spChg chg="mod">
          <ac:chgData name="Alessandro Ortis" userId="dcdc90ed-3509-45f7-ac48-ad038638580b" providerId="ADAL" clId="{DC2E16EE-1E16-4B84-80E3-2850D7BBCD84}" dt="2021-02-03T15:16:58.139" v="1642" actId="20577"/>
          <ac:spMkLst>
            <pc:docMk/>
            <pc:sldMk cId="2782773637" sldId="319"/>
            <ac:spMk id="98306" creationId="{686F158F-830F-4F07-8B7A-C0592E1C9D12}"/>
          </ac:spMkLst>
        </pc:spChg>
        <pc:spChg chg="mod">
          <ac:chgData name="Alessandro Ortis" userId="dcdc90ed-3509-45f7-ac48-ad038638580b" providerId="ADAL" clId="{DC2E16EE-1E16-4B84-80E3-2850D7BBCD84}" dt="2021-02-03T15:18:11.852" v="1793" actId="20577"/>
          <ac:spMkLst>
            <pc:docMk/>
            <pc:sldMk cId="2782773637" sldId="319"/>
            <ac:spMk id="98307" creationId="{DBCF2E26-DFFE-409B-8EF8-71EB14CAC0FD}"/>
          </ac:spMkLst>
        </pc:spChg>
        <pc:spChg chg="mod">
          <ac:chgData name="Alessandro Ortis" userId="dcdc90ed-3509-45f7-ac48-ad038638580b" providerId="ADAL" clId="{DC2E16EE-1E16-4B84-80E3-2850D7BBCD84}" dt="2021-02-03T15:25:01.714" v="2355" actId="114"/>
          <ac:spMkLst>
            <pc:docMk/>
            <pc:sldMk cId="2782773637" sldId="319"/>
            <ac:spMk id="98316" creationId="{449F5A1C-CB7E-4A1A-B59B-DE2F072B85B5}"/>
          </ac:spMkLst>
        </pc:spChg>
      </pc:sldChg>
      <pc:sldChg chg="add del">
        <pc:chgData name="Alessandro Ortis" userId="dcdc90ed-3509-45f7-ac48-ad038638580b" providerId="ADAL" clId="{DC2E16EE-1E16-4B84-80E3-2850D7BBCD84}" dt="2021-02-01T15:46:12.549" v="94" actId="47"/>
        <pc:sldMkLst>
          <pc:docMk/>
          <pc:sldMk cId="110824317" sldId="401"/>
        </pc:sldMkLst>
      </pc:sldChg>
      <pc:sldChg chg="add del">
        <pc:chgData name="Alessandro Ortis" userId="dcdc90ed-3509-45f7-ac48-ad038638580b" providerId="ADAL" clId="{DC2E16EE-1E16-4B84-80E3-2850D7BBCD84}" dt="2021-02-01T15:43:44.605" v="51" actId="47"/>
        <pc:sldMkLst>
          <pc:docMk/>
          <pc:sldMk cId="2677861499" sldId="403"/>
        </pc:sldMkLst>
      </pc:sldChg>
      <pc:sldChg chg="add del">
        <pc:chgData name="Alessandro Ortis" userId="dcdc90ed-3509-45f7-ac48-ad038638580b" providerId="ADAL" clId="{DC2E16EE-1E16-4B84-80E3-2850D7BBCD84}" dt="2021-02-01T15:43:44.605" v="51" actId="47"/>
        <pc:sldMkLst>
          <pc:docMk/>
          <pc:sldMk cId="1297925216" sldId="433"/>
        </pc:sldMkLst>
      </pc:sldChg>
      <pc:sldChg chg="add del">
        <pc:chgData name="Alessandro Ortis" userId="dcdc90ed-3509-45f7-ac48-ad038638580b" providerId="ADAL" clId="{DC2E16EE-1E16-4B84-80E3-2850D7BBCD84}" dt="2021-02-01T15:43:44.605" v="51" actId="47"/>
        <pc:sldMkLst>
          <pc:docMk/>
          <pc:sldMk cId="561898981" sldId="442"/>
        </pc:sldMkLst>
      </pc:sldChg>
      <pc:sldChg chg="add del">
        <pc:chgData name="Alessandro Ortis" userId="dcdc90ed-3509-45f7-ac48-ad038638580b" providerId="ADAL" clId="{DC2E16EE-1E16-4B84-80E3-2850D7BBCD84}" dt="2021-02-01T15:43:44.605" v="51" actId="47"/>
        <pc:sldMkLst>
          <pc:docMk/>
          <pc:sldMk cId="489148324" sldId="443"/>
        </pc:sldMkLst>
      </pc:sldChg>
      <pc:sldChg chg="add del">
        <pc:chgData name="Alessandro Ortis" userId="dcdc90ed-3509-45f7-ac48-ad038638580b" providerId="ADAL" clId="{DC2E16EE-1E16-4B84-80E3-2850D7BBCD84}" dt="2021-02-01T15:43:44.605" v="51" actId="47"/>
        <pc:sldMkLst>
          <pc:docMk/>
          <pc:sldMk cId="775332440" sldId="444"/>
        </pc:sldMkLst>
      </pc:sldChg>
      <pc:sldChg chg="add del">
        <pc:chgData name="Alessandro Ortis" userId="dcdc90ed-3509-45f7-ac48-ad038638580b" providerId="ADAL" clId="{DC2E16EE-1E16-4B84-80E3-2850D7BBCD84}" dt="2021-02-01T15:43:44.605" v="51" actId="47"/>
        <pc:sldMkLst>
          <pc:docMk/>
          <pc:sldMk cId="226080377" sldId="445"/>
        </pc:sldMkLst>
      </pc:sldChg>
      <pc:sldChg chg="add del">
        <pc:chgData name="Alessandro Ortis" userId="dcdc90ed-3509-45f7-ac48-ad038638580b" providerId="ADAL" clId="{DC2E16EE-1E16-4B84-80E3-2850D7BBCD84}" dt="2021-02-01T15:43:44.605" v="51" actId="47"/>
        <pc:sldMkLst>
          <pc:docMk/>
          <pc:sldMk cId="2570484623" sldId="446"/>
        </pc:sldMkLst>
      </pc:sldChg>
      <pc:sldChg chg="add del">
        <pc:chgData name="Alessandro Ortis" userId="dcdc90ed-3509-45f7-ac48-ad038638580b" providerId="ADAL" clId="{DC2E16EE-1E16-4B84-80E3-2850D7BBCD84}" dt="2021-02-01T15:43:44.605" v="51" actId="47"/>
        <pc:sldMkLst>
          <pc:docMk/>
          <pc:sldMk cId="163954196" sldId="447"/>
        </pc:sldMkLst>
      </pc:sldChg>
      <pc:sldChg chg="add del">
        <pc:chgData name="Alessandro Ortis" userId="dcdc90ed-3509-45f7-ac48-ad038638580b" providerId="ADAL" clId="{DC2E16EE-1E16-4B84-80E3-2850D7BBCD84}" dt="2021-02-01T15:43:44.605" v="51" actId="47"/>
        <pc:sldMkLst>
          <pc:docMk/>
          <pc:sldMk cId="3034174441" sldId="448"/>
        </pc:sldMkLst>
      </pc:sldChg>
      <pc:sldChg chg="add del">
        <pc:chgData name="Alessandro Ortis" userId="dcdc90ed-3509-45f7-ac48-ad038638580b" providerId="ADAL" clId="{DC2E16EE-1E16-4B84-80E3-2850D7BBCD84}" dt="2021-02-01T15:43:44.605" v="51" actId="47"/>
        <pc:sldMkLst>
          <pc:docMk/>
          <pc:sldMk cId="1463552303" sldId="449"/>
        </pc:sldMkLst>
      </pc:sldChg>
      <pc:sldChg chg="add del">
        <pc:chgData name="Alessandro Ortis" userId="dcdc90ed-3509-45f7-ac48-ad038638580b" providerId="ADAL" clId="{DC2E16EE-1E16-4B84-80E3-2850D7BBCD84}" dt="2021-02-01T15:43:44.605" v="51" actId="47"/>
        <pc:sldMkLst>
          <pc:docMk/>
          <pc:sldMk cId="2017080467" sldId="450"/>
        </pc:sldMkLst>
      </pc:sldChg>
      <pc:sldChg chg="add del">
        <pc:chgData name="Alessandro Ortis" userId="dcdc90ed-3509-45f7-ac48-ad038638580b" providerId="ADAL" clId="{DC2E16EE-1E16-4B84-80E3-2850D7BBCD84}" dt="2021-02-01T15:43:44.605" v="51" actId="47"/>
        <pc:sldMkLst>
          <pc:docMk/>
          <pc:sldMk cId="1215440402" sldId="451"/>
        </pc:sldMkLst>
      </pc:sldChg>
      <pc:sldChg chg="add del">
        <pc:chgData name="Alessandro Ortis" userId="dcdc90ed-3509-45f7-ac48-ad038638580b" providerId="ADAL" clId="{DC2E16EE-1E16-4B84-80E3-2850D7BBCD84}" dt="2021-02-01T15:43:44.605" v="51" actId="47"/>
        <pc:sldMkLst>
          <pc:docMk/>
          <pc:sldMk cId="3532838355" sldId="453"/>
        </pc:sldMkLst>
      </pc:sldChg>
      <pc:sldChg chg="add del">
        <pc:chgData name="Alessandro Ortis" userId="dcdc90ed-3509-45f7-ac48-ad038638580b" providerId="ADAL" clId="{DC2E16EE-1E16-4B84-80E3-2850D7BBCD84}" dt="2021-02-01T15:43:44.605" v="51" actId="47"/>
        <pc:sldMkLst>
          <pc:docMk/>
          <pc:sldMk cId="3913407585" sldId="454"/>
        </pc:sldMkLst>
      </pc:sldChg>
      <pc:sldChg chg="add del">
        <pc:chgData name="Alessandro Ortis" userId="dcdc90ed-3509-45f7-ac48-ad038638580b" providerId="ADAL" clId="{DC2E16EE-1E16-4B84-80E3-2850D7BBCD84}" dt="2021-02-01T15:43:44.605" v="51" actId="47"/>
        <pc:sldMkLst>
          <pc:docMk/>
          <pc:sldMk cId="1884095941" sldId="455"/>
        </pc:sldMkLst>
      </pc:sldChg>
      <pc:sldChg chg="add del">
        <pc:chgData name="Alessandro Ortis" userId="dcdc90ed-3509-45f7-ac48-ad038638580b" providerId="ADAL" clId="{DC2E16EE-1E16-4B84-80E3-2850D7BBCD84}" dt="2021-02-01T15:43:44.605" v="51" actId="47"/>
        <pc:sldMkLst>
          <pc:docMk/>
          <pc:sldMk cId="2047026166" sldId="456"/>
        </pc:sldMkLst>
      </pc:sldChg>
      <pc:sldChg chg="add del">
        <pc:chgData name="Alessandro Ortis" userId="dcdc90ed-3509-45f7-ac48-ad038638580b" providerId="ADAL" clId="{DC2E16EE-1E16-4B84-80E3-2850D7BBCD84}" dt="2021-02-01T15:43:44.605" v="51" actId="47"/>
        <pc:sldMkLst>
          <pc:docMk/>
          <pc:sldMk cId="1674079126" sldId="457"/>
        </pc:sldMkLst>
      </pc:sldChg>
      <pc:sldChg chg="add del">
        <pc:chgData name="Alessandro Ortis" userId="dcdc90ed-3509-45f7-ac48-ad038638580b" providerId="ADAL" clId="{DC2E16EE-1E16-4B84-80E3-2850D7BBCD84}" dt="2021-02-01T15:43:44.605" v="51" actId="47"/>
        <pc:sldMkLst>
          <pc:docMk/>
          <pc:sldMk cId="2377568868" sldId="458"/>
        </pc:sldMkLst>
      </pc:sldChg>
      <pc:sldChg chg="add del">
        <pc:chgData name="Alessandro Ortis" userId="dcdc90ed-3509-45f7-ac48-ad038638580b" providerId="ADAL" clId="{DC2E16EE-1E16-4B84-80E3-2850D7BBCD84}" dt="2021-02-01T15:43:44.605" v="51" actId="47"/>
        <pc:sldMkLst>
          <pc:docMk/>
          <pc:sldMk cId="2723419457" sldId="459"/>
        </pc:sldMkLst>
      </pc:sldChg>
      <pc:sldChg chg="add del">
        <pc:chgData name="Alessandro Ortis" userId="dcdc90ed-3509-45f7-ac48-ad038638580b" providerId="ADAL" clId="{DC2E16EE-1E16-4B84-80E3-2850D7BBCD84}" dt="2021-02-01T15:43:44.605" v="51" actId="47"/>
        <pc:sldMkLst>
          <pc:docMk/>
          <pc:sldMk cId="2323470903" sldId="460"/>
        </pc:sldMkLst>
      </pc:sldChg>
      <pc:sldChg chg="add del">
        <pc:chgData name="Alessandro Ortis" userId="dcdc90ed-3509-45f7-ac48-ad038638580b" providerId="ADAL" clId="{DC2E16EE-1E16-4B84-80E3-2850D7BBCD84}" dt="2021-02-01T15:43:44.605" v="51" actId="47"/>
        <pc:sldMkLst>
          <pc:docMk/>
          <pc:sldMk cId="1111003113" sldId="461"/>
        </pc:sldMkLst>
      </pc:sldChg>
      <pc:sldChg chg="add del">
        <pc:chgData name="Alessandro Ortis" userId="dcdc90ed-3509-45f7-ac48-ad038638580b" providerId="ADAL" clId="{DC2E16EE-1E16-4B84-80E3-2850D7BBCD84}" dt="2021-02-01T15:43:44.605" v="51" actId="47"/>
        <pc:sldMkLst>
          <pc:docMk/>
          <pc:sldMk cId="961591116" sldId="463"/>
        </pc:sldMkLst>
      </pc:sldChg>
      <pc:sldChg chg="add del">
        <pc:chgData name="Alessandro Ortis" userId="dcdc90ed-3509-45f7-ac48-ad038638580b" providerId="ADAL" clId="{DC2E16EE-1E16-4B84-80E3-2850D7BBCD84}" dt="2021-02-01T15:43:44.605" v="51" actId="47"/>
        <pc:sldMkLst>
          <pc:docMk/>
          <pc:sldMk cId="3820799036" sldId="464"/>
        </pc:sldMkLst>
      </pc:sldChg>
      <pc:sldChg chg="add del">
        <pc:chgData name="Alessandro Ortis" userId="dcdc90ed-3509-45f7-ac48-ad038638580b" providerId="ADAL" clId="{DC2E16EE-1E16-4B84-80E3-2850D7BBCD84}" dt="2021-02-01T15:43:44.605" v="51" actId="47"/>
        <pc:sldMkLst>
          <pc:docMk/>
          <pc:sldMk cId="3099797885" sldId="465"/>
        </pc:sldMkLst>
      </pc:sldChg>
      <pc:sldChg chg="add del">
        <pc:chgData name="Alessandro Ortis" userId="dcdc90ed-3509-45f7-ac48-ad038638580b" providerId="ADAL" clId="{DC2E16EE-1E16-4B84-80E3-2850D7BBCD84}" dt="2021-02-01T15:43:44.605" v="51" actId="47"/>
        <pc:sldMkLst>
          <pc:docMk/>
          <pc:sldMk cId="3000327013" sldId="466"/>
        </pc:sldMkLst>
      </pc:sldChg>
      <pc:sldChg chg="add del">
        <pc:chgData name="Alessandro Ortis" userId="dcdc90ed-3509-45f7-ac48-ad038638580b" providerId="ADAL" clId="{DC2E16EE-1E16-4B84-80E3-2850D7BBCD84}" dt="2021-02-01T15:43:44.605" v="51" actId="47"/>
        <pc:sldMkLst>
          <pc:docMk/>
          <pc:sldMk cId="2090478240" sldId="467"/>
        </pc:sldMkLst>
      </pc:sldChg>
      <pc:sldChg chg="add del">
        <pc:chgData name="Alessandro Ortis" userId="dcdc90ed-3509-45f7-ac48-ad038638580b" providerId="ADAL" clId="{DC2E16EE-1E16-4B84-80E3-2850D7BBCD84}" dt="2021-02-01T15:43:44.605" v="51" actId="47"/>
        <pc:sldMkLst>
          <pc:docMk/>
          <pc:sldMk cId="2385781812" sldId="468"/>
        </pc:sldMkLst>
      </pc:sldChg>
      <pc:sldChg chg="add del">
        <pc:chgData name="Alessandro Ortis" userId="dcdc90ed-3509-45f7-ac48-ad038638580b" providerId="ADAL" clId="{DC2E16EE-1E16-4B84-80E3-2850D7BBCD84}" dt="2021-02-01T15:43:44.605" v="51" actId="47"/>
        <pc:sldMkLst>
          <pc:docMk/>
          <pc:sldMk cId="4271573423" sldId="469"/>
        </pc:sldMkLst>
      </pc:sldChg>
      <pc:sldChg chg="add del">
        <pc:chgData name="Alessandro Ortis" userId="dcdc90ed-3509-45f7-ac48-ad038638580b" providerId="ADAL" clId="{DC2E16EE-1E16-4B84-80E3-2850D7BBCD84}" dt="2021-02-01T15:43:44.605" v="51" actId="47"/>
        <pc:sldMkLst>
          <pc:docMk/>
          <pc:sldMk cId="145063071" sldId="470"/>
        </pc:sldMkLst>
      </pc:sldChg>
      <pc:sldChg chg="add del">
        <pc:chgData name="Alessandro Ortis" userId="dcdc90ed-3509-45f7-ac48-ad038638580b" providerId="ADAL" clId="{DC2E16EE-1E16-4B84-80E3-2850D7BBCD84}" dt="2021-02-01T15:43:44.605" v="51" actId="47"/>
        <pc:sldMkLst>
          <pc:docMk/>
          <pc:sldMk cId="3426813376" sldId="471"/>
        </pc:sldMkLst>
      </pc:sldChg>
      <pc:sldChg chg="add del">
        <pc:chgData name="Alessandro Ortis" userId="dcdc90ed-3509-45f7-ac48-ad038638580b" providerId="ADAL" clId="{DC2E16EE-1E16-4B84-80E3-2850D7BBCD84}" dt="2021-02-01T15:43:44.605" v="51" actId="47"/>
        <pc:sldMkLst>
          <pc:docMk/>
          <pc:sldMk cId="2070066265" sldId="472"/>
        </pc:sldMkLst>
      </pc:sldChg>
      <pc:sldChg chg="add del">
        <pc:chgData name="Alessandro Ortis" userId="dcdc90ed-3509-45f7-ac48-ad038638580b" providerId="ADAL" clId="{DC2E16EE-1E16-4B84-80E3-2850D7BBCD84}" dt="2021-02-01T15:43:44.605" v="51" actId="47"/>
        <pc:sldMkLst>
          <pc:docMk/>
          <pc:sldMk cId="2585077416" sldId="473"/>
        </pc:sldMkLst>
      </pc:sldChg>
      <pc:sldChg chg="add del">
        <pc:chgData name="Alessandro Ortis" userId="dcdc90ed-3509-45f7-ac48-ad038638580b" providerId="ADAL" clId="{DC2E16EE-1E16-4B84-80E3-2850D7BBCD84}" dt="2021-02-01T15:43:44.605" v="51" actId="47"/>
        <pc:sldMkLst>
          <pc:docMk/>
          <pc:sldMk cId="2800774404" sldId="474"/>
        </pc:sldMkLst>
      </pc:sldChg>
      <pc:sldChg chg="add del">
        <pc:chgData name="Alessandro Ortis" userId="dcdc90ed-3509-45f7-ac48-ad038638580b" providerId="ADAL" clId="{DC2E16EE-1E16-4B84-80E3-2850D7BBCD84}" dt="2021-02-01T15:43:44.605" v="51" actId="47"/>
        <pc:sldMkLst>
          <pc:docMk/>
          <pc:sldMk cId="2682793998" sldId="475"/>
        </pc:sldMkLst>
      </pc:sldChg>
      <pc:sldChg chg="add del">
        <pc:chgData name="Alessandro Ortis" userId="dcdc90ed-3509-45f7-ac48-ad038638580b" providerId="ADAL" clId="{DC2E16EE-1E16-4B84-80E3-2850D7BBCD84}" dt="2021-02-01T15:43:44.605" v="51" actId="47"/>
        <pc:sldMkLst>
          <pc:docMk/>
          <pc:sldMk cId="222707301" sldId="476"/>
        </pc:sldMkLst>
      </pc:sldChg>
      <pc:sldChg chg="add del">
        <pc:chgData name="Alessandro Ortis" userId="dcdc90ed-3509-45f7-ac48-ad038638580b" providerId="ADAL" clId="{DC2E16EE-1E16-4B84-80E3-2850D7BBCD84}" dt="2021-02-01T15:43:44.605" v="51" actId="47"/>
        <pc:sldMkLst>
          <pc:docMk/>
          <pc:sldMk cId="320894558" sldId="477"/>
        </pc:sldMkLst>
      </pc:sldChg>
      <pc:sldChg chg="add del">
        <pc:chgData name="Alessandro Ortis" userId="dcdc90ed-3509-45f7-ac48-ad038638580b" providerId="ADAL" clId="{DC2E16EE-1E16-4B84-80E3-2850D7BBCD84}" dt="2021-02-01T15:43:44.605" v="51" actId="47"/>
        <pc:sldMkLst>
          <pc:docMk/>
          <pc:sldMk cId="376818332" sldId="478"/>
        </pc:sldMkLst>
      </pc:sldChg>
      <pc:sldChg chg="add del">
        <pc:chgData name="Alessandro Ortis" userId="dcdc90ed-3509-45f7-ac48-ad038638580b" providerId="ADAL" clId="{DC2E16EE-1E16-4B84-80E3-2850D7BBCD84}" dt="2021-02-01T15:43:44.605" v="51" actId="47"/>
        <pc:sldMkLst>
          <pc:docMk/>
          <pc:sldMk cId="1427993859" sldId="479"/>
        </pc:sldMkLst>
      </pc:sldChg>
      <pc:sldChg chg="add del">
        <pc:chgData name="Alessandro Ortis" userId="dcdc90ed-3509-45f7-ac48-ad038638580b" providerId="ADAL" clId="{DC2E16EE-1E16-4B84-80E3-2850D7BBCD84}" dt="2021-02-01T15:43:44.605" v="51" actId="47"/>
        <pc:sldMkLst>
          <pc:docMk/>
          <pc:sldMk cId="888940087" sldId="480"/>
        </pc:sldMkLst>
      </pc:sldChg>
      <pc:sldChg chg="add del">
        <pc:chgData name="Alessandro Ortis" userId="dcdc90ed-3509-45f7-ac48-ad038638580b" providerId="ADAL" clId="{DC2E16EE-1E16-4B84-80E3-2850D7BBCD84}" dt="2021-02-01T15:43:44.605" v="51" actId="47"/>
        <pc:sldMkLst>
          <pc:docMk/>
          <pc:sldMk cId="484938038" sldId="481"/>
        </pc:sldMkLst>
      </pc:sldChg>
      <pc:sldChg chg="add del">
        <pc:chgData name="Alessandro Ortis" userId="dcdc90ed-3509-45f7-ac48-ad038638580b" providerId="ADAL" clId="{DC2E16EE-1E16-4B84-80E3-2850D7BBCD84}" dt="2021-02-01T15:43:44.605" v="51" actId="47"/>
        <pc:sldMkLst>
          <pc:docMk/>
          <pc:sldMk cId="3637671567" sldId="482"/>
        </pc:sldMkLst>
      </pc:sldChg>
      <pc:sldChg chg="add del">
        <pc:chgData name="Alessandro Ortis" userId="dcdc90ed-3509-45f7-ac48-ad038638580b" providerId="ADAL" clId="{DC2E16EE-1E16-4B84-80E3-2850D7BBCD84}" dt="2021-02-01T15:43:44.605" v="51" actId="47"/>
        <pc:sldMkLst>
          <pc:docMk/>
          <pc:sldMk cId="3322044085" sldId="483"/>
        </pc:sldMkLst>
      </pc:sldChg>
      <pc:sldChg chg="add del">
        <pc:chgData name="Alessandro Ortis" userId="dcdc90ed-3509-45f7-ac48-ad038638580b" providerId="ADAL" clId="{DC2E16EE-1E16-4B84-80E3-2850D7BBCD84}" dt="2021-02-01T15:43:44.605" v="51" actId="47"/>
        <pc:sldMkLst>
          <pc:docMk/>
          <pc:sldMk cId="3589054688" sldId="485"/>
        </pc:sldMkLst>
      </pc:sldChg>
      <pc:sldChg chg="add del">
        <pc:chgData name="Alessandro Ortis" userId="dcdc90ed-3509-45f7-ac48-ad038638580b" providerId="ADAL" clId="{DC2E16EE-1E16-4B84-80E3-2850D7BBCD84}" dt="2021-02-01T15:43:44.605" v="51" actId="47"/>
        <pc:sldMkLst>
          <pc:docMk/>
          <pc:sldMk cId="3823539820" sldId="486"/>
        </pc:sldMkLst>
      </pc:sldChg>
      <pc:sldChg chg="add del">
        <pc:chgData name="Alessandro Ortis" userId="dcdc90ed-3509-45f7-ac48-ad038638580b" providerId="ADAL" clId="{DC2E16EE-1E16-4B84-80E3-2850D7BBCD84}" dt="2021-02-01T15:43:44.605" v="51" actId="47"/>
        <pc:sldMkLst>
          <pc:docMk/>
          <pc:sldMk cId="345036613" sldId="487"/>
        </pc:sldMkLst>
      </pc:sldChg>
      <pc:sldChg chg="add del">
        <pc:chgData name="Alessandro Ortis" userId="dcdc90ed-3509-45f7-ac48-ad038638580b" providerId="ADAL" clId="{DC2E16EE-1E16-4B84-80E3-2850D7BBCD84}" dt="2021-02-01T15:43:44.605" v="51" actId="47"/>
        <pc:sldMkLst>
          <pc:docMk/>
          <pc:sldMk cId="3280575804" sldId="488"/>
        </pc:sldMkLst>
      </pc:sldChg>
      <pc:sldChg chg="add del">
        <pc:chgData name="Alessandro Ortis" userId="dcdc90ed-3509-45f7-ac48-ad038638580b" providerId="ADAL" clId="{DC2E16EE-1E16-4B84-80E3-2850D7BBCD84}" dt="2021-02-01T15:43:44.605" v="51" actId="47"/>
        <pc:sldMkLst>
          <pc:docMk/>
          <pc:sldMk cId="2381825045" sldId="489"/>
        </pc:sldMkLst>
      </pc:sldChg>
      <pc:sldChg chg="add del">
        <pc:chgData name="Alessandro Ortis" userId="dcdc90ed-3509-45f7-ac48-ad038638580b" providerId="ADAL" clId="{DC2E16EE-1E16-4B84-80E3-2850D7BBCD84}" dt="2021-02-01T15:43:44.605" v="51" actId="47"/>
        <pc:sldMkLst>
          <pc:docMk/>
          <pc:sldMk cId="2032821186" sldId="490"/>
        </pc:sldMkLst>
      </pc:sldChg>
      <pc:sldChg chg="add del">
        <pc:chgData name="Alessandro Ortis" userId="dcdc90ed-3509-45f7-ac48-ad038638580b" providerId="ADAL" clId="{DC2E16EE-1E16-4B84-80E3-2850D7BBCD84}" dt="2021-02-01T15:43:44.605" v="51" actId="47"/>
        <pc:sldMkLst>
          <pc:docMk/>
          <pc:sldMk cId="991005081" sldId="491"/>
        </pc:sldMkLst>
      </pc:sldChg>
      <pc:sldChg chg="add del">
        <pc:chgData name="Alessandro Ortis" userId="dcdc90ed-3509-45f7-ac48-ad038638580b" providerId="ADAL" clId="{DC2E16EE-1E16-4B84-80E3-2850D7BBCD84}" dt="2021-02-01T15:43:44.605" v="51" actId="47"/>
        <pc:sldMkLst>
          <pc:docMk/>
          <pc:sldMk cId="3294595861" sldId="493"/>
        </pc:sldMkLst>
      </pc:sldChg>
      <pc:sldChg chg="add del">
        <pc:chgData name="Alessandro Ortis" userId="dcdc90ed-3509-45f7-ac48-ad038638580b" providerId="ADAL" clId="{DC2E16EE-1E16-4B84-80E3-2850D7BBCD84}" dt="2021-02-01T15:43:44.605" v="51" actId="47"/>
        <pc:sldMkLst>
          <pc:docMk/>
          <pc:sldMk cId="3338397767" sldId="494"/>
        </pc:sldMkLst>
      </pc:sldChg>
      <pc:sldChg chg="add del">
        <pc:chgData name="Alessandro Ortis" userId="dcdc90ed-3509-45f7-ac48-ad038638580b" providerId="ADAL" clId="{DC2E16EE-1E16-4B84-80E3-2850D7BBCD84}" dt="2021-02-01T15:43:44.605" v="51" actId="47"/>
        <pc:sldMkLst>
          <pc:docMk/>
          <pc:sldMk cId="3831860732" sldId="496"/>
        </pc:sldMkLst>
      </pc:sldChg>
      <pc:sldChg chg="add del">
        <pc:chgData name="Alessandro Ortis" userId="dcdc90ed-3509-45f7-ac48-ad038638580b" providerId="ADAL" clId="{DC2E16EE-1E16-4B84-80E3-2850D7BBCD84}" dt="2021-02-01T15:43:44.605" v="51" actId="47"/>
        <pc:sldMkLst>
          <pc:docMk/>
          <pc:sldMk cId="4239631944" sldId="497"/>
        </pc:sldMkLst>
      </pc:sldChg>
      <pc:sldChg chg="add del">
        <pc:chgData name="Alessandro Ortis" userId="dcdc90ed-3509-45f7-ac48-ad038638580b" providerId="ADAL" clId="{DC2E16EE-1E16-4B84-80E3-2850D7BBCD84}" dt="2021-02-01T15:43:44.605" v="51" actId="47"/>
        <pc:sldMkLst>
          <pc:docMk/>
          <pc:sldMk cId="4015553009" sldId="498"/>
        </pc:sldMkLst>
      </pc:sldChg>
      <pc:sldChg chg="add del">
        <pc:chgData name="Alessandro Ortis" userId="dcdc90ed-3509-45f7-ac48-ad038638580b" providerId="ADAL" clId="{DC2E16EE-1E16-4B84-80E3-2850D7BBCD84}" dt="2021-02-01T15:43:44.605" v="51" actId="47"/>
        <pc:sldMkLst>
          <pc:docMk/>
          <pc:sldMk cId="286473319" sldId="499"/>
        </pc:sldMkLst>
      </pc:sldChg>
      <pc:sldChg chg="add del">
        <pc:chgData name="Alessandro Ortis" userId="dcdc90ed-3509-45f7-ac48-ad038638580b" providerId="ADAL" clId="{DC2E16EE-1E16-4B84-80E3-2850D7BBCD84}" dt="2021-02-01T15:43:44.605" v="51" actId="47"/>
        <pc:sldMkLst>
          <pc:docMk/>
          <pc:sldMk cId="3366500922" sldId="500"/>
        </pc:sldMkLst>
      </pc:sldChg>
      <pc:sldChg chg="add del">
        <pc:chgData name="Alessandro Ortis" userId="dcdc90ed-3509-45f7-ac48-ad038638580b" providerId="ADAL" clId="{DC2E16EE-1E16-4B84-80E3-2850D7BBCD84}" dt="2021-02-01T15:43:44.605" v="51" actId="47"/>
        <pc:sldMkLst>
          <pc:docMk/>
          <pc:sldMk cId="3464881188" sldId="501"/>
        </pc:sldMkLst>
      </pc:sldChg>
      <pc:sldChg chg="add del">
        <pc:chgData name="Alessandro Ortis" userId="dcdc90ed-3509-45f7-ac48-ad038638580b" providerId="ADAL" clId="{DC2E16EE-1E16-4B84-80E3-2850D7BBCD84}" dt="2021-02-01T15:43:44.605" v="51" actId="47"/>
        <pc:sldMkLst>
          <pc:docMk/>
          <pc:sldMk cId="147820859" sldId="502"/>
        </pc:sldMkLst>
      </pc:sldChg>
      <pc:sldChg chg="add del">
        <pc:chgData name="Alessandro Ortis" userId="dcdc90ed-3509-45f7-ac48-ad038638580b" providerId="ADAL" clId="{DC2E16EE-1E16-4B84-80E3-2850D7BBCD84}" dt="2021-02-01T15:43:44.605" v="51" actId="47"/>
        <pc:sldMkLst>
          <pc:docMk/>
          <pc:sldMk cId="453728460" sldId="503"/>
        </pc:sldMkLst>
      </pc:sldChg>
      <pc:sldChg chg="add del">
        <pc:chgData name="Alessandro Ortis" userId="dcdc90ed-3509-45f7-ac48-ad038638580b" providerId="ADAL" clId="{DC2E16EE-1E16-4B84-80E3-2850D7BBCD84}" dt="2021-02-01T15:43:44.605" v="51" actId="47"/>
        <pc:sldMkLst>
          <pc:docMk/>
          <pc:sldMk cId="2212992522" sldId="504"/>
        </pc:sldMkLst>
      </pc:sldChg>
      <pc:sldChg chg="add del">
        <pc:chgData name="Alessandro Ortis" userId="dcdc90ed-3509-45f7-ac48-ad038638580b" providerId="ADAL" clId="{DC2E16EE-1E16-4B84-80E3-2850D7BBCD84}" dt="2021-02-01T15:43:44.605" v="51" actId="47"/>
        <pc:sldMkLst>
          <pc:docMk/>
          <pc:sldMk cId="3207072028" sldId="505"/>
        </pc:sldMkLst>
      </pc:sldChg>
      <pc:sldChg chg="add del">
        <pc:chgData name="Alessandro Ortis" userId="dcdc90ed-3509-45f7-ac48-ad038638580b" providerId="ADAL" clId="{DC2E16EE-1E16-4B84-80E3-2850D7BBCD84}" dt="2021-02-01T15:43:44.605" v="51" actId="47"/>
        <pc:sldMkLst>
          <pc:docMk/>
          <pc:sldMk cId="3592146847" sldId="506"/>
        </pc:sldMkLst>
      </pc:sldChg>
      <pc:sldChg chg="add del">
        <pc:chgData name="Alessandro Ortis" userId="dcdc90ed-3509-45f7-ac48-ad038638580b" providerId="ADAL" clId="{DC2E16EE-1E16-4B84-80E3-2850D7BBCD84}" dt="2021-02-01T15:43:44.605" v="51" actId="47"/>
        <pc:sldMkLst>
          <pc:docMk/>
          <pc:sldMk cId="3761837333" sldId="507"/>
        </pc:sldMkLst>
      </pc:sldChg>
      <pc:sldChg chg="add del">
        <pc:chgData name="Alessandro Ortis" userId="dcdc90ed-3509-45f7-ac48-ad038638580b" providerId="ADAL" clId="{DC2E16EE-1E16-4B84-80E3-2850D7BBCD84}" dt="2021-02-01T15:43:44.605" v="51" actId="47"/>
        <pc:sldMkLst>
          <pc:docMk/>
          <pc:sldMk cId="2476401771" sldId="508"/>
        </pc:sldMkLst>
      </pc:sldChg>
      <pc:sldChg chg="add del">
        <pc:chgData name="Alessandro Ortis" userId="dcdc90ed-3509-45f7-ac48-ad038638580b" providerId="ADAL" clId="{DC2E16EE-1E16-4B84-80E3-2850D7BBCD84}" dt="2021-02-01T15:43:44.605" v="51" actId="47"/>
        <pc:sldMkLst>
          <pc:docMk/>
          <pc:sldMk cId="3826061629" sldId="509"/>
        </pc:sldMkLst>
      </pc:sldChg>
      <pc:sldChg chg="add del">
        <pc:chgData name="Alessandro Ortis" userId="dcdc90ed-3509-45f7-ac48-ad038638580b" providerId="ADAL" clId="{DC2E16EE-1E16-4B84-80E3-2850D7BBCD84}" dt="2021-02-01T15:43:44.605" v="51" actId="47"/>
        <pc:sldMkLst>
          <pc:docMk/>
          <pc:sldMk cId="3168944828" sldId="510"/>
        </pc:sldMkLst>
      </pc:sldChg>
      <pc:sldChg chg="add del">
        <pc:chgData name="Alessandro Ortis" userId="dcdc90ed-3509-45f7-ac48-ad038638580b" providerId="ADAL" clId="{DC2E16EE-1E16-4B84-80E3-2850D7BBCD84}" dt="2021-02-01T15:43:44.605" v="51" actId="47"/>
        <pc:sldMkLst>
          <pc:docMk/>
          <pc:sldMk cId="3266203508" sldId="511"/>
        </pc:sldMkLst>
      </pc:sldChg>
      <pc:sldChg chg="add del">
        <pc:chgData name="Alessandro Ortis" userId="dcdc90ed-3509-45f7-ac48-ad038638580b" providerId="ADAL" clId="{DC2E16EE-1E16-4B84-80E3-2850D7BBCD84}" dt="2021-02-01T15:43:44.605" v="51" actId="47"/>
        <pc:sldMkLst>
          <pc:docMk/>
          <pc:sldMk cId="3056296756" sldId="513"/>
        </pc:sldMkLst>
      </pc:sldChg>
      <pc:sldChg chg="add del">
        <pc:chgData name="Alessandro Ortis" userId="dcdc90ed-3509-45f7-ac48-ad038638580b" providerId="ADAL" clId="{DC2E16EE-1E16-4B84-80E3-2850D7BBCD84}" dt="2021-02-01T15:43:44.605" v="51" actId="47"/>
        <pc:sldMkLst>
          <pc:docMk/>
          <pc:sldMk cId="2609987557" sldId="514"/>
        </pc:sldMkLst>
      </pc:sldChg>
      <pc:sldChg chg="add del">
        <pc:chgData name="Alessandro Ortis" userId="dcdc90ed-3509-45f7-ac48-ad038638580b" providerId="ADAL" clId="{DC2E16EE-1E16-4B84-80E3-2850D7BBCD84}" dt="2021-02-01T15:43:44.605" v="51" actId="47"/>
        <pc:sldMkLst>
          <pc:docMk/>
          <pc:sldMk cId="660749410" sldId="515"/>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r>
              <a:rPr lang="en-US"/>
              <a:t>A new fast matching method for adaptive compression of stereoscopic images</a:t>
            </a:r>
            <a:endParaRPr lang="it-IT"/>
          </a:p>
        </p:txBody>
      </p:sp>
      <p:sp>
        <p:nvSpPr>
          <p:cNvPr id="3" name="Segnaposto data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B56FDA55-E9BD-494C-A52C-814701C3F6EF}" type="datetimeFigureOut">
              <a:rPr lang="it-IT" smtClean="0"/>
              <a:t>23/02/2023</a:t>
            </a:fld>
            <a:endParaRPr lang="it-IT"/>
          </a:p>
        </p:txBody>
      </p:sp>
      <p:sp>
        <p:nvSpPr>
          <p:cNvPr id="4" name="Segnaposto piè di pagina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r>
              <a:rPr lang="it-IT"/>
              <a:t>Prof. Sebastiano Battiato</a:t>
            </a:r>
          </a:p>
        </p:txBody>
      </p:sp>
      <p:sp>
        <p:nvSpPr>
          <p:cNvPr id="5" name="Segnaposto numero diapositiva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0AAE24BD-7ED4-4CD9-9422-3B74C47657D6}" type="slidenum">
              <a:rPr lang="it-IT" smtClean="0"/>
              <a:t>‹N›</a:t>
            </a:fld>
            <a:endParaRPr lang="it-IT"/>
          </a:p>
        </p:txBody>
      </p:sp>
    </p:spTree>
    <p:extLst>
      <p:ext uri="{BB962C8B-B14F-4D97-AF65-F5344CB8AC3E}">
        <p14:creationId xmlns:p14="http://schemas.microsoft.com/office/powerpoint/2010/main" val="1155223384"/>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r>
              <a:rPr lang="en-US"/>
              <a:t>A new fast matching method for adaptive compression of stereoscopic images</a:t>
            </a:r>
            <a:endParaRPr lang="it-IT"/>
          </a:p>
        </p:txBody>
      </p:sp>
      <p:sp>
        <p:nvSpPr>
          <p:cNvPr id="3" name="Segnaposto data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A391086-3082-4583-89C2-583287FB15A2}" type="datetimeFigureOut">
              <a:rPr lang="it-IT" smtClean="0"/>
              <a:pPr/>
              <a:t>23/02/2023</a:t>
            </a:fld>
            <a:endParaRPr lang="it-IT"/>
          </a:p>
        </p:txBody>
      </p:sp>
      <p:sp>
        <p:nvSpPr>
          <p:cNvPr id="4" name="Segnaposto immagine diapositiva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it-IT"/>
          </a:p>
        </p:txBody>
      </p:sp>
      <p:sp>
        <p:nvSpPr>
          <p:cNvPr id="5" name="Segnaposto note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6" name="Segnaposto piè di pagina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r>
              <a:rPr lang="it-IT"/>
              <a:t>Prof. Sebastiano Battiato</a:t>
            </a:r>
          </a:p>
        </p:txBody>
      </p:sp>
      <p:sp>
        <p:nvSpPr>
          <p:cNvPr id="7" name="Segnaposto numero diapositiva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20838FA-C531-4022-96EB-EDFCC694F73C}" type="slidenum">
              <a:rPr lang="it-IT" smtClean="0"/>
              <a:pPr/>
              <a:t>‹N›</a:t>
            </a:fld>
            <a:endParaRPr lang="it-IT"/>
          </a:p>
        </p:txBody>
      </p:sp>
    </p:spTree>
    <p:extLst>
      <p:ext uri="{BB962C8B-B14F-4D97-AF65-F5344CB8AC3E}">
        <p14:creationId xmlns:p14="http://schemas.microsoft.com/office/powerpoint/2010/main" val="554639159"/>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Tree>
    <p:extLst>
      <p:ext uri="{BB962C8B-B14F-4D97-AF65-F5344CB8AC3E}">
        <p14:creationId xmlns:p14="http://schemas.microsoft.com/office/powerpoint/2010/main" val="11969352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13">
            <a:extLst>
              <a:ext uri="{FF2B5EF4-FFF2-40B4-BE49-F238E27FC236}">
                <a16:creationId xmlns:a16="http://schemas.microsoft.com/office/drawing/2014/main" id="{861267A0-623D-4C9A-B26B-A52BB5B973D0}"/>
              </a:ext>
            </a:extLst>
          </p:cNvPr>
          <p:cNvSpPr>
            <a:spLocks noGrp="1" noChangeArrowheads="1"/>
          </p:cNvSpPr>
          <p:nvPr>
            <p:ph type="sldNum" sz="quarter"/>
          </p:nvPr>
        </p:nvSpPr>
        <p:spPr>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9pPr>
          </a:lstStyle>
          <a:p>
            <a:fld id="{533FC4ED-740A-45FC-A812-B30350BE5796}" type="slidenum">
              <a:rPr lang="en-GB" altLang="en-US" sz="1200">
                <a:solidFill>
                  <a:srgbClr val="000000"/>
                </a:solidFill>
              </a:rPr>
              <a:pPr/>
              <a:t>3</a:t>
            </a:fld>
            <a:endParaRPr lang="en-GB" altLang="en-US" sz="1200">
              <a:solidFill>
                <a:srgbClr val="000000"/>
              </a:solidFill>
            </a:endParaRPr>
          </a:p>
        </p:txBody>
      </p:sp>
      <p:sp>
        <p:nvSpPr>
          <p:cNvPr id="25601" name="Text Box 1">
            <a:extLst>
              <a:ext uri="{FF2B5EF4-FFF2-40B4-BE49-F238E27FC236}">
                <a16:creationId xmlns:a16="http://schemas.microsoft.com/office/drawing/2014/main" id="{AF4FC9CE-E9A9-43A1-97C8-81F16ABCF66C}"/>
              </a:ext>
            </a:extLst>
          </p:cNvPr>
          <p:cNvSpPr txBox="1">
            <a:spLocks noChangeArrowheads="1"/>
          </p:cNvSpPr>
          <p:nvPr/>
        </p:nvSpPr>
        <p:spPr bwMode="auto">
          <a:xfrm>
            <a:off x="1131888" y="688975"/>
            <a:ext cx="4592637" cy="3444875"/>
          </a:xfrm>
          <a:prstGeom prst="rect">
            <a:avLst/>
          </a:prstGeom>
          <a:solidFill>
            <a:srgbClr val="FFFFFF"/>
          </a:solidFill>
          <a:ln w="9360">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lstStyle/>
          <a:p>
            <a:pPr>
              <a:buFont typeface="Times New Roman" charset="0"/>
              <a:buNone/>
              <a:defRPr/>
            </a:pPr>
            <a:endParaRPr lang="it-IT">
              <a:latin typeface="Times New Roman" charset="0"/>
              <a:ea typeface="ＭＳ Ｐゴシック" charset="0"/>
            </a:endParaRPr>
          </a:p>
        </p:txBody>
      </p:sp>
      <p:sp>
        <p:nvSpPr>
          <p:cNvPr id="25602" name="Text Box 2">
            <a:extLst>
              <a:ext uri="{FF2B5EF4-FFF2-40B4-BE49-F238E27FC236}">
                <a16:creationId xmlns:a16="http://schemas.microsoft.com/office/drawing/2014/main" id="{0D154A84-2AB6-4B89-88FF-26978B6B9831}"/>
              </a:ext>
            </a:extLst>
          </p:cNvPr>
          <p:cNvSpPr>
            <a:spLocks noGrp="1" noChangeArrowheads="1"/>
          </p:cNvSpPr>
          <p:nvPr>
            <p:ph type="body"/>
          </p:nvPr>
        </p:nvSpPr>
        <p:spPr>
          <a:xfrm>
            <a:off x="914400" y="4365625"/>
            <a:ext cx="5019675" cy="41259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pPr>
              <a:buFont typeface="Times New Roman" charset="0"/>
              <a:buNone/>
              <a:defRPr/>
            </a:pPr>
            <a:endParaRPr lang="it-IT" dirty="0">
              <a:ea typeface="ＭＳ Ｐゴシック" charset="0"/>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13">
            <a:extLst>
              <a:ext uri="{FF2B5EF4-FFF2-40B4-BE49-F238E27FC236}">
                <a16:creationId xmlns:a16="http://schemas.microsoft.com/office/drawing/2014/main" id="{6E5698BC-7DB0-4D9C-9D12-9EF8EA2AE6B5}"/>
              </a:ext>
            </a:extLst>
          </p:cNvPr>
          <p:cNvSpPr>
            <a:spLocks noGrp="1" noChangeArrowheads="1"/>
          </p:cNvSpPr>
          <p:nvPr>
            <p:ph type="sldNum" sz="quarter"/>
          </p:nvPr>
        </p:nvSpPr>
        <p:spPr>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9pPr>
          </a:lstStyle>
          <a:p>
            <a:fld id="{49E9BE5B-2CA5-423F-889B-EBF34634BB17}" type="slidenum">
              <a:rPr lang="en-GB" altLang="en-US" sz="1200">
                <a:solidFill>
                  <a:srgbClr val="000000"/>
                </a:solidFill>
              </a:rPr>
              <a:pPr/>
              <a:t>4</a:t>
            </a:fld>
            <a:endParaRPr lang="en-GB" altLang="en-US" sz="1200">
              <a:solidFill>
                <a:srgbClr val="000000"/>
              </a:solidFill>
            </a:endParaRPr>
          </a:p>
        </p:txBody>
      </p:sp>
      <p:sp>
        <p:nvSpPr>
          <p:cNvPr id="51202" name="Text Box 2">
            <a:extLst>
              <a:ext uri="{FF2B5EF4-FFF2-40B4-BE49-F238E27FC236}">
                <a16:creationId xmlns:a16="http://schemas.microsoft.com/office/drawing/2014/main" id="{507B033D-0D02-42C8-8F99-4730A343801C}"/>
              </a:ext>
            </a:extLst>
          </p:cNvPr>
          <p:cNvSpPr txBox="1">
            <a:spLocks noChangeArrowheads="1"/>
          </p:cNvSpPr>
          <p:nvPr/>
        </p:nvSpPr>
        <p:spPr bwMode="auto">
          <a:xfrm>
            <a:off x="1131888" y="688975"/>
            <a:ext cx="4592637" cy="3444875"/>
          </a:xfrm>
          <a:prstGeom prst="rect">
            <a:avLst/>
          </a:prstGeom>
          <a:solidFill>
            <a:srgbClr val="FFFFFF"/>
          </a:solidFill>
          <a:ln w="9360">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lstStyle/>
          <a:p>
            <a:pPr>
              <a:buFont typeface="Times New Roman" charset="0"/>
              <a:buNone/>
              <a:defRPr/>
            </a:pPr>
            <a:endParaRPr lang="it-IT">
              <a:latin typeface="Times New Roman" charset="0"/>
              <a:ea typeface="ＭＳ Ｐゴシック" charset="0"/>
            </a:endParaRPr>
          </a:p>
        </p:txBody>
      </p:sp>
      <p:sp>
        <p:nvSpPr>
          <p:cNvPr id="51203" name="Text Box 3">
            <a:extLst>
              <a:ext uri="{FF2B5EF4-FFF2-40B4-BE49-F238E27FC236}">
                <a16:creationId xmlns:a16="http://schemas.microsoft.com/office/drawing/2014/main" id="{B2254DC4-BD19-4032-A575-9A9634AF0DA5}"/>
              </a:ext>
            </a:extLst>
          </p:cNvPr>
          <p:cNvSpPr>
            <a:spLocks noGrp="1" noChangeArrowheads="1"/>
          </p:cNvSpPr>
          <p:nvPr>
            <p:ph type="body"/>
          </p:nvPr>
        </p:nvSpPr>
        <p:spPr>
          <a:xfrm>
            <a:off x="914400" y="4365625"/>
            <a:ext cx="5019675" cy="41259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pPr>
              <a:buFont typeface="Times New Roman" charset="0"/>
              <a:buNone/>
              <a:defRPr/>
            </a:pPr>
            <a:endParaRPr lang="it-IT">
              <a:ea typeface="ＭＳ Ｐゴシック" charset="0"/>
              <a:cs typeface="+mn-c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13">
            <a:extLst>
              <a:ext uri="{FF2B5EF4-FFF2-40B4-BE49-F238E27FC236}">
                <a16:creationId xmlns:a16="http://schemas.microsoft.com/office/drawing/2014/main" id="{152F48BB-6EF0-4713-92BD-DE251A6D5DC3}"/>
              </a:ext>
            </a:extLst>
          </p:cNvPr>
          <p:cNvSpPr>
            <a:spLocks noGrp="1" noChangeArrowheads="1"/>
          </p:cNvSpPr>
          <p:nvPr>
            <p:ph type="sldNum" sz="quarter"/>
          </p:nvPr>
        </p:nvSpPr>
        <p:spPr>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9pPr>
          </a:lstStyle>
          <a:p>
            <a:fld id="{3FAEBCBA-16B6-4AD5-B7F9-1F3DA4FB6891}" type="slidenum">
              <a:rPr lang="en-GB" altLang="en-US" sz="1200">
                <a:solidFill>
                  <a:srgbClr val="000000"/>
                </a:solidFill>
              </a:rPr>
              <a:pPr/>
              <a:t>5</a:t>
            </a:fld>
            <a:endParaRPr lang="en-GB" altLang="en-US" sz="1200">
              <a:solidFill>
                <a:srgbClr val="000000"/>
              </a:solidFill>
            </a:endParaRPr>
          </a:p>
        </p:txBody>
      </p:sp>
      <p:sp>
        <p:nvSpPr>
          <p:cNvPr id="51202" name="Text Box 2">
            <a:extLst>
              <a:ext uri="{FF2B5EF4-FFF2-40B4-BE49-F238E27FC236}">
                <a16:creationId xmlns:a16="http://schemas.microsoft.com/office/drawing/2014/main" id="{08756EB8-A14C-4CC6-AF86-E120BD715195}"/>
              </a:ext>
            </a:extLst>
          </p:cNvPr>
          <p:cNvSpPr txBox="1">
            <a:spLocks noChangeArrowheads="1"/>
          </p:cNvSpPr>
          <p:nvPr/>
        </p:nvSpPr>
        <p:spPr bwMode="auto">
          <a:xfrm>
            <a:off x="1131888" y="688975"/>
            <a:ext cx="4592637" cy="3444875"/>
          </a:xfrm>
          <a:prstGeom prst="rect">
            <a:avLst/>
          </a:prstGeom>
          <a:solidFill>
            <a:srgbClr val="FFFFFF"/>
          </a:solidFill>
          <a:ln w="9360">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lstStyle/>
          <a:p>
            <a:pPr>
              <a:buFont typeface="Times New Roman" charset="0"/>
              <a:buNone/>
              <a:defRPr/>
            </a:pPr>
            <a:endParaRPr lang="it-IT">
              <a:latin typeface="Times New Roman" charset="0"/>
              <a:ea typeface="ＭＳ Ｐゴシック" charset="0"/>
            </a:endParaRPr>
          </a:p>
        </p:txBody>
      </p:sp>
      <p:sp>
        <p:nvSpPr>
          <p:cNvPr id="51203" name="Text Box 3">
            <a:extLst>
              <a:ext uri="{FF2B5EF4-FFF2-40B4-BE49-F238E27FC236}">
                <a16:creationId xmlns:a16="http://schemas.microsoft.com/office/drawing/2014/main" id="{4CC976D1-56AF-4621-99E4-550CDBA10ADA}"/>
              </a:ext>
            </a:extLst>
          </p:cNvPr>
          <p:cNvSpPr>
            <a:spLocks noGrp="1" noChangeArrowheads="1"/>
          </p:cNvSpPr>
          <p:nvPr>
            <p:ph type="body"/>
          </p:nvPr>
        </p:nvSpPr>
        <p:spPr>
          <a:xfrm>
            <a:off x="914400" y="4365625"/>
            <a:ext cx="5019675" cy="41259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pPr>
              <a:buFont typeface="Times New Roman" charset="0"/>
              <a:buNone/>
              <a:defRPr/>
            </a:pPr>
            <a:endParaRPr lang="it-IT">
              <a:ea typeface="ＭＳ Ｐゴシック" charset="0"/>
              <a:cs typeface="+mn-c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13">
            <a:extLst>
              <a:ext uri="{FF2B5EF4-FFF2-40B4-BE49-F238E27FC236}">
                <a16:creationId xmlns:a16="http://schemas.microsoft.com/office/drawing/2014/main" id="{C29AF820-B9DA-4902-8101-98C9766CDA98}"/>
              </a:ext>
            </a:extLst>
          </p:cNvPr>
          <p:cNvSpPr>
            <a:spLocks noGrp="1" noChangeArrowheads="1"/>
          </p:cNvSpPr>
          <p:nvPr>
            <p:ph type="sldNum" sz="quarter"/>
          </p:nvPr>
        </p:nvSpPr>
        <p:spPr>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9pPr>
          </a:lstStyle>
          <a:p>
            <a:fld id="{2C893A5E-F734-4174-A4A2-BBB730CCD282}" type="slidenum">
              <a:rPr lang="en-GB" altLang="en-US" sz="1200">
                <a:solidFill>
                  <a:srgbClr val="000000"/>
                </a:solidFill>
              </a:rPr>
              <a:pPr/>
              <a:t>6</a:t>
            </a:fld>
            <a:endParaRPr lang="en-GB" altLang="en-US" sz="1200">
              <a:solidFill>
                <a:srgbClr val="000000"/>
              </a:solidFill>
            </a:endParaRPr>
          </a:p>
        </p:txBody>
      </p:sp>
      <p:sp>
        <p:nvSpPr>
          <p:cNvPr id="93186" name="Text Box 2">
            <a:extLst>
              <a:ext uri="{FF2B5EF4-FFF2-40B4-BE49-F238E27FC236}">
                <a16:creationId xmlns:a16="http://schemas.microsoft.com/office/drawing/2014/main" id="{065FCAD6-3C1B-4545-A498-6AD0ED6ECA55}"/>
              </a:ext>
            </a:extLst>
          </p:cNvPr>
          <p:cNvSpPr txBox="1">
            <a:spLocks noChangeArrowheads="1"/>
          </p:cNvSpPr>
          <p:nvPr/>
        </p:nvSpPr>
        <p:spPr bwMode="auto">
          <a:xfrm>
            <a:off x="1131888" y="688975"/>
            <a:ext cx="4592637" cy="3444875"/>
          </a:xfrm>
          <a:prstGeom prst="rect">
            <a:avLst/>
          </a:prstGeom>
          <a:solidFill>
            <a:srgbClr val="FFFFFF"/>
          </a:solidFill>
          <a:ln w="9360">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lstStyle/>
          <a:p>
            <a:pPr>
              <a:buFont typeface="Times New Roman" charset="0"/>
              <a:buNone/>
              <a:defRPr/>
            </a:pPr>
            <a:endParaRPr lang="it-IT">
              <a:latin typeface="Times New Roman" charset="0"/>
              <a:ea typeface="ＭＳ Ｐゴシック" charset="0"/>
            </a:endParaRPr>
          </a:p>
        </p:txBody>
      </p:sp>
      <p:sp>
        <p:nvSpPr>
          <p:cNvPr id="93187" name="Text Box 3">
            <a:extLst>
              <a:ext uri="{FF2B5EF4-FFF2-40B4-BE49-F238E27FC236}">
                <a16:creationId xmlns:a16="http://schemas.microsoft.com/office/drawing/2014/main" id="{1E686B0C-3532-421A-8CF1-109A44095093}"/>
              </a:ext>
            </a:extLst>
          </p:cNvPr>
          <p:cNvSpPr>
            <a:spLocks noGrp="1" noChangeArrowheads="1"/>
          </p:cNvSpPr>
          <p:nvPr>
            <p:ph type="body"/>
          </p:nvPr>
        </p:nvSpPr>
        <p:spPr>
          <a:xfrm>
            <a:off x="914400" y="4365625"/>
            <a:ext cx="5019675" cy="41259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pPr>
              <a:buFont typeface="Times New Roman" charset="0"/>
              <a:buNone/>
              <a:defRPr/>
            </a:pPr>
            <a:endParaRPr lang="it-IT">
              <a:ea typeface="ＭＳ Ｐゴシック" charset="0"/>
              <a:cs typeface="+mn-c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13">
            <a:extLst>
              <a:ext uri="{FF2B5EF4-FFF2-40B4-BE49-F238E27FC236}">
                <a16:creationId xmlns:a16="http://schemas.microsoft.com/office/drawing/2014/main" id="{B72B92C7-F314-4707-A374-DFA8CCD7FD1A}"/>
              </a:ext>
            </a:extLst>
          </p:cNvPr>
          <p:cNvSpPr>
            <a:spLocks noGrp="1" noChangeArrowheads="1"/>
          </p:cNvSpPr>
          <p:nvPr>
            <p:ph type="sldNum" sz="quarter"/>
          </p:nvPr>
        </p:nvSpPr>
        <p:spPr>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9pPr>
          </a:lstStyle>
          <a:p>
            <a:fld id="{E7629B78-81D7-4122-96BA-6F47D64B6900}" type="slidenum">
              <a:rPr lang="en-GB" altLang="en-US" sz="1200">
                <a:solidFill>
                  <a:srgbClr val="000000"/>
                </a:solidFill>
              </a:rPr>
              <a:pPr/>
              <a:t>7</a:t>
            </a:fld>
            <a:endParaRPr lang="en-GB" altLang="en-US" sz="1200">
              <a:solidFill>
                <a:srgbClr val="000000"/>
              </a:solidFill>
            </a:endParaRPr>
          </a:p>
        </p:txBody>
      </p:sp>
      <p:sp>
        <p:nvSpPr>
          <p:cNvPr id="164866" name="Text Box 2">
            <a:extLst>
              <a:ext uri="{FF2B5EF4-FFF2-40B4-BE49-F238E27FC236}">
                <a16:creationId xmlns:a16="http://schemas.microsoft.com/office/drawing/2014/main" id="{EB10FBBA-2354-42F1-BF10-8D1211309FCE}"/>
              </a:ext>
            </a:extLst>
          </p:cNvPr>
          <p:cNvSpPr txBox="1">
            <a:spLocks noChangeArrowheads="1"/>
          </p:cNvSpPr>
          <p:nvPr/>
        </p:nvSpPr>
        <p:spPr bwMode="auto">
          <a:xfrm>
            <a:off x="1131888" y="688975"/>
            <a:ext cx="4592637" cy="3444875"/>
          </a:xfrm>
          <a:prstGeom prst="rect">
            <a:avLst/>
          </a:prstGeom>
          <a:solidFill>
            <a:srgbClr val="FFFFFF"/>
          </a:solidFill>
          <a:ln w="9360">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lstStyle/>
          <a:p>
            <a:pPr>
              <a:buFont typeface="Times New Roman" charset="0"/>
              <a:buNone/>
              <a:defRPr/>
            </a:pPr>
            <a:endParaRPr lang="it-IT">
              <a:latin typeface="Times New Roman" charset="0"/>
              <a:ea typeface="ＭＳ Ｐゴシック" charset="0"/>
            </a:endParaRPr>
          </a:p>
        </p:txBody>
      </p:sp>
      <p:sp>
        <p:nvSpPr>
          <p:cNvPr id="164867" name="Text Box 3">
            <a:extLst>
              <a:ext uri="{FF2B5EF4-FFF2-40B4-BE49-F238E27FC236}">
                <a16:creationId xmlns:a16="http://schemas.microsoft.com/office/drawing/2014/main" id="{E1FD563A-CB8D-4AE0-840B-A1933E2BEAE4}"/>
              </a:ext>
            </a:extLst>
          </p:cNvPr>
          <p:cNvSpPr>
            <a:spLocks noGrp="1" noChangeArrowheads="1"/>
          </p:cNvSpPr>
          <p:nvPr>
            <p:ph type="body"/>
          </p:nvPr>
        </p:nvSpPr>
        <p:spPr>
          <a:xfrm>
            <a:off x="914400" y="4365625"/>
            <a:ext cx="5019675" cy="41259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pPr>
              <a:buFont typeface="Times New Roman" charset="0"/>
              <a:buNone/>
              <a:defRPr/>
            </a:pPr>
            <a:endParaRPr lang="it-IT">
              <a:ea typeface="ＭＳ Ｐゴシック" charset="0"/>
              <a:cs typeface="+mn-c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13">
            <a:extLst>
              <a:ext uri="{FF2B5EF4-FFF2-40B4-BE49-F238E27FC236}">
                <a16:creationId xmlns:a16="http://schemas.microsoft.com/office/drawing/2014/main" id="{50229284-C925-47EA-A18A-786E172A8F9A}"/>
              </a:ext>
            </a:extLst>
          </p:cNvPr>
          <p:cNvSpPr>
            <a:spLocks noGrp="1" noChangeArrowheads="1"/>
          </p:cNvSpPr>
          <p:nvPr>
            <p:ph type="sldNum" sz="quarter"/>
          </p:nvPr>
        </p:nvSpPr>
        <p:spPr>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9pPr>
          </a:lstStyle>
          <a:p>
            <a:fld id="{4FF9EBB0-C1F5-457B-9268-AE72EEC316CD}" type="slidenum">
              <a:rPr lang="en-GB" altLang="en-US" sz="1200">
                <a:solidFill>
                  <a:srgbClr val="000000"/>
                </a:solidFill>
              </a:rPr>
              <a:pPr/>
              <a:t>8</a:t>
            </a:fld>
            <a:endParaRPr lang="en-GB" altLang="en-US" sz="1200">
              <a:solidFill>
                <a:srgbClr val="000000"/>
              </a:solidFill>
            </a:endParaRPr>
          </a:p>
        </p:txBody>
      </p:sp>
      <p:sp>
        <p:nvSpPr>
          <p:cNvPr id="162818" name="Text Box 2">
            <a:extLst>
              <a:ext uri="{FF2B5EF4-FFF2-40B4-BE49-F238E27FC236}">
                <a16:creationId xmlns:a16="http://schemas.microsoft.com/office/drawing/2014/main" id="{4B5BF026-B02A-43EF-8AB3-1EB07B51CAB2}"/>
              </a:ext>
            </a:extLst>
          </p:cNvPr>
          <p:cNvSpPr txBox="1">
            <a:spLocks noChangeArrowheads="1"/>
          </p:cNvSpPr>
          <p:nvPr/>
        </p:nvSpPr>
        <p:spPr bwMode="auto">
          <a:xfrm>
            <a:off x="1131888" y="688975"/>
            <a:ext cx="4592637" cy="3444875"/>
          </a:xfrm>
          <a:prstGeom prst="rect">
            <a:avLst/>
          </a:prstGeom>
          <a:solidFill>
            <a:srgbClr val="FFFFFF"/>
          </a:solidFill>
          <a:ln w="9360">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lstStyle/>
          <a:p>
            <a:pPr>
              <a:buFont typeface="Times New Roman" charset="0"/>
              <a:buNone/>
              <a:defRPr/>
            </a:pPr>
            <a:endParaRPr lang="it-IT">
              <a:latin typeface="Times New Roman" charset="0"/>
              <a:ea typeface="ＭＳ Ｐゴシック" charset="0"/>
            </a:endParaRPr>
          </a:p>
        </p:txBody>
      </p:sp>
      <p:sp>
        <p:nvSpPr>
          <p:cNvPr id="162819" name="Text Box 3">
            <a:extLst>
              <a:ext uri="{FF2B5EF4-FFF2-40B4-BE49-F238E27FC236}">
                <a16:creationId xmlns:a16="http://schemas.microsoft.com/office/drawing/2014/main" id="{10C66A53-7B78-41DD-B0FF-0C989543BBD2}"/>
              </a:ext>
            </a:extLst>
          </p:cNvPr>
          <p:cNvSpPr>
            <a:spLocks noGrp="1" noChangeArrowheads="1"/>
          </p:cNvSpPr>
          <p:nvPr>
            <p:ph type="body"/>
          </p:nvPr>
        </p:nvSpPr>
        <p:spPr>
          <a:xfrm>
            <a:off x="914400" y="4365625"/>
            <a:ext cx="5019675" cy="41259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pPr>
              <a:buFont typeface="Times New Roman" charset="0"/>
              <a:buNone/>
              <a:defRPr/>
            </a:pPr>
            <a:endParaRPr lang="it-IT">
              <a:ea typeface="ＭＳ Ｐゴシック" charset="0"/>
              <a:cs typeface="+mn-c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13">
            <a:extLst>
              <a:ext uri="{FF2B5EF4-FFF2-40B4-BE49-F238E27FC236}">
                <a16:creationId xmlns:a16="http://schemas.microsoft.com/office/drawing/2014/main" id="{DE28B1CB-3D0D-4EE0-AAF6-B242558C82FE}"/>
              </a:ext>
            </a:extLst>
          </p:cNvPr>
          <p:cNvSpPr>
            <a:spLocks noGrp="1" noChangeArrowheads="1"/>
          </p:cNvSpPr>
          <p:nvPr>
            <p:ph type="sldNum" sz="quarter"/>
          </p:nvPr>
        </p:nvSpPr>
        <p:spPr>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9pPr>
          </a:lstStyle>
          <a:p>
            <a:fld id="{2544041F-390C-4CC0-BC9C-1D7088FC6B79}" type="slidenum">
              <a:rPr lang="en-GB" altLang="en-US" sz="1200">
                <a:solidFill>
                  <a:srgbClr val="000000"/>
                </a:solidFill>
              </a:rPr>
              <a:pPr/>
              <a:t>9</a:t>
            </a:fld>
            <a:endParaRPr lang="en-GB" altLang="en-US" sz="1200">
              <a:solidFill>
                <a:srgbClr val="000000"/>
              </a:solidFill>
            </a:endParaRPr>
          </a:p>
        </p:txBody>
      </p:sp>
      <p:sp>
        <p:nvSpPr>
          <p:cNvPr id="173058" name="Text Box 2">
            <a:extLst>
              <a:ext uri="{FF2B5EF4-FFF2-40B4-BE49-F238E27FC236}">
                <a16:creationId xmlns:a16="http://schemas.microsoft.com/office/drawing/2014/main" id="{992CE244-9E31-4A74-8137-AD0C1B0333BC}"/>
              </a:ext>
            </a:extLst>
          </p:cNvPr>
          <p:cNvSpPr txBox="1">
            <a:spLocks noChangeArrowheads="1"/>
          </p:cNvSpPr>
          <p:nvPr/>
        </p:nvSpPr>
        <p:spPr bwMode="auto">
          <a:xfrm>
            <a:off x="1131888" y="688975"/>
            <a:ext cx="4592637" cy="3444875"/>
          </a:xfrm>
          <a:prstGeom prst="rect">
            <a:avLst/>
          </a:prstGeom>
          <a:solidFill>
            <a:srgbClr val="FFFFFF"/>
          </a:solidFill>
          <a:ln w="9360">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lstStyle/>
          <a:p>
            <a:pPr>
              <a:buFont typeface="Times New Roman" charset="0"/>
              <a:buNone/>
              <a:defRPr/>
            </a:pPr>
            <a:endParaRPr lang="it-IT">
              <a:latin typeface="Times New Roman" charset="0"/>
              <a:ea typeface="ＭＳ Ｐゴシック" charset="0"/>
            </a:endParaRPr>
          </a:p>
        </p:txBody>
      </p:sp>
      <p:sp>
        <p:nvSpPr>
          <p:cNvPr id="173059" name="Text Box 3">
            <a:extLst>
              <a:ext uri="{FF2B5EF4-FFF2-40B4-BE49-F238E27FC236}">
                <a16:creationId xmlns:a16="http://schemas.microsoft.com/office/drawing/2014/main" id="{34E0B817-5940-4FF6-8354-1528B98E63FE}"/>
              </a:ext>
            </a:extLst>
          </p:cNvPr>
          <p:cNvSpPr>
            <a:spLocks noGrp="1" noChangeArrowheads="1"/>
          </p:cNvSpPr>
          <p:nvPr>
            <p:ph type="body"/>
          </p:nvPr>
        </p:nvSpPr>
        <p:spPr>
          <a:xfrm>
            <a:off x="914400" y="4365625"/>
            <a:ext cx="5019675" cy="41259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pPr>
              <a:buFont typeface="Times New Roman" charset="0"/>
              <a:buNone/>
              <a:defRPr/>
            </a:pPr>
            <a:endParaRPr lang="it-IT">
              <a:ea typeface="ＭＳ Ｐゴシック" charset="0"/>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olo 1"/>
          <p:cNvSpPr>
            <a:spLocks noGrp="1"/>
          </p:cNvSpPr>
          <p:nvPr>
            <p:ph type="ctrTitle"/>
          </p:nvPr>
        </p:nvSpPr>
        <p:spPr>
          <a:xfrm>
            <a:off x="685800" y="2130425"/>
            <a:ext cx="7772400" cy="1470025"/>
          </a:xfrm>
        </p:spPr>
        <p:txBody>
          <a:bodyPr/>
          <a:lstStyle/>
          <a:p>
            <a:r>
              <a:rPr lang="it-IT"/>
              <a:t>Fare clic per modificare lo stile del titolo</a:t>
            </a:r>
          </a:p>
        </p:txBody>
      </p:sp>
      <p:sp>
        <p:nvSpPr>
          <p:cNvPr id="3" name="Sottotitolo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it-IT"/>
              <a:t>Fare clic per modificare lo stile del sottotitolo dello schema</a:t>
            </a:r>
          </a:p>
        </p:txBody>
      </p:sp>
      <p:sp>
        <p:nvSpPr>
          <p:cNvPr id="4" name="Segnaposto data 3"/>
          <p:cNvSpPr>
            <a:spLocks noGrp="1"/>
          </p:cNvSpPr>
          <p:nvPr>
            <p:ph type="dt" sz="half" idx="10"/>
          </p:nvPr>
        </p:nvSpPr>
        <p:spPr/>
        <p:txBody>
          <a:bodyPr/>
          <a:lstStyle/>
          <a:p>
            <a:fld id="{20720CCF-E218-4B2C-8464-A37907D82283}" type="datetime1">
              <a:rPr lang="it-IT" smtClean="0"/>
              <a:t>23/02/2023</a:t>
            </a:fld>
            <a:endParaRPr lang="it-IT"/>
          </a:p>
        </p:txBody>
      </p:sp>
      <p:sp>
        <p:nvSpPr>
          <p:cNvPr id="5" name="Segnaposto piè di pagina 4"/>
          <p:cNvSpPr>
            <a:spLocks noGrp="1"/>
          </p:cNvSpPr>
          <p:nvPr>
            <p:ph type="ftr" sz="quarter" idx="11"/>
          </p:nvPr>
        </p:nvSpPr>
        <p:spPr/>
        <p:txBody>
          <a:bodyPr/>
          <a:lstStyle/>
          <a:p>
            <a:r>
              <a:rPr lang="it-IT"/>
              <a:t>Prof. Sebastiano Battiato</a:t>
            </a:r>
          </a:p>
        </p:txBody>
      </p:sp>
      <p:sp>
        <p:nvSpPr>
          <p:cNvPr id="6" name="Segnaposto numero diapositiva 5"/>
          <p:cNvSpPr>
            <a:spLocks noGrp="1"/>
          </p:cNvSpPr>
          <p:nvPr>
            <p:ph type="sldNum" sz="quarter" idx="12"/>
          </p:nvPr>
        </p:nvSpPr>
        <p:spPr/>
        <p:txBody>
          <a:bodyPr/>
          <a:lstStyle/>
          <a:p>
            <a:fld id="{854EB9B7-4A62-42A8-A7BB-04916DCE4B22}" type="slidenum">
              <a:rPr lang="it-IT" smtClean="0"/>
              <a:pPr/>
              <a:t>‹N›</a:t>
            </a:fld>
            <a:endParaRPr lang="it-IT"/>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lo stile del titolo</a:t>
            </a:r>
          </a:p>
        </p:txBody>
      </p:sp>
      <p:sp>
        <p:nvSpPr>
          <p:cNvPr id="3" name="Segnaposto contenuto 2"/>
          <p:cNvSpPr>
            <a:spLocks noGrp="1"/>
          </p:cNvSpPr>
          <p:nvPr>
            <p:ph idx="1"/>
          </p:nvPr>
        </p:nvSpPr>
        <p:spPr/>
        <p:txBody>
          <a:body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p:cNvSpPr>
            <a:spLocks noGrp="1"/>
          </p:cNvSpPr>
          <p:nvPr>
            <p:ph type="dt" sz="half" idx="10"/>
          </p:nvPr>
        </p:nvSpPr>
        <p:spPr/>
        <p:txBody>
          <a:bodyPr/>
          <a:lstStyle/>
          <a:p>
            <a:fld id="{A3E25C3F-BEE6-4767-BECD-43DC673A16E1}" type="datetime1">
              <a:rPr lang="it-IT" smtClean="0"/>
              <a:t>23/02/2023</a:t>
            </a:fld>
            <a:endParaRPr lang="it-IT"/>
          </a:p>
        </p:txBody>
      </p:sp>
      <p:sp>
        <p:nvSpPr>
          <p:cNvPr id="5" name="Segnaposto piè di pagina 4"/>
          <p:cNvSpPr>
            <a:spLocks noGrp="1"/>
          </p:cNvSpPr>
          <p:nvPr>
            <p:ph type="ftr" sz="quarter" idx="11"/>
          </p:nvPr>
        </p:nvSpPr>
        <p:spPr/>
        <p:txBody>
          <a:bodyPr/>
          <a:lstStyle/>
          <a:p>
            <a:r>
              <a:rPr lang="it-IT"/>
              <a:t>Prof. Sebastiano Battiato</a:t>
            </a:r>
          </a:p>
        </p:txBody>
      </p:sp>
      <p:sp>
        <p:nvSpPr>
          <p:cNvPr id="6" name="Segnaposto numero diapositiva 5"/>
          <p:cNvSpPr>
            <a:spLocks noGrp="1"/>
          </p:cNvSpPr>
          <p:nvPr>
            <p:ph type="sldNum" sz="quarter" idx="12"/>
          </p:nvPr>
        </p:nvSpPr>
        <p:spPr/>
        <p:txBody>
          <a:bodyPr/>
          <a:lstStyle/>
          <a:p>
            <a:fld id="{854EB9B7-4A62-42A8-A7BB-04916DCE4B22}" type="slidenum">
              <a:rPr lang="it-IT" smtClean="0"/>
              <a:pPr/>
              <a:t>‹N›</a:t>
            </a:fld>
            <a:endParaRPr lang="it-IT"/>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p:cNvSpPr>
            <a:spLocks noGrp="1"/>
          </p:cNvSpPr>
          <p:nvPr>
            <p:ph type="title"/>
          </p:nvPr>
        </p:nvSpPr>
        <p:spPr>
          <a:xfrm>
            <a:off x="722313" y="4406900"/>
            <a:ext cx="7772400" cy="1362075"/>
          </a:xfrm>
        </p:spPr>
        <p:txBody>
          <a:bodyPr anchor="t"/>
          <a:lstStyle>
            <a:lvl1pPr algn="l">
              <a:defRPr sz="4000" b="1" cap="all"/>
            </a:lvl1pPr>
          </a:lstStyle>
          <a:p>
            <a:r>
              <a:rPr lang="it-IT"/>
              <a:t>Fare clic per modificare lo stile del titolo</a:t>
            </a:r>
          </a:p>
        </p:txBody>
      </p:sp>
      <p:sp>
        <p:nvSpPr>
          <p:cNvPr id="3" name="Segnaposto testo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it-IT"/>
              <a:t>Fare clic per modificare stili del testo dello schema</a:t>
            </a:r>
          </a:p>
        </p:txBody>
      </p:sp>
      <p:sp>
        <p:nvSpPr>
          <p:cNvPr id="4" name="Segnaposto data 3"/>
          <p:cNvSpPr>
            <a:spLocks noGrp="1"/>
          </p:cNvSpPr>
          <p:nvPr>
            <p:ph type="dt" sz="half" idx="10"/>
          </p:nvPr>
        </p:nvSpPr>
        <p:spPr/>
        <p:txBody>
          <a:bodyPr/>
          <a:lstStyle/>
          <a:p>
            <a:fld id="{EF19C3DF-F5EE-4CE1-897E-6EF34022FF95}" type="datetime1">
              <a:rPr lang="it-IT" smtClean="0"/>
              <a:t>23/02/2023</a:t>
            </a:fld>
            <a:endParaRPr lang="it-IT"/>
          </a:p>
        </p:txBody>
      </p:sp>
      <p:sp>
        <p:nvSpPr>
          <p:cNvPr id="5" name="Segnaposto piè di pagina 4"/>
          <p:cNvSpPr>
            <a:spLocks noGrp="1"/>
          </p:cNvSpPr>
          <p:nvPr>
            <p:ph type="ftr" sz="quarter" idx="11"/>
          </p:nvPr>
        </p:nvSpPr>
        <p:spPr/>
        <p:txBody>
          <a:bodyPr/>
          <a:lstStyle/>
          <a:p>
            <a:r>
              <a:rPr lang="it-IT"/>
              <a:t>Prof. Sebastiano Battiato</a:t>
            </a:r>
          </a:p>
        </p:txBody>
      </p:sp>
      <p:sp>
        <p:nvSpPr>
          <p:cNvPr id="6" name="Segnaposto numero diapositiva 5"/>
          <p:cNvSpPr>
            <a:spLocks noGrp="1"/>
          </p:cNvSpPr>
          <p:nvPr>
            <p:ph type="sldNum" sz="quarter" idx="12"/>
          </p:nvPr>
        </p:nvSpPr>
        <p:spPr/>
        <p:txBody>
          <a:bodyPr/>
          <a:lstStyle/>
          <a:p>
            <a:fld id="{854EB9B7-4A62-42A8-A7BB-04916DCE4B22}" type="slidenum">
              <a:rPr lang="it-IT" smtClean="0"/>
              <a:pPr/>
              <a:t>‹N›</a:t>
            </a:fld>
            <a:endParaRPr lang="it-IT"/>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lo stile del titolo</a:t>
            </a:r>
          </a:p>
        </p:txBody>
      </p:sp>
      <p:sp>
        <p:nvSpPr>
          <p:cNvPr id="3" name="Segnaposto contenuto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contenuto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data 4"/>
          <p:cNvSpPr>
            <a:spLocks noGrp="1"/>
          </p:cNvSpPr>
          <p:nvPr>
            <p:ph type="dt" sz="half" idx="10"/>
          </p:nvPr>
        </p:nvSpPr>
        <p:spPr/>
        <p:txBody>
          <a:bodyPr/>
          <a:lstStyle/>
          <a:p>
            <a:fld id="{E2830FEE-6631-46C8-A68B-26580C2F8D23}" type="datetime1">
              <a:rPr lang="it-IT" smtClean="0"/>
              <a:t>23/02/2023</a:t>
            </a:fld>
            <a:endParaRPr lang="it-IT"/>
          </a:p>
        </p:txBody>
      </p:sp>
      <p:sp>
        <p:nvSpPr>
          <p:cNvPr id="6" name="Segnaposto piè di pagina 5"/>
          <p:cNvSpPr>
            <a:spLocks noGrp="1"/>
          </p:cNvSpPr>
          <p:nvPr>
            <p:ph type="ftr" sz="quarter" idx="11"/>
          </p:nvPr>
        </p:nvSpPr>
        <p:spPr/>
        <p:txBody>
          <a:bodyPr/>
          <a:lstStyle/>
          <a:p>
            <a:r>
              <a:rPr lang="it-IT"/>
              <a:t>Prof. Sebastiano Battiato</a:t>
            </a:r>
          </a:p>
        </p:txBody>
      </p:sp>
      <p:sp>
        <p:nvSpPr>
          <p:cNvPr id="7" name="Segnaposto numero diapositiva 6"/>
          <p:cNvSpPr>
            <a:spLocks noGrp="1"/>
          </p:cNvSpPr>
          <p:nvPr>
            <p:ph type="sldNum" sz="quarter" idx="12"/>
          </p:nvPr>
        </p:nvSpPr>
        <p:spPr/>
        <p:txBody>
          <a:bodyPr/>
          <a:lstStyle/>
          <a:p>
            <a:fld id="{854EB9B7-4A62-42A8-A7BB-04916DCE4B22}" type="slidenum">
              <a:rPr lang="it-IT" smtClean="0"/>
              <a:pPr/>
              <a:t>‹N›</a:t>
            </a:fld>
            <a:endParaRPr lang="it-IT"/>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lvl1pPr>
              <a:defRPr/>
            </a:lvl1pPr>
          </a:lstStyle>
          <a:p>
            <a:r>
              <a:rPr lang="it-IT"/>
              <a:t>Fare clic per modificare lo stile del titolo</a:t>
            </a:r>
          </a:p>
        </p:txBody>
      </p:sp>
      <p:sp>
        <p:nvSpPr>
          <p:cNvPr id="3" name="Segnaposto testo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stili del testo dello schema</a:t>
            </a:r>
          </a:p>
        </p:txBody>
      </p:sp>
      <p:sp>
        <p:nvSpPr>
          <p:cNvPr id="4" name="Segnaposto contenuto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testo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stili del testo dello schema</a:t>
            </a:r>
          </a:p>
        </p:txBody>
      </p:sp>
      <p:sp>
        <p:nvSpPr>
          <p:cNvPr id="6" name="Segnaposto contenuto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7" name="Segnaposto data 6"/>
          <p:cNvSpPr>
            <a:spLocks noGrp="1"/>
          </p:cNvSpPr>
          <p:nvPr>
            <p:ph type="dt" sz="half" idx="10"/>
          </p:nvPr>
        </p:nvSpPr>
        <p:spPr/>
        <p:txBody>
          <a:bodyPr/>
          <a:lstStyle/>
          <a:p>
            <a:fld id="{E6F57EE8-E1E6-477B-B6A0-7C4E9954D1DB}" type="datetime1">
              <a:rPr lang="it-IT" smtClean="0"/>
              <a:t>23/02/2023</a:t>
            </a:fld>
            <a:endParaRPr lang="it-IT"/>
          </a:p>
        </p:txBody>
      </p:sp>
      <p:sp>
        <p:nvSpPr>
          <p:cNvPr id="8" name="Segnaposto piè di pagina 7"/>
          <p:cNvSpPr>
            <a:spLocks noGrp="1"/>
          </p:cNvSpPr>
          <p:nvPr>
            <p:ph type="ftr" sz="quarter" idx="11"/>
          </p:nvPr>
        </p:nvSpPr>
        <p:spPr/>
        <p:txBody>
          <a:bodyPr/>
          <a:lstStyle/>
          <a:p>
            <a:r>
              <a:rPr lang="it-IT"/>
              <a:t>Prof. Sebastiano Battiato</a:t>
            </a:r>
          </a:p>
        </p:txBody>
      </p:sp>
      <p:sp>
        <p:nvSpPr>
          <p:cNvPr id="9" name="Segnaposto numero diapositiva 8"/>
          <p:cNvSpPr>
            <a:spLocks noGrp="1"/>
          </p:cNvSpPr>
          <p:nvPr>
            <p:ph type="sldNum" sz="quarter" idx="12"/>
          </p:nvPr>
        </p:nvSpPr>
        <p:spPr/>
        <p:txBody>
          <a:bodyPr/>
          <a:lstStyle/>
          <a:p>
            <a:fld id="{854EB9B7-4A62-42A8-A7BB-04916DCE4B22}" type="slidenum">
              <a:rPr lang="it-IT" smtClean="0"/>
              <a:pPr/>
              <a:t>‹N›</a:t>
            </a:fld>
            <a:endParaRPr lang="it-IT"/>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lo stile del titolo</a:t>
            </a:r>
          </a:p>
        </p:txBody>
      </p:sp>
      <p:sp>
        <p:nvSpPr>
          <p:cNvPr id="3" name="Segnaposto data 2"/>
          <p:cNvSpPr>
            <a:spLocks noGrp="1"/>
          </p:cNvSpPr>
          <p:nvPr>
            <p:ph type="dt" sz="half" idx="10"/>
          </p:nvPr>
        </p:nvSpPr>
        <p:spPr/>
        <p:txBody>
          <a:bodyPr/>
          <a:lstStyle/>
          <a:p>
            <a:fld id="{9A909193-E75F-45FD-BCD5-B50D9F1F20EA}" type="datetime1">
              <a:rPr lang="it-IT" smtClean="0"/>
              <a:t>23/02/2023</a:t>
            </a:fld>
            <a:endParaRPr lang="it-IT"/>
          </a:p>
        </p:txBody>
      </p:sp>
      <p:sp>
        <p:nvSpPr>
          <p:cNvPr id="4" name="Segnaposto piè di pagina 3"/>
          <p:cNvSpPr>
            <a:spLocks noGrp="1"/>
          </p:cNvSpPr>
          <p:nvPr>
            <p:ph type="ftr" sz="quarter" idx="11"/>
          </p:nvPr>
        </p:nvSpPr>
        <p:spPr/>
        <p:txBody>
          <a:bodyPr/>
          <a:lstStyle/>
          <a:p>
            <a:r>
              <a:rPr lang="it-IT"/>
              <a:t>Prof. Sebastiano Battiato</a:t>
            </a:r>
          </a:p>
        </p:txBody>
      </p:sp>
      <p:sp>
        <p:nvSpPr>
          <p:cNvPr id="5" name="Segnaposto numero diapositiva 4"/>
          <p:cNvSpPr>
            <a:spLocks noGrp="1"/>
          </p:cNvSpPr>
          <p:nvPr>
            <p:ph type="sldNum" sz="quarter" idx="12"/>
          </p:nvPr>
        </p:nvSpPr>
        <p:spPr/>
        <p:txBody>
          <a:bodyPr/>
          <a:lstStyle/>
          <a:p>
            <a:fld id="{854EB9B7-4A62-42A8-A7BB-04916DCE4B22}" type="slidenum">
              <a:rPr lang="it-IT" smtClean="0"/>
              <a:pPr/>
              <a:t>‹N›</a:t>
            </a:fld>
            <a:endParaRPr lang="it-IT"/>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Segnaposto data 1"/>
          <p:cNvSpPr>
            <a:spLocks noGrp="1"/>
          </p:cNvSpPr>
          <p:nvPr>
            <p:ph type="dt" sz="half" idx="10"/>
          </p:nvPr>
        </p:nvSpPr>
        <p:spPr/>
        <p:txBody>
          <a:bodyPr/>
          <a:lstStyle/>
          <a:p>
            <a:fld id="{D46DFA50-D1D4-4040-9856-CEDD09579BF0}" type="datetime1">
              <a:rPr lang="it-IT" smtClean="0"/>
              <a:t>23/02/2023</a:t>
            </a:fld>
            <a:endParaRPr lang="it-IT"/>
          </a:p>
        </p:txBody>
      </p:sp>
      <p:sp>
        <p:nvSpPr>
          <p:cNvPr id="3" name="Segnaposto piè di pagina 2"/>
          <p:cNvSpPr>
            <a:spLocks noGrp="1"/>
          </p:cNvSpPr>
          <p:nvPr>
            <p:ph type="ftr" sz="quarter" idx="11"/>
          </p:nvPr>
        </p:nvSpPr>
        <p:spPr/>
        <p:txBody>
          <a:bodyPr/>
          <a:lstStyle/>
          <a:p>
            <a:r>
              <a:rPr lang="it-IT"/>
              <a:t>Prof. Sebastiano Battiato</a:t>
            </a:r>
          </a:p>
        </p:txBody>
      </p:sp>
      <p:sp>
        <p:nvSpPr>
          <p:cNvPr id="4" name="Segnaposto numero diapositiva 3"/>
          <p:cNvSpPr>
            <a:spLocks noGrp="1"/>
          </p:cNvSpPr>
          <p:nvPr>
            <p:ph type="sldNum" sz="quarter" idx="12"/>
          </p:nvPr>
        </p:nvSpPr>
        <p:spPr/>
        <p:txBody>
          <a:bodyPr/>
          <a:lstStyle/>
          <a:p>
            <a:fld id="{854EB9B7-4A62-42A8-A7BB-04916DCE4B22}" type="slidenum">
              <a:rPr lang="it-IT" smtClean="0"/>
              <a:pPr/>
              <a:t>‹N›</a:t>
            </a:fld>
            <a:endParaRPr lang="it-IT"/>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457200" y="273050"/>
            <a:ext cx="3008313" cy="1162050"/>
          </a:xfrm>
        </p:spPr>
        <p:txBody>
          <a:bodyPr anchor="b"/>
          <a:lstStyle>
            <a:lvl1pPr algn="l">
              <a:defRPr sz="2000" b="1"/>
            </a:lvl1pPr>
          </a:lstStyle>
          <a:p>
            <a:r>
              <a:rPr lang="it-IT"/>
              <a:t>Fare clic per modificare lo stile del titolo</a:t>
            </a:r>
          </a:p>
        </p:txBody>
      </p:sp>
      <p:sp>
        <p:nvSpPr>
          <p:cNvPr id="3" name="Segnaposto contenuto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testo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stili del testo dello schema</a:t>
            </a:r>
          </a:p>
        </p:txBody>
      </p:sp>
      <p:sp>
        <p:nvSpPr>
          <p:cNvPr id="5" name="Segnaposto data 4"/>
          <p:cNvSpPr>
            <a:spLocks noGrp="1"/>
          </p:cNvSpPr>
          <p:nvPr>
            <p:ph type="dt" sz="half" idx="10"/>
          </p:nvPr>
        </p:nvSpPr>
        <p:spPr/>
        <p:txBody>
          <a:bodyPr/>
          <a:lstStyle/>
          <a:p>
            <a:fld id="{B4BAABCC-650C-44AF-AAA5-125BD543967A}" type="datetime1">
              <a:rPr lang="it-IT" smtClean="0"/>
              <a:t>23/02/2023</a:t>
            </a:fld>
            <a:endParaRPr lang="it-IT"/>
          </a:p>
        </p:txBody>
      </p:sp>
      <p:sp>
        <p:nvSpPr>
          <p:cNvPr id="6" name="Segnaposto piè di pagina 5"/>
          <p:cNvSpPr>
            <a:spLocks noGrp="1"/>
          </p:cNvSpPr>
          <p:nvPr>
            <p:ph type="ftr" sz="quarter" idx="11"/>
          </p:nvPr>
        </p:nvSpPr>
        <p:spPr/>
        <p:txBody>
          <a:bodyPr/>
          <a:lstStyle/>
          <a:p>
            <a:r>
              <a:rPr lang="it-IT"/>
              <a:t>Prof. Sebastiano Battiato</a:t>
            </a:r>
          </a:p>
        </p:txBody>
      </p:sp>
      <p:sp>
        <p:nvSpPr>
          <p:cNvPr id="7" name="Segnaposto numero diapositiva 6"/>
          <p:cNvSpPr>
            <a:spLocks noGrp="1"/>
          </p:cNvSpPr>
          <p:nvPr>
            <p:ph type="sldNum" sz="quarter" idx="12"/>
          </p:nvPr>
        </p:nvSpPr>
        <p:spPr/>
        <p:txBody>
          <a:bodyPr/>
          <a:lstStyle/>
          <a:p>
            <a:fld id="{854EB9B7-4A62-42A8-A7BB-04916DCE4B22}" type="slidenum">
              <a:rPr lang="it-IT" smtClean="0"/>
              <a:pPr/>
              <a:t>‹N›</a:t>
            </a:fld>
            <a:endParaRPr lang="it-IT"/>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1792288" y="4800600"/>
            <a:ext cx="5486400" cy="566738"/>
          </a:xfrm>
        </p:spPr>
        <p:txBody>
          <a:bodyPr anchor="b"/>
          <a:lstStyle>
            <a:lvl1pPr algn="l">
              <a:defRPr sz="2000" b="1"/>
            </a:lvl1pPr>
          </a:lstStyle>
          <a:p>
            <a:r>
              <a:rPr lang="it-IT"/>
              <a:t>Fare clic per modificare lo stile del titolo</a:t>
            </a:r>
          </a:p>
        </p:txBody>
      </p:sp>
      <p:sp>
        <p:nvSpPr>
          <p:cNvPr id="3" name="Segnaposto immagin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it-IT"/>
          </a:p>
        </p:txBody>
      </p:sp>
      <p:sp>
        <p:nvSpPr>
          <p:cNvPr id="4" name="Segnaposto testo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stili del testo dello schema</a:t>
            </a:r>
          </a:p>
        </p:txBody>
      </p:sp>
      <p:sp>
        <p:nvSpPr>
          <p:cNvPr id="5" name="Segnaposto data 4"/>
          <p:cNvSpPr>
            <a:spLocks noGrp="1"/>
          </p:cNvSpPr>
          <p:nvPr>
            <p:ph type="dt" sz="half" idx="10"/>
          </p:nvPr>
        </p:nvSpPr>
        <p:spPr/>
        <p:txBody>
          <a:bodyPr/>
          <a:lstStyle/>
          <a:p>
            <a:fld id="{6D8184B4-A310-4379-AA26-CC2359EE9796}" type="datetime1">
              <a:rPr lang="it-IT" smtClean="0"/>
              <a:t>23/02/2023</a:t>
            </a:fld>
            <a:endParaRPr lang="it-IT"/>
          </a:p>
        </p:txBody>
      </p:sp>
      <p:sp>
        <p:nvSpPr>
          <p:cNvPr id="6" name="Segnaposto piè di pagina 5"/>
          <p:cNvSpPr>
            <a:spLocks noGrp="1"/>
          </p:cNvSpPr>
          <p:nvPr>
            <p:ph type="ftr" sz="quarter" idx="11"/>
          </p:nvPr>
        </p:nvSpPr>
        <p:spPr/>
        <p:txBody>
          <a:bodyPr/>
          <a:lstStyle/>
          <a:p>
            <a:r>
              <a:rPr lang="it-IT"/>
              <a:t>Prof. Sebastiano Battiato</a:t>
            </a:r>
          </a:p>
        </p:txBody>
      </p:sp>
      <p:sp>
        <p:nvSpPr>
          <p:cNvPr id="7" name="Segnaposto numero diapositiva 6"/>
          <p:cNvSpPr>
            <a:spLocks noGrp="1"/>
          </p:cNvSpPr>
          <p:nvPr>
            <p:ph type="sldNum" sz="quarter" idx="12"/>
          </p:nvPr>
        </p:nvSpPr>
        <p:spPr/>
        <p:txBody>
          <a:bodyPr/>
          <a:lstStyle/>
          <a:p>
            <a:fld id="{854EB9B7-4A62-42A8-A7BB-04916DCE4B22}" type="slidenum">
              <a:rPr lang="it-IT" smtClean="0"/>
              <a:pPr/>
              <a:t>‹N›</a:t>
            </a:fld>
            <a:endParaRPr lang="it-IT"/>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lo stile del titolo</a:t>
            </a:r>
          </a:p>
        </p:txBody>
      </p:sp>
      <p:sp>
        <p:nvSpPr>
          <p:cNvPr id="3" name="Segnaposto testo verticale 2"/>
          <p:cNvSpPr>
            <a:spLocks noGrp="1"/>
          </p:cNvSpPr>
          <p:nvPr>
            <p:ph type="body" orient="vert" idx="1"/>
          </p:nvPr>
        </p:nvSpPr>
        <p:spPr/>
        <p:txBody>
          <a:bodyPr vert="eaVert"/>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p:cNvSpPr>
            <a:spLocks noGrp="1"/>
          </p:cNvSpPr>
          <p:nvPr>
            <p:ph type="dt" sz="half" idx="10"/>
          </p:nvPr>
        </p:nvSpPr>
        <p:spPr/>
        <p:txBody>
          <a:bodyPr/>
          <a:lstStyle/>
          <a:p>
            <a:fld id="{CFD63288-D516-4BE7-A187-31238DD7AC04}" type="datetime1">
              <a:rPr lang="it-IT" smtClean="0"/>
              <a:t>23/02/2023</a:t>
            </a:fld>
            <a:endParaRPr lang="it-IT"/>
          </a:p>
        </p:txBody>
      </p:sp>
      <p:sp>
        <p:nvSpPr>
          <p:cNvPr id="5" name="Segnaposto piè di pagina 4"/>
          <p:cNvSpPr>
            <a:spLocks noGrp="1"/>
          </p:cNvSpPr>
          <p:nvPr>
            <p:ph type="ftr" sz="quarter" idx="11"/>
          </p:nvPr>
        </p:nvSpPr>
        <p:spPr/>
        <p:txBody>
          <a:bodyPr/>
          <a:lstStyle/>
          <a:p>
            <a:r>
              <a:rPr lang="it-IT"/>
              <a:t>Prof. Sebastiano Battiato</a:t>
            </a:r>
          </a:p>
        </p:txBody>
      </p:sp>
      <p:sp>
        <p:nvSpPr>
          <p:cNvPr id="6" name="Segnaposto numero diapositiva 5"/>
          <p:cNvSpPr>
            <a:spLocks noGrp="1"/>
          </p:cNvSpPr>
          <p:nvPr>
            <p:ph type="sldNum" sz="quarter" idx="12"/>
          </p:nvPr>
        </p:nvSpPr>
        <p:spPr/>
        <p:txBody>
          <a:bodyPr/>
          <a:lstStyle/>
          <a:p>
            <a:fld id="{854EB9B7-4A62-42A8-A7BB-04916DCE4B22}" type="slidenum">
              <a:rPr lang="it-IT" smtClean="0"/>
              <a:pPr/>
              <a:t>‹N›</a:t>
            </a:fld>
            <a:endParaRPr lang="it-IT"/>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olo e testo verticale">
    <p:spTree>
      <p:nvGrpSpPr>
        <p:cNvPr id="1" name=""/>
        <p:cNvGrpSpPr/>
        <p:nvPr/>
      </p:nvGrpSpPr>
      <p:grpSpPr>
        <a:xfrm>
          <a:off x="0" y="0"/>
          <a:ext cx="0" cy="0"/>
          <a:chOff x="0" y="0"/>
          <a:chExt cx="0" cy="0"/>
        </a:xfrm>
      </p:grpSpPr>
      <p:sp>
        <p:nvSpPr>
          <p:cNvPr id="2" name="Titolo verticale 1"/>
          <p:cNvSpPr>
            <a:spLocks noGrp="1"/>
          </p:cNvSpPr>
          <p:nvPr>
            <p:ph type="title" orient="vert"/>
          </p:nvPr>
        </p:nvSpPr>
        <p:spPr>
          <a:xfrm>
            <a:off x="6629400" y="274638"/>
            <a:ext cx="2057400" cy="5851525"/>
          </a:xfrm>
        </p:spPr>
        <p:txBody>
          <a:bodyPr vert="eaVert"/>
          <a:lstStyle/>
          <a:p>
            <a:r>
              <a:rPr lang="it-IT"/>
              <a:t>Fare clic per modificare lo stile del titolo</a:t>
            </a:r>
          </a:p>
        </p:txBody>
      </p:sp>
      <p:sp>
        <p:nvSpPr>
          <p:cNvPr id="3" name="Segnaposto testo verticale 2"/>
          <p:cNvSpPr>
            <a:spLocks noGrp="1"/>
          </p:cNvSpPr>
          <p:nvPr>
            <p:ph type="body" orient="vert" idx="1"/>
          </p:nvPr>
        </p:nvSpPr>
        <p:spPr>
          <a:xfrm>
            <a:off x="457200" y="274638"/>
            <a:ext cx="6019800" cy="5851525"/>
          </a:xfrm>
        </p:spPr>
        <p:txBody>
          <a:bodyPr vert="eaVert"/>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p:cNvSpPr>
            <a:spLocks noGrp="1"/>
          </p:cNvSpPr>
          <p:nvPr>
            <p:ph type="dt" sz="half" idx="10"/>
          </p:nvPr>
        </p:nvSpPr>
        <p:spPr/>
        <p:txBody>
          <a:bodyPr/>
          <a:lstStyle/>
          <a:p>
            <a:fld id="{DF23434A-3403-4979-A1A4-5F970B6829C4}" type="datetime1">
              <a:rPr lang="it-IT" smtClean="0"/>
              <a:t>23/02/2023</a:t>
            </a:fld>
            <a:endParaRPr lang="it-IT"/>
          </a:p>
        </p:txBody>
      </p:sp>
      <p:sp>
        <p:nvSpPr>
          <p:cNvPr id="5" name="Segnaposto piè di pagina 4"/>
          <p:cNvSpPr>
            <a:spLocks noGrp="1"/>
          </p:cNvSpPr>
          <p:nvPr>
            <p:ph type="ftr" sz="quarter" idx="11"/>
          </p:nvPr>
        </p:nvSpPr>
        <p:spPr/>
        <p:txBody>
          <a:bodyPr/>
          <a:lstStyle/>
          <a:p>
            <a:r>
              <a:rPr lang="it-IT"/>
              <a:t>Prof. Sebastiano Battiato</a:t>
            </a:r>
          </a:p>
        </p:txBody>
      </p:sp>
      <p:sp>
        <p:nvSpPr>
          <p:cNvPr id="6" name="Segnaposto numero diapositiva 5"/>
          <p:cNvSpPr>
            <a:spLocks noGrp="1"/>
          </p:cNvSpPr>
          <p:nvPr>
            <p:ph type="sldNum" sz="quarter" idx="12"/>
          </p:nvPr>
        </p:nvSpPr>
        <p:spPr/>
        <p:txBody>
          <a:bodyPr/>
          <a:lstStyle/>
          <a:p>
            <a:fld id="{854EB9B7-4A62-42A8-A7BB-04916DCE4B22}" type="slidenum">
              <a:rPr lang="it-IT" smtClean="0"/>
              <a:pPr/>
              <a:t>‹N›</a:t>
            </a:fld>
            <a:endParaRPr lang="it-IT"/>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titolo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it-IT"/>
              <a:t>Fare clic per modificare lo stile del titolo</a:t>
            </a:r>
          </a:p>
        </p:txBody>
      </p:sp>
      <p:sp>
        <p:nvSpPr>
          <p:cNvPr id="3" name="Segnaposto testo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D7A9CE8-12BB-4290-9066-AE3E203EF26F}" type="datetime1">
              <a:rPr lang="it-IT" smtClean="0"/>
              <a:t>23/02/2023</a:t>
            </a:fld>
            <a:endParaRPr lang="it-IT"/>
          </a:p>
        </p:txBody>
      </p:sp>
      <p:sp>
        <p:nvSpPr>
          <p:cNvPr id="5" name="Segnaposto piè di pagina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it-IT"/>
              <a:t>Prof. Sebastiano Battiato</a:t>
            </a:r>
          </a:p>
        </p:txBody>
      </p:sp>
      <p:sp>
        <p:nvSpPr>
          <p:cNvPr id="6" name="Segnaposto numero diapositiva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54EB9B7-4A62-42A8-A7BB-04916DCE4B22}" type="slidenum">
              <a:rPr lang="it-IT" smtClean="0"/>
              <a:pPr/>
              <a:t>‹N›</a:t>
            </a:fld>
            <a:endParaRPr lang="it-IT"/>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a:xfrm>
            <a:off x="457200" y="2362870"/>
            <a:ext cx="8229600" cy="2578298"/>
          </a:xfrm>
        </p:spPr>
        <p:txBody>
          <a:bodyPr>
            <a:noAutofit/>
          </a:bodyPr>
          <a:lstStyle/>
          <a:p>
            <a:r>
              <a:rPr lang="en-US" sz="3600" dirty="0" err="1"/>
              <a:t>Allocazione</a:t>
            </a:r>
            <a:r>
              <a:rPr lang="en-US" sz="3600" dirty="0"/>
              <a:t> </a:t>
            </a:r>
            <a:r>
              <a:rPr lang="en-US" sz="3600" dirty="0" err="1"/>
              <a:t>Dinamica</a:t>
            </a:r>
            <a:r>
              <a:rPr lang="en-US" sz="3600" dirty="0"/>
              <a:t> in C++</a:t>
            </a:r>
            <a:br>
              <a:rPr lang="it-IT" sz="1800" dirty="0"/>
            </a:br>
            <a:r>
              <a:rPr lang="it-IT" sz="1800" dirty="0"/>
              <a:t>Massimo Orazio Spata</a:t>
            </a:r>
            <a:br>
              <a:rPr lang="it-IT" sz="1800" dirty="0"/>
            </a:br>
            <a:r>
              <a:rPr lang="it-IT" sz="1800" dirty="0"/>
              <a:t>Image Processing Lab - iplab.dmi.unict.it </a:t>
            </a:r>
            <a:br>
              <a:rPr lang="it-IT" sz="1800" dirty="0"/>
            </a:br>
            <a:br>
              <a:rPr lang="it-IT" sz="1800" dirty="0"/>
            </a:br>
            <a:r>
              <a:rPr lang="it-IT" sz="1800" dirty="0"/>
              <a:t>massimo.spata@unict.it</a:t>
            </a:r>
            <a:br>
              <a:rPr lang="it-IT" sz="1800" dirty="0"/>
            </a:br>
            <a:r>
              <a:rPr lang="it-IT" sz="1800" dirty="0"/>
              <a:t>www.dmi.unict.it/spata/</a:t>
            </a:r>
            <a:endParaRPr lang="it-IT" sz="2800" dirty="0"/>
          </a:p>
        </p:txBody>
      </p:sp>
      <p:pic>
        <p:nvPicPr>
          <p:cNvPr id="1026" name="Picture 2" descr="C:\Users\Alessandro\Desktop\CD FRANCESCO\iplab.png"/>
          <p:cNvPicPr>
            <a:picLocks noChangeAspect="1" noChangeArrowheads="1"/>
          </p:cNvPicPr>
          <p:nvPr/>
        </p:nvPicPr>
        <p:blipFill>
          <a:blip r:embed="rId3" cstate="print"/>
          <a:srcRect/>
          <a:stretch>
            <a:fillRect/>
          </a:stretch>
        </p:blipFill>
        <p:spPr bwMode="auto">
          <a:xfrm>
            <a:off x="6830138" y="5073379"/>
            <a:ext cx="1990334" cy="1451965"/>
          </a:xfrm>
          <a:prstGeom prst="rect">
            <a:avLst/>
          </a:prstGeom>
          <a:noFill/>
        </p:spPr>
      </p:pic>
      <p:pic>
        <p:nvPicPr>
          <p:cNvPr id="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1520" y="260648"/>
            <a:ext cx="5667375" cy="18192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00B5C5F-1D86-4892-984D-F913FB84DDDD}"/>
              </a:ext>
            </a:extLst>
          </p:cNvPr>
          <p:cNvSpPr>
            <a:spLocks noGrp="1"/>
          </p:cNvSpPr>
          <p:nvPr>
            <p:ph type="title"/>
          </p:nvPr>
        </p:nvSpPr>
        <p:spPr/>
        <p:txBody>
          <a:bodyPr/>
          <a:lstStyle/>
          <a:p>
            <a:pPr>
              <a:buFont typeface="Arial" charset="0"/>
              <a:buNone/>
              <a:defRPr/>
            </a:pPr>
            <a:r>
              <a:rPr lang="it-IT" sz="4000" dirty="0">
                <a:ea typeface="+mj-ea"/>
                <a:cs typeface="+mj-cs"/>
              </a:rPr>
              <a:t>Allocazione Dinamica della Memoria</a:t>
            </a:r>
          </a:p>
        </p:txBody>
      </p:sp>
      <p:sp>
        <p:nvSpPr>
          <p:cNvPr id="3" name="Segnaposto contenuto 2">
            <a:extLst>
              <a:ext uri="{FF2B5EF4-FFF2-40B4-BE49-F238E27FC236}">
                <a16:creationId xmlns:a16="http://schemas.microsoft.com/office/drawing/2014/main" id="{A5BA2B38-5D5C-46E5-8F7A-B2FA2EC9E46D}"/>
              </a:ext>
            </a:extLst>
          </p:cNvPr>
          <p:cNvSpPr>
            <a:spLocks noGrp="1"/>
          </p:cNvSpPr>
          <p:nvPr>
            <p:ph idx="1"/>
          </p:nvPr>
        </p:nvSpPr>
        <p:spPr>
          <a:xfrm>
            <a:off x="466437" y="1437446"/>
            <a:ext cx="8229600" cy="4983162"/>
          </a:xfrm>
        </p:spPr>
        <p:txBody>
          <a:bodyPr>
            <a:normAutofit fontScale="77500" lnSpcReduction="20000"/>
          </a:bodyPr>
          <a:lstStyle/>
          <a:p>
            <a:r>
              <a:rPr lang="it-IT" altLang="en-US" dirty="0"/>
              <a:t>Le variabili globali occupano posizioni fisse all</a:t>
            </a:r>
            <a:r>
              <a:rPr lang="it-IT" altLang="it-IT" dirty="0"/>
              <a:t>’</a:t>
            </a:r>
            <a:r>
              <a:rPr lang="it-IT" altLang="en-US" dirty="0"/>
              <a:t>interno del segmento dati assegnato al programma (dal OS) </a:t>
            </a:r>
          </a:p>
          <a:p>
            <a:endParaRPr lang="it-IT" altLang="en-US" dirty="0"/>
          </a:p>
          <a:p>
            <a:r>
              <a:rPr lang="it-IT" altLang="en-US" dirty="0"/>
              <a:t>Le variabili locali sono memorizzate nello stack e </a:t>
            </a:r>
            <a:r>
              <a:rPr lang="it-IT" altLang="it-IT" dirty="0"/>
              <a:t>“</a:t>
            </a:r>
            <a:r>
              <a:rPr lang="it-IT" altLang="en-US" dirty="0"/>
              <a:t>vivono</a:t>
            </a:r>
            <a:r>
              <a:rPr lang="it-IT" altLang="it-IT" dirty="0"/>
              <a:t>”</a:t>
            </a:r>
            <a:r>
              <a:rPr lang="it-IT" altLang="en-US" dirty="0"/>
              <a:t> solo mentre è in esecuzione la funzione che le usa. </a:t>
            </a:r>
          </a:p>
          <a:p>
            <a:endParaRPr lang="it-IT" altLang="en-US" dirty="0"/>
          </a:p>
          <a:p>
            <a:r>
              <a:rPr lang="it-IT" altLang="en-US" dirty="0"/>
              <a:t>Entrambe devono essere definite in fase di compilazione </a:t>
            </a:r>
          </a:p>
          <a:p>
            <a:pPr lvl="1"/>
            <a:r>
              <a:rPr lang="it-IT" altLang="en-US" dirty="0"/>
              <a:t>Non sempre è possibile sapere quanta memoria sarà necessaria al programma </a:t>
            </a:r>
          </a:p>
          <a:p>
            <a:pPr lvl="1"/>
            <a:endParaRPr lang="it-IT" altLang="en-US" dirty="0"/>
          </a:p>
          <a:p>
            <a:r>
              <a:rPr lang="it-IT" altLang="en-US" dirty="0"/>
              <a:t>Tramite </a:t>
            </a:r>
            <a:r>
              <a:rPr lang="it-IT" altLang="en-US" dirty="0">
                <a:latin typeface="Courier New" panose="02070309020205020404" pitchFamily="49" charset="0"/>
                <a:cs typeface="Courier New" panose="02070309020205020404" pitchFamily="49" charset="0"/>
              </a:rPr>
              <a:t>new </a:t>
            </a:r>
            <a:r>
              <a:rPr lang="it-IT" altLang="en-US" dirty="0"/>
              <a:t>e </a:t>
            </a:r>
            <a:r>
              <a:rPr lang="it-IT" altLang="en-US" dirty="0">
                <a:latin typeface="Courier New" panose="02070309020205020404" pitchFamily="49" charset="0"/>
                <a:cs typeface="Courier New" panose="02070309020205020404" pitchFamily="49" charset="0"/>
              </a:rPr>
              <a:t>delete</a:t>
            </a:r>
            <a:r>
              <a:rPr lang="it-IT" altLang="en-US" dirty="0"/>
              <a:t> è possibile gestire la memoria in maniera dinamica </a:t>
            </a:r>
          </a:p>
          <a:p>
            <a:pPr lvl="1"/>
            <a:r>
              <a:rPr lang="it-IT" altLang="en-US" dirty="0"/>
              <a:t>Le variabile dinamiche usano una zona della memoria chiamata heap.</a:t>
            </a:r>
          </a:p>
          <a:p>
            <a:endParaRPr lang="it-IT"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3" name="Rectangle 1">
            <a:extLst>
              <a:ext uri="{FF2B5EF4-FFF2-40B4-BE49-F238E27FC236}">
                <a16:creationId xmlns:a16="http://schemas.microsoft.com/office/drawing/2014/main" id="{2EDD163E-0B11-4A5D-803C-B3040922C589}"/>
              </a:ext>
            </a:extLst>
          </p:cNvPr>
          <p:cNvSpPr>
            <a:spLocks noGrp="1" noChangeArrowheads="1"/>
          </p:cNvSpPr>
          <p:nvPr>
            <p:ph type="title"/>
          </p:nvPr>
        </p:nvSpPr>
        <p:spPr>
          <a:xfrm>
            <a:off x="0" y="0"/>
            <a:ext cx="7770813" cy="981075"/>
          </a:xfrm>
        </p:spPr>
        <p:txBody>
          <a:bodyPr lIns="0" tIns="0" rIns="0" bIns="0"/>
          <a:lstStyle/>
          <a:p>
            <a:pPr>
              <a:lnSpc>
                <a:spcPct val="93000"/>
              </a:lnSpc>
              <a:buFont typeface="Arial"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it-IT" sz="3600" dirty="0">
                <a:latin typeface="Bitstream Charter" charset="0"/>
                <a:ea typeface="+mj-ea"/>
                <a:cs typeface="+mj-cs"/>
              </a:rPr>
              <a:t>Mappa della memoria di un processo</a:t>
            </a:r>
            <a:endParaRPr lang="it-IT" sz="3600" i="1" dirty="0">
              <a:latin typeface="Bitstream Charter" charset="0"/>
              <a:ea typeface="+mj-ea"/>
              <a:cs typeface="+mj-cs"/>
            </a:endParaRPr>
          </a:p>
        </p:txBody>
      </p:sp>
      <p:pic>
        <p:nvPicPr>
          <p:cNvPr id="3170" name="Picture 98">
            <a:extLst>
              <a:ext uri="{FF2B5EF4-FFF2-40B4-BE49-F238E27FC236}">
                <a16:creationId xmlns:a16="http://schemas.microsoft.com/office/drawing/2014/main" id="{42B44A6A-7A8B-4398-A620-7789C08F058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76375" y="1196975"/>
            <a:ext cx="4572000" cy="4298950"/>
          </a:xfrm>
          <a:prstGeom prst="rect">
            <a:avLst/>
          </a:prstGeom>
          <a:noFill/>
          <a:ln>
            <a:noFill/>
          </a:ln>
          <a:effectLst/>
          <a:extLst>
            <a:ext uri="{909E8E84-426E-40dd-AFC4-6F175D3DCCD1}">
              <a14:hiddenFill xmlns:a14="http://schemas.microsoft.com/office/drawing/2010/main" xmlns="">
                <a:solidFill>
                  <a:srgbClr val="00B8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sp>
        <p:nvSpPr>
          <p:cNvPr id="4099" name="Fumetto 2 1">
            <a:extLst>
              <a:ext uri="{FF2B5EF4-FFF2-40B4-BE49-F238E27FC236}">
                <a16:creationId xmlns:a16="http://schemas.microsoft.com/office/drawing/2014/main" id="{D709AB0A-7E1B-4672-A2C5-B9EF18DD30BE}"/>
              </a:ext>
            </a:extLst>
          </p:cNvPr>
          <p:cNvSpPr>
            <a:spLocks noChangeArrowheads="1"/>
          </p:cNvSpPr>
          <p:nvPr/>
        </p:nvSpPr>
        <p:spPr bwMode="auto">
          <a:xfrm>
            <a:off x="6705600" y="2781300"/>
            <a:ext cx="1970088" cy="374650"/>
          </a:xfrm>
          <a:prstGeom prst="wedgeRoundRectCallout">
            <a:avLst>
              <a:gd name="adj1" fmla="val -85250"/>
              <a:gd name="adj2" fmla="val -320630"/>
              <a:gd name="adj3" fmla="val 16667"/>
            </a:avLst>
          </a:prstGeom>
          <a:solidFill>
            <a:schemeClr val="bg1"/>
          </a:solidFill>
          <a:ln w="9525">
            <a:solidFill>
              <a:schemeClr val="tx1"/>
            </a:solidFill>
            <a:miter lim="800000"/>
            <a:headEnd/>
            <a:tailEnd/>
          </a:ln>
        </p:spPr>
        <p:txBody>
          <a:bodyPr>
            <a:spAutoFit/>
          </a:bodyPr>
          <a:lstStyle>
            <a:lvl1pPr>
              <a:defRPr sz="2400">
                <a:solidFill>
                  <a:schemeClr val="bg1"/>
                </a:solidFill>
                <a:latin typeface="Times New Roman" panose="02020603050405020304" pitchFamily="18" charset="0"/>
                <a:ea typeface="MS PGothic" panose="020B0600070205080204" pitchFamily="34" charset="-128"/>
              </a:defRPr>
            </a:lvl1pPr>
            <a:lvl2pPr marL="742950" indent="-285750">
              <a:defRPr sz="2400">
                <a:solidFill>
                  <a:schemeClr val="bg1"/>
                </a:solidFill>
                <a:latin typeface="Times New Roman" panose="02020603050405020304" pitchFamily="18" charset="0"/>
                <a:ea typeface="MS PGothic" panose="020B0600070205080204" pitchFamily="34" charset="-128"/>
              </a:defRPr>
            </a:lvl2pPr>
            <a:lvl3pPr marL="1143000" indent="-228600">
              <a:defRPr sz="2400">
                <a:solidFill>
                  <a:schemeClr val="bg1"/>
                </a:solidFill>
                <a:latin typeface="Times New Roman" panose="02020603050405020304" pitchFamily="18" charset="0"/>
                <a:ea typeface="MS PGothic" panose="020B0600070205080204" pitchFamily="34" charset="-128"/>
              </a:defRPr>
            </a:lvl3pPr>
            <a:lvl4pPr marL="1600200" indent="-228600">
              <a:defRPr sz="2400">
                <a:solidFill>
                  <a:schemeClr val="bg1"/>
                </a:solidFill>
                <a:latin typeface="Times New Roman" panose="02020603050405020304" pitchFamily="18" charset="0"/>
                <a:ea typeface="MS PGothic" panose="020B0600070205080204" pitchFamily="34" charset="-128"/>
              </a:defRPr>
            </a:lvl4pPr>
            <a:lvl5pPr marL="2057400" indent="-228600">
              <a:defRPr sz="2400">
                <a:solidFill>
                  <a:schemeClr val="bg1"/>
                </a:solidFill>
                <a:latin typeface="Times New Roman" panose="02020603050405020304" pitchFamily="18" charset="0"/>
                <a:ea typeface="MS PGothic" panose="020B0600070205080204" pitchFamily="34" charset="-128"/>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defRPr sz="2400">
                <a:solidFill>
                  <a:schemeClr val="bg1"/>
                </a:solidFill>
                <a:latin typeface="Times New Roman" panose="02020603050405020304" pitchFamily="18" charset="0"/>
                <a:ea typeface="MS PGothic" panose="020B0600070205080204" pitchFamily="34" charset="-128"/>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defRPr sz="2400">
                <a:solidFill>
                  <a:schemeClr val="bg1"/>
                </a:solidFill>
                <a:latin typeface="Times New Roman" panose="02020603050405020304" pitchFamily="18" charset="0"/>
                <a:ea typeface="MS PGothic" panose="020B0600070205080204" pitchFamily="34" charset="-128"/>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defRPr sz="2400">
                <a:solidFill>
                  <a:schemeClr val="bg1"/>
                </a:solidFill>
                <a:latin typeface="Times New Roman" panose="02020603050405020304" pitchFamily="18" charset="0"/>
                <a:ea typeface="MS PGothic" panose="020B0600070205080204" pitchFamily="34" charset="-128"/>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defRPr sz="2400">
                <a:solidFill>
                  <a:schemeClr val="bg1"/>
                </a:solidFill>
                <a:latin typeface="Times New Roman" panose="02020603050405020304" pitchFamily="18" charset="0"/>
                <a:ea typeface="MS PGothic" panose="020B0600070205080204" pitchFamily="34" charset="-128"/>
              </a:defRPr>
            </a:lvl9pPr>
          </a:lstStyle>
          <a:p>
            <a:r>
              <a:rPr lang="it-IT" altLang="en-US" sz="1600">
                <a:solidFill>
                  <a:schemeClr val="tx1"/>
                </a:solidFill>
              </a:rPr>
              <a:t>Cresce verso il basso</a:t>
            </a: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a:extLst>
              <a:ext uri="{FF2B5EF4-FFF2-40B4-BE49-F238E27FC236}">
                <a16:creationId xmlns:a16="http://schemas.microsoft.com/office/drawing/2014/main" id="{17E49086-EC40-4A9F-81CE-3890755CC739}"/>
              </a:ext>
            </a:extLst>
          </p:cNvPr>
          <p:cNvSpPr>
            <a:spLocks noGrp="1" noChangeArrowheads="1"/>
          </p:cNvSpPr>
          <p:nvPr>
            <p:ph type="title"/>
          </p:nvPr>
        </p:nvSpPr>
        <p:spPr>
          <a:xfrm>
            <a:off x="395288" y="0"/>
            <a:ext cx="7273925" cy="981075"/>
          </a:xfrm>
        </p:spPr>
        <p:txBody>
          <a:bodyPr lIns="0" tIns="0" rIns="0" bIns="0"/>
          <a:lstStyle/>
          <a:p>
            <a:pPr>
              <a:lnSpc>
                <a:spcPct val="93000"/>
              </a:lnSpc>
              <a:buFont typeface="Arial"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it-IT" sz="4000" dirty="0">
                <a:latin typeface="Bitstream Charter" charset="0"/>
              </a:rPr>
              <a:t>O</a:t>
            </a:r>
            <a:r>
              <a:rPr lang="it-IT" sz="4000" dirty="0">
                <a:latin typeface="Bitstream Charter" charset="0"/>
                <a:ea typeface="+mj-ea"/>
                <a:cs typeface="+mj-cs"/>
              </a:rPr>
              <a:t>peratore </a:t>
            </a:r>
            <a:r>
              <a:rPr lang="it-IT" sz="4000" b="0" dirty="0">
                <a:latin typeface="Courier New" charset="0"/>
                <a:ea typeface="+mj-ea"/>
                <a:cs typeface="+mj-cs"/>
              </a:rPr>
              <a:t>new</a:t>
            </a:r>
          </a:p>
        </p:txBody>
      </p:sp>
      <p:sp>
        <p:nvSpPr>
          <p:cNvPr id="50187" name="Text Box 11">
            <a:extLst>
              <a:ext uri="{FF2B5EF4-FFF2-40B4-BE49-F238E27FC236}">
                <a16:creationId xmlns:a16="http://schemas.microsoft.com/office/drawing/2014/main" id="{3DB97FF4-ADEE-4219-BD2F-3FCB51FE7FA4}"/>
              </a:ext>
            </a:extLst>
          </p:cNvPr>
          <p:cNvSpPr txBox="1">
            <a:spLocks noChangeArrowheads="1"/>
          </p:cNvSpPr>
          <p:nvPr/>
        </p:nvSpPr>
        <p:spPr bwMode="auto">
          <a:xfrm>
            <a:off x="107950" y="765175"/>
            <a:ext cx="7740650" cy="2124075"/>
          </a:xfrm>
          <a:prstGeom prst="rect">
            <a:avLst/>
          </a:prstGeom>
          <a:noFill/>
          <a:ln>
            <a:noFill/>
          </a:ln>
          <a:effectLst/>
          <a:extLst>
            <a:ext uri="{909E8E84-426E-40dd-AFC4-6F175D3DCCD1}">
              <a14:hiddenFill xmlns:a14="http://schemas.microsoft.com/office/drawing/2010/main" xmlns="">
                <a:solidFill>
                  <a:srgbClr val="00B8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marL="342900" indent="-342900">
              <a:defRPr sz="2400">
                <a:solidFill>
                  <a:schemeClr val="bg1"/>
                </a:solidFill>
                <a:latin typeface="Times New Roman" panose="02020603050405020304" pitchFamily="18" charset="0"/>
                <a:ea typeface="MS PGothic" panose="020B0600070205080204" pitchFamily="34" charset="-128"/>
              </a:defRPr>
            </a:lvl1pPr>
            <a:lvl2pPr marL="742950" indent="-285750">
              <a:defRPr sz="2400">
                <a:solidFill>
                  <a:schemeClr val="bg1"/>
                </a:solidFill>
                <a:latin typeface="Times New Roman" panose="02020603050405020304" pitchFamily="18" charset="0"/>
                <a:ea typeface="MS PGothic" panose="020B0600070205080204" pitchFamily="34" charset="-128"/>
              </a:defRPr>
            </a:lvl2pPr>
            <a:lvl3pPr marL="1143000" indent="-228600">
              <a:defRPr sz="2400">
                <a:solidFill>
                  <a:schemeClr val="bg1"/>
                </a:solidFill>
                <a:latin typeface="Times New Roman" panose="02020603050405020304" pitchFamily="18" charset="0"/>
                <a:ea typeface="MS PGothic" panose="020B0600070205080204" pitchFamily="34" charset="-128"/>
              </a:defRPr>
            </a:lvl3pPr>
            <a:lvl4pPr marL="1600200" indent="-228600">
              <a:defRPr sz="2400">
                <a:solidFill>
                  <a:schemeClr val="bg1"/>
                </a:solidFill>
                <a:latin typeface="Times New Roman" panose="02020603050405020304" pitchFamily="18" charset="0"/>
                <a:ea typeface="MS PGothic" panose="020B0600070205080204" pitchFamily="34" charset="-128"/>
              </a:defRPr>
            </a:lvl4pPr>
            <a:lvl5pPr marL="2057400" indent="-228600">
              <a:defRPr sz="2400">
                <a:solidFill>
                  <a:schemeClr val="bg1"/>
                </a:solidFill>
                <a:latin typeface="Times New Roman" panose="02020603050405020304" pitchFamily="18" charset="0"/>
                <a:ea typeface="MS PGothic" panose="020B0600070205080204" pitchFamily="34" charset="-128"/>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defRPr sz="2400">
                <a:solidFill>
                  <a:schemeClr val="bg1"/>
                </a:solidFill>
                <a:latin typeface="Times New Roman" panose="02020603050405020304" pitchFamily="18" charset="0"/>
                <a:ea typeface="MS PGothic" panose="020B0600070205080204" pitchFamily="34" charset="-128"/>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defRPr sz="2400">
                <a:solidFill>
                  <a:schemeClr val="bg1"/>
                </a:solidFill>
                <a:latin typeface="Times New Roman" panose="02020603050405020304" pitchFamily="18" charset="0"/>
                <a:ea typeface="MS PGothic" panose="020B0600070205080204" pitchFamily="34" charset="-128"/>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defRPr sz="2400">
                <a:solidFill>
                  <a:schemeClr val="bg1"/>
                </a:solidFill>
                <a:latin typeface="Times New Roman" panose="02020603050405020304" pitchFamily="18" charset="0"/>
                <a:ea typeface="MS PGothic" panose="020B0600070205080204" pitchFamily="34" charset="-128"/>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defRPr sz="2400">
                <a:solidFill>
                  <a:schemeClr val="bg1"/>
                </a:solidFill>
                <a:latin typeface="Times New Roman" panose="02020603050405020304" pitchFamily="18" charset="0"/>
                <a:ea typeface="MS PGothic" panose="020B0600070205080204" pitchFamily="34" charset="-128"/>
              </a:defRPr>
            </a:lvl9pPr>
          </a:lstStyle>
          <a:p>
            <a:pPr>
              <a:buSzPct val="50000"/>
              <a:buFont typeface="Arial" panose="020B0604020202020204" pitchFamily="34" charset="0"/>
              <a:buChar char="•"/>
            </a:pPr>
            <a:r>
              <a:rPr lang="en-US" altLang="en-US" sz="2200" dirty="0">
                <a:solidFill>
                  <a:schemeClr val="tx1"/>
                </a:solidFill>
                <a:cs typeface="Arial" panose="020B0604020202020204" pitchFamily="34" charset="0"/>
              </a:rPr>
              <a:t> </a:t>
            </a:r>
            <a:r>
              <a:rPr lang="it-IT" altLang="en-US" sz="2200" dirty="0">
                <a:solidFill>
                  <a:schemeClr val="tx1"/>
                </a:solidFill>
              </a:rPr>
              <a:t>genera dinamicamente una variabile di un certo tipo assegnandole un blocco di memoria della dimensione opportuna</a:t>
            </a:r>
          </a:p>
          <a:p>
            <a:pPr>
              <a:buSzPct val="50000"/>
              <a:buFont typeface="Arial" panose="020B0604020202020204" pitchFamily="34" charset="0"/>
              <a:buChar char="•"/>
            </a:pPr>
            <a:r>
              <a:rPr lang="it-IT" altLang="en-US" sz="2200" dirty="0">
                <a:solidFill>
                  <a:schemeClr val="tx1"/>
                </a:solidFill>
              </a:rPr>
              <a:t> restituisce un puntatore che contiene l</a:t>
            </a:r>
            <a:r>
              <a:rPr lang="it-IT" altLang="it-IT" sz="2200" dirty="0">
                <a:solidFill>
                  <a:schemeClr val="tx1"/>
                </a:solidFill>
              </a:rPr>
              <a:t>’</a:t>
            </a:r>
            <a:r>
              <a:rPr lang="it-IT" altLang="en-US" sz="2200" dirty="0">
                <a:solidFill>
                  <a:schemeClr val="tx1"/>
                </a:solidFill>
              </a:rPr>
              <a:t>indirizzo del blocco di memoria allocato, cioè della variabile, la quale sarà quindi accessibile </a:t>
            </a:r>
            <a:r>
              <a:rPr lang="it-IT" altLang="en-US" sz="2200" dirty="0" err="1">
                <a:solidFill>
                  <a:schemeClr val="tx1"/>
                </a:solidFill>
              </a:rPr>
              <a:t>dereferenziando</a:t>
            </a:r>
            <a:r>
              <a:rPr lang="it-IT" altLang="en-US" sz="2200" dirty="0">
                <a:solidFill>
                  <a:schemeClr val="tx1"/>
                </a:solidFill>
              </a:rPr>
              <a:t> il puntatore </a:t>
            </a:r>
          </a:p>
          <a:p>
            <a:pPr>
              <a:buSzPct val="50000"/>
              <a:buFont typeface="Arial" panose="020B0604020202020204" pitchFamily="34" charset="0"/>
              <a:buChar char="•"/>
            </a:pPr>
            <a:r>
              <a:rPr lang="it-IT" altLang="en-US" sz="2200" dirty="0">
                <a:solidFill>
                  <a:schemeClr val="tx1"/>
                </a:solidFill>
              </a:rPr>
              <a:t> la sintassi è:</a:t>
            </a:r>
            <a:endParaRPr lang="en-US" altLang="en-US" sz="2200" dirty="0">
              <a:solidFill>
                <a:schemeClr val="tx1"/>
              </a:solidFill>
            </a:endParaRPr>
          </a:p>
        </p:txBody>
      </p:sp>
      <p:sp>
        <p:nvSpPr>
          <p:cNvPr id="50194" name="Text Box 18">
            <a:extLst>
              <a:ext uri="{FF2B5EF4-FFF2-40B4-BE49-F238E27FC236}">
                <a16:creationId xmlns:a16="http://schemas.microsoft.com/office/drawing/2014/main" id="{24B50845-B60B-4694-AB1A-92D7E4D2134A}"/>
              </a:ext>
            </a:extLst>
          </p:cNvPr>
          <p:cNvSpPr txBox="1">
            <a:spLocks noChangeArrowheads="1"/>
          </p:cNvSpPr>
          <p:nvPr/>
        </p:nvSpPr>
        <p:spPr bwMode="auto">
          <a:xfrm>
            <a:off x="179388" y="4652193"/>
            <a:ext cx="8642350" cy="762000"/>
          </a:xfrm>
          <a:prstGeom prst="rect">
            <a:avLst/>
          </a:prstGeom>
          <a:noFill/>
          <a:ln>
            <a:noFill/>
          </a:ln>
          <a:effectLst/>
          <a:extLst>
            <a:ext uri="{909E8E84-426E-40dd-AFC4-6F175D3DCCD1}">
              <a14:hiddenFill xmlns:a14="http://schemas.microsoft.com/office/drawing/2010/main" xmlns="">
                <a:solidFill>
                  <a:srgbClr val="00B8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marL="342900" indent="-342900">
              <a:defRPr sz="2400">
                <a:solidFill>
                  <a:schemeClr val="bg1"/>
                </a:solidFill>
                <a:latin typeface="Times New Roman" panose="02020603050405020304" pitchFamily="18" charset="0"/>
                <a:ea typeface="MS PGothic" panose="020B0600070205080204" pitchFamily="34" charset="-128"/>
              </a:defRPr>
            </a:lvl1pPr>
            <a:lvl2pPr marL="742950" indent="-285750">
              <a:defRPr sz="2400">
                <a:solidFill>
                  <a:schemeClr val="bg1"/>
                </a:solidFill>
                <a:latin typeface="Times New Roman" panose="02020603050405020304" pitchFamily="18" charset="0"/>
                <a:ea typeface="MS PGothic" panose="020B0600070205080204" pitchFamily="34" charset="-128"/>
              </a:defRPr>
            </a:lvl2pPr>
            <a:lvl3pPr marL="1143000" indent="-228600">
              <a:defRPr sz="2400">
                <a:solidFill>
                  <a:schemeClr val="bg1"/>
                </a:solidFill>
                <a:latin typeface="Times New Roman" panose="02020603050405020304" pitchFamily="18" charset="0"/>
                <a:ea typeface="MS PGothic" panose="020B0600070205080204" pitchFamily="34" charset="-128"/>
              </a:defRPr>
            </a:lvl3pPr>
            <a:lvl4pPr marL="1600200" indent="-228600">
              <a:defRPr sz="2400">
                <a:solidFill>
                  <a:schemeClr val="bg1"/>
                </a:solidFill>
                <a:latin typeface="Times New Roman" panose="02020603050405020304" pitchFamily="18" charset="0"/>
                <a:ea typeface="MS PGothic" panose="020B0600070205080204" pitchFamily="34" charset="-128"/>
              </a:defRPr>
            </a:lvl4pPr>
            <a:lvl5pPr marL="2057400" indent="-228600">
              <a:defRPr sz="2400">
                <a:solidFill>
                  <a:schemeClr val="bg1"/>
                </a:solidFill>
                <a:latin typeface="Times New Roman" panose="02020603050405020304" pitchFamily="18" charset="0"/>
                <a:ea typeface="MS PGothic" panose="020B0600070205080204" pitchFamily="34" charset="-128"/>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defRPr sz="2400">
                <a:solidFill>
                  <a:schemeClr val="bg1"/>
                </a:solidFill>
                <a:latin typeface="Times New Roman" panose="02020603050405020304" pitchFamily="18" charset="0"/>
                <a:ea typeface="MS PGothic" panose="020B0600070205080204" pitchFamily="34" charset="-128"/>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defRPr sz="2400">
                <a:solidFill>
                  <a:schemeClr val="bg1"/>
                </a:solidFill>
                <a:latin typeface="Times New Roman" panose="02020603050405020304" pitchFamily="18" charset="0"/>
                <a:ea typeface="MS PGothic" panose="020B0600070205080204" pitchFamily="34" charset="-128"/>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defRPr sz="2400">
                <a:solidFill>
                  <a:schemeClr val="bg1"/>
                </a:solidFill>
                <a:latin typeface="Times New Roman" panose="02020603050405020304" pitchFamily="18" charset="0"/>
                <a:ea typeface="MS PGothic" panose="020B0600070205080204" pitchFamily="34" charset="-128"/>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defRPr sz="2400">
                <a:solidFill>
                  <a:schemeClr val="bg1"/>
                </a:solidFill>
                <a:latin typeface="Times New Roman" panose="02020603050405020304" pitchFamily="18" charset="0"/>
                <a:ea typeface="MS PGothic" panose="020B0600070205080204" pitchFamily="34" charset="-128"/>
              </a:defRPr>
            </a:lvl9pPr>
          </a:lstStyle>
          <a:p>
            <a:pPr>
              <a:buSzPct val="50000"/>
              <a:buFont typeface="Arial" panose="020B0604020202020204" pitchFamily="34" charset="0"/>
              <a:buChar char="•"/>
            </a:pPr>
            <a:r>
              <a:rPr lang="en-US" altLang="en-US" sz="2200">
                <a:solidFill>
                  <a:schemeClr val="tx1"/>
                </a:solidFill>
                <a:cs typeface="Arial" panose="020B0604020202020204" pitchFamily="34" charset="0"/>
              </a:rPr>
              <a:t> </a:t>
            </a:r>
            <a:r>
              <a:rPr lang="it-IT" altLang="en-US" sz="2200">
                <a:solidFill>
                  <a:schemeClr val="tx1"/>
                </a:solidFill>
              </a:rPr>
              <a:t>Se il puntatore è già stato definito si può semplicemente usare </a:t>
            </a:r>
            <a:r>
              <a:rPr lang="it-IT" altLang="en-US" sz="2200">
                <a:solidFill>
                  <a:schemeClr val="tx1"/>
                </a:solidFill>
                <a:latin typeface="Courier New" panose="02070309020205020404" pitchFamily="49" charset="0"/>
              </a:rPr>
              <a:t>new</a:t>
            </a:r>
            <a:r>
              <a:rPr lang="it-IT" altLang="en-US" sz="2200">
                <a:solidFill>
                  <a:schemeClr val="tx1"/>
                </a:solidFill>
              </a:rPr>
              <a:t> per assegnargli la variabile dinamica </a:t>
            </a:r>
            <a:endParaRPr lang="en-US" altLang="en-US" sz="2200">
              <a:solidFill>
                <a:schemeClr val="tx1"/>
              </a:solidFill>
            </a:endParaRPr>
          </a:p>
        </p:txBody>
      </p:sp>
      <p:sp>
        <p:nvSpPr>
          <p:cNvPr id="50195" name="Text Box 19">
            <a:extLst>
              <a:ext uri="{FF2B5EF4-FFF2-40B4-BE49-F238E27FC236}">
                <a16:creationId xmlns:a16="http://schemas.microsoft.com/office/drawing/2014/main" id="{2B873BB2-AF49-4D5C-B0FA-082BFC891C6E}"/>
              </a:ext>
            </a:extLst>
          </p:cNvPr>
          <p:cNvSpPr txBox="1">
            <a:spLocks noChangeArrowheads="1"/>
          </p:cNvSpPr>
          <p:nvPr/>
        </p:nvSpPr>
        <p:spPr bwMode="auto">
          <a:xfrm>
            <a:off x="250825" y="5444356"/>
            <a:ext cx="2017713" cy="641350"/>
          </a:xfrm>
          <a:prstGeom prst="rect">
            <a:avLst/>
          </a:prstGeom>
          <a:noFill/>
          <a:ln>
            <a:noFill/>
          </a:ln>
          <a:effectLst/>
          <a:extLst>
            <a:ext uri="{909E8E84-426E-40dd-AFC4-6F175D3DCCD1}">
              <a14:hiddenFill xmlns:a14="http://schemas.microsoft.com/office/drawing/2010/main" xmlns="">
                <a:solidFill>
                  <a:srgbClr val="00B8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buFont typeface="Times New Roman" charset="0"/>
              <a:buNone/>
              <a:defRPr/>
            </a:pPr>
            <a:r>
              <a:rPr lang="it-IT" sz="1800">
                <a:solidFill>
                  <a:schemeClr val="accent2"/>
                </a:solidFill>
                <a:latin typeface="Courier New" charset="0"/>
                <a:ea typeface="ＭＳ Ｐゴシック" charset="0"/>
              </a:rPr>
              <a:t>int* pi;</a:t>
            </a:r>
          </a:p>
          <a:p>
            <a:pPr>
              <a:buFont typeface="Times New Roman" charset="0"/>
              <a:buNone/>
              <a:defRPr/>
            </a:pPr>
            <a:r>
              <a:rPr lang="it-IT" sz="1800">
                <a:solidFill>
                  <a:schemeClr val="accent2"/>
                </a:solidFill>
                <a:latin typeface="Courier New" charset="0"/>
                <a:ea typeface="ＭＳ Ｐゴシック" charset="0"/>
              </a:rPr>
              <a:t>pi = new int; </a:t>
            </a:r>
          </a:p>
        </p:txBody>
      </p:sp>
      <p:pic>
        <p:nvPicPr>
          <p:cNvPr id="50196" name="Picture 20">
            <a:extLst>
              <a:ext uri="{FF2B5EF4-FFF2-40B4-BE49-F238E27FC236}">
                <a16:creationId xmlns:a16="http://schemas.microsoft.com/office/drawing/2014/main" id="{CC20A214-E994-4DF9-A9A7-86162CCBFEE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59113" y="5588818"/>
            <a:ext cx="4310062" cy="898525"/>
          </a:xfrm>
          <a:prstGeom prst="rect">
            <a:avLst/>
          </a:prstGeom>
          <a:noFill/>
          <a:ln>
            <a:noFill/>
          </a:ln>
          <a:effectLst/>
          <a:extLst>
            <a:ext uri="{909E8E84-426E-40dd-AFC4-6F175D3DCCD1}">
              <a14:hiddenFill xmlns:a14="http://schemas.microsoft.com/office/drawing/2010/main" xmlns="">
                <a:solidFill>
                  <a:srgbClr val="00B8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sp>
        <p:nvSpPr>
          <p:cNvPr id="6151" name="Fumetto 2 9">
            <a:extLst>
              <a:ext uri="{FF2B5EF4-FFF2-40B4-BE49-F238E27FC236}">
                <a16:creationId xmlns:a16="http://schemas.microsoft.com/office/drawing/2014/main" id="{D30F9090-EDC1-4A9C-90F0-FBEC5D5A5032}"/>
              </a:ext>
            </a:extLst>
          </p:cNvPr>
          <p:cNvSpPr>
            <a:spLocks noChangeArrowheads="1"/>
          </p:cNvSpPr>
          <p:nvPr/>
        </p:nvSpPr>
        <p:spPr bwMode="auto">
          <a:xfrm>
            <a:off x="7155665" y="1916832"/>
            <a:ext cx="1737510" cy="919401"/>
          </a:xfrm>
          <a:prstGeom prst="wedgeRoundRectCallout">
            <a:avLst>
              <a:gd name="adj1" fmla="val -195800"/>
              <a:gd name="adj2" fmla="val 77550"/>
              <a:gd name="adj3" fmla="val 16667"/>
            </a:avLst>
          </a:prstGeom>
          <a:solidFill>
            <a:schemeClr val="bg1"/>
          </a:solidFill>
          <a:ln w="9525">
            <a:solidFill>
              <a:schemeClr val="tx1"/>
            </a:solidFill>
            <a:miter lim="800000"/>
            <a:headEnd/>
            <a:tailEnd/>
          </a:ln>
        </p:spPr>
        <p:txBody>
          <a:bodyPr wrap="square">
            <a:spAutoFit/>
          </a:bodyPr>
          <a:lstStyle>
            <a:lvl1pPr>
              <a:defRPr sz="2400">
                <a:solidFill>
                  <a:schemeClr val="bg1"/>
                </a:solidFill>
                <a:latin typeface="Times New Roman" panose="02020603050405020304" pitchFamily="18" charset="0"/>
                <a:ea typeface="MS PGothic" panose="020B0600070205080204" pitchFamily="34" charset="-128"/>
              </a:defRPr>
            </a:lvl1pPr>
            <a:lvl2pPr marL="742950" indent="-285750">
              <a:defRPr sz="2400">
                <a:solidFill>
                  <a:schemeClr val="bg1"/>
                </a:solidFill>
                <a:latin typeface="Times New Roman" panose="02020603050405020304" pitchFamily="18" charset="0"/>
                <a:ea typeface="MS PGothic" panose="020B0600070205080204" pitchFamily="34" charset="-128"/>
              </a:defRPr>
            </a:lvl2pPr>
            <a:lvl3pPr marL="1143000" indent="-228600">
              <a:defRPr sz="2400">
                <a:solidFill>
                  <a:schemeClr val="bg1"/>
                </a:solidFill>
                <a:latin typeface="Times New Roman" panose="02020603050405020304" pitchFamily="18" charset="0"/>
                <a:ea typeface="MS PGothic" panose="020B0600070205080204" pitchFamily="34" charset="-128"/>
              </a:defRPr>
            </a:lvl3pPr>
            <a:lvl4pPr marL="1600200" indent="-228600">
              <a:defRPr sz="2400">
                <a:solidFill>
                  <a:schemeClr val="bg1"/>
                </a:solidFill>
                <a:latin typeface="Times New Roman" panose="02020603050405020304" pitchFamily="18" charset="0"/>
                <a:ea typeface="MS PGothic" panose="020B0600070205080204" pitchFamily="34" charset="-128"/>
              </a:defRPr>
            </a:lvl4pPr>
            <a:lvl5pPr marL="2057400" indent="-228600">
              <a:defRPr sz="2400">
                <a:solidFill>
                  <a:schemeClr val="bg1"/>
                </a:solidFill>
                <a:latin typeface="Times New Roman" panose="02020603050405020304" pitchFamily="18" charset="0"/>
                <a:ea typeface="MS PGothic" panose="020B0600070205080204" pitchFamily="34" charset="-128"/>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defRPr sz="2400">
                <a:solidFill>
                  <a:schemeClr val="bg1"/>
                </a:solidFill>
                <a:latin typeface="Times New Roman" panose="02020603050405020304" pitchFamily="18" charset="0"/>
                <a:ea typeface="MS PGothic" panose="020B0600070205080204" pitchFamily="34" charset="-128"/>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defRPr sz="2400">
                <a:solidFill>
                  <a:schemeClr val="bg1"/>
                </a:solidFill>
                <a:latin typeface="Times New Roman" panose="02020603050405020304" pitchFamily="18" charset="0"/>
                <a:ea typeface="MS PGothic" panose="020B0600070205080204" pitchFamily="34" charset="-128"/>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defRPr sz="2400">
                <a:solidFill>
                  <a:schemeClr val="bg1"/>
                </a:solidFill>
                <a:latin typeface="Times New Roman" panose="02020603050405020304" pitchFamily="18" charset="0"/>
                <a:ea typeface="MS PGothic" panose="020B0600070205080204" pitchFamily="34" charset="-128"/>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defRPr sz="2400">
                <a:solidFill>
                  <a:schemeClr val="bg1"/>
                </a:solidFill>
                <a:latin typeface="Times New Roman" panose="02020603050405020304" pitchFamily="18" charset="0"/>
                <a:ea typeface="MS PGothic" panose="020B0600070205080204" pitchFamily="34" charset="-128"/>
              </a:defRPr>
            </a:lvl9pPr>
          </a:lstStyle>
          <a:p>
            <a:r>
              <a:rPr lang="it-IT" altLang="en-US" sz="1600" dirty="0">
                <a:solidFill>
                  <a:schemeClr val="tx1"/>
                </a:solidFill>
              </a:rPr>
              <a:t>Il controllo sui tipi è fatto dal compilatore</a:t>
            </a:r>
          </a:p>
        </p:txBody>
      </p:sp>
      <p:sp>
        <p:nvSpPr>
          <p:cNvPr id="50193" name="Text Box 17">
            <a:extLst>
              <a:ext uri="{FF2B5EF4-FFF2-40B4-BE49-F238E27FC236}">
                <a16:creationId xmlns:a16="http://schemas.microsoft.com/office/drawing/2014/main" id="{31A9349B-EAFD-4A5C-AB4A-7ADD29710F9C}"/>
              </a:ext>
            </a:extLst>
          </p:cNvPr>
          <p:cNvSpPr txBox="1">
            <a:spLocks noChangeArrowheads="1"/>
          </p:cNvSpPr>
          <p:nvPr/>
        </p:nvSpPr>
        <p:spPr bwMode="auto">
          <a:xfrm>
            <a:off x="250825" y="3933056"/>
            <a:ext cx="8569325" cy="641350"/>
          </a:xfrm>
          <a:prstGeom prst="rect">
            <a:avLst/>
          </a:prstGeom>
          <a:noFill/>
          <a:ln>
            <a:noFill/>
          </a:ln>
          <a:effectLst/>
          <a:extLst>
            <a:ext uri="{909E8E84-426E-40dd-AFC4-6F175D3DCCD1}">
              <a14:hiddenFill xmlns:a14="http://schemas.microsoft.com/office/drawing/2010/main" xmlns="">
                <a:solidFill>
                  <a:srgbClr val="00B8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buFont typeface="Times New Roman" charset="0"/>
              <a:buNone/>
              <a:defRPr/>
            </a:pPr>
            <a:r>
              <a:rPr lang="it-IT" sz="1800" dirty="0" err="1">
                <a:solidFill>
                  <a:schemeClr val="accent2"/>
                </a:solidFill>
                <a:latin typeface="Courier New" charset="0"/>
                <a:ea typeface="ＭＳ Ｐゴシック" charset="0"/>
              </a:rPr>
              <a:t>char</a:t>
            </a:r>
            <a:r>
              <a:rPr lang="it-IT" sz="1800" dirty="0">
                <a:solidFill>
                  <a:schemeClr val="accent2"/>
                </a:solidFill>
                <a:latin typeface="Courier New" charset="0"/>
                <a:ea typeface="ＭＳ Ｐゴシック" charset="0"/>
              </a:rPr>
              <a:t>* </a:t>
            </a:r>
            <a:r>
              <a:rPr lang="it-IT" sz="1800" dirty="0" err="1">
                <a:solidFill>
                  <a:schemeClr val="accent2"/>
                </a:solidFill>
                <a:latin typeface="Courier New" charset="0"/>
                <a:ea typeface="ＭＳ Ｐゴシック" charset="0"/>
              </a:rPr>
              <a:t>p</a:t>
            </a:r>
            <a:r>
              <a:rPr lang="it-IT" sz="1800" dirty="0">
                <a:solidFill>
                  <a:schemeClr val="accent2"/>
                </a:solidFill>
                <a:latin typeface="Courier New" charset="0"/>
                <a:ea typeface="ＭＳ Ｐゴシック" charset="0"/>
              </a:rPr>
              <a:t> = new </a:t>
            </a:r>
            <a:r>
              <a:rPr lang="it-IT" sz="1800" dirty="0" err="1">
                <a:solidFill>
                  <a:schemeClr val="accent2"/>
                </a:solidFill>
                <a:latin typeface="Courier New" charset="0"/>
                <a:ea typeface="ＭＳ Ｐゴシック" charset="0"/>
              </a:rPr>
              <a:t>char</a:t>
            </a:r>
            <a:r>
              <a:rPr lang="it-IT" sz="1800" dirty="0">
                <a:solidFill>
                  <a:schemeClr val="accent2"/>
                </a:solidFill>
                <a:latin typeface="Courier New" charset="0"/>
                <a:ea typeface="ＭＳ Ｐゴシック" charset="0"/>
              </a:rPr>
              <a:t>[100]; // genera dinamicamente un vettore</a:t>
            </a:r>
            <a:br>
              <a:rPr lang="it-IT" sz="1800" dirty="0">
                <a:solidFill>
                  <a:schemeClr val="accent2"/>
                </a:solidFill>
                <a:latin typeface="Courier New" charset="0"/>
                <a:ea typeface="ＭＳ Ｐゴシック" charset="0"/>
              </a:rPr>
            </a:br>
            <a:r>
              <a:rPr lang="it-IT" sz="1800" dirty="0">
                <a:solidFill>
                  <a:schemeClr val="accent2"/>
                </a:solidFill>
                <a:latin typeface="Courier New" charset="0"/>
                <a:ea typeface="ＭＳ Ｐゴシック" charset="0"/>
              </a:rPr>
              <a:t>                         //  di cento </a:t>
            </a:r>
            <a:r>
              <a:rPr lang="it-IT" sz="1800" dirty="0" err="1">
                <a:solidFill>
                  <a:schemeClr val="accent2"/>
                </a:solidFill>
                <a:latin typeface="Courier New" charset="0"/>
                <a:ea typeface="ＭＳ Ｐゴシック" charset="0"/>
              </a:rPr>
              <a:t>char</a:t>
            </a:r>
            <a:r>
              <a:rPr lang="it-IT" sz="1800" dirty="0">
                <a:solidFill>
                  <a:schemeClr val="accent2"/>
                </a:solidFill>
                <a:latin typeface="Courier New" charset="0"/>
                <a:ea typeface="ＭＳ Ｐゴシック" charset="0"/>
              </a:rPr>
              <a:t> </a:t>
            </a:r>
          </a:p>
        </p:txBody>
      </p:sp>
      <p:sp>
        <p:nvSpPr>
          <p:cNvPr id="50182" name="Text Box 6">
            <a:extLst>
              <a:ext uri="{FF2B5EF4-FFF2-40B4-BE49-F238E27FC236}">
                <a16:creationId xmlns:a16="http://schemas.microsoft.com/office/drawing/2014/main" id="{4A7A004C-D320-49CF-8E39-DA2B96808650}"/>
              </a:ext>
            </a:extLst>
          </p:cNvPr>
          <p:cNvSpPr txBox="1">
            <a:spLocks noChangeArrowheads="1"/>
          </p:cNvSpPr>
          <p:nvPr/>
        </p:nvSpPr>
        <p:spPr bwMode="auto">
          <a:xfrm>
            <a:off x="107950" y="2924175"/>
            <a:ext cx="8785225" cy="762000"/>
          </a:xfrm>
          <a:prstGeom prst="rect">
            <a:avLst/>
          </a:prstGeom>
          <a:noFill/>
          <a:ln>
            <a:noFill/>
          </a:ln>
          <a:effectLst/>
          <a:extLst>
            <a:ext uri="{909E8E84-426E-40dd-AFC4-6F175D3DCCD1}">
              <a14:hiddenFill xmlns:a14="http://schemas.microsoft.com/office/drawing/2010/main" xmlns="">
                <a:solidFill>
                  <a:srgbClr val="00B8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buFont typeface="Times New Roman" charset="0"/>
              <a:buNone/>
              <a:defRPr/>
            </a:pPr>
            <a:r>
              <a:rPr lang="it-IT" sz="2200" i="1" dirty="0">
                <a:solidFill>
                  <a:schemeClr val="tx1"/>
                </a:solidFill>
                <a:latin typeface="Courier New" charset="0"/>
                <a:ea typeface="ＭＳ Ｐゴシック" charset="0"/>
              </a:rPr>
              <a:t>tipo* puntatore</a:t>
            </a:r>
            <a:r>
              <a:rPr lang="it-IT" sz="2200" dirty="0">
                <a:solidFill>
                  <a:schemeClr val="tx1"/>
                </a:solidFill>
                <a:latin typeface="Courier New" charset="0"/>
                <a:ea typeface="ＭＳ Ｐゴシック" charset="0"/>
              </a:rPr>
              <a:t> = </a:t>
            </a:r>
            <a:r>
              <a:rPr lang="it-IT" sz="2200" b="1" dirty="0">
                <a:solidFill>
                  <a:schemeClr val="tx1"/>
                </a:solidFill>
                <a:latin typeface="Courier New" charset="0"/>
                <a:ea typeface="ＭＳ Ｐゴシック" charset="0"/>
              </a:rPr>
              <a:t>new</a:t>
            </a:r>
            <a:r>
              <a:rPr lang="it-IT" sz="2200" dirty="0">
                <a:solidFill>
                  <a:schemeClr val="tx1"/>
                </a:solidFill>
                <a:latin typeface="Courier New" charset="0"/>
                <a:ea typeface="ＭＳ Ｐゴシック" charset="0"/>
              </a:rPr>
              <a:t> </a:t>
            </a:r>
            <a:r>
              <a:rPr lang="it-IT" sz="2200" i="1" dirty="0">
                <a:solidFill>
                  <a:schemeClr val="tx1"/>
                </a:solidFill>
                <a:latin typeface="Courier New" charset="0"/>
                <a:ea typeface="ＭＳ Ｐゴシック" charset="0"/>
              </a:rPr>
              <a:t>tipo    </a:t>
            </a:r>
            <a:r>
              <a:rPr lang="it-IT" sz="2200" dirty="0">
                <a:solidFill>
                  <a:schemeClr val="tx1"/>
                </a:solidFill>
                <a:latin typeface="Courier New" charset="0"/>
                <a:ea typeface="ＭＳ Ｐゴシック" charset="0"/>
              </a:rPr>
              <a:t>// non array</a:t>
            </a:r>
          </a:p>
          <a:p>
            <a:pPr>
              <a:buFont typeface="Times New Roman" charset="0"/>
              <a:buNone/>
              <a:defRPr/>
            </a:pPr>
            <a:r>
              <a:rPr lang="it-IT" sz="2200" i="1" dirty="0">
                <a:solidFill>
                  <a:schemeClr val="tx1"/>
                </a:solidFill>
                <a:latin typeface="Courier New" charset="0"/>
                <a:ea typeface="ＭＳ Ｐゴシック" charset="0"/>
              </a:rPr>
              <a:t>tipo* puntatore</a:t>
            </a:r>
            <a:r>
              <a:rPr lang="it-IT" sz="2200" dirty="0">
                <a:solidFill>
                  <a:schemeClr val="tx1"/>
                </a:solidFill>
                <a:latin typeface="Courier New" charset="0"/>
                <a:ea typeface="ＭＳ Ｐゴシック" charset="0"/>
              </a:rPr>
              <a:t> = </a:t>
            </a:r>
            <a:r>
              <a:rPr lang="it-IT" sz="2200" b="1" dirty="0">
                <a:solidFill>
                  <a:schemeClr val="tx1"/>
                </a:solidFill>
                <a:latin typeface="Courier New" charset="0"/>
                <a:ea typeface="ＭＳ Ｐゴシック" charset="0"/>
              </a:rPr>
              <a:t>new</a:t>
            </a:r>
            <a:r>
              <a:rPr lang="it-IT" sz="2200" dirty="0">
                <a:solidFill>
                  <a:schemeClr val="tx1"/>
                </a:solidFill>
                <a:latin typeface="Courier New" charset="0"/>
                <a:ea typeface="ＭＳ Ｐゴシック" charset="0"/>
              </a:rPr>
              <a:t> </a:t>
            </a:r>
            <a:r>
              <a:rPr lang="it-IT" sz="2200" i="1" dirty="0">
                <a:solidFill>
                  <a:schemeClr val="tx1"/>
                </a:solidFill>
                <a:latin typeface="Courier New" charset="0"/>
                <a:ea typeface="ＭＳ Ｐゴシック" charset="0"/>
              </a:rPr>
              <a:t>tipo</a:t>
            </a:r>
            <a:r>
              <a:rPr lang="it-IT" sz="2200" b="1" dirty="0">
                <a:solidFill>
                  <a:schemeClr val="tx1"/>
                </a:solidFill>
                <a:latin typeface="Courier New" charset="0"/>
                <a:ea typeface="ＭＳ Ｐゴシック" charset="0"/>
              </a:rPr>
              <a:t>[</a:t>
            </a:r>
            <a:r>
              <a:rPr lang="it-IT" sz="2200" dirty="0">
                <a:solidFill>
                  <a:schemeClr val="tx1"/>
                </a:solidFill>
                <a:latin typeface="Courier New" charset="0"/>
                <a:ea typeface="ＭＳ Ｐゴシック" charset="0"/>
              </a:rPr>
              <a:t>dimensione</a:t>
            </a:r>
            <a:r>
              <a:rPr lang="it-IT" sz="2200" b="1" dirty="0">
                <a:solidFill>
                  <a:schemeClr val="tx1"/>
                </a:solidFill>
                <a:latin typeface="Courier New" charset="0"/>
                <a:ea typeface="ＭＳ Ｐゴシック" charset="0"/>
              </a:rPr>
              <a:t>]</a:t>
            </a:r>
            <a:r>
              <a:rPr lang="it-IT" sz="2200" dirty="0">
                <a:solidFill>
                  <a:schemeClr val="tx1"/>
                </a:solidFill>
                <a:latin typeface="Courier New" charset="0"/>
                <a:ea typeface="ＭＳ Ｐゴシック" charset="0"/>
              </a:rPr>
              <a:t>	// array </a:t>
            </a: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a:extLst>
              <a:ext uri="{FF2B5EF4-FFF2-40B4-BE49-F238E27FC236}">
                <a16:creationId xmlns:a16="http://schemas.microsoft.com/office/drawing/2014/main" id="{F1E80E7E-E722-4BAF-A420-118426B868A1}"/>
              </a:ext>
            </a:extLst>
          </p:cNvPr>
          <p:cNvSpPr>
            <a:spLocks noGrp="1" noChangeArrowheads="1"/>
          </p:cNvSpPr>
          <p:nvPr>
            <p:ph type="title"/>
          </p:nvPr>
        </p:nvSpPr>
        <p:spPr>
          <a:xfrm>
            <a:off x="395288" y="0"/>
            <a:ext cx="7273925" cy="981075"/>
          </a:xfrm>
        </p:spPr>
        <p:txBody>
          <a:bodyPr lIns="0" tIns="0" rIns="0" bIns="0"/>
          <a:lstStyle/>
          <a:p>
            <a:pPr>
              <a:lnSpc>
                <a:spcPct val="93000"/>
              </a:lnSpc>
              <a:buFont typeface="Arial"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it-IT" sz="4000" dirty="0">
                <a:latin typeface="Bitstream Charter" charset="0"/>
                <a:ea typeface="+mj-ea"/>
                <a:cs typeface="+mj-cs"/>
              </a:rPr>
              <a:t>Operatore </a:t>
            </a:r>
            <a:r>
              <a:rPr lang="it-IT" sz="4000" b="0" dirty="0">
                <a:latin typeface="Courier New" charset="0"/>
                <a:ea typeface="+mj-ea"/>
                <a:cs typeface="+mj-cs"/>
              </a:rPr>
              <a:t>new </a:t>
            </a:r>
            <a:r>
              <a:rPr lang="it-IT" sz="4000" dirty="0">
                <a:latin typeface="Bitstream Charter" charset="0"/>
                <a:ea typeface="+mj-ea"/>
              </a:rPr>
              <a:t>- Esempio</a:t>
            </a:r>
            <a:endParaRPr lang="it-IT" sz="4000" b="0" dirty="0">
              <a:latin typeface="Courier New" charset="0"/>
              <a:ea typeface="+mj-ea"/>
              <a:cs typeface="+mj-cs"/>
            </a:endParaRPr>
          </a:p>
        </p:txBody>
      </p:sp>
      <p:sp>
        <p:nvSpPr>
          <p:cNvPr id="50184" name="Rectangle 8">
            <a:extLst>
              <a:ext uri="{FF2B5EF4-FFF2-40B4-BE49-F238E27FC236}">
                <a16:creationId xmlns:a16="http://schemas.microsoft.com/office/drawing/2014/main" id="{5F281910-55FB-4C10-A5D0-F7114D3ABB83}"/>
              </a:ext>
            </a:extLst>
          </p:cNvPr>
          <p:cNvSpPr>
            <a:spLocks noChangeArrowheads="1"/>
          </p:cNvSpPr>
          <p:nvPr/>
        </p:nvSpPr>
        <p:spPr bwMode="auto">
          <a:xfrm>
            <a:off x="5292725" y="3573463"/>
            <a:ext cx="863600" cy="360362"/>
          </a:xfrm>
          <a:prstGeom prst="rect">
            <a:avLst/>
          </a:prstGeom>
          <a:solidFill>
            <a:schemeClr val="bg1"/>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buFont typeface="Times New Roman" charset="0"/>
              <a:buNone/>
              <a:defRPr/>
            </a:pPr>
            <a:endParaRPr lang="it-IT">
              <a:latin typeface="Times New Roman" charset="0"/>
              <a:ea typeface="ＭＳ Ｐゴシック" charset="0"/>
            </a:endParaRPr>
          </a:p>
        </p:txBody>
      </p:sp>
      <p:sp>
        <p:nvSpPr>
          <p:cNvPr id="50182" name="Text Box 6">
            <a:extLst>
              <a:ext uri="{FF2B5EF4-FFF2-40B4-BE49-F238E27FC236}">
                <a16:creationId xmlns:a16="http://schemas.microsoft.com/office/drawing/2014/main" id="{F63E5216-EF0A-455F-BE52-F4575B63BBE8}"/>
              </a:ext>
            </a:extLst>
          </p:cNvPr>
          <p:cNvSpPr txBox="1">
            <a:spLocks noChangeArrowheads="1"/>
          </p:cNvSpPr>
          <p:nvPr/>
        </p:nvSpPr>
        <p:spPr bwMode="auto">
          <a:xfrm>
            <a:off x="250825" y="1341438"/>
            <a:ext cx="8785225" cy="3816350"/>
          </a:xfrm>
          <a:prstGeom prst="rect">
            <a:avLst/>
          </a:prstGeom>
          <a:noFill/>
          <a:ln>
            <a:noFill/>
          </a:ln>
          <a:effectLst/>
          <a:extLst>
            <a:ext uri="{909E8E84-426E-40dd-AFC4-6F175D3DCCD1}">
              <a14:hiddenFill xmlns:a14="http://schemas.microsoft.com/office/drawing/2010/main" xmlns="">
                <a:solidFill>
                  <a:srgbClr val="00B8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2400">
                <a:solidFill>
                  <a:schemeClr val="bg1"/>
                </a:solidFill>
                <a:latin typeface="Times New Roman" panose="02020603050405020304" pitchFamily="18" charset="0"/>
                <a:ea typeface="MS PGothic" panose="020B0600070205080204" pitchFamily="34" charset="-128"/>
              </a:defRPr>
            </a:lvl1pPr>
            <a:lvl2pPr marL="742950" indent="-285750">
              <a:defRPr sz="2400">
                <a:solidFill>
                  <a:schemeClr val="bg1"/>
                </a:solidFill>
                <a:latin typeface="Times New Roman" panose="02020603050405020304" pitchFamily="18" charset="0"/>
                <a:ea typeface="MS PGothic" panose="020B0600070205080204" pitchFamily="34" charset="-128"/>
              </a:defRPr>
            </a:lvl2pPr>
            <a:lvl3pPr marL="1143000" indent="-228600">
              <a:defRPr sz="2400">
                <a:solidFill>
                  <a:schemeClr val="bg1"/>
                </a:solidFill>
                <a:latin typeface="Times New Roman" panose="02020603050405020304" pitchFamily="18" charset="0"/>
                <a:ea typeface="MS PGothic" panose="020B0600070205080204" pitchFamily="34" charset="-128"/>
              </a:defRPr>
            </a:lvl3pPr>
            <a:lvl4pPr marL="1600200" indent="-228600">
              <a:defRPr sz="2400">
                <a:solidFill>
                  <a:schemeClr val="bg1"/>
                </a:solidFill>
                <a:latin typeface="Times New Roman" panose="02020603050405020304" pitchFamily="18" charset="0"/>
                <a:ea typeface="MS PGothic" panose="020B0600070205080204" pitchFamily="34" charset="-128"/>
              </a:defRPr>
            </a:lvl4pPr>
            <a:lvl5pPr marL="2057400" indent="-228600">
              <a:defRPr sz="2400">
                <a:solidFill>
                  <a:schemeClr val="bg1"/>
                </a:solidFill>
                <a:latin typeface="Times New Roman" panose="02020603050405020304" pitchFamily="18" charset="0"/>
                <a:ea typeface="MS PGothic" panose="020B0600070205080204" pitchFamily="34" charset="-128"/>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defRPr sz="2400">
                <a:solidFill>
                  <a:schemeClr val="bg1"/>
                </a:solidFill>
                <a:latin typeface="Times New Roman" panose="02020603050405020304" pitchFamily="18" charset="0"/>
                <a:ea typeface="MS PGothic" panose="020B0600070205080204" pitchFamily="34" charset="-128"/>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defRPr sz="2400">
                <a:solidFill>
                  <a:schemeClr val="bg1"/>
                </a:solidFill>
                <a:latin typeface="Times New Roman" panose="02020603050405020304" pitchFamily="18" charset="0"/>
                <a:ea typeface="MS PGothic" panose="020B0600070205080204" pitchFamily="34" charset="-128"/>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defRPr sz="2400">
                <a:solidFill>
                  <a:schemeClr val="bg1"/>
                </a:solidFill>
                <a:latin typeface="Times New Roman" panose="02020603050405020304" pitchFamily="18" charset="0"/>
                <a:ea typeface="MS PGothic" panose="020B0600070205080204" pitchFamily="34" charset="-128"/>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defRPr sz="2400">
                <a:solidFill>
                  <a:schemeClr val="bg1"/>
                </a:solidFill>
                <a:latin typeface="Times New Roman" panose="02020603050405020304" pitchFamily="18" charset="0"/>
                <a:ea typeface="MS PGothic" panose="020B0600070205080204" pitchFamily="34" charset="-128"/>
              </a:defRPr>
            </a:lvl9pPr>
          </a:lstStyle>
          <a:p>
            <a:r>
              <a:rPr lang="it-IT" altLang="en-US" sz="2200">
                <a:solidFill>
                  <a:schemeClr val="tx1"/>
                </a:solidFill>
                <a:latin typeface="Courier New" panose="02070309020205020404" pitchFamily="49" charset="0"/>
              </a:rPr>
              <a:t>int main() </a:t>
            </a:r>
          </a:p>
          <a:p>
            <a:r>
              <a:rPr lang="it-IT" altLang="en-US" sz="2200">
                <a:solidFill>
                  <a:schemeClr val="tx1"/>
                </a:solidFill>
                <a:latin typeface="Courier New" panose="02070309020205020404" pitchFamily="49" charset="0"/>
              </a:rPr>
              <a:t>{ 	</a:t>
            </a:r>
          </a:p>
          <a:p>
            <a:r>
              <a:rPr lang="it-IT" altLang="en-US" sz="2200">
                <a:solidFill>
                  <a:schemeClr val="tx1"/>
                </a:solidFill>
                <a:latin typeface="Courier New" panose="02070309020205020404" pitchFamily="49" charset="0"/>
              </a:rPr>
              <a:t>	char* str= </a:t>
            </a:r>
            <a:r>
              <a:rPr lang="it-IT" altLang="it-IT" sz="2200">
                <a:solidFill>
                  <a:schemeClr val="tx1"/>
                </a:solidFill>
                <a:latin typeface="Courier New" panose="02070309020205020404" pitchFamily="49" charset="0"/>
              </a:rPr>
              <a:t>“</a:t>
            </a:r>
            <a:r>
              <a:rPr lang="it-IT" altLang="en-US" sz="2200">
                <a:solidFill>
                  <a:schemeClr val="tx1"/>
                </a:solidFill>
                <a:latin typeface="Courier New" panose="02070309020205020404" pitchFamily="49" charset="0"/>
              </a:rPr>
              <a:t>Corso di Programmazione</a:t>
            </a:r>
            <a:r>
              <a:rPr lang="it-IT" altLang="it-IT" sz="2200">
                <a:solidFill>
                  <a:schemeClr val="tx1"/>
                </a:solidFill>
                <a:latin typeface="Courier New" panose="02070309020205020404" pitchFamily="49" charset="0"/>
              </a:rPr>
              <a:t>”</a:t>
            </a:r>
            <a:r>
              <a:rPr lang="it-IT" altLang="en-US" sz="2200">
                <a:solidFill>
                  <a:schemeClr val="tx1"/>
                </a:solidFill>
                <a:latin typeface="Courier New" panose="02070309020205020404" pitchFamily="49" charset="0"/>
              </a:rPr>
              <a:t>;</a:t>
            </a:r>
          </a:p>
          <a:p>
            <a:r>
              <a:rPr lang="it-IT" altLang="en-US" sz="2200">
                <a:solidFill>
                  <a:schemeClr val="tx1"/>
                </a:solidFill>
                <a:latin typeface="Courier New" panose="02070309020205020404" pitchFamily="49" charset="0"/>
              </a:rPr>
              <a:t>  	int lungh = strlen(str); </a:t>
            </a:r>
          </a:p>
          <a:p>
            <a:r>
              <a:rPr lang="it-IT" altLang="en-US" sz="2200">
                <a:solidFill>
                  <a:schemeClr val="tx1"/>
                </a:solidFill>
                <a:latin typeface="Courier New" panose="02070309020205020404" pitchFamily="49" charset="0"/>
              </a:rPr>
              <a:t>	char* puntatore= new char[lungh+1];</a:t>
            </a:r>
          </a:p>
          <a:p>
            <a:r>
              <a:rPr lang="it-IT" altLang="en-US" sz="2200">
                <a:solidFill>
                  <a:schemeClr val="tx1"/>
                </a:solidFill>
                <a:latin typeface="Courier New" panose="02070309020205020404" pitchFamily="49" charset="0"/>
              </a:rPr>
              <a:t>	strcpy(puntatore,str); </a:t>
            </a:r>
          </a:p>
          <a:p>
            <a:r>
              <a:rPr lang="it-IT" altLang="en-US" sz="2200">
                <a:solidFill>
                  <a:schemeClr val="tx1"/>
                </a:solidFill>
                <a:latin typeface="Courier New" panose="02070309020205020404" pitchFamily="49" charset="0"/>
              </a:rPr>
              <a:t>	cout &lt;&lt; endl &lt;&lt; </a:t>
            </a:r>
            <a:r>
              <a:rPr lang="it-IT" altLang="it-IT" sz="2200">
                <a:solidFill>
                  <a:schemeClr val="tx1"/>
                </a:solidFill>
                <a:latin typeface="Courier New" panose="02070309020205020404" pitchFamily="49" charset="0"/>
              </a:rPr>
              <a:t>“</a:t>
            </a:r>
            <a:r>
              <a:rPr lang="it-IT" altLang="en-US" sz="2200">
                <a:solidFill>
                  <a:schemeClr val="tx1"/>
                </a:solidFill>
                <a:latin typeface="Courier New" panose="02070309020205020404" pitchFamily="49" charset="0"/>
              </a:rPr>
              <a:t>puntatore=</a:t>
            </a:r>
            <a:r>
              <a:rPr lang="it-IT" altLang="it-IT" sz="2200">
                <a:solidFill>
                  <a:schemeClr val="tx1"/>
                </a:solidFill>
                <a:latin typeface="Courier New" panose="02070309020205020404" pitchFamily="49" charset="0"/>
              </a:rPr>
              <a:t>“</a:t>
            </a:r>
            <a:r>
              <a:rPr lang="it-IT" altLang="en-US" sz="2200">
                <a:solidFill>
                  <a:schemeClr val="tx1"/>
                </a:solidFill>
                <a:latin typeface="Courier New" panose="02070309020205020404" pitchFamily="49" charset="0"/>
              </a:rPr>
              <a:t> &lt;&lt; puntatore;</a:t>
            </a:r>
          </a:p>
          <a:p>
            <a:r>
              <a:rPr lang="it-IT" altLang="en-US" sz="2200">
                <a:solidFill>
                  <a:schemeClr val="tx1"/>
                </a:solidFill>
                <a:latin typeface="Courier New" panose="02070309020205020404" pitchFamily="49" charset="0"/>
              </a:rPr>
              <a:t>	delete [] puntatore;	</a:t>
            </a:r>
          </a:p>
          <a:p>
            <a:r>
              <a:rPr lang="it-IT" altLang="en-US" sz="2200">
                <a:solidFill>
                  <a:schemeClr val="tx1"/>
                </a:solidFill>
                <a:latin typeface="Courier New" panose="02070309020205020404" pitchFamily="49" charset="0"/>
              </a:rPr>
              <a:t>	return 0</a:t>
            </a:r>
          </a:p>
          <a:p>
            <a:r>
              <a:rPr lang="it-IT" altLang="en-US" sz="2200">
                <a:solidFill>
                  <a:schemeClr val="tx1"/>
                </a:solidFill>
                <a:latin typeface="Courier New" panose="02070309020205020404" pitchFamily="49" charset="0"/>
              </a:rPr>
              <a:t>}</a:t>
            </a:r>
          </a:p>
          <a:p>
            <a:r>
              <a:rPr lang="it-IT" altLang="en-US" sz="2200">
                <a:solidFill>
                  <a:schemeClr val="tx1"/>
                </a:solidFill>
                <a:latin typeface="Courier New" panose="02070309020205020404" pitchFamily="49" charset="0"/>
              </a:rPr>
              <a:t>	</a:t>
            </a:r>
          </a:p>
        </p:txBody>
      </p:sp>
      <p:sp>
        <p:nvSpPr>
          <p:cNvPr id="11" name="Text Box 18">
            <a:extLst>
              <a:ext uri="{FF2B5EF4-FFF2-40B4-BE49-F238E27FC236}">
                <a16:creationId xmlns:a16="http://schemas.microsoft.com/office/drawing/2014/main" id="{885E8A4E-1272-47AB-94A9-F5177AB24E36}"/>
              </a:ext>
            </a:extLst>
          </p:cNvPr>
          <p:cNvSpPr txBox="1">
            <a:spLocks noChangeArrowheads="1"/>
          </p:cNvSpPr>
          <p:nvPr/>
        </p:nvSpPr>
        <p:spPr bwMode="auto">
          <a:xfrm>
            <a:off x="250825" y="5516563"/>
            <a:ext cx="8642350" cy="769937"/>
          </a:xfrm>
          <a:prstGeom prst="rect">
            <a:avLst/>
          </a:prstGeom>
          <a:noFill/>
          <a:ln>
            <a:noFill/>
          </a:ln>
          <a:effectLst/>
          <a:extLst>
            <a:ext uri="{909E8E84-426E-40dd-AFC4-6F175D3DCCD1}">
              <a14:hiddenFill xmlns:a14="http://schemas.microsoft.com/office/drawing/2010/main" xmlns="">
                <a:solidFill>
                  <a:srgbClr val="00B8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2400">
                <a:solidFill>
                  <a:schemeClr val="bg1"/>
                </a:solidFill>
                <a:latin typeface="Times New Roman" panose="02020603050405020304" pitchFamily="18" charset="0"/>
                <a:ea typeface="MS PGothic" panose="020B0600070205080204" pitchFamily="34" charset="-128"/>
              </a:defRPr>
            </a:lvl1pPr>
            <a:lvl2pPr marL="742950" indent="-285750">
              <a:defRPr sz="2400">
                <a:solidFill>
                  <a:schemeClr val="bg1"/>
                </a:solidFill>
                <a:latin typeface="Times New Roman" panose="02020603050405020304" pitchFamily="18" charset="0"/>
                <a:ea typeface="MS PGothic" panose="020B0600070205080204" pitchFamily="34" charset="-128"/>
              </a:defRPr>
            </a:lvl2pPr>
            <a:lvl3pPr marL="1143000" indent="-228600">
              <a:defRPr sz="2400">
                <a:solidFill>
                  <a:schemeClr val="bg1"/>
                </a:solidFill>
                <a:latin typeface="Times New Roman" panose="02020603050405020304" pitchFamily="18" charset="0"/>
                <a:ea typeface="MS PGothic" panose="020B0600070205080204" pitchFamily="34" charset="-128"/>
              </a:defRPr>
            </a:lvl3pPr>
            <a:lvl4pPr marL="1600200" indent="-228600">
              <a:defRPr sz="2400">
                <a:solidFill>
                  <a:schemeClr val="bg1"/>
                </a:solidFill>
                <a:latin typeface="Times New Roman" panose="02020603050405020304" pitchFamily="18" charset="0"/>
                <a:ea typeface="MS PGothic" panose="020B0600070205080204" pitchFamily="34" charset="-128"/>
              </a:defRPr>
            </a:lvl4pPr>
            <a:lvl5pPr marL="2057400" indent="-228600">
              <a:defRPr sz="2400">
                <a:solidFill>
                  <a:schemeClr val="bg1"/>
                </a:solidFill>
                <a:latin typeface="Times New Roman" panose="02020603050405020304" pitchFamily="18" charset="0"/>
                <a:ea typeface="MS PGothic" panose="020B0600070205080204" pitchFamily="34" charset="-128"/>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defRPr sz="2400">
                <a:solidFill>
                  <a:schemeClr val="bg1"/>
                </a:solidFill>
                <a:latin typeface="Times New Roman" panose="02020603050405020304" pitchFamily="18" charset="0"/>
                <a:ea typeface="MS PGothic" panose="020B0600070205080204" pitchFamily="34" charset="-128"/>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defRPr sz="2400">
                <a:solidFill>
                  <a:schemeClr val="bg1"/>
                </a:solidFill>
                <a:latin typeface="Times New Roman" panose="02020603050405020304" pitchFamily="18" charset="0"/>
                <a:ea typeface="MS PGothic" panose="020B0600070205080204" pitchFamily="34" charset="-128"/>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defRPr sz="2400">
                <a:solidFill>
                  <a:schemeClr val="bg1"/>
                </a:solidFill>
                <a:latin typeface="Times New Roman" panose="02020603050405020304" pitchFamily="18" charset="0"/>
                <a:ea typeface="MS PGothic" panose="020B0600070205080204" pitchFamily="34" charset="-128"/>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defRPr sz="2400">
                <a:solidFill>
                  <a:schemeClr val="bg1"/>
                </a:solidFill>
                <a:latin typeface="Times New Roman" panose="02020603050405020304" pitchFamily="18" charset="0"/>
                <a:ea typeface="MS PGothic" panose="020B0600070205080204" pitchFamily="34" charset="-128"/>
              </a:defRPr>
            </a:lvl9pPr>
          </a:lstStyle>
          <a:p>
            <a:pPr>
              <a:buSzPct val="50000"/>
            </a:pPr>
            <a:r>
              <a:rPr lang="en-US" altLang="en-US" sz="2200" b="1">
                <a:solidFill>
                  <a:schemeClr val="tx1"/>
                </a:solidFill>
                <a:cs typeface="Arial" panose="020B0604020202020204" pitchFamily="34" charset="0"/>
              </a:rPr>
              <a:t>Attenzione</a:t>
            </a:r>
            <a:r>
              <a:rPr lang="en-US" altLang="en-US" sz="2200">
                <a:solidFill>
                  <a:schemeClr val="tx1"/>
                </a:solidFill>
                <a:cs typeface="Arial" panose="020B0604020202020204" pitchFamily="34" charset="0"/>
              </a:rPr>
              <a:t>: l</a:t>
            </a:r>
            <a:r>
              <a:rPr lang="en-US" altLang="it-IT" sz="2200">
                <a:solidFill>
                  <a:schemeClr val="tx1"/>
                </a:solidFill>
                <a:cs typeface="Arial" panose="020B0604020202020204" pitchFamily="34" charset="0"/>
              </a:rPr>
              <a:t>’</a:t>
            </a:r>
            <a:r>
              <a:rPr lang="en-US" altLang="en-US" sz="2200">
                <a:solidFill>
                  <a:schemeClr val="tx1"/>
                </a:solidFill>
                <a:cs typeface="Arial" panose="020B0604020202020204" pitchFamily="34" charset="0"/>
              </a:rPr>
              <a:t>heap non è infinito. In mancanza di spazio new restituisce NULL (non errore)</a:t>
            </a:r>
            <a:endParaRPr lang="en-US" altLang="en-US" sz="2200">
              <a:solidFill>
                <a:schemeClr val="tx1"/>
              </a:solidFill>
            </a:endParaRP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a:extLst>
              <a:ext uri="{FF2B5EF4-FFF2-40B4-BE49-F238E27FC236}">
                <a16:creationId xmlns:a16="http://schemas.microsoft.com/office/drawing/2014/main" id="{2B8E585F-544E-444D-B2EC-8CA7BB3002D4}"/>
              </a:ext>
            </a:extLst>
          </p:cNvPr>
          <p:cNvSpPr>
            <a:spLocks noGrp="1" noChangeArrowheads="1"/>
          </p:cNvSpPr>
          <p:nvPr>
            <p:ph type="title"/>
          </p:nvPr>
        </p:nvSpPr>
        <p:spPr>
          <a:xfrm>
            <a:off x="107950" y="0"/>
            <a:ext cx="7812088" cy="1079500"/>
          </a:xfrm>
        </p:spPr>
        <p:txBody>
          <a:bodyPr lIns="0" tIns="0" rIns="0" bIns="0"/>
          <a:lstStyle/>
          <a:p>
            <a:pPr>
              <a:lnSpc>
                <a:spcPct val="93000"/>
              </a:lnSpc>
              <a:buFont typeface="Arial"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it-IT" sz="4000" dirty="0">
                <a:latin typeface="Bitstream Charter" charset="0"/>
                <a:ea typeface="+mj-ea"/>
                <a:cs typeface="+mj-cs"/>
              </a:rPr>
              <a:t>Operatore </a:t>
            </a:r>
            <a:r>
              <a:rPr lang="it-IT" sz="4000" b="0" dirty="0">
                <a:latin typeface="Courier New" charset="0"/>
                <a:ea typeface="+mj-ea"/>
                <a:cs typeface="+mj-cs"/>
              </a:rPr>
              <a:t>delete</a:t>
            </a:r>
          </a:p>
        </p:txBody>
      </p:sp>
      <p:sp>
        <p:nvSpPr>
          <p:cNvPr id="92163" name="Text Box 3">
            <a:extLst>
              <a:ext uri="{FF2B5EF4-FFF2-40B4-BE49-F238E27FC236}">
                <a16:creationId xmlns:a16="http://schemas.microsoft.com/office/drawing/2014/main" id="{87905236-908E-46E0-8CEA-ECEA68C0E28B}"/>
              </a:ext>
            </a:extLst>
          </p:cNvPr>
          <p:cNvSpPr txBox="1">
            <a:spLocks noChangeArrowheads="1"/>
          </p:cNvSpPr>
          <p:nvPr/>
        </p:nvSpPr>
        <p:spPr bwMode="auto">
          <a:xfrm>
            <a:off x="179388" y="908050"/>
            <a:ext cx="7705725" cy="1446213"/>
          </a:xfrm>
          <a:prstGeom prst="rect">
            <a:avLst/>
          </a:prstGeom>
          <a:noFill/>
          <a:ln>
            <a:noFill/>
          </a:ln>
          <a:effectLst/>
          <a:extLst>
            <a:ext uri="{909E8E84-426E-40dd-AFC4-6F175D3DCCD1}">
              <a14:hiddenFill xmlns:a14="http://schemas.microsoft.com/office/drawing/2010/main" xmlns="">
                <a:solidFill>
                  <a:srgbClr val="00B8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marL="342900" indent="-342900">
              <a:defRPr sz="2400">
                <a:solidFill>
                  <a:schemeClr val="bg1"/>
                </a:solidFill>
                <a:latin typeface="Times New Roman" panose="02020603050405020304" pitchFamily="18" charset="0"/>
                <a:ea typeface="MS PGothic" panose="020B0600070205080204" pitchFamily="34" charset="-128"/>
              </a:defRPr>
            </a:lvl1pPr>
            <a:lvl2pPr marL="742950" indent="-285750">
              <a:defRPr sz="2400">
                <a:solidFill>
                  <a:schemeClr val="bg1"/>
                </a:solidFill>
                <a:latin typeface="Times New Roman" panose="02020603050405020304" pitchFamily="18" charset="0"/>
                <a:ea typeface="MS PGothic" panose="020B0600070205080204" pitchFamily="34" charset="-128"/>
              </a:defRPr>
            </a:lvl2pPr>
            <a:lvl3pPr marL="1143000" indent="-228600">
              <a:defRPr sz="2400">
                <a:solidFill>
                  <a:schemeClr val="bg1"/>
                </a:solidFill>
                <a:latin typeface="Times New Roman" panose="02020603050405020304" pitchFamily="18" charset="0"/>
                <a:ea typeface="MS PGothic" panose="020B0600070205080204" pitchFamily="34" charset="-128"/>
              </a:defRPr>
            </a:lvl3pPr>
            <a:lvl4pPr marL="1600200" indent="-228600">
              <a:defRPr sz="2400">
                <a:solidFill>
                  <a:schemeClr val="bg1"/>
                </a:solidFill>
                <a:latin typeface="Times New Roman" panose="02020603050405020304" pitchFamily="18" charset="0"/>
                <a:ea typeface="MS PGothic" panose="020B0600070205080204" pitchFamily="34" charset="-128"/>
              </a:defRPr>
            </a:lvl4pPr>
            <a:lvl5pPr marL="2057400" indent="-228600">
              <a:defRPr sz="2400">
                <a:solidFill>
                  <a:schemeClr val="bg1"/>
                </a:solidFill>
                <a:latin typeface="Times New Roman" panose="02020603050405020304" pitchFamily="18" charset="0"/>
                <a:ea typeface="MS PGothic" panose="020B0600070205080204" pitchFamily="34" charset="-128"/>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defRPr sz="2400">
                <a:solidFill>
                  <a:schemeClr val="bg1"/>
                </a:solidFill>
                <a:latin typeface="Times New Roman" panose="02020603050405020304" pitchFamily="18" charset="0"/>
                <a:ea typeface="MS PGothic" panose="020B0600070205080204" pitchFamily="34" charset="-128"/>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defRPr sz="2400">
                <a:solidFill>
                  <a:schemeClr val="bg1"/>
                </a:solidFill>
                <a:latin typeface="Times New Roman" panose="02020603050405020304" pitchFamily="18" charset="0"/>
                <a:ea typeface="MS PGothic" panose="020B0600070205080204" pitchFamily="34" charset="-128"/>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defRPr sz="2400">
                <a:solidFill>
                  <a:schemeClr val="bg1"/>
                </a:solidFill>
                <a:latin typeface="Times New Roman" panose="02020603050405020304" pitchFamily="18" charset="0"/>
                <a:ea typeface="MS PGothic" panose="020B0600070205080204" pitchFamily="34" charset="-128"/>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defRPr sz="2400">
                <a:solidFill>
                  <a:schemeClr val="bg1"/>
                </a:solidFill>
                <a:latin typeface="Times New Roman" panose="02020603050405020304" pitchFamily="18" charset="0"/>
                <a:ea typeface="MS PGothic" panose="020B0600070205080204" pitchFamily="34" charset="-128"/>
              </a:defRPr>
            </a:lvl9pPr>
          </a:lstStyle>
          <a:p>
            <a:pPr>
              <a:buSzPct val="50000"/>
              <a:buFont typeface="Arial" panose="020B0604020202020204" pitchFamily="34" charset="0"/>
              <a:buChar char="•"/>
            </a:pPr>
            <a:r>
              <a:rPr lang="it-IT" altLang="en-US" sz="2200">
                <a:solidFill>
                  <a:schemeClr val="tx1"/>
                </a:solidFill>
              </a:rPr>
              <a:t> libera la memoria allocata dinamicamente perché possa eventualmente essere riallocata mediante successive chiamate all'operatore </a:t>
            </a:r>
            <a:r>
              <a:rPr lang="it-IT" altLang="en-US" sz="2200">
                <a:solidFill>
                  <a:schemeClr val="tx1"/>
                </a:solidFill>
                <a:latin typeface="Courier New" panose="02070309020205020404" pitchFamily="49" charset="0"/>
              </a:rPr>
              <a:t>new</a:t>
            </a:r>
            <a:endParaRPr lang="it-IT" altLang="en-US" sz="2200">
              <a:solidFill>
                <a:schemeClr val="tx1"/>
              </a:solidFill>
            </a:endParaRPr>
          </a:p>
          <a:p>
            <a:pPr>
              <a:buSzPct val="50000"/>
              <a:buFont typeface="Arial" panose="020B0604020202020204" pitchFamily="34" charset="0"/>
              <a:buChar char="•"/>
            </a:pPr>
            <a:r>
              <a:rPr lang="it-IT" altLang="en-US" sz="2200">
                <a:solidFill>
                  <a:schemeClr val="tx1"/>
                </a:solidFill>
              </a:rPr>
              <a:t> la sintassi dell'operatore </a:t>
            </a:r>
            <a:r>
              <a:rPr lang="it-IT" altLang="en-US" sz="2200">
                <a:solidFill>
                  <a:schemeClr val="tx1"/>
                </a:solidFill>
                <a:latin typeface="Courier New" panose="02070309020205020404" pitchFamily="49" charset="0"/>
              </a:rPr>
              <a:t>delete</a:t>
            </a:r>
            <a:r>
              <a:rPr lang="it-IT" altLang="en-US" sz="2200">
                <a:solidFill>
                  <a:schemeClr val="tx1"/>
                </a:solidFill>
              </a:rPr>
              <a:t> è:  </a:t>
            </a:r>
          </a:p>
        </p:txBody>
      </p:sp>
      <p:sp>
        <p:nvSpPr>
          <p:cNvPr id="92166" name="Rectangle 6">
            <a:extLst>
              <a:ext uri="{FF2B5EF4-FFF2-40B4-BE49-F238E27FC236}">
                <a16:creationId xmlns:a16="http://schemas.microsoft.com/office/drawing/2014/main" id="{53CDDF3B-98A5-45A0-BE74-1CA7E1EF8131}"/>
              </a:ext>
            </a:extLst>
          </p:cNvPr>
          <p:cNvSpPr>
            <a:spLocks noChangeArrowheads="1"/>
          </p:cNvSpPr>
          <p:nvPr/>
        </p:nvSpPr>
        <p:spPr bwMode="auto">
          <a:xfrm>
            <a:off x="5292725" y="3573463"/>
            <a:ext cx="863600" cy="360362"/>
          </a:xfrm>
          <a:prstGeom prst="rect">
            <a:avLst/>
          </a:prstGeom>
          <a:solidFill>
            <a:schemeClr val="bg1"/>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buFont typeface="Times New Roman" charset="0"/>
              <a:buNone/>
              <a:defRPr/>
            </a:pPr>
            <a:endParaRPr lang="it-IT">
              <a:latin typeface="Times New Roman" charset="0"/>
              <a:ea typeface="ＭＳ Ｐゴシック" charset="0"/>
            </a:endParaRPr>
          </a:p>
        </p:txBody>
      </p:sp>
      <p:sp>
        <p:nvSpPr>
          <p:cNvPr id="92171" name="Text Box 11">
            <a:extLst>
              <a:ext uri="{FF2B5EF4-FFF2-40B4-BE49-F238E27FC236}">
                <a16:creationId xmlns:a16="http://schemas.microsoft.com/office/drawing/2014/main" id="{DF28F0D1-4B13-40DF-B497-3A4E8BA94489}"/>
              </a:ext>
            </a:extLst>
          </p:cNvPr>
          <p:cNvSpPr txBox="1">
            <a:spLocks noChangeArrowheads="1"/>
          </p:cNvSpPr>
          <p:nvPr/>
        </p:nvSpPr>
        <p:spPr bwMode="auto">
          <a:xfrm>
            <a:off x="179388" y="2420938"/>
            <a:ext cx="7705725" cy="822325"/>
          </a:xfrm>
          <a:prstGeom prst="rect">
            <a:avLst/>
          </a:prstGeom>
          <a:noFill/>
          <a:ln>
            <a:noFill/>
          </a:ln>
          <a:effectLst/>
          <a:extLst>
            <a:ext uri="{909E8E84-426E-40dd-AFC4-6F175D3DCCD1}">
              <a14:hiddenFill xmlns:a14="http://schemas.microsoft.com/office/drawing/2010/main" xmlns="">
                <a:solidFill>
                  <a:srgbClr val="00B8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buFont typeface="Times New Roman" charset="0"/>
              <a:buNone/>
              <a:defRPr/>
            </a:pPr>
            <a:r>
              <a:rPr lang="it-IT" b="1">
                <a:solidFill>
                  <a:schemeClr val="tx1"/>
                </a:solidFill>
                <a:latin typeface="Courier New" charset="0"/>
                <a:ea typeface="ＭＳ Ｐゴシック" charset="0"/>
              </a:rPr>
              <a:t>delete</a:t>
            </a:r>
            <a:r>
              <a:rPr lang="it-IT">
                <a:solidFill>
                  <a:schemeClr val="tx1"/>
                </a:solidFill>
                <a:latin typeface="Courier New" charset="0"/>
                <a:ea typeface="ＭＳ Ｐゴシック" charset="0"/>
              </a:rPr>
              <a:t> </a:t>
            </a:r>
            <a:r>
              <a:rPr lang="it-IT" i="1">
                <a:solidFill>
                  <a:schemeClr val="tx1"/>
                </a:solidFill>
                <a:latin typeface="Courier New" charset="0"/>
                <a:ea typeface="ＭＳ Ｐゴシック" charset="0"/>
              </a:rPr>
              <a:t>puntatore	</a:t>
            </a:r>
            <a:r>
              <a:rPr lang="it-IT">
                <a:solidFill>
                  <a:schemeClr val="tx1"/>
                </a:solidFill>
                <a:latin typeface="Courier New" charset="0"/>
                <a:ea typeface="ＭＳ Ｐゴシック" charset="0"/>
              </a:rPr>
              <a:t>// non array</a:t>
            </a:r>
          </a:p>
          <a:p>
            <a:pPr>
              <a:buFont typeface="Times New Roman" charset="0"/>
              <a:buNone/>
              <a:defRPr/>
            </a:pPr>
            <a:r>
              <a:rPr lang="it-IT" b="1">
                <a:solidFill>
                  <a:schemeClr val="tx1"/>
                </a:solidFill>
                <a:latin typeface="Courier New" charset="0"/>
                <a:ea typeface="ＭＳ Ｐゴシック" charset="0"/>
              </a:rPr>
              <a:t>delete [] </a:t>
            </a:r>
            <a:r>
              <a:rPr lang="it-IT" i="1">
                <a:solidFill>
                  <a:schemeClr val="tx1"/>
                </a:solidFill>
                <a:latin typeface="Courier New" charset="0"/>
                <a:ea typeface="ＭＳ Ｐゴシック" charset="0"/>
              </a:rPr>
              <a:t>puntatore</a:t>
            </a:r>
            <a:r>
              <a:rPr lang="it-IT">
                <a:solidFill>
                  <a:schemeClr val="tx1"/>
                </a:solidFill>
                <a:latin typeface="Courier New" charset="0"/>
                <a:ea typeface="ＭＳ Ｐゴシック" charset="0"/>
              </a:rPr>
              <a:t>	// per array </a:t>
            </a:r>
          </a:p>
        </p:txBody>
      </p:sp>
      <p:sp>
        <p:nvSpPr>
          <p:cNvPr id="92172" name="Text Box 12">
            <a:extLst>
              <a:ext uri="{FF2B5EF4-FFF2-40B4-BE49-F238E27FC236}">
                <a16:creationId xmlns:a16="http://schemas.microsoft.com/office/drawing/2014/main" id="{E59A9649-F8AC-4AD3-AD45-8985837B2B22}"/>
              </a:ext>
            </a:extLst>
          </p:cNvPr>
          <p:cNvSpPr txBox="1">
            <a:spLocks noChangeArrowheads="1"/>
          </p:cNvSpPr>
          <p:nvPr/>
        </p:nvSpPr>
        <p:spPr bwMode="auto">
          <a:xfrm>
            <a:off x="250825" y="3429000"/>
            <a:ext cx="8497888" cy="1739900"/>
          </a:xfrm>
          <a:prstGeom prst="rect">
            <a:avLst/>
          </a:prstGeom>
          <a:noFill/>
          <a:ln>
            <a:noFill/>
          </a:ln>
          <a:effectLst/>
          <a:extLst>
            <a:ext uri="{909E8E84-426E-40dd-AFC4-6F175D3DCCD1}">
              <a14:hiddenFill xmlns:a14="http://schemas.microsoft.com/office/drawing/2010/main" xmlns="">
                <a:solidFill>
                  <a:srgbClr val="00B8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buFont typeface="Times New Roman" charset="0"/>
              <a:buNone/>
              <a:defRPr/>
            </a:pPr>
            <a:r>
              <a:rPr lang="it-IT" sz="1800" dirty="0">
                <a:solidFill>
                  <a:schemeClr val="accent2"/>
                </a:solidFill>
                <a:latin typeface="Times New Roman" charset="0"/>
                <a:ea typeface="ＭＳ Ｐゴシック" charset="0"/>
              </a:rPr>
              <a:t>lo spazio assegnato per le variabili dinamiche:</a:t>
            </a:r>
            <a:endParaRPr lang="en-GB" sz="1800" dirty="0">
              <a:solidFill>
                <a:schemeClr val="accent2"/>
              </a:solidFill>
              <a:latin typeface="Times New Roman" charset="0"/>
              <a:ea typeface="ＭＳ Ｐゴシック" charset="0"/>
            </a:endParaRPr>
          </a:p>
          <a:p>
            <a:pPr>
              <a:buFont typeface="Times New Roman" charset="0"/>
              <a:buNone/>
              <a:defRPr/>
            </a:pPr>
            <a:r>
              <a:rPr lang="en-GB" sz="1800" dirty="0">
                <a:solidFill>
                  <a:schemeClr val="accent2"/>
                </a:solidFill>
                <a:latin typeface="Courier New" charset="0"/>
                <a:ea typeface="ＭＳ Ｐゴシック" charset="0"/>
              </a:rPr>
              <a:t>int* ad = new int;</a:t>
            </a:r>
          </a:p>
          <a:p>
            <a:pPr>
              <a:buFont typeface="Times New Roman" charset="0"/>
              <a:buNone/>
              <a:defRPr/>
            </a:pPr>
            <a:r>
              <a:rPr lang="en-GB" sz="1800" dirty="0">
                <a:solidFill>
                  <a:schemeClr val="accent2"/>
                </a:solidFill>
                <a:latin typeface="Courier New" charset="0"/>
                <a:ea typeface="ＭＳ Ｐゴシック" charset="0"/>
              </a:rPr>
              <a:t>char* </a:t>
            </a:r>
            <a:r>
              <a:rPr lang="en-GB" sz="1800" dirty="0" err="1">
                <a:solidFill>
                  <a:schemeClr val="accent2"/>
                </a:solidFill>
                <a:latin typeface="Courier New" charset="0"/>
                <a:ea typeface="ＭＳ Ｐゴシック" charset="0"/>
              </a:rPr>
              <a:t>adc</a:t>
            </a:r>
            <a:r>
              <a:rPr lang="en-GB" sz="1800" dirty="0">
                <a:solidFill>
                  <a:schemeClr val="accent2"/>
                </a:solidFill>
                <a:latin typeface="Courier New" charset="0"/>
                <a:ea typeface="ＭＳ Ｐゴシック" charset="0"/>
              </a:rPr>
              <a:t> = new char[100];</a:t>
            </a:r>
            <a:endParaRPr lang="it-IT" sz="1800" dirty="0">
              <a:solidFill>
                <a:schemeClr val="accent2"/>
              </a:solidFill>
              <a:latin typeface="Courier New" charset="0"/>
              <a:ea typeface="ＭＳ Ｐゴシック" charset="0"/>
            </a:endParaRPr>
          </a:p>
          <a:p>
            <a:pPr>
              <a:buFont typeface="Times New Roman" charset="0"/>
              <a:buNone/>
              <a:defRPr/>
            </a:pPr>
            <a:r>
              <a:rPr lang="it-IT" sz="1800" dirty="0">
                <a:solidFill>
                  <a:schemeClr val="accent2"/>
                </a:solidFill>
                <a:latin typeface="Times New Roman" charset="0"/>
                <a:ea typeface="ＭＳ Ｐゴシック" charset="0"/>
              </a:rPr>
              <a:t>si può liberare con le istruzioni:</a:t>
            </a:r>
          </a:p>
          <a:p>
            <a:pPr>
              <a:buFont typeface="Times New Roman" charset="0"/>
              <a:buNone/>
              <a:defRPr/>
            </a:pPr>
            <a:r>
              <a:rPr lang="it-IT" sz="1800" dirty="0">
                <a:solidFill>
                  <a:schemeClr val="accent2"/>
                </a:solidFill>
                <a:latin typeface="Courier New" charset="0"/>
                <a:ea typeface="ＭＳ Ｐゴシック" charset="0"/>
              </a:rPr>
              <a:t>delete ad;</a:t>
            </a:r>
            <a:endParaRPr lang="es-ES_tradnl" sz="1800" dirty="0">
              <a:solidFill>
                <a:schemeClr val="accent2"/>
              </a:solidFill>
              <a:latin typeface="Courier New" charset="0"/>
              <a:ea typeface="ＭＳ Ｐゴシック" charset="0"/>
            </a:endParaRPr>
          </a:p>
          <a:p>
            <a:pPr>
              <a:buFont typeface="Times New Roman" charset="0"/>
              <a:buNone/>
              <a:defRPr/>
            </a:pPr>
            <a:r>
              <a:rPr lang="es-ES_tradnl" sz="1800" dirty="0">
                <a:solidFill>
                  <a:schemeClr val="accent2"/>
                </a:solidFill>
                <a:latin typeface="Courier New" charset="0"/>
                <a:ea typeface="ＭＳ Ｐゴシック" charset="0"/>
              </a:rPr>
              <a:t>delete [] adc;</a:t>
            </a:r>
            <a:endParaRPr lang="it-IT" sz="1800" dirty="0">
              <a:solidFill>
                <a:schemeClr val="accent2"/>
              </a:solidFill>
              <a:latin typeface="Courier New" charset="0"/>
              <a:ea typeface="ＭＳ Ｐゴシック" charset="0"/>
            </a:endParaRPr>
          </a:p>
        </p:txBody>
      </p:sp>
      <p:sp>
        <p:nvSpPr>
          <p:cNvPr id="92174" name="Text Box 14">
            <a:extLst>
              <a:ext uri="{FF2B5EF4-FFF2-40B4-BE49-F238E27FC236}">
                <a16:creationId xmlns:a16="http://schemas.microsoft.com/office/drawing/2014/main" id="{B29E4591-7A99-4632-AD81-809DE0B6F53B}"/>
              </a:ext>
            </a:extLst>
          </p:cNvPr>
          <p:cNvSpPr txBox="1">
            <a:spLocks noChangeArrowheads="1"/>
          </p:cNvSpPr>
          <p:nvPr/>
        </p:nvSpPr>
        <p:spPr bwMode="auto">
          <a:xfrm>
            <a:off x="323850" y="5229225"/>
            <a:ext cx="8569325" cy="1108075"/>
          </a:xfrm>
          <a:prstGeom prst="rect">
            <a:avLst/>
          </a:prstGeom>
          <a:noFill/>
          <a:ln>
            <a:noFill/>
          </a:ln>
          <a:effectLst/>
          <a:extLst>
            <a:ext uri="{909E8E84-426E-40dd-AFC4-6F175D3DCCD1}">
              <a14:hiddenFill xmlns:a14="http://schemas.microsoft.com/office/drawing/2010/main" xmlns="">
                <a:solidFill>
                  <a:srgbClr val="00B8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marL="342900" indent="-342900">
              <a:buSzPct val="50000"/>
              <a:buFont typeface="Arial"/>
              <a:buChar char="•"/>
              <a:defRPr/>
            </a:pPr>
            <a:r>
              <a:rPr lang="it-IT" sz="2200" dirty="0">
                <a:solidFill>
                  <a:schemeClr val="tx1"/>
                </a:solidFill>
                <a:latin typeface="Times New Roman" charset="0"/>
                <a:ea typeface="ＭＳ Ｐゴシック" charset="0"/>
              </a:rPr>
              <a:t> rende riutilizzabile la memoria puntata ma non cancella il puntatore che può quindi essere riutilizzato, ad esempio per puntare un'altra variabile successivamente allocata con </a:t>
            </a:r>
            <a:r>
              <a:rPr lang="it-IT" sz="2200" dirty="0">
                <a:solidFill>
                  <a:schemeClr val="tx1"/>
                </a:solidFill>
                <a:latin typeface="Courier New" charset="0"/>
                <a:ea typeface="ＭＳ Ｐゴシック" charset="0"/>
              </a:rPr>
              <a:t>new</a:t>
            </a:r>
            <a:endParaRPr lang="it-IT" sz="2200" dirty="0">
              <a:solidFill>
                <a:schemeClr val="tx1"/>
              </a:solidFill>
              <a:latin typeface="Times New Roman" charset="0"/>
              <a:ea typeface="ＭＳ Ｐゴシック" charset="0"/>
            </a:endParaRP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Rectangle 2">
            <a:extLst>
              <a:ext uri="{FF2B5EF4-FFF2-40B4-BE49-F238E27FC236}">
                <a16:creationId xmlns:a16="http://schemas.microsoft.com/office/drawing/2014/main" id="{C4AFC396-D4E1-4FFF-9FB5-846F4DD55C74}"/>
              </a:ext>
            </a:extLst>
          </p:cNvPr>
          <p:cNvSpPr>
            <a:spLocks noGrp="1" noChangeArrowheads="1"/>
          </p:cNvSpPr>
          <p:nvPr>
            <p:ph type="title"/>
          </p:nvPr>
        </p:nvSpPr>
        <p:spPr>
          <a:xfrm>
            <a:off x="107950" y="0"/>
            <a:ext cx="7812088" cy="908050"/>
          </a:xfrm>
        </p:spPr>
        <p:txBody>
          <a:bodyPr lIns="0" tIns="0" rIns="0" bIns="0"/>
          <a:lstStyle/>
          <a:p>
            <a:pPr>
              <a:lnSpc>
                <a:spcPct val="93000"/>
              </a:lnSpc>
              <a:buFont typeface="Arial"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it-IT" sz="4000" dirty="0">
                <a:latin typeface="Bitstream Charter" charset="0"/>
                <a:ea typeface="+mj-ea"/>
                <a:cs typeface="+mj-cs"/>
              </a:rPr>
              <a:t>Esempi di </a:t>
            </a:r>
            <a:r>
              <a:rPr lang="it-IT" sz="4000" b="0" dirty="0">
                <a:latin typeface="Courier New" charset="0"/>
                <a:ea typeface="+mj-ea"/>
                <a:cs typeface="+mj-cs"/>
              </a:rPr>
              <a:t>new</a:t>
            </a:r>
            <a:r>
              <a:rPr lang="it-IT" sz="4000" dirty="0">
                <a:latin typeface="Bitstream Charter" charset="0"/>
                <a:ea typeface="+mj-ea"/>
                <a:cs typeface="+mj-cs"/>
              </a:rPr>
              <a:t> e </a:t>
            </a:r>
            <a:r>
              <a:rPr lang="it-IT" sz="4000" b="0" dirty="0">
                <a:latin typeface="Courier New" charset="0"/>
                <a:ea typeface="+mj-ea"/>
                <a:cs typeface="+mj-cs"/>
              </a:rPr>
              <a:t>delete</a:t>
            </a:r>
          </a:p>
        </p:txBody>
      </p:sp>
      <p:sp>
        <p:nvSpPr>
          <p:cNvPr id="163843" name="Rectangle 3">
            <a:extLst>
              <a:ext uri="{FF2B5EF4-FFF2-40B4-BE49-F238E27FC236}">
                <a16:creationId xmlns:a16="http://schemas.microsoft.com/office/drawing/2014/main" id="{A2D6A3E1-78D8-4143-9B33-279B1C4D4711}"/>
              </a:ext>
            </a:extLst>
          </p:cNvPr>
          <p:cNvSpPr>
            <a:spLocks noChangeArrowheads="1"/>
          </p:cNvSpPr>
          <p:nvPr/>
        </p:nvSpPr>
        <p:spPr bwMode="auto">
          <a:xfrm>
            <a:off x="5292725" y="3573463"/>
            <a:ext cx="863600" cy="360362"/>
          </a:xfrm>
          <a:prstGeom prst="rect">
            <a:avLst/>
          </a:prstGeom>
          <a:solidFill>
            <a:schemeClr val="bg1"/>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buFont typeface="Times New Roman" charset="0"/>
              <a:buNone/>
              <a:defRPr/>
            </a:pPr>
            <a:endParaRPr lang="it-IT">
              <a:latin typeface="Times New Roman" charset="0"/>
              <a:ea typeface="ＭＳ Ｐゴシック" charset="0"/>
            </a:endParaRPr>
          </a:p>
        </p:txBody>
      </p:sp>
      <p:sp>
        <p:nvSpPr>
          <p:cNvPr id="163844" name="Text Box 4">
            <a:extLst>
              <a:ext uri="{FF2B5EF4-FFF2-40B4-BE49-F238E27FC236}">
                <a16:creationId xmlns:a16="http://schemas.microsoft.com/office/drawing/2014/main" id="{AD7DEA1C-E8AD-4C94-9431-7D6CDF1FD4CC}"/>
              </a:ext>
            </a:extLst>
          </p:cNvPr>
          <p:cNvSpPr txBox="1">
            <a:spLocks noChangeArrowheads="1"/>
          </p:cNvSpPr>
          <p:nvPr/>
        </p:nvSpPr>
        <p:spPr bwMode="auto">
          <a:xfrm>
            <a:off x="250825" y="908050"/>
            <a:ext cx="8497888" cy="5273675"/>
          </a:xfrm>
          <a:prstGeom prst="rect">
            <a:avLst/>
          </a:prstGeom>
          <a:noFill/>
          <a:ln>
            <a:noFill/>
          </a:ln>
          <a:effectLst/>
          <a:extLst>
            <a:ext uri="{909E8E84-426E-40dd-AFC4-6F175D3DCCD1}">
              <a14:hiddenFill xmlns:a14="http://schemas.microsoft.com/office/drawing/2010/main" xmlns="">
                <a:solidFill>
                  <a:srgbClr val="00B8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2400">
                <a:solidFill>
                  <a:schemeClr val="bg1"/>
                </a:solidFill>
                <a:latin typeface="Times New Roman" panose="02020603050405020304" pitchFamily="18" charset="0"/>
                <a:ea typeface="MS PGothic" panose="020B0600070205080204" pitchFamily="34" charset="-128"/>
              </a:defRPr>
            </a:lvl1pPr>
            <a:lvl2pPr marL="742950" indent="-285750">
              <a:defRPr sz="2400">
                <a:solidFill>
                  <a:schemeClr val="bg1"/>
                </a:solidFill>
                <a:latin typeface="Times New Roman" panose="02020603050405020304" pitchFamily="18" charset="0"/>
                <a:ea typeface="MS PGothic" panose="020B0600070205080204" pitchFamily="34" charset="-128"/>
              </a:defRPr>
            </a:lvl2pPr>
            <a:lvl3pPr marL="1143000" indent="-228600">
              <a:defRPr sz="2400">
                <a:solidFill>
                  <a:schemeClr val="bg1"/>
                </a:solidFill>
                <a:latin typeface="Times New Roman" panose="02020603050405020304" pitchFamily="18" charset="0"/>
                <a:ea typeface="MS PGothic" panose="020B0600070205080204" pitchFamily="34" charset="-128"/>
              </a:defRPr>
            </a:lvl3pPr>
            <a:lvl4pPr marL="1600200" indent="-228600">
              <a:defRPr sz="2400">
                <a:solidFill>
                  <a:schemeClr val="bg1"/>
                </a:solidFill>
                <a:latin typeface="Times New Roman" panose="02020603050405020304" pitchFamily="18" charset="0"/>
                <a:ea typeface="MS PGothic" panose="020B0600070205080204" pitchFamily="34" charset="-128"/>
              </a:defRPr>
            </a:lvl4pPr>
            <a:lvl5pPr marL="2057400" indent="-228600">
              <a:defRPr sz="2400">
                <a:solidFill>
                  <a:schemeClr val="bg1"/>
                </a:solidFill>
                <a:latin typeface="Times New Roman" panose="02020603050405020304" pitchFamily="18" charset="0"/>
                <a:ea typeface="MS PGothic" panose="020B0600070205080204" pitchFamily="34" charset="-128"/>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defRPr sz="2400">
                <a:solidFill>
                  <a:schemeClr val="bg1"/>
                </a:solidFill>
                <a:latin typeface="Times New Roman" panose="02020603050405020304" pitchFamily="18" charset="0"/>
                <a:ea typeface="MS PGothic" panose="020B0600070205080204" pitchFamily="34" charset="-128"/>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defRPr sz="2400">
                <a:solidFill>
                  <a:schemeClr val="bg1"/>
                </a:solidFill>
                <a:latin typeface="Times New Roman" panose="02020603050405020304" pitchFamily="18" charset="0"/>
                <a:ea typeface="MS PGothic" panose="020B0600070205080204" pitchFamily="34" charset="-128"/>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defRPr sz="2400">
                <a:solidFill>
                  <a:schemeClr val="bg1"/>
                </a:solidFill>
                <a:latin typeface="Times New Roman" panose="02020603050405020304" pitchFamily="18" charset="0"/>
                <a:ea typeface="MS PGothic" panose="020B0600070205080204" pitchFamily="34" charset="-128"/>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defRPr sz="2400">
                <a:solidFill>
                  <a:schemeClr val="bg1"/>
                </a:solidFill>
                <a:latin typeface="Times New Roman" panose="02020603050405020304" pitchFamily="18" charset="0"/>
                <a:ea typeface="MS PGothic" panose="020B0600070205080204" pitchFamily="34" charset="-128"/>
              </a:defRPr>
            </a:lvl9pPr>
          </a:lstStyle>
          <a:p>
            <a:r>
              <a:rPr lang="it-IT" altLang="en-US" sz="2000" dirty="0">
                <a:solidFill>
                  <a:schemeClr val="accent2"/>
                </a:solidFill>
                <a:latin typeface="Courier New" panose="02070309020205020404" pitchFamily="49" charset="0"/>
              </a:rPr>
              <a:t>#include &lt;</a:t>
            </a:r>
            <a:r>
              <a:rPr lang="it-IT" altLang="en-US" sz="2000" dirty="0" err="1">
                <a:solidFill>
                  <a:schemeClr val="accent2"/>
                </a:solidFill>
                <a:latin typeface="Courier New" panose="02070309020205020404" pitchFamily="49" charset="0"/>
              </a:rPr>
              <a:t>iostream</a:t>
            </a:r>
            <a:r>
              <a:rPr lang="it-IT" altLang="en-US" sz="2000" dirty="0">
                <a:solidFill>
                  <a:schemeClr val="accent2"/>
                </a:solidFill>
                <a:latin typeface="Courier New" panose="02070309020205020404" pitchFamily="49" charset="0"/>
              </a:rPr>
              <a:t>&gt;</a:t>
            </a:r>
            <a:endParaRPr lang="en-GB" altLang="en-US" sz="2000" dirty="0">
              <a:solidFill>
                <a:schemeClr val="accent2"/>
              </a:solidFill>
              <a:latin typeface="Courier New" panose="02070309020205020404" pitchFamily="49" charset="0"/>
            </a:endParaRPr>
          </a:p>
          <a:p>
            <a:r>
              <a:rPr lang="en-GB" altLang="en-US" sz="2000" dirty="0">
                <a:solidFill>
                  <a:schemeClr val="accent2"/>
                </a:solidFill>
                <a:latin typeface="Courier New" panose="02070309020205020404" pitchFamily="49" charset="0"/>
              </a:rPr>
              <a:t>using namespace std;</a:t>
            </a:r>
          </a:p>
          <a:p>
            <a:r>
              <a:rPr lang="en-GB" altLang="en-US" sz="2000" dirty="0">
                <a:solidFill>
                  <a:schemeClr val="accent2"/>
                </a:solidFill>
                <a:latin typeface="Courier New" panose="02070309020205020404" pitchFamily="49" charset="0"/>
              </a:rPr>
              <a:t>int main()</a:t>
            </a:r>
            <a:endParaRPr lang="it-IT" altLang="en-US" sz="2000" dirty="0">
              <a:solidFill>
                <a:schemeClr val="accent2"/>
              </a:solidFill>
              <a:latin typeface="Courier New" panose="02070309020205020404" pitchFamily="49" charset="0"/>
            </a:endParaRPr>
          </a:p>
          <a:p>
            <a:r>
              <a:rPr lang="it-IT" altLang="en-US" sz="2000" dirty="0">
                <a:solidFill>
                  <a:schemeClr val="accent2"/>
                </a:solidFill>
                <a:latin typeface="Courier New" panose="02070309020205020404" pitchFamily="49" charset="0"/>
              </a:rPr>
              <a:t>{</a:t>
            </a:r>
          </a:p>
          <a:p>
            <a:r>
              <a:rPr lang="it-IT" altLang="en-US" sz="2000" dirty="0">
                <a:solidFill>
                  <a:schemeClr val="accent2"/>
                </a:solidFill>
                <a:latin typeface="Courier New" panose="02070309020205020404" pitchFamily="49" charset="0"/>
              </a:rPr>
              <a:t>   </a:t>
            </a:r>
            <a:r>
              <a:rPr lang="it-IT" altLang="en-US" sz="2000" dirty="0" err="1">
                <a:solidFill>
                  <a:schemeClr val="accent2"/>
                </a:solidFill>
                <a:latin typeface="Courier New" panose="02070309020205020404" pitchFamily="49" charset="0"/>
              </a:rPr>
              <a:t>int</a:t>
            </a:r>
            <a:r>
              <a:rPr lang="it-IT" altLang="en-US" sz="2000" dirty="0">
                <a:solidFill>
                  <a:schemeClr val="accent2"/>
                </a:solidFill>
                <a:latin typeface="Courier New" panose="02070309020205020404" pitchFamily="49" charset="0"/>
              </a:rPr>
              <a:t>* Giorni = new </a:t>
            </a:r>
            <a:r>
              <a:rPr lang="it-IT" altLang="en-US" sz="2000" dirty="0" err="1">
                <a:solidFill>
                  <a:schemeClr val="accent2"/>
                </a:solidFill>
                <a:latin typeface="Courier New" panose="02070309020205020404" pitchFamily="49" charset="0"/>
              </a:rPr>
              <a:t>int</a:t>
            </a:r>
            <a:r>
              <a:rPr lang="it-IT" altLang="en-US" sz="2000" dirty="0">
                <a:solidFill>
                  <a:schemeClr val="accent2"/>
                </a:solidFill>
                <a:latin typeface="Courier New" panose="02070309020205020404" pitchFamily="49" charset="0"/>
              </a:rPr>
              <a:t>[3];</a:t>
            </a:r>
          </a:p>
          <a:p>
            <a:r>
              <a:rPr lang="it-IT" altLang="en-US" sz="2000" dirty="0">
                <a:solidFill>
                  <a:schemeClr val="accent2"/>
                </a:solidFill>
                <a:latin typeface="Courier New" panose="02070309020205020404" pitchFamily="49" charset="0"/>
              </a:rPr>
              <a:t>   Giorni[0] = 15;</a:t>
            </a:r>
          </a:p>
          <a:p>
            <a:r>
              <a:rPr lang="it-IT" altLang="en-US" sz="2000" dirty="0">
                <a:solidFill>
                  <a:schemeClr val="accent2"/>
                </a:solidFill>
                <a:latin typeface="Courier New" panose="02070309020205020404" pitchFamily="49" charset="0"/>
              </a:rPr>
              <a:t>   Giorni[1] = 8;</a:t>
            </a:r>
          </a:p>
          <a:p>
            <a:r>
              <a:rPr lang="it-IT" altLang="en-US" sz="2000" dirty="0">
                <a:solidFill>
                  <a:schemeClr val="accent2"/>
                </a:solidFill>
                <a:latin typeface="Courier New" panose="02070309020205020404" pitchFamily="49" charset="0"/>
              </a:rPr>
              <a:t>   Giorni[2] = 1999;</a:t>
            </a:r>
          </a:p>
          <a:p>
            <a:r>
              <a:rPr lang="it-IT" altLang="en-US" sz="2000" dirty="0">
                <a:solidFill>
                  <a:schemeClr val="accent2"/>
                </a:solidFill>
                <a:latin typeface="Courier New" panose="02070309020205020404" pitchFamily="49" charset="0"/>
              </a:rPr>
              <a:t>   </a:t>
            </a:r>
            <a:r>
              <a:rPr lang="it-IT" altLang="en-US" sz="2000" dirty="0" err="1">
                <a:solidFill>
                  <a:schemeClr val="accent2"/>
                </a:solidFill>
                <a:latin typeface="Courier New" panose="02070309020205020404" pitchFamily="49" charset="0"/>
              </a:rPr>
              <a:t>cout</a:t>
            </a:r>
            <a:r>
              <a:rPr lang="it-IT" altLang="en-US" sz="2000" dirty="0">
                <a:solidFill>
                  <a:schemeClr val="accent2"/>
                </a:solidFill>
                <a:latin typeface="Courier New" panose="02070309020205020404" pitchFamily="49" charset="0"/>
              </a:rPr>
              <a:t>  &lt;&lt; "Le feste del paese sono in Agosto "</a:t>
            </a:r>
          </a:p>
          <a:p>
            <a:r>
              <a:rPr lang="it-IT" altLang="en-US" sz="2000" dirty="0">
                <a:solidFill>
                  <a:schemeClr val="accent2"/>
                </a:solidFill>
                <a:latin typeface="Courier New" panose="02070309020205020404" pitchFamily="49" charset="0"/>
              </a:rPr>
              <a:t>         &lt;&lt; Giorni[0] &lt;&lt; "/ "</a:t>
            </a:r>
          </a:p>
          <a:p>
            <a:r>
              <a:rPr lang="it-IT" altLang="en-US" sz="2000" dirty="0">
                <a:solidFill>
                  <a:schemeClr val="accent2"/>
                </a:solidFill>
                <a:latin typeface="Courier New" panose="02070309020205020404" pitchFamily="49" charset="0"/>
              </a:rPr>
              <a:t>         &lt;&lt; Giorni[1] &lt;&lt; "/ "</a:t>
            </a:r>
          </a:p>
          <a:p>
            <a:r>
              <a:rPr lang="it-IT" altLang="en-US" sz="2000" dirty="0">
                <a:solidFill>
                  <a:schemeClr val="accent2"/>
                </a:solidFill>
                <a:latin typeface="Courier New" panose="02070309020205020404" pitchFamily="49" charset="0"/>
              </a:rPr>
              <a:t>         &lt;&lt; Giorni[2];</a:t>
            </a:r>
          </a:p>
          <a:p>
            <a:r>
              <a:rPr lang="it-IT" altLang="en-US" sz="2000" dirty="0">
                <a:solidFill>
                  <a:schemeClr val="accent2"/>
                </a:solidFill>
                <a:latin typeface="Courier New" panose="02070309020205020404" pitchFamily="49" charset="0"/>
              </a:rPr>
              <a:t>   delete [] Giorni;        // Libera memoria</a:t>
            </a:r>
          </a:p>
          <a:p>
            <a:r>
              <a:rPr lang="it-IT" altLang="en-US" sz="2000" dirty="0">
                <a:solidFill>
                  <a:schemeClr val="accent2"/>
                </a:solidFill>
                <a:latin typeface="Courier New" panose="02070309020205020404" pitchFamily="49" charset="0"/>
              </a:rPr>
              <a:t>   </a:t>
            </a:r>
            <a:r>
              <a:rPr lang="it-IT" altLang="en-US" sz="2000" dirty="0" err="1">
                <a:solidFill>
                  <a:schemeClr val="accent2"/>
                </a:solidFill>
                <a:latin typeface="Courier New" panose="02070309020205020404" pitchFamily="49" charset="0"/>
              </a:rPr>
              <a:t>return</a:t>
            </a:r>
            <a:r>
              <a:rPr lang="it-IT" altLang="en-US" sz="2000" dirty="0">
                <a:solidFill>
                  <a:schemeClr val="accent2"/>
                </a:solidFill>
                <a:latin typeface="Courier New" panose="02070309020205020404" pitchFamily="49" charset="0"/>
              </a:rPr>
              <a:t> 0;</a:t>
            </a:r>
          </a:p>
          <a:p>
            <a:r>
              <a:rPr lang="it-IT" altLang="en-US" sz="2000" dirty="0">
                <a:solidFill>
                  <a:schemeClr val="accent2"/>
                </a:solidFill>
                <a:latin typeface="Courier New" panose="02070309020205020404" pitchFamily="49" charset="0"/>
              </a:rPr>
              <a:t>}</a:t>
            </a:r>
          </a:p>
          <a:p>
            <a:r>
              <a:rPr lang="it-IT" altLang="en-US" sz="2000" dirty="0">
                <a:solidFill>
                  <a:schemeClr val="accent2"/>
                </a:solidFill>
              </a:rPr>
              <a:t>L</a:t>
            </a:r>
            <a:r>
              <a:rPr lang="it-IT" altLang="it-IT" sz="2000" dirty="0">
                <a:solidFill>
                  <a:schemeClr val="accent2"/>
                </a:solidFill>
              </a:rPr>
              <a:t>’</a:t>
            </a:r>
            <a:r>
              <a:rPr lang="it-IT" altLang="en-US" sz="2000" dirty="0">
                <a:solidFill>
                  <a:schemeClr val="accent2"/>
                </a:solidFill>
              </a:rPr>
              <a:t>output del programma è:</a:t>
            </a:r>
          </a:p>
          <a:p>
            <a:r>
              <a:rPr lang="it-IT" altLang="en-US" sz="2000" dirty="0">
                <a:solidFill>
                  <a:schemeClr val="accent2"/>
                </a:solidFill>
                <a:latin typeface="Courier New" panose="02070309020205020404" pitchFamily="49" charset="0"/>
              </a:rPr>
              <a:t>Le feste del paese sono in Agosto 15/8/1999    </a:t>
            </a: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Rectangle 2">
            <a:extLst>
              <a:ext uri="{FF2B5EF4-FFF2-40B4-BE49-F238E27FC236}">
                <a16:creationId xmlns:a16="http://schemas.microsoft.com/office/drawing/2014/main" id="{261F3BC9-86EF-4FF4-A798-3477473339F3}"/>
              </a:ext>
            </a:extLst>
          </p:cNvPr>
          <p:cNvSpPr>
            <a:spLocks noGrp="1" noChangeArrowheads="1"/>
          </p:cNvSpPr>
          <p:nvPr>
            <p:ph type="title"/>
          </p:nvPr>
        </p:nvSpPr>
        <p:spPr>
          <a:xfrm>
            <a:off x="107950" y="0"/>
            <a:ext cx="7812088" cy="908050"/>
          </a:xfrm>
        </p:spPr>
        <p:txBody>
          <a:bodyPr lIns="0" tIns="0" rIns="0" bIns="0"/>
          <a:lstStyle/>
          <a:p>
            <a:pPr>
              <a:lnSpc>
                <a:spcPct val="93000"/>
              </a:lnSpc>
              <a:buFont typeface="Arial"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it-IT" sz="4000" dirty="0">
                <a:latin typeface="Bitstream Charter" charset="0"/>
                <a:ea typeface="+mj-ea"/>
                <a:cs typeface="+mj-cs"/>
              </a:rPr>
              <a:t>Esempi di </a:t>
            </a:r>
            <a:r>
              <a:rPr lang="it-IT" sz="4000" b="0" dirty="0">
                <a:latin typeface="Courier New" charset="0"/>
                <a:ea typeface="+mj-ea"/>
                <a:cs typeface="+mj-cs"/>
              </a:rPr>
              <a:t>new</a:t>
            </a:r>
            <a:r>
              <a:rPr lang="it-IT" sz="4000" dirty="0">
                <a:latin typeface="Bitstream Charter" charset="0"/>
                <a:ea typeface="+mj-ea"/>
                <a:cs typeface="+mj-cs"/>
              </a:rPr>
              <a:t> e </a:t>
            </a:r>
            <a:r>
              <a:rPr lang="it-IT" sz="4000" b="0" dirty="0">
                <a:latin typeface="Courier New" charset="0"/>
                <a:ea typeface="+mj-ea"/>
                <a:cs typeface="+mj-cs"/>
              </a:rPr>
              <a:t>delete</a:t>
            </a:r>
          </a:p>
        </p:txBody>
      </p:sp>
      <p:sp>
        <p:nvSpPr>
          <p:cNvPr id="161795" name="Rectangle 3">
            <a:extLst>
              <a:ext uri="{FF2B5EF4-FFF2-40B4-BE49-F238E27FC236}">
                <a16:creationId xmlns:a16="http://schemas.microsoft.com/office/drawing/2014/main" id="{2D059FBB-F17B-4C7E-8C49-601D40981EA2}"/>
              </a:ext>
            </a:extLst>
          </p:cNvPr>
          <p:cNvSpPr>
            <a:spLocks noChangeArrowheads="1"/>
          </p:cNvSpPr>
          <p:nvPr/>
        </p:nvSpPr>
        <p:spPr bwMode="auto">
          <a:xfrm>
            <a:off x="5292725" y="3573463"/>
            <a:ext cx="863600" cy="360362"/>
          </a:xfrm>
          <a:prstGeom prst="rect">
            <a:avLst/>
          </a:prstGeom>
          <a:solidFill>
            <a:schemeClr val="bg1"/>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buFont typeface="Times New Roman" charset="0"/>
              <a:buNone/>
              <a:defRPr/>
            </a:pPr>
            <a:endParaRPr lang="it-IT">
              <a:latin typeface="Times New Roman" charset="0"/>
              <a:ea typeface="ＭＳ Ｐゴシック" charset="0"/>
            </a:endParaRPr>
          </a:p>
        </p:txBody>
      </p:sp>
      <p:sp>
        <p:nvSpPr>
          <p:cNvPr id="161797" name="Text Box 5">
            <a:extLst>
              <a:ext uri="{FF2B5EF4-FFF2-40B4-BE49-F238E27FC236}">
                <a16:creationId xmlns:a16="http://schemas.microsoft.com/office/drawing/2014/main" id="{30AA1363-95B8-48F0-9BF9-B8DA85D8DC6F}"/>
              </a:ext>
            </a:extLst>
          </p:cNvPr>
          <p:cNvSpPr txBox="1">
            <a:spLocks noChangeArrowheads="1"/>
          </p:cNvSpPr>
          <p:nvPr/>
        </p:nvSpPr>
        <p:spPr bwMode="auto">
          <a:xfrm>
            <a:off x="250825" y="908050"/>
            <a:ext cx="8497888" cy="5632450"/>
          </a:xfrm>
          <a:prstGeom prst="rect">
            <a:avLst/>
          </a:prstGeom>
          <a:noFill/>
          <a:ln>
            <a:noFill/>
          </a:ln>
          <a:effectLst/>
          <a:extLst>
            <a:ext uri="{909E8E84-426E-40dd-AFC4-6F175D3DCCD1}">
              <a14:hiddenFill xmlns:a14="http://schemas.microsoft.com/office/drawing/2010/main" xmlns="">
                <a:solidFill>
                  <a:srgbClr val="00B8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2400">
                <a:solidFill>
                  <a:schemeClr val="bg1"/>
                </a:solidFill>
                <a:latin typeface="Times New Roman" panose="02020603050405020304" pitchFamily="18" charset="0"/>
                <a:ea typeface="MS PGothic" panose="020B0600070205080204" pitchFamily="34" charset="-128"/>
              </a:defRPr>
            </a:lvl1pPr>
            <a:lvl2pPr marL="742950" indent="-285750">
              <a:defRPr sz="2400">
                <a:solidFill>
                  <a:schemeClr val="bg1"/>
                </a:solidFill>
                <a:latin typeface="Times New Roman" panose="02020603050405020304" pitchFamily="18" charset="0"/>
                <a:ea typeface="MS PGothic" panose="020B0600070205080204" pitchFamily="34" charset="-128"/>
              </a:defRPr>
            </a:lvl2pPr>
            <a:lvl3pPr marL="1143000" indent="-228600">
              <a:defRPr sz="2400">
                <a:solidFill>
                  <a:schemeClr val="bg1"/>
                </a:solidFill>
                <a:latin typeface="Times New Roman" panose="02020603050405020304" pitchFamily="18" charset="0"/>
                <a:ea typeface="MS PGothic" panose="020B0600070205080204" pitchFamily="34" charset="-128"/>
              </a:defRPr>
            </a:lvl3pPr>
            <a:lvl4pPr marL="1600200" indent="-228600">
              <a:defRPr sz="2400">
                <a:solidFill>
                  <a:schemeClr val="bg1"/>
                </a:solidFill>
                <a:latin typeface="Times New Roman" panose="02020603050405020304" pitchFamily="18" charset="0"/>
                <a:ea typeface="MS PGothic" panose="020B0600070205080204" pitchFamily="34" charset="-128"/>
              </a:defRPr>
            </a:lvl4pPr>
            <a:lvl5pPr marL="2057400" indent="-228600">
              <a:defRPr sz="2400">
                <a:solidFill>
                  <a:schemeClr val="bg1"/>
                </a:solidFill>
                <a:latin typeface="Times New Roman" panose="02020603050405020304" pitchFamily="18" charset="0"/>
                <a:ea typeface="MS PGothic" panose="020B0600070205080204" pitchFamily="34" charset="-128"/>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defRPr sz="2400">
                <a:solidFill>
                  <a:schemeClr val="bg1"/>
                </a:solidFill>
                <a:latin typeface="Times New Roman" panose="02020603050405020304" pitchFamily="18" charset="0"/>
                <a:ea typeface="MS PGothic" panose="020B0600070205080204" pitchFamily="34" charset="-128"/>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defRPr sz="2400">
                <a:solidFill>
                  <a:schemeClr val="bg1"/>
                </a:solidFill>
                <a:latin typeface="Times New Roman" panose="02020603050405020304" pitchFamily="18" charset="0"/>
                <a:ea typeface="MS PGothic" panose="020B0600070205080204" pitchFamily="34" charset="-128"/>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defRPr sz="2400">
                <a:solidFill>
                  <a:schemeClr val="bg1"/>
                </a:solidFill>
                <a:latin typeface="Times New Roman" panose="02020603050405020304" pitchFamily="18" charset="0"/>
                <a:ea typeface="MS PGothic" panose="020B0600070205080204" pitchFamily="34" charset="-128"/>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defRPr sz="2400">
                <a:solidFill>
                  <a:schemeClr val="bg1"/>
                </a:solidFill>
                <a:latin typeface="Times New Roman" panose="02020603050405020304" pitchFamily="18" charset="0"/>
                <a:ea typeface="MS PGothic" panose="020B0600070205080204" pitchFamily="34" charset="-128"/>
              </a:defRPr>
            </a:lvl9pPr>
          </a:lstStyle>
          <a:p>
            <a:r>
              <a:rPr lang="it-IT" altLang="en-US" sz="2000">
                <a:solidFill>
                  <a:schemeClr val="accent2"/>
                </a:solidFill>
                <a:latin typeface="Courier New" panose="02070309020205020404" pitchFamily="49" charset="0"/>
              </a:rPr>
              <a:t>#include &lt;iostream&gt;</a:t>
            </a:r>
            <a:endParaRPr lang="en-GB" altLang="en-US" sz="2000">
              <a:solidFill>
                <a:schemeClr val="accent2"/>
              </a:solidFill>
              <a:latin typeface="Courier New" panose="02070309020205020404" pitchFamily="49" charset="0"/>
            </a:endParaRPr>
          </a:p>
          <a:p>
            <a:r>
              <a:rPr lang="en-GB" altLang="en-US" sz="2000">
                <a:solidFill>
                  <a:schemeClr val="accent2"/>
                </a:solidFill>
                <a:latin typeface="Courier New" panose="02070309020205020404" pitchFamily="49" charset="0"/>
              </a:rPr>
              <a:t>using namespace std;</a:t>
            </a:r>
          </a:p>
          <a:p>
            <a:r>
              <a:rPr lang="en-GB" altLang="en-US" sz="2000">
                <a:solidFill>
                  <a:schemeClr val="accent2"/>
                </a:solidFill>
                <a:latin typeface="Courier New" panose="02070309020205020404" pitchFamily="49" charset="0"/>
              </a:rPr>
              <a:t>struct scheda_p {</a:t>
            </a:r>
          </a:p>
          <a:p>
            <a:r>
              <a:rPr lang="en-GB" altLang="en-US" sz="2000">
                <a:solidFill>
                  <a:schemeClr val="accent2"/>
                </a:solidFill>
                <a:latin typeface="Courier New" panose="02070309020205020404" pitchFamily="49" charset="0"/>
              </a:rPr>
              <a:t>   </a:t>
            </a:r>
            <a:r>
              <a:rPr lang="it-IT" altLang="en-US" sz="2000">
                <a:solidFill>
                  <a:schemeClr val="accent2"/>
                </a:solidFill>
                <a:latin typeface="Courier New" panose="02070309020205020404" pitchFamily="49" charset="0"/>
              </a:rPr>
              <a:t>int numero;</a:t>
            </a:r>
          </a:p>
          <a:p>
            <a:r>
              <a:rPr lang="it-IT" altLang="en-US" sz="2000">
                <a:solidFill>
                  <a:schemeClr val="accent2"/>
                </a:solidFill>
                <a:latin typeface="Courier New" panose="02070309020205020404" pitchFamily="49" charset="0"/>
              </a:rPr>
              <a:t>   char nome[30];</a:t>
            </a:r>
          </a:p>
          <a:p>
            <a:r>
              <a:rPr lang="it-IT" altLang="en-US" sz="2000">
                <a:solidFill>
                  <a:schemeClr val="accent2"/>
                </a:solidFill>
                <a:latin typeface="Courier New" panose="02070309020205020404" pitchFamily="49" charset="0"/>
              </a:rPr>
              <a:t>};</a:t>
            </a:r>
          </a:p>
          <a:p>
            <a:endParaRPr lang="it-IT" altLang="en-US" sz="2000">
              <a:solidFill>
                <a:schemeClr val="accent2"/>
              </a:solidFill>
              <a:latin typeface="Courier New" panose="02070309020205020404" pitchFamily="49" charset="0"/>
            </a:endParaRPr>
          </a:p>
          <a:p>
            <a:r>
              <a:rPr lang="it-IT" altLang="en-US" sz="2000">
                <a:solidFill>
                  <a:schemeClr val="accent2"/>
                </a:solidFill>
                <a:latin typeface="Courier New" panose="02070309020205020404" pitchFamily="49" charset="0"/>
              </a:rPr>
              <a:t>int main ()</a:t>
            </a:r>
          </a:p>
          <a:p>
            <a:r>
              <a:rPr lang="it-IT" altLang="en-US" sz="2000">
                <a:solidFill>
                  <a:schemeClr val="accent2"/>
                </a:solidFill>
                <a:latin typeface="Courier New" panose="02070309020205020404" pitchFamily="49" charset="0"/>
              </a:rPr>
              <a:t>{</a:t>
            </a:r>
          </a:p>
          <a:p>
            <a:r>
              <a:rPr lang="it-IT" altLang="en-US" sz="2000">
                <a:solidFill>
                  <a:schemeClr val="accent2"/>
                </a:solidFill>
                <a:latin typeface="Courier New" panose="02070309020205020404" pitchFamily="49" charset="0"/>
              </a:rPr>
              <a:t>   </a:t>
            </a:r>
            <a:r>
              <a:rPr lang="en-GB" altLang="en-US" sz="2000">
                <a:solidFill>
                  <a:schemeClr val="accent2"/>
                </a:solidFill>
                <a:latin typeface="Courier New" panose="02070309020205020404" pitchFamily="49" charset="0"/>
              </a:rPr>
              <a:t>struct scheda_p* una_scheda = new struct scheda_p;</a:t>
            </a:r>
          </a:p>
          <a:p>
            <a:r>
              <a:rPr lang="en-GB" altLang="en-US" sz="2000">
                <a:solidFill>
                  <a:schemeClr val="accent2"/>
                </a:solidFill>
                <a:latin typeface="Courier New" panose="02070309020205020404" pitchFamily="49" charset="0"/>
              </a:rPr>
              <a:t>   </a:t>
            </a:r>
            <a:r>
              <a:rPr lang="it-IT" altLang="en-US" sz="2000">
                <a:solidFill>
                  <a:schemeClr val="accent2"/>
                </a:solidFill>
                <a:latin typeface="Courier New" panose="02070309020205020404" pitchFamily="49" charset="0"/>
              </a:rPr>
              <a:t>cout &lt;&lt; "Introduca il numero del cliente: " ;</a:t>
            </a:r>
          </a:p>
          <a:p>
            <a:r>
              <a:rPr lang="it-IT" altLang="en-US" sz="2000">
                <a:solidFill>
                  <a:schemeClr val="accent2"/>
                </a:solidFill>
                <a:latin typeface="Courier New" panose="02070309020205020404" pitchFamily="49" charset="0"/>
              </a:rPr>
              <a:t>   cin &gt;&gt; una_scheda—&gt;numero;</a:t>
            </a:r>
          </a:p>
          <a:p>
            <a:r>
              <a:rPr lang="it-IT" altLang="en-US" sz="2000">
                <a:solidFill>
                  <a:schemeClr val="accent2"/>
                </a:solidFill>
                <a:latin typeface="Courier New" panose="02070309020205020404" pitchFamily="49" charset="0"/>
              </a:rPr>
              <a:t>   cout &lt;&lt; "Introduca il nome:";</a:t>
            </a:r>
          </a:p>
          <a:p>
            <a:r>
              <a:rPr lang="it-IT" altLang="en-US" sz="2000">
                <a:solidFill>
                  <a:schemeClr val="accent2"/>
                </a:solidFill>
                <a:latin typeface="Courier New" panose="02070309020205020404" pitchFamily="49" charset="0"/>
              </a:rPr>
              <a:t>   cin &gt;&gt; una_scheda—&gt;nome;</a:t>
            </a:r>
          </a:p>
          <a:p>
            <a:r>
              <a:rPr lang="it-IT" altLang="en-US" sz="2000">
                <a:solidFill>
                  <a:schemeClr val="accent2"/>
                </a:solidFill>
                <a:latin typeface="Courier New" panose="02070309020205020404" pitchFamily="49" charset="0"/>
              </a:rPr>
              <a:t>   cout &lt;&lt; "\nNumero: " &lt;&lt; una_scheda —&gt; numero;</a:t>
            </a:r>
          </a:p>
          <a:p>
            <a:r>
              <a:rPr lang="it-IT" altLang="en-US" sz="2000">
                <a:solidFill>
                  <a:schemeClr val="accent2"/>
                </a:solidFill>
                <a:latin typeface="Courier New" panose="02070309020205020404" pitchFamily="49" charset="0"/>
              </a:rPr>
              <a:t>   cout &lt;&lt; "\nNome; " &lt;&lt; una_scheda —&gt; nome;</a:t>
            </a:r>
          </a:p>
          <a:p>
            <a:r>
              <a:rPr lang="it-IT" altLang="en-US" sz="2000">
                <a:solidFill>
                  <a:schemeClr val="accent2"/>
                </a:solidFill>
                <a:latin typeface="Courier New" panose="02070309020205020404" pitchFamily="49" charset="0"/>
              </a:rPr>
              <a:t>   delete una_scheda;</a:t>
            </a:r>
          </a:p>
          <a:p>
            <a:r>
              <a:rPr lang="it-IT" altLang="en-US" sz="2000">
                <a:solidFill>
                  <a:schemeClr val="accent2"/>
                </a:solidFill>
                <a:latin typeface="Courier New" panose="02070309020205020404" pitchFamily="49" charset="0"/>
              </a:rPr>
              <a:t>}   </a:t>
            </a: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Rectangle 2">
            <a:extLst>
              <a:ext uri="{FF2B5EF4-FFF2-40B4-BE49-F238E27FC236}">
                <a16:creationId xmlns:a16="http://schemas.microsoft.com/office/drawing/2014/main" id="{9883EAA4-009B-4F20-89D5-AC88785BEC49}"/>
              </a:ext>
            </a:extLst>
          </p:cNvPr>
          <p:cNvSpPr>
            <a:spLocks noGrp="1" noChangeArrowheads="1"/>
          </p:cNvSpPr>
          <p:nvPr>
            <p:ph type="title"/>
          </p:nvPr>
        </p:nvSpPr>
        <p:spPr>
          <a:xfrm>
            <a:off x="107950" y="0"/>
            <a:ext cx="7812088" cy="908050"/>
          </a:xfrm>
        </p:spPr>
        <p:txBody>
          <a:bodyPr lIns="0" tIns="0" rIns="0" bIns="0"/>
          <a:lstStyle/>
          <a:p>
            <a:pPr>
              <a:lnSpc>
                <a:spcPct val="93000"/>
              </a:lnSpc>
              <a:buFont typeface="Arial"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it-IT" sz="4000" dirty="0">
                <a:latin typeface="Bitstream Charter" charset="0"/>
                <a:ea typeface="+mj-ea"/>
                <a:cs typeface="+mj-cs"/>
              </a:rPr>
              <a:t>Tipi di memoria in C++</a:t>
            </a:r>
            <a:endParaRPr lang="it-IT" sz="4000" b="0" dirty="0">
              <a:latin typeface="Courier New" charset="0"/>
              <a:ea typeface="+mj-ea"/>
              <a:cs typeface="+mj-cs"/>
            </a:endParaRPr>
          </a:p>
        </p:txBody>
      </p:sp>
      <p:sp>
        <p:nvSpPr>
          <p:cNvPr id="172035" name="Rectangle 3">
            <a:extLst>
              <a:ext uri="{FF2B5EF4-FFF2-40B4-BE49-F238E27FC236}">
                <a16:creationId xmlns:a16="http://schemas.microsoft.com/office/drawing/2014/main" id="{5B3DB4F9-88FB-4689-AFE9-613D2A1050E3}"/>
              </a:ext>
            </a:extLst>
          </p:cNvPr>
          <p:cNvSpPr>
            <a:spLocks noChangeArrowheads="1"/>
          </p:cNvSpPr>
          <p:nvPr/>
        </p:nvSpPr>
        <p:spPr bwMode="auto">
          <a:xfrm>
            <a:off x="5292725" y="3573463"/>
            <a:ext cx="863600" cy="360362"/>
          </a:xfrm>
          <a:prstGeom prst="rect">
            <a:avLst/>
          </a:prstGeom>
          <a:solidFill>
            <a:schemeClr val="bg1"/>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buFont typeface="Times New Roman" charset="0"/>
              <a:buNone/>
              <a:defRPr/>
            </a:pPr>
            <a:endParaRPr lang="it-IT">
              <a:latin typeface="Times New Roman" charset="0"/>
              <a:ea typeface="ＭＳ Ｐゴシック" charset="0"/>
            </a:endParaRPr>
          </a:p>
        </p:txBody>
      </p:sp>
      <p:sp>
        <p:nvSpPr>
          <p:cNvPr id="172036" name="Text Box 4">
            <a:extLst>
              <a:ext uri="{FF2B5EF4-FFF2-40B4-BE49-F238E27FC236}">
                <a16:creationId xmlns:a16="http://schemas.microsoft.com/office/drawing/2014/main" id="{B9109A16-66C7-451A-A03B-A1D8F754B35B}"/>
              </a:ext>
            </a:extLst>
          </p:cNvPr>
          <p:cNvSpPr txBox="1">
            <a:spLocks noChangeArrowheads="1"/>
          </p:cNvSpPr>
          <p:nvPr/>
        </p:nvSpPr>
        <p:spPr bwMode="auto">
          <a:xfrm>
            <a:off x="107950" y="836613"/>
            <a:ext cx="8785224" cy="2092325"/>
          </a:xfrm>
          <a:prstGeom prst="rect">
            <a:avLst/>
          </a:prstGeom>
          <a:noFill/>
          <a:ln>
            <a:noFill/>
          </a:ln>
          <a:effectLst/>
          <a:extLst>
            <a:ext uri="{909E8E84-426E-40dd-AFC4-6F175D3DCCD1}">
              <a14:hiddenFill xmlns:a14="http://schemas.microsoft.com/office/drawing/2010/main" xmlns="">
                <a:solidFill>
                  <a:srgbClr val="00B8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2400">
                <a:solidFill>
                  <a:schemeClr val="bg1"/>
                </a:solidFill>
                <a:latin typeface="Times New Roman" panose="02020603050405020304" pitchFamily="18" charset="0"/>
                <a:ea typeface="MS PGothic" panose="020B0600070205080204" pitchFamily="34" charset="-128"/>
              </a:defRPr>
            </a:lvl1pPr>
            <a:lvl2pPr marL="742950" indent="-285750">
              <a:defRPr sz="2400">
                <a:solidFill>
                  <a:schemeClr val="bg1"/>
                </a:solidFill>
                <a:latin typeface="Times New Roman" panose="02020603050405020304" pitchFamily="18" charset="0"/>
                <a:ea typeface="MS PGothic" panose="020B0600070205080204" pitchFamily="34" charset="-128"/>
              </a:defRPr>
            </a:lvl2pPr>
            <a:lvl3pPr marL="1143000" indent="-228600">
              <a:defRPr sz="2400">
                <a:solidFill>
                  <a:schemeClr val="bg1"/>
                </a:solidFill>
                <a:latin typeface="Times New Roman" panose="02020603050405020304" pitchFamily="18" charset="0"/>
                <a:ea typeface="MS PGothic" panose="020B0600070205080204" pitchFamily="34" charset="-128"/>
              </a:defRPr>
            </a:lvl3pPr>
            <a:lvl4pPr marL="1600200" indent="-228600">
              <a:defRPr sz="2400">
                <a:solidFill>
                  <a:schemeClr val="bg1"/>
                </a:solidFill>
                <a:latin typeface="Times New Roman" panose="02020603050405020304" pitchFamily="18" charset="0"/>
                <a:ea typeface="MS PGothic" panose="020B0600070205080204" pitchFamily="34" charset="-128"/>
              </a:defRPr>
            </a:lvl4pPr>
            <a:lvl5pPr marL="2057400" indent="-228600">
              <a:defRPr sz="2400">
                <a:solidFill>
                  <a:schemeClr val="bg1"/>
                </a:solidFill>
                <a:latin typeface="Times New Roman" panose="02020603050405020304" pitchFamily="18" charset="0"/>
                <a:ea typeface="MS PGothic" panose="020B0600070205080204" pitchFamily="34" charset="-128"/>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defRPr sz="2400">
                <a:solidFill>
                  <a:schemeClr val="bg1"/>
                </a:solidFill>
                <a:latin typeface="Times New Roman" panose="02020603050405020304" pitchFamily="18" charset="0"/>
                <a:ea typeface="MS PGothic" panose="020B0600070205080204" pitchFamily="34" charset="-128"/>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defRPr sz="2400">
                <a:solidFill>
                  <a:schemeClr val="bg1"/>
                </a:solidFill>
                <a:latin typeface="Times New Roman" panose="02020603050405020304" pitchFamily="18" charset="0"/>
                <a:ea typeface="MS PGothic" panose="020B0600070205080204" pitchFamily="34" charset="-128"/>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defRPr sz="2400">
                <a:solidFill>
                  <a:schemeClr val="bg1"/>
                </a:solidFill>
                <a:latin typeface="Times New Roman" panose="02020603050405020304" pitchFamily="18" charset="0"/>
                <a:ea typeface="MS PGothic" panose="020B0600070205080204" pitchFamily="34" charset="-128"/>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defRPr sz="2400">
                <a:solidFill>
                  <a:schemeClr val="bg1"/>
                </a:solidFill>
                <a:latin typeface="Times New Roman" panose="02020603050405020304" pitchFamily="18" charset="0"/>
                <a:ea typeface="MS PGothic" panose="020B0600070205080204" pitchFamily="34" charset="-128"/>
              </a:defRPr>
            </a:lvl9pPr>
          </a:lstStyle>
          <a:p>
            <a:pPr algn="just">
              <a:buSzPct val="50000"/>
            </a:pPr>
            <a:r>
              <a:rPr lang="it-IT" altLang="en-US" sz="2200" b="1" dirty="0">
                <a:solidFill>
                  <a:schemeClr val="tx1"/>
                </a:solidFill>
              </a:rPr>
              <a:t>Memoria automatica</a:t>
            </a:r>
            <a:endParaRPr lang="it-IT" altLang="en-US" sz="2200" dirty="0">
              <a:solidFill>
                <a:schemeClr val="tx1"/>
              </a:solidFill>
            </a:endParaRPr>
          </a:p>
          <a:p>
            <a:pPr algn="just">
              <a:buSzPct val="50000"/>
              <a:buFont typeface="Arial" panose="020B0604020202020204" pitchFamily="34" charset="0"/>
              <a:buChar char="•"/>
            </a:pPr>
            <a:r>
              <a:rPr lang="it-IT" altLang="en-US" sz="1800" dirty="0">
                <a:solidFill>
                  <a:schemeClr val="tx1"/>
                </a:solidFill>
              </a:rPr>
              <a:t>variabili definite all</a:t>
            </a:r>
            <a:r>
              <a:rPr lang="it-IT" altLang="it-IT" sz="1800" dirty="0">
                <a:solidFill>
                  <a:schemeClr val="tx1"/>
                </a:solidFill>
              </a:rPr>
              <a:t>’</a:t>
            </a:r>
            <a:r>
              <a:rPr lang="it-IT" altLang="en-US" sz="1800" dirty="0">
                <a:solidFill>
                  <a:schemeClr val="tx1"/>
                </a:solidFill>
              </a:rPr>
              <a:t>interno di funzioni si dicono </a:t>
            </a:r>
            <a:r>
              <a:rPr lang="it-IT" altLang="en-US" sz="1800" i="1" dirty="0">
                <a:solidFill>
                  <a:schemeClr val="tx1"/>
                </a:solidFill>
              </a:rPr>
              <a:t>automatiche</a:t>
            </a:r>
            <a:r>
              <a:rPr lang="it-IT" altLang="en-US" sz="1800" dirty="0">
                <a:solidFill>
                  <a:schemeClr val="tx1"/>
                </a:solidFill>
              </a:rPr>
              <a:t>. </a:t>
            </a:r>
          </a:p>
          <a:p>
            <a:pPr algn="just">
              <a:buSzPct val="50000"/>
              <a:buFont typeface="Arial" panose="020B0604020202020204" pitchFamily="34" charset="0"/>
              <a:buChar char="•"/>
            </a:pPr>
            <a:r>
              <a:rPr lang="it-IT" altLang="en-US" sz="1800" dirty="0">
                <a:solidFill>
                  <a:schemeClr val="tx1"/>
                </a:solidFill>
              </a:rPr>
              <a:t>si allocano automaticamente nello </a:t>
            </a:r>
            <a:r>
              <a:rPr lang="it-IT" altLang="en-US" sz="1800" i="1" dirty="0">
                <a:solidFill>
                  <a:schemeClr val="tx1"/>
                </a:solidFill>
              </a:rPr>
              <a:t>stack</a:t>
            </a:r>
            <a:r>
              <a:rPr lang="it-IT" altLang="en-US" sz="1800" dirty="0">
                <a:solidFill>
                  <a:schemeClr val="tx1"/>
                </a:solidFill>
              </a:rPr>
              <a:t> quando viene invocata la funzione in cui sono definite e si cancellano quando essa termina; </a:t>
            </a:r>
          </a:p>
          <a:p>
            <a:pPr algn="just">
              <a:buSzPct val="50000"/>
              <a:buFont typeface="Arial" panose="020B0604020202020204" pitchFamily="34" charset="0"/>
              <a:buChar char="•"/>
            </a:pPr>
            <a:r>
              <a:rPr lang="it-IT" altLang="en-US" sz="1800" dirty="0">
                <a:solidFill>
                  <a:schemeClr val="tx1"/>
                </a:solidFill>
              </a:rPr>
              <a:t>sono ovviamente locali alla funzione in cui sono definite, sono locali al blocco che le contiene, cioè alla più piccola sezione di codice rinchiusa tra parentesi graffe in cui sono definite </a:t>
            </a:r>
            <a:endParaRPr lang="en-US" altLang="en-US" sz="1800" dirty="0">
              <a:solidFill>
                <a:schemeClr val="tx1"/>
              </a:solidFill>
            </a:endParaRPr>
          </a:p>
        </p:txBody>
      </p:sp>
      <p:sp>
        <p:nvSpPr>
          <p:cNvPr id="172037" name="Text Box 5">
            <a:extLst>
              <a:ext uri="{FF2B5EF4-FFF2-40B4-BE49-F238E27FC236}">
                <a16:creationId xmlns:a16="http://schemas.microsoft.com/office/drawing/2014/main" id="{3ED01093-D9D1-4D29-B415-E0C3D7BACF77}"/>
              </a:ext>
            </a:extLst>
          </p:cNvPr>
          <p:cNvSpPr txBox="1">
            <a:spLocks noChangeArrowheads="1"/>
          </p:cNvSpPr>
          <p:nvPr/>
        </p:nvSpPr>
        <p:spPr bwMode="auto">
          <a:xfrm>
            <a:off x="107950" y="2924175"/>
            <a:ext cx="8785225" cy="1525588"/>
          </a:xfrm>
          <a:prstGeom prst="rect">
            <a:avLst/>
          </a:prstGeom>
          <a:noFill/>
          <a:ln>
            <a:noFill/>
          </a:ln>
          <a:effectLst/>
          <a:extLst>
            <a:ext uri="{909E8E84-426E-40dd-AFC4-6F175D3DCCD1}">
              <a14:hiddenFill xmlns:a14="http://schemas.microsoft.com/office/drawing/2010/main" xmlns="">
                <a:solidFill>
                  <a:srgbClr val="00B8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buSzPct val="50000"/>
              <a:buFont typeface="Times New Roman" charset="0"/>
              <a:buNone/>
              <a:defRPr/>
            </a:pPr>
            <a:r>
              <a:rPr lang="it-IT" sz="2200" b="1" dirty="0">
                <a:solidFill>
                  <a:schemeClr val="tx1"/>
                </a:solidFill>
                <a:latin typeface="Times New Roman" charset="0"/>
                <a:ea typeface="ＭＳ Ｐゴシック" charset="0"/>
              </a:rPr>
              <a:t>Memoria statica</a:t>
            </a:r>
            <a:br>
              <a:rPr lang="it-IT" sz="2200" dirty="0">
                <a:solidFill>
                  <a:schemeClr val="tx1"/>
                </a:solidFill>
                <a:latin typeface="Times New Roman" charset="0"/>
                <a:ea typeface="ＭＳ Ｐゴシック" charset="0"/>
              </a:rPr>
            </a:br>
            <a:r>
              <a:rPr lang="it-IT" sz="1800" dirty="0">
                <a:solidFill>
                  <a:schemeClr val="tx1"/>
                </a:solidFill>
                <a:latin typeface="Times New Roman" charset="0"/>
                <a:ea typeface="ＭＳ Ｐゴシック" charset="0"/>
              </a:rPr>
              <a:t>L'allocazione statica avviene nel </a:t>
            </a:r>
            <a:r>
              <a:rPr lang="it-IT" sz="1800" i="1" dirty="0">
                <a:solidFill>
                  <a:schemeClr val="tx1"/>
                </a:solidFill>
                <a:latin typeface="Times New Roman" charset="0"/>
                <a:ea typeface="ＭＳ Ｐゴシック" charset="0"/>
              </a:rPr>
              <a:t>data </a:t>
            </a:r>
            <a:r>
              <a:rPr lang="it-IT" sz="1800" i="1" dirty="0" err="1">
                <a:solidFill>
                  <a:schemeClr val="tx1"/>
                </a:solidFill>
                <a:latin typeface="Times New Roman" charset="0"/>
                <a:ea typeface="ＭＳ Ｐゴシック" charset="0"/>
              </a:rPr>
              <a:t>segment</a:t>
            </a:r>
            <a:r>
              <a:rPr lang="it-IT" sz="1800" dirty="0">
                <a:solidFill>
                  <a:schemeClr val="tx1"/>
                </a:solidFill>
                <a:latin typeface="Times New Roman" charset="0"/>
                <a:ea typeface="ＭＳ Ｐゴシック" charset="0"/>
              </a:rPr>
              <a:t>. Ci sono due modi per allocare staticamente una variabile:</a:t>
            </a:r>
          </a:p>
          <a:p>
            <a:pPr>
              <a:buFont typeface="Times New Roman" charset="0"/>
              <a:buNone/>
              <a:defRPr/>
            </a:pPr>
            <a:r>
              <a:rPr lang="it-IT" sz="1800" dirty="0">
                <a:solidFill>
                  <a:schemeClr val="tx1"/>
                </a:solidFill>
                <a:latin typeface="Times New Roman" charset="0"/>
                <a:ea typeface="ＭＳ Ｐゴシック" charset="0"/>
              </a:rPr>
              <a:t>1.	definirla al di fuori da qualsiasi funzione, </a:t>
            </a:r>
            <a:r>
              <a:rPr lang="it-IT" sz="1800" dirty="0" err="1">
                <a:solidFill>
                  <a:schemeClr val="tx1"/>
                </a:solidFill>
                <a:latin typeface="Courier New" charset="0"/>
                <a:ea typeface="ＭＳ Ｐゴシック" charset="0"/>
              </a:rPr>
              <a:t>main</a:t>
            </a:r>
            <a:r>
              <a:rPr lang="it-IT" sz="1800" dirty="0">
                <a:solidFill>
                  <a:schemeClr val="tx1"/>
                </a:solidFill>
                <a:latin typeface="Courier New" charset="0"/>
                <a:ea typeface="ＭＳ Ｐゴシック" charset="0"/>
              </a:rPr>
              <a:t>()</a:t>
            </a:r>
            <a:r>
              <a:rPr lang="it-IT" sz="1800" dirty="0">
                <a:solidFill>
                  <a:schemeClr val="tx1"/>
                </a:solidFill>
                <a:latin typeface="Times New Roman" charset="0"/>
                <a:ea typeface="ＭＳ Ｐゴシック" charset="0"/>
              </a:rPr>
              <a:t> compresa</a:t>
            </a:r>
          </a:p>
          <a:p>
            <a:pPr>
              <a:buFont typeface="Times New Roman" charset="0"/>
              <a:buNone/>
              <a:defRPr/>
            </a:pPr>
            <a:r>
              <a:rPr lang="it-IT" sz="1800" dirty="0">
                <a:solidFill>
                  <a:schemeClr val="tx1"/>
                </a:solidFill>
                <a:latin typeface="Times New Roman" charset="0"/>
                <a:ea typeface="ＭＳ Ｐゴシック" charset="0"/>
              </a:rPr>
              <a:t>2.	anteporre alla sua definizione la parola riservata </a:t>
            </a:r>
            <a:r>
              <a:rPr lang="it-IT" sz="1800" dirty="0" err="1">
                <a:solidFill>
                  <a:schemeClr val="tx1"/>
                </a:solidFill>
                <a:latin typeface="Courier New" charset="0"/>
                <a:ea typeface="ＭＳ Ｐゴシック" charset="0"/>
              </a:rPr>
              <a:t>static</a:t>
            </a:r>
            <a:r>
              <a:rPr lang="it-IT" sz="1800" dirty="0">
                <a:solidFill>
                  <a:schemeClr val="tx1"/>
                </a:solidFill>
                <a:latin typeface="Times New Roman" charset="0"/>
                <a:ea typeface="ＭＳ Ｐゴシック" charset="0"/>
              </a:rPr>
              <a:t> </a:t>
            </a:r>
            <a:endParaRPr lang="en-US" sz="1800" dirty="0">
              <a:solidFill>
                <a:schemeClr val="tx1"/>
              </a:solidFill>
              <a:latin typeface="Times New Roman" charset="0"/>
              <a:ea typeface="ＭＳ Ｐゴシック" charset="0"/>
            </a:endParaRPr>
          </a:p>
        </p:txBody>
      </p:sp>
      <p:sp>
        <p:nvSpPr>
          <p:cNvPr id="172038" name="Text Box 6">
            <a:extLst>
              <a:ext uri="{FF2B5EF4-FFF2-40B4-BE49-F238E27FC236}">
                <a16:creationId xmlns:a16="http://schemas.microsoft.com/office/drawing/2014/main" id="{9F562005-CE07-444C-9C55-7260678B40E8}"/>
              </a:ext>
            </a:extLst>
          </p:cNvPr>
          <p:cNvSpPr txBox="1">
            <a:spLocks noChangeArrowheads="1"/>
          </p:cNvSpPr>
          <p:nvPr/>
        </p:nvSpPr>
        <p:spPr bwMode="auto">
          <a:xfrm>
            <a:off x="107950" y="4724400"/>
            <a:ext cx="8785225" cy="1262063"/>
          </a:xfrm>
          <a:prstGeom prst="rect">
            <a:avLst/>
          </a:prstGeom>
          <a:noFill/>
          <a:ln>
            <a:noFill/>
          </a:ln>
          <a:effectLst/>
          <a:extLst>
            <a:ext uri="{909E8E84-426E-40dd-AFC4-6F175D3DCCD1}">
              <a14:hiddenFill xmlns:a14="http://schemas.microsoft.com/office/drawing/2010/main" xmlns="">
                <a:solidFill>
                  <a:srgbClr val="00B8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buSzPct val="50000"/>
              <a:buFont typeface="Times New Roman" charset="0"/>
              <a:buNone/>
              <a:defRPr/>
            </a:pPr>
            <a:r>
              <a:rPr lang="it-IT" sz="2200" b="1" dirty="0">
                <a:solidFill>
                  <a:schemeClr val="tx1"/>
                </a:solidFill>
                <a:latin typeface="Times New Roman" charset="0"/>
                <a:ea typeface="ＭＳ Ｐゴシック" charset="0"/>
              </a:rPr>
              <a:t>Memoria dinamica</a:t>
            </a:r>
            <a:endParaRPr lang="it-IT" sz="2200" dirty="0">
              <a:solidFill>
                <a:schemeClr val="tx1"/>
              </a:solidFill>
              <a:latin typeface="Times New Roman" charset="0"/>
              <a:ea typeface="ＭＳ Ｐゴシック" charset="0"/>
            </a:endParaRPr>
          </a:p>
          <a:p>
            <a:pPr marL="285750" indent="-285750">
              <a:buSzPct val="50000"/>
              <a:buFont typeface="Arial"/>
              <a:buChar char="•"/>
              <a:defRPr/>
            </a:pPr>
            <a:r>
              <a:rPr lang="it-IT" sz="1800" dirty="0">
                <a:solidFill>
                  <a:schemeClr val="tx1"/>
                </a:solidFill>
                <a:latin typeface="Times New Roman" charset="0"/>
                <a:ea typeface="ＭＳ Ｐゴシック" charset="0"/>
              </a:rPr>
              <a:t>Viene allocata/deallocata a </a:t>
            </a:r>
            <a:r>
              <a:rPr lang="it-IT" sz="1800" i="1" dirty="0" err="1">
                <a:solidFill>
                  <a:schemeClr val="tx1"/>
                </a:solidFill>
                <a:latin typeface="Times New Roman" charset="0"/>
                <a:ea typeface="ＭＳ Ｐゴシック" charset="0"/>
              </a:rPr>
              <a:t>run</a:t>
            </a:r>
            <a:r>
              <a:rPr lang="it-IT" sz="1800" i="1" dirty="0">
                <a:solidFill>
                  <a:schemeClr val="tx1"/>
                </a:solidFill>
                <a:latin typeface="Times New Roman" charset="0"/>
                <a:ea typeface="ＭＳ Ｐゴシック" charset="0"/>
              </a:rPr>
              <a:t>-time</a:t>
            </a:r>
            <a:r>
              <a:rPr lang="it-IT" sz="1800" dirty="0">
                <a:solidFill>
                  <a:schemeClr val="tx1"/>
                </a:solidFill>
                <a:latin typeface="Times New Roman" charset="0"/>
                <a:ea typeface="ＭＳ Ｐゴシック" charset="0"/>
              </a:rPr>
              <a:t> nello </a:t>
            </a:r>
            <a:r>
              <a:rPr lang="it-IT" sz="1800" i="1" dirty="0">
                <a:solidFill>
                  <a:schemeClr val="tx1"/>
                </a:solidFill>
                <a:latin typeface="Times New Roman" charset="0"/>
                <a:ea typeface="ＭＳ Ｐゴシック" charset="0"/>
              </a:rPr>
              <a:t>heap</a:t>
            </a:r>
            <a:r>
              <a:rPr lang="it-IT" sz="1800" dirty="0">
                <a:solidFill>
                  <a:schemeClr val="tx1"/>
                </a:solidFill>
                <a:latin typeface="Times New Roman" charset="0"/>
                <a:ea typeface="ＭＳ Ｐゴシック" charset="0"/>
              </a:rPr>
              <a:t> dagli operatori </a:t>
            </a:r>
            <a:r>
              <a:rPr lang="it-IT" sz="1800" dirty="0">
                <a:solidFill>
                  <a:schemeClr val="tx1"/>
                </a:solidFill>
                <a:latin typeface="Courier New" charset="0"/>
                <a:ea typeface="ＭＳ Ｐゴシック" charset="0"/>
              </a:rPr>
              <a:t>new</a:t>
            </a:r>
            <a:r>
              <a:rPr lang="it-IT" sz="1800" dirty="0">
                <a:solidFill>
                  <a:schemeClr val="tx1"/>
                </a:solidFill>
                <a:latin typeface="Times New Roman" charset="0"/>
                <a:ea typeface="ＭＳ Ｐゴシック" charset="0"/>
              </a:rPr>
              <a:t>/</a:t>
            </a:r>
            <a:r>
              <a:rPr lang="it-IT" sz="1800" dirty="0">
                <a:solidFill>
                  <a:schemeClr val="tx1"/>
                </a:solidFill>
                <a:latin typeface="Courier New" charset="0"/>
                <a:ea typeface="ＭＳ Ｐゴシック" charset="0"/>
              </a:rPr>
              <a:t>delete</a:t>
            </a:r>
            <a:r>
              <a:rPr lang="it-IT" sz="1800" dirty="0">
                <a:solidFill>
                  <a:schemeClr val="tx1"/>
                </a:solidFill>
                <a:latin typeface="Times New Roman" charset="0"/>
                <a:ea typeface="ＭＳ Ｐゴシック" charset="0"/>
              </a:rPr>
              <a:t>.</a:t>
            </a:r>
          </a:p>
          <a:p>
            <a:pPr marL="285750" indent="-285750">
              <a:buSzPct val="50000"/>
              <a:buFont typeface="Arial"/>
              <a:buChar char="•"/>
              <a:defRPr/>
            </a:pPr>
            <a:r>
              <a:rPr lang="it-IT" sz="1800" dirty="0">
                <a:solidFill>
                  <a:schemeClr val="tx1"/>
                </a:solidFill>
                <a:latin typeface="Times New Roman" charset="0"/>
                <a:ea typeface="ＭＳ Ｐゴシック" charset="0"/>
              </a:rPr>
              <a:t>In assenza di un </a:t>
            </a:r>
            <a:r>
              <a:rPr lang="it-IT" sz="1800" i="1" dirty="0" err="1">
                <a:solidFill>
                  <a:schemeClr val="tx1"/>
                </a:solidFill>
                <a:latin typeface="Times New Roman" charset="0"/>
                <a:ea typeface="ＭＳ Ｐゴシック" charset="0"/>
              </a:rPr>
              <a:t>garbage</a:t>
            </a:r>
            <a:r>
              <a:rPr lang="it-IT" sz="1800" i="1" dirty="0">
                <a:solidFill>
                  <a:schemeClr val="tx1"/>
                </a:solidFill>
                <a:latin typeface="Times New Roman" charset="0"/>
                <a:ea typeface="ＭＳ Ｐゴシック" charset="0"/>
              </a:rPr>
              <a:t> </a:t>
            </a:r>
            <a:r>
              <a:rPr lang="it-IT" sz="1800" i="1" dirty="0" err="1">
                <a:solidFill>
                  <a:schemeClr val="tx1"/>
                </a:solidFill>
                <a:latin typeface="Times New Roman" charset="0"/>
                <a:ea typeface="ＭＳ Ｐゴシック" charset="0"/>
              </a:rPr>
              <a:t>collector</a:t>
            </a:r>
            <a:r>
              <a:rPr lang="it-IT" sz="1800" i="1" dirty="0">
                <a:solidFill>
                  <a:schemeClr val="tx1"/>
                </a:solidFill>
                <a:latin typeface="Times New Roman" charset="0"/>
                <a:ea typeface="ＭＳ Ｐゴシック" charset="0"/>
              </a:rPr>
              <a:t>, </a:t>
            </a:r>
            <a:r>
              <a:rPr lang="it-IT" sz="1800" dirty="0">
                <a:solidFill>
                  <a:schemeClr val="tx1"/>
                </a:solidFill>
                <a:latin typeface="Times New Roman" charset="0"/>
                <a:ea typeface="ＭＳ Ｐゴシック" charset="0"/>
              </a:rPr>
              <a:t>(es. Java e Visual Basic) la memoria rimane allocata fino a che viene affrancata dall'esecuzione di un'opportuna istruzione di </a:t>
            </a:r>
            <a:r>
              <a:rPr lang="it-IT" sz="1800" dirty="0">
                <a:solidFill>
                  <a:schemeClr val="tx1"/>
                </a:solidFill>
                <a:latin typeface="Courier New" charset="0"/>
                <a:ea typeface="ＭＳ Ｐゴシック" charset="0"/>
              </a:rPr>
              <a:t>delete</a:t>
            </a:r>
            <a:r>
              <a:rPr lang="it-IT" sz="1800" dirty="0">
                <a:solidFill>
                  <a:schemeClr val="tx1"/>
                </a:solidFill>
                <a:latin typeface="Times New Roman" charset="0"/>
                <a:ea typeface="ＭＳ Ｐゴシック" charset="0"/>
              </a:rPr>
              <a:t>.  </a:t>
            </a:r>
            <a:endParaRPr lang="en-US" sz="1800" dirty="0">
              <a:solidFill>
                <a:schemeClr val="tx1"/>
              </a:solidFill>
              <a:latin typeface="Times New Roman" charset="0"/>
              <a:ea typeface="ＭＳ Ｐゴシック" charset="0"/>
            </a:endParaRP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0281D34-12F0-4239-92DD-54AFBA28F5E5}"/>
              </a:ext>
            </a:extLst>
          </p:cNvPr>
          <p:cNvSpPr>
            <a:spLocks noGrp="1"/>
          </p:cNvSpPr>
          <p:nvPr>
            <p:ph type="title"/>
          </p:nvPr>
        </p:nvSpPr>
        <p:spPr/>
        <p:txBody>
          <a:bodyPr/>
          <a:lstStyle/>
          <a:p>
            <a:pPr>
              <a:buFont typeface="Arial" charset="0"/>
              <a:buNone/>
              <a:defRPr/>
            </a:pPr>
            <a:r>
              <a:rPr lang="it-IT" sz="4000" dirty="0">
                <a:ea typeface="+mj-ea"/>
              </a:rPr>
              <a:t>new, delete vs </a:t>
            </a:r>
            <a:r>
              <a:rPr lang="it-IT" sz="4000" dirty="0" err="1">
                <a:ea typeface="+mj-ea"/>
              </a:rPr>
              <a:t>malloc</a:t>
            </a:r>
            <a:r>
              <a:rPr lang="it-IT" sz="4000" dirty="0">
                <a:ea typeface="+mj-ea"/>
              </a:rPr>
              <a:t>(), free</a:t>
            </a:r>
          </a:p>
        </p:txBody>
      </p:sp>
      <p:sp>
        <p:nvSpPr>
          <p:cNvPr id="3" name="Segnaposto contenuto 2">
            <a:extLst>
              <a:ext uri="{FF2B5EF4-FFF2-40B4-BE49-F238E27FC236}">
                <a16:creationId xmlns:a16="http://schemas.microsoft.com/office/drawing/2014/main" id="{4C8725FE-F7C8-4F0A-9D8D-2258949ABECF}"/>
              </a:ext>
            </a:extLst>
          </p:cNvPr>
          <p:cNvSpPr>
            <a:spLocks noGrp="1"/>
          </p:cNvSpPr>
          <p:nvPr>
            <p:ph idx="1"/>
          </p:nvPr>
        </p:nvSpPr>
        <p:spPr/>
        <p:txBody>
          <a:bodyPr/>
          <a:lstStyle/>
          <a:p>
            <a:r>
              <a:rPr lang="it-IT" altLang="en-US"/>
              <a:t>Gli operatori new e delete sono molto più efficienti</a:t>
            </a:r>
          </a:p>
          <a:p>
            <a:r>
              <a:rPr lang="it-IT" altLang="en-US"/>
              <a:t>Allocano (e deallocano) memoria in funzione del tipo di dato da memorizzare </a:t>
            </a:r>
          </a:p>
          <a:p>
            <a:pPr lvl="1"/>
            <a:r>
              <a:rPr lang="it-IT" altLang="en-US"/>
              <a:t>Effettuando ogni volta i relativi controlli</a:t>
            </a:r>
          </a:p>
          <a:p>
            <a:r>
              <a:rPr lang="it-IT" altLang="en-US"/>
              <a:t>Sono operatori (non funzioni) </a:t>
            </a:r>
          </a:p>
          <a:p>
            <a:pPr lvl="1"/>
            <a:r>
              <a:rPr lang="it-IT" altLang="en-US"/>
              <a:t>Non necessitano di alcun header di file</a:t>
            </a:r>
          </a:p>
          <a:p>
            <a:r>
              <a:rPr lang="it-IT" altLang="en-US"/>
              <a:t>Non richiedono casting di tipo</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0281D34-12F0-4239-92DD-54AFBA28F5E5}"/>
              </a:ext>
            </a:extLst>
          </p:cNvPr>
          <p:cNvSpPr>
            <a:spLocks noGrp="1"/>
          </p:cNvSpPr>
          <p:nvPr>
            <p:ph type="title"/>
          </p:nvPr>
        </p:nvSpPr>
        <p:spPr/>
        <p:txBody>
          <a:bodyPr/>
          <a:lstStyle/>
          <a:p>
            <a:pPr>
              <a:buFont typeface="Arial" charset="0"/>
              <a:buNone/>
              <a:defRPr/>
            </a:pPr>
            <a:r>
              <a:rPr lang="it-IT" sz="4000" dirty="0">
                <a:ea typeface="+mj-ea"/>
              </a:rPr>
              <a:t>new, delete vs </a:t>
            </a:r>
            <a:r>
              <a:rPr lang="it-IT" sz="4000" dirty="0" err="1">
                <a:ea typeface="+mj-ea"/>
              </a:rPr>
              <a:t>malloc</a:t>
            </a:r>
            <a:r>
              <a:rPr lang="it-IT" sz="4000" dirty="0">
                <a:ea typeface="+mj-ea"/>
              </a:rPr>
              <a:t>(), free</a:t>
            </a:r>
          </a:p>
        </p:txBody>
      </p:sp>
      <p:sp>
        <p:nvSpPr>
          <p:cNvPr id="3" name="Segnaposto contenuto 2">
            <a:extLst>
              <a:ext uri="{FF2B5EF4-FFF2-40B4-BE49-F238E27FC236}">
                <a16:creationId xmlns:a16="http://schemas.microsoft.com/office/drawing/2014/main" id="{4C8725FE-F7C8-4F0A-9D8D-2258949ABECF}"/>
              </a:ext>
            </a:extLst>
          </p:cNvPr>
          <p:cNvSpPr>
            <a:spLocks noGrp="1"/>
          </p:cNvSpPr>
          <p:nvPr>
            <p:ph idx="1"/>
          </p:nvPr>
        </p:nvSpPr>
        <p:spPr/>
        <p:txBody>
          <a:bodyPr/>
          <a:lstStyle/>
          <a:p>
            <a:r>
              <a:rPr lang="it-IT" altLang="en-US" sz="2800" dirty="0">
                <a:latin typeface="Courier New" panose="02070309020205020404" pitchFamily="49" charset="0"/>
                <a:cs typeface="Courier New" panose="02070309020205020404" pitchFamily="49" charset="0"/>
              </a:rPr>
              <a:t>new</a:t>
            </a:r>
            <a:r>
              <a:rPr lang="it-IT" altLang="en-US" dirty="0"/>
              <a:t> e </a:t>
            </a:r>
            <a:r>
              <a:rPr lang="it-IT" altLang="en-US" sz="2800" dirty="0" err="1">
                <a:latin typeface="Courier New" panose="02070309020205020404" pitchFamily="49" charset="0"/>
                <a:cs typeface="Courier New" panose="02070309020205020404" pitchFamily="49" charset="0"/>
              </a:rPr>
              <a:t>malloc</a:t>
            </a:r>
            <a:r>
              <a:rPr lang="it-IT" altLang="en-US" sz="2800" dirty="0">
                <a:latin typeface="Courier New" panose="02070309020205020404" pitchFamily="49" charset="0"/>
                <a:cs typeface="Courier New" panose="02070309020205020404" pitchFamily="49" charset="0"/>
              </a:rPr>
              <a:t>()</a:t>
            </a:r>
            <a:r>
              <a:rPr lang="it-IT" altLang="en-US" dirty="0"/>
              <a:t> allocano la memoria dinamica, ma new esegue il costruttore della classe, mentre </a:t>
            </a:r>
            <a:r>
              <a:rPr lang="it-IT" altLang="en-US" sz="2800" dirty="0" err="1">
                <a:latin typeface="Courier New" panose="02070309020205020404" pitchFamily="49" charset="0"/>
                <a:cs typeface="Courier New" panose="02070309020205020404" pitchFamily="49" charset="0"/>
              </a:rPr>
              <a:t>malloc</a:t>
            </a:r>
            <a:r>
              <a:rPr lang="it-IT" altLang="en-US" sz="2800">
                <a:latin typeface="Courier New" panose="02070309020205020404" pitchFamily="49" charset="0"/>
                <a:cs typeface="Courier New" panose="02070309020205020404" pitchFamily="49" charset="0"/>
              </a:rPr>
              <a:t>()</a:t>
            </a:r>
            <a:r>
              <a:rPr lang="it-IT" altLang="en-US"/>
              <a:t> </a:t>
            </a:r>
            <a:r>
              <a:rPr lang="it-IT" altLang="en-US" dirty="0"/>
              <a:t>no.</a:t>
            </a:r>
          </a:p>
          <a:p>
            <a:endParaRPr lang="it-IT" altLang="en-US" dirty="0"/>
          </a:p>
          <a:p>
            <a:r>
              <a:rPr lang="it-IT" altLang="en-US" dirty="0"/>
              <a:t>In maniera analoga, </a:t>
            </a:r>
            <a:r>
              <a:rPr lang="it-IT" altLang="en-US" sz="2800" dirty="0">
                <a:latin typeface="Courier New" panose="02070309020205020404" pitchFamily="49" charset="0"/>
                <a:cs typeface="Courier New" panose="02070309020205020404" pitchFamily="49" charset="0"/>
              </a:rPr>
              <a:t>free() </a:t>
            </a:r>
            <a:r>
              <a:rPr lang="it-IT" altLang="en-US" dirty="0"/>
              <a:t>libera la memoria ma non esegue il distruttore della classe, a differenza di </a:t>
            </a:r>
            <a:r>
              <a:rPr lang="it-IT" altLang="en-US" sz="2800" dirty="0">
                <a:latin typeface="Courier New" panose="02070309020205020404" pitchFamily="49" charset="0"/>
                <a:cs typeface="Courier New" panose="02070309020205020404" pitchFamily="49" charset="0"/>
              </a:rPr>
              <a:t>delete</a:t>
            </a:r>
            <a:r>
              <a:rPr lang="it-IT" altLang="en-US" dirty="0"/>
              <a:t>.</a:t>
            </a:r>
          </a:p>
        </p:txBody>
      </p:sp>
    </p:spTree>
    <p:extLst>
      <p:ext uri="{BB962C8B-B14F-4D97-AF65-F5344CB8AC3E}">
        <p14:creationId xmlns:p14="http://schemas.microsoft.com/office/powerpoint/2010/main" val="117818096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LINAME" val="ᕧᖀᕕᕾᕳᖅᖅᕻᕸᕻᕷᕶ"/>
  <p:tag name="DATETIME" val="ᕃᕁᕇᕁᕄᕂᕃᕄᔲᔲᕋᕌᕃᕂᕓᕟᔲᔺᕙᕟᕦᔽᕃᕌᕂᔻ"/>
  <p:tag name="DONEBY" val="ᕥᕦᕮᕘᖄᕳᖀᕵᕷᖅᕵᖁᔲᕤᕧᕠᕖᕡ"/>
  <p:tag name="IPADDRESS" val="ᕵᖆᖀᕂᕂᕇᕂᕄᕆ"/>
  <p:tag name="APPVER" val="ᕅᕀᕂ"/>
  <p:tag name="RANDOM" val="18"/>
  <p:tag name="CHECKSUM" val="ᕆᕉᕊᕉ"/>
</p:tagLst>
</file>

<file path=ppt/theme/theme1.xml><?xml version="1.0" encoding="utf-8"?>
<a:theme xmlns:a="http://schemas.openxmlformats.org/drawingml/2006/main" name="Tema di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ma di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D9CE4ACF4375A4C8C0602FFE49177BE" ma:contentTypeVersion="6" ma:contentTypeDescription="Create a new document." ma:contentTypeScope="" ma:versionID="82a94c78be15446697ccc96dbbd817c7">
  <xsd:schema xmlns:xsd="http://www.w3.org/2001/XMLSchema" xmlns:xs="http://www.w3.org/2001/XMLSchema" xmlns:p="http://schemas.microsoft.com/office/2006/metadata/properties" xmlns:ns2="9f742c12-864c-4ce5-b6f6-1feb9fbefa8b" xmlns:ns3="368b7124-ee9b-43bd-a59a-62348eb2d076" targetNamespace="http://schemas.microsoft.com/office/2006/metadata/properties" ma:root="true" ma:fieldsID="3d066933c85ad0744444035c00985e91" ns2:_="" ns3:_="">
    <xsd:import namespace="9f742c12-864c-4ce5-b6f6-1feb9fbefa8b"/>
    <xsd:import namespace="368b7124-ee9b-43bd-a59a-62348eb2d076"/>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3:SharedWithUsers" minOccurs="0"/>
                <xsd:element ref="ns3:SharedWithDetail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f742c12-864c-4ce5-b6f6-1feb9fbefa8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3"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368b7124-ee9b-43bd-a59a-62348eb2d076"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EF7E6DA8-6A45-44D1-B3BF-2F795E334FE0}"/>
</file>

<file path=customXml/itemProps2.xml><?xml version="1.0" encoding="utf-8"?>
<ds:datastoreItem xmlns:ds="http://schemas.openxmlformats.org/officeDocument/2006/customXml" ds:itemID="{395BF350-BEFF-4885-9E5C-9D2FEED2DF9A}"/>
</file>

<file path=customXml/itemProps3.xml><?xml version="1.0" encoding="utf-8"?>
<ds:datastoreItem xmlns:ds="http://schemas.openxmlformats.org/officeDocument/2006/customXml" ds:itemID="{F2C2FE53-E703-459C-8F7E-8C9AA387EEA1}"/>
</file>

<file path=docProps/app.xml><?xml version="1.0" encoding="utf-8"?>
<Properties xmlns="http://schemas.openxmlformats.org/officeDocument/2006/extended-properties" xmlns:vt="http://schemas.openxmlformats.org/officeDocument/2006/docPropsVTypes">
  <TotalTime>0</TotalTime>
  <Words>963</Words>
  <Application>Microsoft Office PowerPoint</Application>
  <PresentationFormat>Presentazione su schermo (4:3)</PresentationFormat>
  <Paragraphs>115</Paragraphs>
  <Slides>11</Slides>
  <Notes>8</Notes>
  <HiddenSlides>0</HiddenSlides>
  <MMClips>0</MMClips>
  <ScaleCrop>false</ScaleCrop>
  <HeadingPairs>
    <vt:vector size="6" baseType="variant">
      <vt:variant>
        <vt:lpstr>Caratteri utilizzati</vt:lpstr>
      </vt:variant>
      <vt:variant>
        <vt:i4>5</vt:i4>
      </vt:variant>
      <vt:variant>
        <vt:lpstr>Tema</vt:lpstr>
      </vt:variant>
      <vt:variant>
        <vt:i4>1</vt:i4>
      </vt:variant>
      <vt:variant>
        <vt:lpstr>Titoli diapositive</vt:lpstr>
      </vt:variant>
      <vt:variant>
        <vt:i4>11</vt:i4>
      </vt:variant>
    </vt:vector>
  </HeadingPairs>
  <TitlesOfParts>
    <vt:vector size="17" baseType="lpstr">
      <vt:lpstr>Arial</vt:lpstr>
      <vt:lpstr>Bitstream Charter</vt:lpstr>
      <vt:lpstr>Calibri</vt:lpstr>
      <vt:lpstr>Courier New</vt:lpstr>
      <vt:lpstr>Times New Roman</vt:lpstr>
      <vt:lpstr>Tema di Office</vt:lpstr>
      <vt:lpstr>Allocazione Dinamica in C++ Massimo Orazio Spata Image Processing Lab - iplab.dmi.unict.it   massimo.spata@unict.it www.dmi.unict.it/spata/</vt:lpstr>
      <vt:lpstr>Allocazione Dinamica della Memoria</vt:lpstr>
      <vt:lpstr>Mappa della memoria di un processo</vt:lpstr>
      <vt:lpstr>Operatore new</vt:lpstr>
      <vt:lpstr>Operatore new - Esempio</vt:lpstr>
      <vt:lpstr>Operatore delete</vt:lpstr>
      <vt:lpstr>Esempi di new e delete</vt:lpstr>
      <vt:lpstr>Esempi di new e delete</vt:lpstr>
      <vt:lpstr>Tipi di memoria in C++</vt:lpstr>
      <vt:lpstr>new, delete vs malloc(), free</vt:lpstr>
      <vt:lpstr>new, delete vs malloc(), free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 Picture Format</dc:title>
  <dc:creator>Alessandro</dc:creator>
  <cp:lastModifiedBy>Massimo Orazio Spata</cp:lastModifiedBy>
  <cp:revision>732</cp:revision>
  <dcterms:created xsi:type="dcterms:W3CDTF">2012-01-04T08:06:02Z</dcterms:created>
  <dcterms:modified xsi:type="dcterms:W3CDTF">2023-02-23T09:11:16Z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0x010100CD9CE4ACF4375A4C8C0602FFE49177BE</vt:lpwstr>
  </property>
</Properties>
</file>