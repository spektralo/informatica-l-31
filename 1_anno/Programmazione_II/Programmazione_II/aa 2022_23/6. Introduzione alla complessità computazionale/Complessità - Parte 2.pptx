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ink/ink2.xml" ContentType="application/inkml+xml"/>
  <Override PartName="/ppt/ink/ink10.xml" ContentType="application/inkml+xml"/>
  <Override PartName="/ppt/theme/theme1.xml" ContentType="application/vnd.openxmlformats-officedocument.theme+xml"/>
  <Override PartName="/ppt/theme/theme2.xml" ContentType="application/vnd.openxmlformats-officedocument.them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1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314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75" r:id="rId13"/>
    <p:sldId id="377" r:id="rId14"/>
    <p:sldId id="339" r:id="rId15"/>
    <p:sldId id="382" r:id="rId16"/>
    <p:sldId id="383" r:id="rId17"/>
    <p:sldId id="384" r:id="rId18"/>
    <p:sldId id="385" r:id="rId19"/>
    <p:sldId id="386" r:id="rId20"/>
    <p:sldId id="277" r:id="rId21"/>
    <p:sldId id="278" r:id="rId22"/>
    <p:sldId id="279" r:id="rId23"/>
    <p:sldId id="280" r:id="rId24"/>
    <p:sldId id="365" r:id="rId25"/>
    <p:sldId id="366" r:id="rId26"/>
    <p:sldId id="367" r:id="rId27"/>
    <p:sldId id="369" r:id="rId28"/>
    <p:sldId id="368" r:id="rId29"/>
    <p:sldId id="370" r:id="rId30"/>
    <p:sldId id="371" r:id="rId31"/>
    <p:sldId id="372" r:id="rId32"/>
    <p:sldId id="373" r:id="rId33"/>
    <p:sldId id="374" r:id="rId34"/>
    <p:sldId id="281" r:id="rId35"/>
    <p:sldId id="282" r:id="rId36"/>
    <p:sldId id="283" r:id="rId37"/>
    <p:sldId id="378" r:id="rId38"/>
    <p:sldId id="284" r:id="rId39"/>
    <p:sldId id="285" r:id="rId40"/>
    <p:sldId id="286" r:id="rId41"/>
    <p:sldId id="379" r:id="rId42"/>
    <p:sldId id="380" r:id="rId43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2F322-E7D6-4B99-A4D9-73B9DA47271D}" v="1" dt="2022-03-21T08:28:12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Stile chiaro 3 - Color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1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3275E07F-8DFC-4D4F-BC19-ADB5EF6CE1E8}"/>
    <pc:docChg chg="undo custSel addSld delSld modSld sldOrd">
      <pc:chgData name="Alessandro Ortis" userId="dcdc90ed-3509-45f7-ac48-ad038638580b" providerId="ADAL" clId="{3275E07F-8DFC-4D4F-BC19-ADB5EF6CE1E8}" dt="2022-03-21T06:57:33.039" v="2095" actId="20577"/>
      <pc:docMkLst>
        <pc:docMk/>
      </pc:docMkLst>
      <pc:sldChg chg="modSp mod">
        <pc:chgData name="Alessandro Ortis" userId="dcdc90ed-3509-45f7-ac48-ad038638580b" providerId="ADAL" clId="{3275E07F-8DFC-4D4F-BC19-ADB5EF6CE1E8}" dt="2022-03-21T06:49:19.364" v="2092" actId="14100"/>
        <pc:sldMkLst>
          <pc:docMk/>
          <pc:sldMk cId="2579572834" sldId="278"/>
        </pc:sldMkLst>
        <pc:spChg chg="mod">
          <ac:chgData name="Alessandro Ortis" userId="dcdc90ed-3509-45f7-ac48-ad038638580b" providerId="ADAL" clId="{3275E07F-8DFC-4D4F-BC19-ADB5EF6CE1E8}" dt="2022-03-21T06:49:09.809" v="2087" actId="1076"/>
          <ac:spMkLst>
            <pc:docMk/>
            <pc:sldMk cId="2579572834" sldId="278"/>
            <ac:spMk id="3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21T06:49:19.364" v="2092" actId="14100"/>
          <ac:spMkLst>
            <pc:docMk/>
            <pc:sldMk cId="2579572834" sldId="278"/>
            <ac:spMk id="7" creationId="{00000000-0000-0000-0000-000000000000}"/>
          </ac:spMkLst>
        </pc:spChg>
      </pc:sldChg>
      <pc:sldChg chg="modSp mod modShow">
        <pc:chgData name="Alessandro Ortis" userId="dcdc90ed-3509-45f7-ac48-ad038638580b" providerId="ADAL" clId="{3275E07F-8DFC-4D4F-BC19-ADB5EF6CE1E8}" dt="2022-03-18T15:48:05.816" v="1813" actId="27636"/>
        <pc:sldMkLst>
          <pc:docMk/>
          <pc:sldMk cId="1519861360" sldId="280"/>
        </pc:sldMkLst>
        <pc:spChg chg="mod">
          <ac:chgData name="Alessandro Ortis" userId="dcdc90ed-3509-45f7-ac48-ad038638580b" providerId="ADAL" clId="{3275E07F-8DFC-4D4F-BC19-ADB5EF6CE1E8}" dt="2022-03-18T15:48:05.816" v="1813" actId="27636"/>
          <ac:spMkLst>
            <pc:docMk/>
            <pc:sldMk cId="1519861360" sldId="28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54.021" v="61" actId="20577"/>
        <pc:sldMkLst>
          <pc:docMk/>
          <pc:sldMk cId="2880080466" sldId="281"/>
        </pc:sldMkLst>
        <pc:spChg chg="mod">
          <ac:chgData name="Alessandro Ortis" userId="dcdc90ed-3509-45f7-ac48-ad038638580b" providerId="ADAL" clId="{3275E07F-8DFC-4D4F-BC19-ADB5EF6CE1E8}" dt="2022-03-18T14:20:54.021" v="61" actId="20577"/>
          <ac:spMkLst>
            <pc:docMk/>
            <pc:sldMk cId="2880080466" sldId="281"/>
            <ac:spMk id="2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75E07F-8DFC-4D4F-BC19-ADB5EF6CE1E8}" dt="2022-03-18T14:38:42.658" v="223" actId="22"/>
        <pc:sldMkLst>
          <pc:docMk/>
          <pc:sldMk cId="97517811" sldId="282"/>
        </pc:sldMkLst>
        <pc:spChg chg="mod">
          <ac:chgData name="Alessandro Ortis" userId="dcdc90ed-3509-45f7-ac48-ad038638580b" providerId="ADAL" clId="{3275E07F-8DFC-4D4F-BC19-ADB5EF6CE1E8}" dt="2022-03-18T14:20:57.549" v="68" actId="20577"/>
          <ac:spMkLst>
            <pc:docMk/>
            <pc:sldMk cId="97517811" sldId="282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1:00.181" v="70" actId="20577"/>
          <ac:spMkLst>
            <pc:docMk/>
            <pc:sldMk cId="97517811" sldId="282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3275E07F-8DFC-4D4F-BC19-ADB5EF6CE1E8}" dt="2022-03-18T14:38:42.658" v="223" actId="22"/>
          <ac:spMkLst>
            <pc:docMk/>
            <pc:sldMk cId="97517811" sldId="282"/>
            <ac:spMk id="5" creationId="{DE7B4F02-4D34-4896-94A9-2B1CA5209BBB}"/>
          </ac:spMkLst>
        </pc:spChg>
      </pc:sldChg>
      <pc:sldChg chg="modSp mod">
        <pc:chgData name="Alessandro Ortis" userId="dcdc90ed-3509-45f7-ac48-ad038638580b" providerId="ADAL" clId="{3275E07F-8DFC-4D4F-BC19-ADB5EF6CE1E8}" dt="2022-03-21T06:57:33.039" v="2095" actId="20577"/>
        <pc:sldMkLst>
          <pc:docMk/>
          <pc:sldMk cId="1066016077" sldId="283"/>
        </pc:sldMkLst>
        <pc:spChg chg="mod">
          <ac:chgData name="Alessandro Ortis" userId="dcdc90ed-3509-45f7-ac48-ad038638580b" providerId="ADAL" clId="{3275E07F-8DFC-4D4F-BC19-ADB5EF6CE1E8}" dt="2022-03-18T14:38:50.846" v="234" actId="20577"/>
          <ac:spMkLst>
            <pc:docMk/>
            <pc:sldMk cId="1066016077" sldId="283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21T06:57:33.039" v="2095" actId="20577"/>
          <ac:spMkLst>
            <pc:docMk/>
            <pc:sldMk cId="1066016077" sldId="283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1:08.773" v="80" actId="20577"/>
        <pc:sldMkLst>
          <pc:docMk/>
          <pc:sldMk cId="2432513643" sldId="284"/>
        </pc:sldMkLst>
        <pc:spChg chg="mod">
          <ac:chgData name="Alessandro Ortis" userId="dcdc90ed-3509-45f7-ac48-ad038638580b" providerId="ADAL" clId="{3275E07F-8DFC-4D4F-BC19-ADB5EF6CE1E8}" dt="2022-03-18T14:21:08.773" v="80" actId="20577"/>
          <ac:spMkLst>
            <pc:docMk/>
            <pc:sldMk cId="2432513643" sldId="28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1:15.334" v="87" actId="20577"/>
        <pc:sldMkLst>
          <pc:docMk/>
          <pc:sldMk cId="679572198" sldId="285"/>
        </pc:sldMkLst>
        <pc:spChg chg="mod">
          <ac:chgData name="Alessandro Ortis" userId="dcdc90ed-3509-45f7-ac48-ad038638580b" providerId="ADAL" clId="{3275E07F-8DFC-4D4F-BC19-ADB5EF6CE1E8}" dt="2022-03-18T14:21:13.093" v="85" actId="20577"/>
          <ac:spMkLst>
            <pc:docMk/>
            <pc:sldMk cId="679572198" sldId="285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1:15.334" v="87" actId="20577"/>
          <ac:spMkLst>
            <pc:docMk/>
            <pc:sldMk cId="679572198" sldId="285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37:58.605" v="221"/>
        <pc:sldMkLst>
          <pc:docMk/>
          <pc:sldMk cId="46596434" sldId="286"/>
        </pc:sldMkLst>
        <pc:spChg chg="mod">
          <ac:chgData name="Alessandro Ortis" userId="dcdc90ed-3509-45f7-ac48-ad038638580b" providerId="ADAL" clId="{3275E07F-8DFC-4D4F-BC19-ADB5EF6CE1E8}" dt="2022-03-18T14:37:58.605" v="221"/>
          <ac:spMkLst>
            <pc:docMk/>
            <pc:sldMk cId="46596434" sldId="286"/>
            <ac:spMk id="2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75E07F-8DFC-4D4F-BC19-ADB5EF6CE1E8}" dt="2022-03-18T15:22:01.278" v="1327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3275E07F-8DFC-4D4F-BC19-ADB5EF6CE1E8}" dt="2022-03-18T15:11:18.551" v="904" actId="20577"/>
          <ac:spMkLst>
            <pc:docMk/>
            <pc:sldMk cId="965368216" sldId="33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3275E07F-8DFC-4D4F-BC19-ADB5EF6CE1E8}" dt="2022-03-18T15:13:59.778" v="1157" actId="115"/>
          <ac:spMkLst>
            <pc:docMk/>
            <pc:sldMk cId="965368216" sldId="339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12:49.521" v="1090" actId="313"/>
          <ac:spMkLst>
            <pc:docMk/>
            <pc:sldMk cId="965368216" sldId="339"/>
            <ac:spMk id="4" creationId="{00000000-0000-0000-0000-000000000000}"/>
          </ac:spMkLst>
        </pc:spChg>
        <pc:spChg chg="add del">
          <ac:chgData name="Alessandro Ortis" userId="dcdc90ed-3509-45f7-ac48-ad038638580b" providerId="ADAL" clId="{3275E07F-8DFC-4D4F-BC19-ADB5EF6CE1E8}" dt="2022-03-18T15:14:18.884" v="1159" actId="22"/>
          <ac:spMkLst>
            <pc:docMk/>
            <pc:sldMk cId="965368216" sldId="339"/>
            <ac:spMk id="6" creationId="{0612FEFF-7D90-4BC1-9DA2-AD648F16320E}"/>
          </ac:spMkLst>
        </pc:spChg>
        <pc:spChg chg="add mod">
          <ac:chgData name="Alessandro Ortis" userId="dcdc90ed-3509-45f7-ac48-ad038638580b" providerId="ADAL" clId="{3275E07F-8DFC-4D4F-BC19-ADB5EF6CE1E8}" dt="2022-03-18T15:21:58.568" v="1326" actId="1076"/>
          <ac:spMkLst>
            <pc:docMk/>
            <pc:sldMk cId="965368216" sldId="339"/>
            <ac:spMk id="8" creationId="{5CB8E6B9-B740-412C-875C-C873AF034D01}"/>
          </ac:spMkLst>
        </pc:spChg>
        <pc:spChg chg="add mod">
          <ac:chgData name="Alessandro Ortis" userId="dcdc90ed-3509-45f7-ac48-ad038638580b" providerId="ADAL" clId="{3275E07F-8DFC-4D4F-BC19-ADB5EF6CE1E8}" dt="2022-03-18T15:21:58.568" v="1326" actId="1076"/>
          <ac:spMkLst>
            <pc:docMk/>
            <pc:sldMk cId="965368216" sldId="339"/>
            <ac:spMk id="9" creationId="{D2DD3317-6D33-400A-89F7-73F3A65E85A7}"/>
          </ac:spMkLst>
        </pc:spChg>
        <pc:spChg chg="add del mod">
          <ac:chgData name="Alessandro Ortis" userId="dcdc90ed-3509-45f7-ac48-ad038638580b" providerId="ADAL" clId="{3275E07F-8DFC-4D4F-BC19-ADB5EF6CE1E8}" dt="2022-03-18T15:15:54.541" v="1214" actId="478"/>
          <ac:spMkLst>
            <pc:docMk/>
            <pc:sldMk cId="965368216" sldId="339"/>
            <ac:spMk id="11" creationId="{02C7A91A-B5D2-46A9-9D69-568DA4C4EFBF}"/>
          </ac:spMkLst>
        </pc:spChg>
        <pc:spChg chg="add mod">
          <ac:chgData name="Alessandro Ortis" userId="dcdc90ed-3509-45f7-ac48-ad038638580b" providerId="ADAL" clId="{3275E07F-8DFC-4D4F-BC19-ADB5EF6CE1E8}" dt="2022-03-18T15:22:01.278" v="1327" actId="20577"/>
          <ac:spMkLst>
            <pc:docMk/>
            <pc:sldMk cId="965368216" sldId="339"/>
            <ac:spMk id="12" creationId="{0E07F31E-BCFE-4E8C-8ECC-27C0B3373204}"/>
          </ac:spMkLst>
        </pc:spChg>
        <pc:spChg chg="add del mod">
          <ac:chgData name="Alessandro Ortis" userId="dcdc90ed-3509-45f7-ac48-ad038638580b" providerId="ADAL" clId="{3275E07F-8DFC-4D4F-BC19-ADB5EF6CE1E8}" dt="2022-03-18T15:17:39.004" v="1254" actId="478"/>
          <ac:spMkLst>
            <pc:docMk/>
            <pc:sldMk cId="965368216" sldId="339"/>
            <ac:spMk id="13" creationId="{4C0AF36C-BAA7-4EA0-81AB-EC859A264BF5}"/>
          </ac:spMkLst>
        </pc:spChg>
        <pc:spChg chg="add del mod">
          <ac:chgData name="Alessandro Ortis" userId="dcdc90ed-3509-45f7-ac48-ad038638580b" providerId="ADAL" clId="{3275E07F-8DFC-4D4F-BC19-ADB5EF6CE1E8}" dt="2022-03-18T15:17:39.004" v="1254" actId="478"/>
          <ac:spMkLst>
            <pc:docMk/>
            <pc:sldMk cId="965368216" sldId="339"/>
            <ac:spMk id="14" creationId="{D828B93E-6194-4D1F-B621-1F038F3E1282}"/>
          </ac:spMkLst>
        </pc:spChg>
      </pc:sldChg>
      <pc:sldChg chg="modSp mod">
        <pc:chgData name="Alessandro Ortis" userId="dcdc90ed-3509-45f7-ac48-ad038638580b" providerId="ADAL" clId="{3275E07F-8DFC-4D4F-BC19-ADB5EF6CE1E8}" dt="2022-03-18T15:47:20.278" v="1779" actId="20577"/>
        <pc:sldMkLst>
          <pc:docMk/>
          <pc:sldMk cId="76956938" sldId="354"/>
        </pc:sldMkLst>
        <pc:spChg chg="mod">
          <ac:chgData name="Alessandro Ortis" userId="dcdc90ed-3509-45f7-ac48-ad038638580b" providerId="ADAL" clId="{3275E07F-8DFC-4D4F-BC19-ADB5EF6CE1E8}" dt="2022-03-18T15:47:20.278" v="1779" actId="20577"/>
          <ac:spMkLst>
            <pc:docMk/>
            <pc:sldMk cId="76956938" sldId="354"/>
            <ac:spMk id="4" creationId="{00000000-0000-0000-0000-000000000000}"/>
          </ac:spMkLst>
        </pc:spChg>
      </pc:sldChg>
      <pc:sldChg chg="addSp modSp mod">
        <pc:chgData name="Alessandro Ortis" userId="dcdc90ed-3509-45f7-ac48-ad038638580b" providerId="ADAL" clId="{3275E07F-8DFC-4D4F-BC19-ADB5EF6CE1E8}" dt="2022-03-18T14:22:50.617" v="131" actId="1038"/>
        <pc:sldMkLst>
          <pc:docMk/>
          <pc:sldMk cId="1997212673" sldId="363"/>
        </pc:sldMkLst>
        <pc:spChg chg="mod">
          <ac:chgData name="Alessandro Ortis" userId="dcdc90ed-3509-45f7-ac48-ad038638580b" providerId="ADAL" clId="{3275E07F-8DFC-4D4F-BC19-ADB5EF6CE1E8}" dt="2022-03-18T14:22:50.617" v="131" actId="1038"/>
          <ac:spMkLst>
            <pc:docMk/>
            <pc:sldMk cId="1997212673" sldId="363"/>
            <ac:spMk id="3" creationId="{3437C562-95FD-4B5F-A7E9-6FEF3D0C2EDD}"/>
          </ac:spMkLst>
        </pc:spChg>
        <pc:spChg chg="add mod">
          <ac:chgData name="Alessandro Ortis" userId="dcdc90ed-3509-45f7-ac48-ad038638580b" providerId="ADAL" clId="{3275E07F-8DFC-4D4F-BC19-ADB5EF6CE1E8}" dt="2022-03-18T14:22:50.617" v="131" actId="1038"/>
          <ac:spMkLst>
            <pc:docMk/>
            <pc:sldMk cId="1997212673" sldId="363"/>
            <ac:spMk id="6" creationId="{D03B9973-3DA0-4578-BB41-74CBADABBFD1}"/>
          </ac:spMkLst>
        </pc:spChg>
      </pc:sldChg>
      <pc:sldChg chg="modSp mod">
        <pc:chgData name="Alessandro Ortis" userId="dcdc90ed-3509-45f7-ac48-ad038638580b" providerId="ADAL" clId="{3275E07F-8DFC-4D4F-BC19-ADB5EF6CE1E8}" dt="2022-03-18T14:20:05.598" v="8" actId="20577"/>
        <pc:sldMkLst>
          <pc:docMk/>
          <pc:sldMk cId="2151859029" sldId="365"/>
        </pc:sldMkLst>
        <pc:spChg chg="mod">
          <ac:chgData name="Alessandro Ortis" userId="dcdc90ed-3509-45f7-ac48-ad038638580b" providerId="ADAL" clId="{3275E07F-8DFC-4D4F-BC19-ADB5EF6CE1E8}" dt="2022-03-18T14:20:03.294" v="6" actId="20577"/>
          <ac:spMkLst>
            <pc:docMk/>
            <pc:sldMk cId="2151859029" sldId="365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0:05.598" v="8" actId="20577"/>
          <ac:spMkLst>
            <pc:docMk/>
            <pc:sldMk cId="2151859029" sldId="365"/>
            <ac:spMk id="5" creationId="{01B1B341-30B5-4934-865D-782E0FE814EF}"/>
          </ac:spMkLst>
        </pc:spChg>
      </pc:sldChg>
      <pc:sldChg chg="modSp mod">
        <pc:chgData name="Alessandro Ortis" userId="dcdc90ed-3509-45f7-ac48-ad038638580b" providerId="ADAL" clId="{3275E07F-8DFC-4D4F-BC19-ADB5EF6CE1E8}" dt="2022-03-18T14:20:13.622" v="14" actId="20577"/>
        <pc:sldMkLst>
          <pc:docMk/>
          <pc:sldMk cId="1806277314" sldId="366"/>
        </pc:sldMkLst>
        <pc:spChg chg="mod">
          <ac:chgData name="Alessandro Ortis" userId="dcdc90ed-3509-45f7-ac48-ad038638580b" providerId="ADAL" clId="{3275E07F-8DFC-4D4F-BC19-ADB5EF6CE1E8}" dt="2022-03-18T14:20:11.246" v="13" actId="20577"/>
          <ac:spMkLst>
            <pc:docMk/>
            <pc:sldMk cId="1806277314" sldId="366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20:13.622" v="14" actId="20577"/>
          <ac:spMkLst>
            <pc:docMk/>
            <pc:sldMk cId="1806277314" sldId="366"/>
            <ac:spMk id="5" creationId="{01B1B341-30B5-4934-865D-782E0FE814EF}"/>
          </ac:spMkLst>
        </pc:spChg>
      </pc:sldChg>
      <pc:sldChg chg="modSp mod">
        <pc:chgData name="Alessandro Ortis" userId="dcdc90ed-3509-45f7-ac48-ad038638580b" providerId="ADAL" clId="{3275E07F-8DFC-4D4F-BC19-ADB5EF6CE1E8}" dt="2022-03-18T14:20:18.670" v="19" actId="20577"/>
        <pc:sldMkLst>
          <pc:docMk/>
          <pc:sldMk cId="1711102218" sldId="367"/>
        </pc:sldMkLst>
        <pc:spChg chg="mod">
          <ac:chgData name="Alessandro Ortis" userId="dcdc90ed-3509-45f7-ac48-ad038638580b" providerId="ADAL" clId="{3275E07F-8DFC-4D4F-BC19-ADB5EF6CE1E8}" dt="2022-03-18T14:20:18.670" v="19" actId="20577"/>
          <ac:spMkLst>
            <pc:docMk/>
            <pc:sldMk cId="1711102218" sldId="367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28.550" v="29" actId="20577"/>
        <pc:sldMkLst>
          <pc:docMk/>
          <pc:sldMk cId="3817191559" sldId="368"/>
        </pc:sldMkLst>
        <pc:spChg chg="mod">
          <ac:chgData name="Alessandro Ortis" userId="dcdc90ed-3509-45f7-ac48-ad038638580b" providerId="ADAL" clId="{3275E07F-8DFC-4D4F-BC19-ADB5EF6CE1E8}" dt="2022-03-18T14:20:28.550" v="29" actId="20577"/>
          <ac:spMkLst>
            <pc:docMk/>
            <pc:sldMk cId="3817191559" sldId="368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23.845" v="24" actId="20577"/>
        <pc:sldMkLst>
          <pc:docMk/>
          <pc:sldMk cId="1613371928" sldId="369"/>
        </pc:sldMkLst>
        <pc:spChg chg="mod">
          <ac:chgData name="Alessandro Ortis" userId="dcdc90ed-3509-45f7-ac48-ad038638580b" providerId="ADAL" clId="{3275E07F-8DFC-4D4F-BC19-ADB5EF6CE1E8}" dt="2022-03-18T14:20:23.845" v="24" actId="20577"/>
          <ac:spMkLst>
            <pc:docMk/>
            <pc:sldMk cId="1613371928" sldId="369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2.101" v="34" actId="20577"/>
        <pc:sldMkLst>
          <pc:docMk/>
          <pc:sldMk cId="82470717" sldId="370"/>
        </pc:sldMkLst>
        <pc:spChg chg="mod">
          <ac:chgData name="Alessandro Ortis" userId="dcdc90ed-3509-45f7-ac48-ad038638580b" providerId="ADAL" clId="{3275E07F-8DFC-4D4F-BC19-ADB5EF6CE1E8}" dt="2022-03-18T14:20:32.101" v="34" actId="20577"/>
          <ac:spMkLst>
            <pc:docMk/>
            <pc:sldMk cId="82470717" sldId="37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6.310" v="39" actId="20577"/>
        <pc:sldMkLst>
          <pc:docMk/>
          <pc:sldMk cId="1623244625" sldId="371"/>
        </pc:sldMkLst>
        <pc:spChg chg="mod">
          <ac:chgData name="Alessandro Ortis" userId="dcdc90ed-3509-45f7-ac48-ad038638580b" providerId="ADAL" clId="{3275E07F-8DFC-4D4F-BC19-ADB5EF6CE1E8}" dt="2022-03-18T14:20:36.310" v="39" actId="20577"/>
          <ac:spMkLst>
            <pc:docMk/>
            <pc:sldMk cId="1623244625" sldId="371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39.997" v="44" actId="20577"/>
        <pc:sldMkLst>
          <pc:docMk/>
          <pc:sldMk cId="3595335750" sldId="372"/>
        </pc:sldMkLst>
        <pc:spChg chg="mod">
          <ac:chgData name="Alessandro Ortis" userId="dcdc90ed-3509-45f7-ac48-ad038638580b" providerId="ADAL" clId="{3275E07F-8DFC-4D4F-BC19-ADB5EF6CE1E8}" dt="2022-03-18T14:20:39.997" v="44" actId="20577"/>
          <ac:spMkLst>
            <pc:docMk/>
            <pc:sldMk cId="3595335750" sldId="37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44.087" v="49" actId="20577"/>
        <pc:sldMkLst>
          <pc:docMk/>
          <pc:sldMk cId="1258202616" sldId="373"/>
        </pc:sldMkLst>
        <pc:spChg chg="mod">
          <ac:chgData name="Alessandro Ortis" userId="dcdc90ed-3509-45f7-ac48-ad038638580b" providerId="ADAL" clId="{3275E07F-8DFC-4D4F-BC19-ADB5EF6CE1E8}" dt="2022-03-18T14:20:44.087" v="49" actId="20577"/>
          <ac:spMkLst>
            <pc:docMk/>
            <pc:sldMk cId="1258202616" sldId="373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75E07F-8DFC-4D4F-BC19-ADB5EF6CE1E8}" dt="2022-03-18T14:20:47.941" v="54" actId="20577"/>
        <pc:sldMkLst>
          <pc:docMk/>
          <pc:sldMk cId="663289648" sldId="374"/>
        </pc:sldMkLst>
        <pc:spChg chg="mod">
          <ac:chgData name="Alessandro Ortis" userId="dcdc90ed-3509-45f7-ac48-ad038638580b" providerId="ADAL" clId="{3275E07F-8DFC-4D4F-BC19-ADB5EF6CE1E8}" dt="2022-03-18T14:20:47.941" v="54" actId="20577"/>
          <ac:spMkLst>
            <pc:docMk/>
            <pc:sldMk cId="663289648" sldId="374"/>
            <ac:spMk id="2" creationId="{00000000-0000-0000-0000-000000000000}"/>
          </ac:spMkLst>
        </pc:spChg>
      </pc:sldChg>
      <pc:sldChg chg="addSp modSp add mod">
        <pc:chgData name="Alessandro Ortis" userId="dcdc90ed-3509-45f7-ac48-ad038638580b" providerId="ADAL" clId="{3275E07F-8DFC-4D4F-BC19-ADB5EF6CE1E8}" dt="2022-03-18T14:28:25.913" v="218" actId="6549"/>
        <pc:sldMkLst>
          <pc:docMk/>
          <pc:sldMk cId="432456036" sldId="375"/>
        </pc:sldMkLst>
        <pc:spChg chg="add mod">
          <ac:chgData name="Alessandro Ortis" userId="dcdc90ed-3509-45f7-ac48-ad038638580b" providerId="ADAL" clId="{3275E07F-8DFC-4D4F-BC19-ADB5EF6CE1E8}" dt="2022-03-18T14:28:25.913" v="218" actId="6549"/>
          <ac:spMkLst>
            <pc:docMk/>
            <pc:sldMk cId="432456036" sldId="375"/>
            <ac:spMk id="7" creationId="{1E649E9E-53A6-4B79-A6F3-388B56F9E1F7}"/>
          </ac:spMkLst>
        </pc:spChg>
      </pc:sldChg>
      <pc:sldChg chg="delSp modSp add del mod">
        <pc:chgData name="Alessandro Ortis" userId="dcdc90ed-3509-45f7-ac48-ad038638580b" providerId="ADAL" clId="{3275E07F-8DFC-4D4F-BC19-ADB5EF6CE1E8}" dt="2022-03-18T14:25:49.241" v="205" actId="47"/>
        <pc:sldMkLst>
          <pc:docMk/>
          <pc:sldMk cId="3487594356" sldId="376"/>
        </pc:sldMkLst>
        <pc:spChg chg="del">
          <ac:chgData name="Alessandro Ortis" userId="dcdc90ed-3509-45f7-ac48-ad038638580b" providerId="ADAL" clId="{3275E07F-8DFC-4D4F-BC19-ADB5EF6CE1E8}" dt="2022-03-18T14:25:42.366" v="203" actId="478"/>
          <ac:spMkLst>
            <pc:docMk/>
            <pc:sldMk cId="3487594356" sldId="376"/>
            <ac:spMk id="3" creationId="{3437C562-95FD-4B5F-A7E9-6FEF3D0C2EDD}"/>
          </ac:spMkLst>
        </pc:spChg>
        <pc:spChg chg="del">
          <ac:chgData name="Alessandro Ortis" userId="dcdc90ed-3509-45f7-ac48-ad038638580b" providerId="ADAL" clId="{3275E07F-8DFC-4D4F-BC19-ADB5EF6CE1E8}" dt="2022-03-18T14:25:45.419" v="204" actId="478"/>
          <ac:spMkLst>
            <pc:docMk/>
            <pc:sldMk cId="3487594356" sldId="376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4:25:42.366" v="203" actId="478"/>
          <ac:spMkLst>
            <pc:docMk/>
            <pc:sldMk cId="3487594356" sldId="376"/>
            <ac:spMk id="6" creationId="{D03B9973-3DA0-4578-BB41-74CBADABBFD1}"/>
          </ac:spMkLst>
        </pc:spChg>
        <pc:spChg chg="mod">
          <ac:chgData name="Alessandro Ortis" userId="dcdc90ed-3509-45f7-ac48-ad038638580b" providerId="ADAL" clId="{3275E07F-8DFC-4D4F-BC19-ADB5EF6CE1E8}" dt="2022-03-18T14:24:28.491" v="198" actId="1076"/>
          <ac:spMkLst>
            <pc:docMk/>
            <pc:sldMk cId="3487594356" sldId="376"/>
            <ac:spMk id="7" creationId="{1E649E9E-53A6-4B79-A6F3-388B56F9E1F7}"/>
          </ac:spMkLst>
        </pc:spChg>
      </pc:sldChg>
      <pc:sldChg chg="addSp delSp modSp add mod">
        <pc:chgData name="Alessandro Ortis" userId="dcdc90ed-3509-45f7-ac48-ad038638580b" providerId="ADAL" clId="{3275E07F-8DFC-4D4F-BC19-ADB5EF6CE1E8}" dt="2022-03-18T14:26:43.014" v="215" actId="20577"/>
        <pc:sldMkLst>
          <pc:docMk/>
          <pc:sldMk cId="3508382510" sldId="377"/>
        </pc:sldMkLst>
        <pc:spChg chg="del">
          <ac:chgData name="Alessandro Ortis" userId="dcdc90ed-3509-45f7-ac48-ad038638580b" providerId="ADAL" clId="{3275E07F-8DFC-4D4F-BC19-ADB5EF6CE1E8}" dt="2022-03-18T14:25:59.275" v="207" actId="478"/>
          <ac:spMkLst>
            <pc:docMk/>
            <pc:sldMk cId="3508382510" sldId="377"/>
            <ac:spMk id="3" creationId="{3437C562-95FD-4B5F-A7E9-6FEF3D0C2EDD}"/>
          </ac:spMkLst>
        </pc:spChg>
        <pc:spChg chg="del">
          <ac:chgData name="Alessandro Ortis" userId="dcdc90ed-3509-45f7-ac48-ad038638580b" providerId="ADAL" clId="{3275E07F-8DFC-4D4F-BC19-ADB5EF6CE1E8}" dt="2022-03-18T14:25:53.043" v="206" actId="478"/>
          <ac:spMkLst>
            <pc:docMk/>
            <pc:sldMk cId="3508382510" sldId="377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4:25:59.275" v="207" actId="478"/>
          <ac:spMkLst>
            <pc:docMk/>
            <pc:sldMk cId="3508382510" sldId="377"/>
            <ac:spMk id="6" creationId="{D03B9973-3DA0-4578-BB41-74CBADABBFD1}"/>
          </ac:spMkLst>
        </pc:spChg>
        <pc:spChg chg="mod">
          <ac:chgData name="Alessandro Ortis" userId="dcdc90ed-3509-45f7-ac48-ad038638580b" providerId="ADAL" clId="{3275E07F-8DFC-4D4F-BC19-ADB5EF6CE1E8}" dt="2022-03-18T14:26:43.014" v="215" actId="20577"/>
          <ac:spMkLst>
            <pc:docMk/>
            <pc:sldMk cId="3508382510" sldId="377"/>
            <ac:spMk id="7" creationId="{1E649E9E-53A6-4B79-A6F3-388B56F9E1F7}"/>
          </ac:spMkLst>
        </pc:spChg>
        <pc:picChg chg="add del mod">
          <ac:chgData name="Alessandro Ortis" userId="dcdc90ed-3509-45f7-ac48-ad038638580b" providerId="ADAL" clId="{3275E07F-8DFC-4D4F-BC19-ADB5EF6CE1E8}" dt="2022-03-18T14:26:14.987" v="209" actId="478"/>
          <ac:picMkLst>
            <pc:docMk/>
            <pc:sldMk cId="3508382510" sldId="377"/>
            <ac:picMk id="8" creationId="{CA92A4C1-45D2-4FF2-9D14-3485363F7491}"/>
          </ac:picMkLst>
        </pc:picChg>
        <pc:picChg chg="add mod">
          <ac:chgData name="Alessandro Ortis" userId="dcdc90ed-3509-45f7-ac48-ad038638580b" providerId="ADAL" clId="{3275E07F-8DFC-4D4F-BC19-ADB5EF6CE1E8}" dt="2022-03-18T14:26:37.713" v="212" actId="1076"/>
          <ac:picMkLst>
            <pc:docMk/>
            <pc:sldMk cId="3508382510" sldId="377"/>
            <ac:picMk id="10" creationId="{85C9CEA4-1560-487F-B406-CC14A72ADCCF}"/>
          </ac:picMkLst>
        </pc:picChg>
      </pc:sldChg>
      <pc:sldChg chg="add del">
        <pc:chgData name="Alessandro Ortis" userId="dcdc90ed-3509-45f7-ac48-ad038638580b" providerId="ADAL" clId="{3275E07F-8DFC-4D4F-BC19-ADB5EF6CE1E8}" dt="2022-03-18T14:28:30.199" v="219" actId="47"/>
        <pc:sldMkLst>
          <pc:docMk/>
          <pc:sldMk cId="2041109873" sldId="378"/>
        </pc:sldMkLst>
      </pc:sldChg>
      <pc:sldChg chg="modSp add mod">
        <pc:chgData name="Alessandro Ortis" userId="dcdc90ed-3509-45f7-ac48-ad038638580b" providerId="ADAL" clId="{3275E07F-8DFC-4D4F-BC19-ADB5EF6CE1E8}" dt="2022-03-21T06:57:20.255" v="2093" actId="6549"/>
        <pc:sldMkLst>
          <pc:docMk/>
          <pc:sldMk cId="3936946873" sldId="378"/>
        </pc:sldMkLst>
        <pc:spChg chg="mod">
          <ac:chgData name="Alessandro Ortis" userId="dcdc90ed-3509-45f7-ac48-ad038638580b" providerId="ADAL" clId="{3275E07F-8DFC-4D4F-BC19-ADB5EF6CE1E8}" dt="2022-03-21T06:57:20.255" v="2093" actId="6549"/>
          <ac:spMkLst>
            <pc:docMk/>
            <pc:sldMk cId="3936946873" sldId="378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3275E07F-8DFC-4D4F-BC19-ADB5EF6CE1E8}" dt="2022-03-18T14:44:13.161" v="664" actId="123"/>
        <pc:sldMkLst>
          <pc:docMk/>
          <pc:sldMk cId="587742066" sldId="379"/>
        </pc:sldMkLst>
        <pc:spChg chg="mod">
          <ac:chgData name="Alessandro Ortis" userId="dcdc90ed-3509-45f7-ac48-ad038638580b" providerId="ADAL" clId="{3275E07F-8DFC-4D4F-BC19-ADB5EF6CE1E8}" dt="2022-03-18T14:41:23.253" v="313" actId="20577"/>
          <ac:spMkLst>
            <pc:docMk/>
            <pc:sldMk cId="587742066" sldId="379"/>
            <ac:spMk id="2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4:44:13.161" v="664" actId="123"/>
          <ac:spMkLst>
            <pc:docMk/>
            <pc:sldMk cId="587742066" sldId="379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3275E07F-8DFC-4D4F-BC19-ADB5EF6CE1E8}" dt="2022-03-18T15:02:19.616" v="878" actId="27636"/>
        <pc:sldMkLst>
          <pc:docMk/>
          <pc:sldMk cId="1828445722" sldId="380"/>
        </pc:sldMkLst>
        <pc:spChg chg="mod">
          <ac:chgData name="Alessandro Ortis" userId="dcdc90ed-3509-45f7-ac48-ad038638580b" providerId="ADAL" clId="{3275E07F-8DFC-4D4F-BC19-ADB5EF6CE1E8}" dt="2022-03-18T15:02:19.616" v="878" actId="27636"/>
          <ac:spMkLst>
            <pc:docMk/>
            <pc:sldMk cId="1828445722" sldId="380"/>
            <ac:spMk id="3" creationId="{00000000-0000-0000-0000-000000000000}"/>
          </ac:spMkLst>
        </pc:spChg>
      </pc:sldChg>
      <pc:sldChg chg="add del">
        <pc:chgData name="Alessandro Ortis" userId="dcdc90ed-3509-45f7-ac48-ad038638580b" providerId="ADAL" clId="{3275E07F-8DFC-4D4F-BC19-ADB5EF6CE1E8}" dt="2022-03-18T14:44:10.794" v="663"/>
        <pc:sldMkLst>
          <pc:docMk/>
          <pc:sldMk cId="4133477868" sldId="380"/>
        </pc:sldMkLst>
      </pc:sldChg>
      <pc:sldChg chg="add del">
        <pc:chgData name="Alessandro Ortis" userId="dcdc90ed-3509-45f7-ac48-ad038638580b" providerId="ADAL" clId="{3275E07F-8DFC-4D4F-BC19-ADB5EF6CE1E8}" dt="2022-03-18T15:41:47.299" v="1603" actId="47"/>
        <pc:sldMkLst>
          <pc:docMk/>
          <pc:sldMk cId="1453789109" sldId="381"/>
        </pc:sldMkLst>
      </pc:sldChg>
      <pc:sldChg chg="addSp delSp modSp add mod ord">
        <pc:chgData name="Alessandro Ortis" userId="dcdc90ed-3509-45f7-ac48-ad038638580b" providerId="ADAL" clId="{3275E07F-8DFC-4D4F-BC19-ADB5EF6CE1E8}" dt="2022-03-18T15:37:45.093" v="1332"/>
        <pc:sldMkLst>
          <pc:docMk/>
          <pc:sldMk cId="2355177738" sldId="382"/>
        </pc:sldMkLst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3" creationId="{E009F0F0-25E2-495D-A02E-4C6B6CE204DD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4" creationId="{00000000-0000-0000-0000-000000000000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8" creationId="{5CB8E6B9-B740-412C-875C-C873AF034D01}"/>
          </ac:spMkLst>
        </pc:spChg>
        <pc:spChg chg="del">
          <ac:chgData name="Alessandro Ortis" userId="dcdc90ed-3509-45f7-ac48-ad038638580b" providerId="ADAL" clId="{3275E07F-8DFC-4D4F-BC19-ADB5EF6CE1E8}" dt="2022-03-18T15:17:45.964" v="1255" actId="478"/>
          <ac:spMkLst>
            <pc:docMk/>
            <pc:sldMk cId="2355177738" sldId="382"/>
            <ac:spMk id="9" creationId="{D2DD3317-6D33-400A-89F7-73F3A65E85A7}"/>
          </ac:spMkLst>
        </pc:spChg>
        <pc:spChg chg="add mod">
          <ac:chgData name="Alessandro Ortis" userId="dcdc90ed-3509-45f7-ac48-ad038638580b" providerId="ADAL" clId="{3275E07F-8DFC-4D4F-BC19-ADB5EF6CE1E8}" dt="2022-03-18T15:19:53.474" v="1281" actId="20577"/>
          <ac:spMkLst>
            <pc:docMk/>
            <pc:sldMk cId="2355177738" sldId="382"/>
            <ac:spMk id="10" creationId="{5CFD7343-855E-46BA-AB83-055662FED937}"/>
          </ac:spMkLst>
        </pc:spChg>
        <pc:spChg chg="add mod">
          <ac:chgData name="Alessandro Ortis" userId="dcdc90ed-3509-45f7-ac48-ad038638580b" providerId="ADAL" clId="{3275E07F-8DFC-4D4F-BC19-ADB5EF6CE1E8}" dt="2022-03-18T15:21:02.500" v="1302" actId="1076"/>
          <ac:spMkLst>
            <pc:docMk/>
            <pc:sldMk cId="2355177738" sldId="382"/>
            <ac:spMk id="11" creationId="{35874CF3-4943-4107-B343-AB7FC13DB92B}"/>
          </ac:spMkLst>
        </pc:spChg>
        <pc:spChg chg="mod">
          <ac:chgData name="Alessandro Ortis" userId="dcdc90ed-3509-45f7-ac48-ad038638580b" providerId="ADAL" clId="{3275E07F-8DFC-4D4F-BC19-ADB5EF6CE1E8}" dt="2022-03-18T15:20:51.640" v="1300" actId="1076"/>
          <ac:spMkLst>
            <pc:docMk/>
            <pc:sldMk cId="2355177738" sldId="382"/>
            <ac:spMk id="12" creationId="{0E07F31E-BCFE-4E8C-8ECC-27C0B3373204}"/>
          </ac:spMkLst>
        </pc:spChg>
        <pc:spChg chg="mod">
          <ac:chgData name="Alessandro Ortis" userId="dcdc90ed-3509-45f7-ac48-ad038638580b" providerId="ADAL" clId="{3275E07F-8DFC-4D4F-BC19-ADB5EF6CE1E8}" dt="2022-03-18T15:17:54" v="1256" actId="1076"/>
          <ac:spMkLst>
            <pc:docMk/>
            <pc:sldMk cId="2355177738" sldId="382"/>
            <ac:spMk id="13" creationId="{4C0AF36C-BAA7-4EA0-81AB-EC859A264BF5}"/>
          </ac:spMkLst>
        </pc:spChg>
        <pc:spChg chg="mod">
          <ac:chgData name="Alessandro Ortis" userId="dcdc90ed-3509-45f7-ac48-ad038638580b" providerId="ADAL" clId="{3275E07F-8DFC-4D4F-BC19-ADB5EF6CE1E8}" dt="2022-03-18T15:17:55.882" v="1257" actId="6549"/>
          <ac:spMkLst>
            <pc:docMk/>
            <pc:sldMk cId="2355177738" sldId="382"/>
            <ac:spMk id="14" creationId="{D828B93E-6194-4D1F-B621-1F038F3E1282}"/>
          </ac:spMkLst>
        </pc:spChg>
        <pc:spChg chg="add mod">
          <ac:chgData name="Alessandro Ortis" userId="dcdc90ed-3509-45f7-ac48-ad038638580b" providerId="ADAL" clId="{3275E07F-8DFC-4D4F-BC19-ADB5EF6CE1E8}" dt="2022-03-18T15:20:23.296" v="1286" actId="208"/>
          <ac:spMkLst>
            <pc:docMk/>
            <pc:sldMk cId="2355177738" sldId="382"/>
            <ac:spMk id="15" creationId="{37ED2F46-0601-4D18-8B69-85A4BF390B72}"/>
          </ac:spMkLst>
        </pc:spChg>
        <pc:spChg chg="add mod">
          <ac:chgData name="Alessandro Ortis" userId="dcdc90ed-3509-45f7-ac48-ad038638580b" providerId="ADAL" clId="{3275E07F-8DFC-4D4F-BC19-ADB5EF6CE1E8}" dt="2022-03-18T15:21:34.588" v="1320" actId="1076"/>
          <ac:spMkLst>
            <pc:docMk/>
            <pc:sldMk cId="2355177738" sldId="382"/>
            <ac:spMk id="16" creationId="{D5FB64CF-C2ED-4248-9E8E-4BD8209073AC}"/>
          </ac:spMkLst>
        </pc:spChg>
      </pc:sldChg>
      <pc:sldChg chg="addSp modSp add mod ord">
        <pc:chgData name="Alessandro Ortis" userId="dcdc90ed-3509-45f7-ac48-ad038638580b" providerId="ADAL" clId="{3275E07F-8DFC-4D4F-BC19-ADB5EF6CE1E8}" dt="2022-03-18T15:40:59.482" v="1601" actId="20577"/>
        <pc:sldMkLst>
          <pc:docMk/>
          <pc:sldMk cId="2851652047" sldId="383"/>
        </pc:sldMkLst>
        <pc:spChg chg="mod">
          <ac:chgData name="Alessandro Ortis" userId="dcdc90ed-3509-45f7-ac48-ad038638580b" providerId="ADAL" clId="{3275E07F-8DFC-4D4F-BC19-ADB5EF6CE1E8}" dt="2022-03-18T15:38:30.965" v="1414" actId="20577"/>
          <ac:spMkLst>
            <pc:docMk/>
            <pc:sldMk cId="2851652047" sldId="383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39:18.551" v="1430" actId="123"/>
          <ac:spMkLst>
            <pc:docMk/>
            <pc:sldMk cId="2851652047" sldId="383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3275E07F-8DFC-4D4F-BC19-ADB5EF6CE1E8}" dt="2022-03-18T15:40:59.482" v="1601" actId="20577"/>
          <ac:spMkLst>
            <pc:docMk/>
            <pc:sldMk cId="2851652047" sldId="383"/>
            <ac:spMk id="10" creationId="{484C674F-3F8C-43A5-9D7A-28FADD4D2D3B}"/>
          </ac:spMkLst>
        </pc:spChg>
        <pc:spChg chg="mod">
          <ac:chgData name="Alessandro Ortis" userId="dcdc90ed-3509-45f7-ac48-ad038638580b" providerId="ADAL" clId="{3275E07F-8DFC-4D4F-BC19-ADB5EF6CE1E8}" dt="2022-03-18T15:40:31.591" v="1540" actId="20577"/>
          <ac:spMkLst>
            <pc:docMk/>
            <pc:sldMk cId="2851652047" sldId="383"/>
            <ac:spMk id="12" creationId="{0E07F31E-BCFE-4E8C-8ECC-27C0B3373204}"/>
          </ac:spMkLst>
        </pc:spChg>
      </pc:sldChg>
      <pc:sldChg chg="addSp modSp add mod">
        <pc:chgData name="Alessandro Ortis" userId="dcdc90ed-3509-45f7-ac48-ad038638580b" providerId="ADAL" clId="{3275E07F-8DFC-4D4F-BC19-ADB5EF6CE1E8}" dt="2022-03-18T15:41:03.633" v="1602"/>
        <pc:sldMkLst>
          <pc:docMk/>
          <pc:sldMk cId="3611966503" sldId="384"/>
        </pc:sldMkLst>
        <pc:spChg chg="mod">
          <ac:chgData name="Alessandro Ortis" userId="dcdc90ed-3509-45f7-ac48-ad038638580b" providerId="ADAL" clId="{3275E07F-8DFC-4D4F-BC19-ADB5EF6CE1E8}" dt="2022-03-18T15:40:15.530" v="1537" actId="20577"/>
          <ac:spMkLst>
            <pc:docMk/>
            <pc:sldMk cId="3611966503" sldId="384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40:03.428" v="1524" actId="20577"/>
          <ac:spMkLst>
            <pc:docMk/>
            <pc:sldMk cId="3611966503" sldId="384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40:07.845" v="1535" actId="1036"/>
          <ac:spMkLst>
            <pc:docMk/>
            <pc:sldMk cId="3611966503" sldId="384"/>
            <ac:spMk id="8" creationId="{5CB8E6B9-B740-412C-875C-C873AF034D01}"/>
          </ac:spMkLst>
        </pc:spChg>
        <pc:spChg chg="mod">
          <ac:chgData name="Alessandro Ortis" userId="dcdc90ed-3509-45f7-ac48-ad038638580b" providerId="ADAL" clId="{3275E07F-8DFC-4D4F-BC19-ADB5EF6CE1E8}" dt="2022-03-18T15:40:07.845" v="1535" actId="1036"/>
          <ac:spMkLst>
            <pc:docMk/>
            <pc:sldMk cId="3611966503" sldId="384"/>
            <ac:spMk id="9" creationId="{D2DD3317-6D33-400A-89F7-73F3A65E85A7}"/>
          </ac:spMkLst>
        </pc:spChg>
        <pc:spChg chg="add mod">
          <ac:chgData name="Alessandro Ortis" userId="dcdc90ed-3509-45f7-ac48-ad038638580b" providerId="ADAL" clId="{3275E07F-8DFC-4D4F-BC19-ADB5EF6CE1E8}" dt="2022-03-18T15:41:03.633" v="1602"/>
          <ac:spMkLst>
            <pc:docMk/>
            <pc:sldMk cId="3611966503" sldId="384"/>
            <ac:spMk id="10" creationId="{B4093DD9-4809-43A8-B5AA-FB3ACA20F595}"/>
          </ac:spMkLst>
        </pc:spChg>
        <pc:spChg chg="mod">
          <ac:chgData name="Alessandro Ortis" userId="dcdc90ed-3509-45f7-ac48-ad038638580b" providerId="ADAL" clId="{3275E07F-8DFC-4D4F-BC19-ADB5EF6CE1E8}" dt="2022-03-18T15:40:27.779" v="1539" actId="20577"/>
          <ac:spMkLst>
            <pc:docMk/>
            <pc:sldMk cId="3611966503" sldId="384"/>
            <ac:spMk id="12" creationId="{0E07F31E-BCFE-4E8C-8ECC-27C0B3373204}"/>
          </ac:spMkLst>
        </pc:spChg>
      </pc:sldChg>
      <pc:sldChg chg="delSp modSp add mod">
        <pc:chgData name="Alessandro Ortis" userId="dcdc90ed-3509-45f7-ac48-ad038638580b" providerId="ADAL" clId="{3275E07F-8DFC-4D4F-BC19-ADB5EF6CE1E8}" dt="2022-03-18T15:50:40.117" v="1950" actId="478"/>
        <pc:sldMkLst>
          <pc:docMk/>
          <pc:sldMk cId="3575259497" sldId="385"/>
        </pc:sldMkLst>
        <pc:spChg chg="mod">
          <ac:chgData name="Alessandro Ortis" userId="dcdc90ed-3509-45f7-ac48-ad038638580b" providerId="ADAL" clId="{3275E07F-8DFC-4D4F-BC19-ADB5EF6CE1E8}" dt="2022-03-18T15:50:12.134" v="1942" actId="20577"/>
          <ac:spMkLst>
            <pc:docMk/>
            <pc:sldMk cId="3575259497" sldId="385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50:03.295" v="1940" actId="20577"/>
          <ac:spMkLst>
            <pc:docMk/>
            <pc:sldMk cId="3575259497" sldId="385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50:08.474" v="1941" actId="1076"/>
          <ac:spMkLst>
            <pc:docMk/>
            <pc:sldMk cId="3575259497" sldId="385"/>
            <ac:spMk id="8" creationId="{5CB8E6B9-B740-412C-875C-C873AF034D01}"/>
          </ac:spMkLst>
        </pc:spChg>
        <pc:spChg chg="mod">
          <ac:chgData name="Alessandro Ortis" userId="dcdc90ed-3509-45f7-ac48-ad038638580b" providerId="ADAL" clId="{3275E07F-8DFC-4D4F-BC19-ADB5EF6CE1E8}" dt="2022-03-18T15:50:08.474" v="1941" actId="1076"/>
          <ac:spMkLst>
            <pc:docMk/>
            <pc:sldMk cId="3575259497" sldId="385"/>
            <ac:spMk id="9" creationId="{D2DD3317-6D33-400A-89F7-73F3A65E85A7}"/>
          </ac:spMkLst>
        </pc:spChg>
        <pc:spChg chg="del">
          <ac:chgData name="Alessandro Ortis" userId="dcdc90ed-3509-45f7-ac48-ad038638580b" providerId="ADAL" clId="{3275E07F-8DFC-4D4F-BC19-ADB5EF6CE1E8}" dt="2022-03-18T15:50:40.117" v="1950" actId="478"/>
          <ac:spMkLst>
            <pc:docMk/>
            <pc:sldMk cId="3575259497" sldId="385"/>
            <ac:spMk id="10" creationId="{B4093DD9-4809-43A8-B5AA-FB3ACA20F595}"/>
          </ac:spMkLst>
        </pc:spChg>
        <pc:spChg chg="mod">
          <ac:chgData name="Alessandro Ortis" userId="dcdc90ed-3509-45f7-ac48-ad038638580b" providerId="ADAL" clId="{3275E07F-8DFC-4D4F-BC19-ADB5EF6CE1E8}" dt="2022-03-18T15:50:26.254" v="1949" actId="20577"/>
          <ac:spMkLst>
            <pc:docMk/>
            <pc:sldMk cId="3575259497" sldId="385"/>
            <ac:spMk id="12" creationId="{0E07F31E-BCFE-4E8C-8ECC-27C0B3373204}"/>
          </ac:spMkLst>
        </pc:spChg>
      </pc:sldChg>
      <pc:sldChg chg="modSp add mod">
        <pc:chgData name="Alessandro Ortis" userId="dcdc90ed-3509-45f7-ac48-ad038638580b" providerId="ADAL" clId="{3275E07F-8DFC-4D4F-BC19-ADB5EF6CE1E8}" dt="2022-03-18T15:51:39.758" v="2083" actId="6549"/>
        <pc:sldMkLst>
          <pc:docMk/>
          <pc:sldMk cId="4243698583" sldId="386"/>
        </pc:sldMkLst>
        <pc:spChg chg="mod">
          <ac:chgData name="Alessandro Ortis" userId="dcdc90ed-3509-45f7-ac48-ad038638580b" providerId="ADAL" clId="{3275E07F-8DFC-4D4F-BC19-ADB5EF6CE1E8}" dt="2022-03-18T15:51:31.558" v="2076" actId="20577"/>
          <ac:spMkLst>
            <pc:docMk/>
            <pc:sldMk cId="4243698583" sldId="386"/>
            <ac:spMk id="3" creationId="{E009F0F0-25E2-495D-A02E-4C6B6CE204DD}"/>
          </ac:spMkLst>
        </pc:spChg>
        <pc:spChg chg="mod">
          <ac:chgData name="Alessandro Ortis" userId="dcdc90ed-3509-45f7-ac48-ad038638580b" providerId="ADAL" clId="{3275E07F-8DFC-4D4F-BC19-ADB5EF6CE1E8}" dt="2022-03-18T15:51:23.606" v="2074" actId="20577"/>
          <ac:spMkLst>
            <pc:docMk/>
            <pc:sldMk cId="4243698583" sldId="386"/>
            <ac:spMk id="4" creationId="{00000000-0000-0000-0000-000000000000}"/>
          </ac:spMkLst>
        </pc:spChg>
        <pc:spChg chg="mod">
          <ac:chgData name="Alessandro Ortis" userId="dcdc90ed-3509-45f7-ac48-ad038638580b" providerId="ADAL" clId="{3275E07F-8DFC-4D4F-BC19-ADB5EF6CE1E8}" dt="2022-03-18T15:51:39.758" v="2083" actId="6549"/>
          <ac:spMkLst>
            <pc:docMk/>
            <pc:sldMk cId="4243698583" sldId="386"/>
            <ac:spMk id="12" creationId="{0E07F31E-BCFE-4E8C-8ECC-27C0B3373204}"/>
          </ac:spMkLst>
        </pc:spChg>
      </pc:sldChg>
    </pc:docChg>
  </pc:docChgLst>
  <pc:docChgLst>
    <pc:chgData name="Alessandro Ortis" userId="dcdc90ed-3509-45f7-ac48-ad038638580b" providerId="ADAL" clId="{32F853D9-120B-4948-95A5-648CF3F76C32}"/>
    <pc:docChg chg="undo custSel addSld delSld modSld">
      <pc:chgData name="Alessandro Ortis" userId="dcdc90ed-3509-45f7-ac48-ad038638580b" providerId="ADAL" clId="{32F853D9-120B-4948-95A5-648CF3F76C32}" dt="2022-03-17T19:43:26.137" v="1132"/>
      <pc:docMkLst>
        <pc:docMk/>
      </pc:docMkLst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425712942" sldId="270"/>
        </pc:sldMkLst>
      </pc:sldChg>
      <pc:sldChg chg="del">
        <pc:chgData name="Alessandro Ortis" userId="dcdc90ed-3509-45f7-ac48-ad038638580b" providerId="ADAL" clId="{32F853D9-120B-4948-95A5-648CF3F76C32}" dt="2022-03-17T18:55:33.132" v="948" actId="47"/>
        <pc:sldMkLst>
          <pc:docMk/>
          <pc:sldMk cId="1163251793" sldId="271"/>
        </pc:sldMkLst>
      </pc:sldChg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1502613601" sldId="273"/>
        </pc:sldMkLst>
      </pc:sldChg>
      <pc:sldChg chg="del">
        <pc:chgData name="Alessandro Ortis" userId="dcdc90ed-3509-45f7-ac48-ad038638580b" providerId="ADAL" clId="{32F853D9-120B-4948-95A5-648CF3F76C32}" dt="2022-03-17T19:42:30.473" v="1059" actId="47"/>
        <pc:sldMkLst>
          <pc:docMk/>
          <pc:sldMk cId="3485883847" sldId="274"/>
        </pc:sldMkLst>
      </pc:sldChg>
      <pc:sldChg chg="del">
        <pc:chgData name="Alessandro Ortis" userId="dcdc90ed-3509-45f7-ac48-ad038638580b" providerId="ADAL" clId="{32F853D9-120B-4948-95A5-648CF3F76C32}" dt="2022-03-17T18:55:30.146" v="946" actId="47"/>
        <pc:sldMkLst>
          <pc:docMk/>
          <pc:sldMk cId="2202830551" sldId="275"/>
        </pc:sldMkLst>
      </pc:sldChg>
      <pc:sldChg chg="del">
        <pc:chgData name="Alessandro Ortis" userId="dcdc90ed-3509-45f7-ac48-ad038638580b" providerId="ADAL" clId="{32F853D9-120B-4948-95A5-648CF3F76C32}" dt="2022-03-17T18:55:32.212" v="947" actId="47"/>
        <pc:sldMkLst>
          <pc:docMk/>
          <pc:sldMk cId="1604279071" sldId="276"/>
        </pc:sldMkLst>
      </pc:sldChg>
      <pc:sldChg chg="modSp mod modAnim modShow">
        <pc:chgData name="Alessandro Ortis" userId="dcdc90ed-3509-45f7-ac48-ad038638580b" providerId="ADAL" clId="{32F853D9-120B-4948-95A5-648CF3F76C32}" dt="2022-03-17T19:43:26.137" v="1132"/>
        <pc:sldMkLst>
          <pc:docMk/>
          <pc:sldMk cId="1824781470" sldId="277"/>
        </pc:sldMkLst>
        <pc:spChg chg="mod">
          <ac:chgData name="Alessandro Ortis" userId="dcdc90ed-3509-45f7-ac48-ad038638580b" providerId="ADAL" clId="{32F853D9-120B-4948-95A5-648CF3F76C32}" dt="2022-03-17T19:36:47.486" v="1028" actId="404"/>
          <ac:spMkLst>
            <pc:docMk/>
            <pc:sldMk cId="1824781470" sldId="277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42:24.153" v="1058" actId="12"/>
          <ac:spMkLst>
            <pc:docMk/>
            <pc:sldMk cId="1824781470" sldId="277"/>
            <ac:spMk id="6" creationId="{00000000-0000-0000-0000-000000000000}"/>
          </ac:spMkLst>
        </pc:spChg>
      </pc:sldChg>
      <pc:sldChg chg="modSp mod modAnim">
        <pc:chgData name="Alessandro Ortis" userId="dcdc90ed-3509-45f7-ac48-ad038638580b" providerId="ADAL" clId="{32F853D9-120B-4948-95A5-648CF3F76C32}" dt="2022-03-17T19:43:22.950" v="1130" actId="14100"/>
        <pc:sldMkLst>
          <pc:docMk/>
          <pc:sldMk cId="2579572834" sldId="278"/>
        </pc:sldMkLst>
        <pc:spChg chg="mod">
          <ac:chgData name="Alessandro Ortis" userId="dcdc90ed-3509-45f7-ac48-ad038638580b" providerId="ADAL" clId="{32F853D9-120B-4948-95A5-648CF3F76C32}" dt="2022-03-17T19:36:28.076" v="1024" actId="208"/>
          <ac:spMkLst>
            <pc:docMk/>
            <pc:sldMk cId="2579572834" sldId="278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35:46.308" v="1011" actId="6549"/>
          <ac:spMkLst>
            <pc:docMk/>
            <pc:sldMk cId="2579572834" sldId="278"/>
            <ac:spMk id="4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9:43:22.950" v="1130" actId="14100"/>
          <ac:spMkLst>
            <pc:docMk/>
            <pc:sldMk cId="2579572834" sldId="278"/>
            <ac:spMk id="7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7:56:01.261" v="49"/>
        <pc:sldMkLst>
          <pc:docMk/>
          <pc:sldMk cId="832053013" sldId="279"/>
        </pc:sldMkLst>
        <pc:spChg chg="mod">
          <ac:chgData name="Alessandro Ortis" userId="dcdc90ed-3509-45f7-ac48-ad038638580b" providerId="ADAL" clId="{32F853D9-120B-4948-95A5-648CF3F76C32}" dt="2022-03-17T17:56:01.261" v="49"/>
          <ac:spMkLst>
            <pc:docMk/>
            <pc:sldMk cId="832053013" sldId="279"/>
            <ac:spMk id="3" creationId="{00000000-0000-0000-0000-000000000000}"/>
          </ac:spMkLst>
        </pc:spChg>
      </pc:sldChg>
      <pc:sldChg chg="addSp delSp modSp mod">
        <pc:chgData name="Alessandro Ortis" userId="dcdc90ed-3509-45f7-ac48-ad038638580b" providerId="ADAL" clId="{32F853D9-120B-4948-95A5-648CF3F76C32}" dt="2022-03-17T17:57:24.297" v="78" actId="113"/>
        <pc:sldMkLst>
          <pc:docMk/>
          <pc:sldMk cId="1519861360" sldId="280"/>
        </pc:sldMkLst>
        <pc:spChg chg="mod">
          <ac:chgData name="Alessandro Ortis" userId="dcdc90ed-3509-45f7-ac48-ad038638580b" providerId="ADAL" clId="{32F853D9-120B-4948-95A5-648CF3F76C32}" dt="2022-03-17T17:57:24.297" v="78" actId="113"/>
          <ac:spMkLst>
            <pc:docMk/>
            <pc:sldMk cId="1519861360" sldId="280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32F853D9-120B-4948-95A5-648CF3F76C32}" dt="2022-03-17T17:56:35.011" v="53"/>
          <ac:spMkLst>
            <pc:docMk/>
            <pc:sldMk cId="1519861360" sldId="280"/>
            <ac:spMk id="4" creationId="{F1361C44-2305-408A-B461-D7AFECA0483E}"/>
          </ac:spMkLst>
        </pc:sp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6" creationId="{1D6B0B56-9383-40DC-AC9D-277C93453CDD}"/>
          </ac:picMkLst>
        </pc:pic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7" creationId="{1D53BCB4-089C-406F-B189-ECAE6FC7891A}"/>
          </ac:picMkLst>
        </pc:picChg>
        <pc:picChg chg="add del">
          <ac:chgData name="Alessandro Ortis" userId="dcdc90ed-3509-45f7-ac48-ad038638580b" providerId="ADAL" clId="{32F853D9-120B-4948-95A5-648CF3F76C32}" dt="2022-03-17T17:56:35.011" v="53"/>
          <ac:picMkLst>
            <pc:docMk/>
            <pc:sldMk cId="1519861360" sldId="280"/>
            <ac:picMk id="1028" creationId="{21691ABE-2604-4C7C-B3E3-CB836E9ECAEC}"/>
          </ac:picMkLst>
        </pc:picChg>
      </pc:sldChg>
      <pc:sldChg chg="modSp mod">
        <pc:chgData name="Alessandro Ortis" userId="dcdc90ed-3509-45f7-ac48-ad038638580b" providerId="ADAL" clId="{32F853D9-120B-4948-95A5-648CF3F76C32}" dt="2022-03-17T18:07:50.986" v="304" actId="20577"/>
        <pc:sldMkLst>
          <pc:docMk/>
          <pc:sldMk cId="2880080466" sldId="281"/>
        </pc:sldMkLst>
        <pc:spChg chg="mod">
          <ac:chgData name="Alessandro Ortis" userId="dcdc90ed-3509-45f7-ac48-ad038638580b" providerId="ADAL" clId="{32F853D9-120B-4948-95A5-648CF3F76C32}" dt="2022-03-17T18:07:50.986" v="304" actId="20577"/>
          <ac:spMkLst>
            <pc:docMk/>
            <pc:sldMk cId="2880080466" sldId="281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3:04.786" v="929" actId="208"/>
        <pc:sldMkLst>
          <pc:docMk/>
          <pc:sldMk cId="97517811" sldId="282"/>
        </pc:sldMkLst>
        <pc:spChg chg="mod">
          <ac:chgData name="Alessandro Ortis" userId="dcdc90ed-3509-45f7-ac48-ad038638580b" providerId="ADAL" clId="{32F853D9-120B-4948-95A5-648CF3F76C32}" dt="2022-03-17T18:26:00.419" v="705" actId="20577"/>
          <ac:spMkLst>
            <pc:docMk/>
            <pc:sldMk cId="97517811" sldId="282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53:04.786" v="929" actId="208"/>
          <ac:spMkLst>
            <pc:docMk/>
            <pc:sldMk cId="97517811" sldId="282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26:11.714" v="712" actId="20577"/>
        <pc:sldMkLst>
          <pc:docMk/>
          <pc:sldMk cId="1066016077" sldId="283"/>
        </pc:sldMkLst>
        <pc:spChg chg="mod">
          <ac:chgData name="Alessandro Ortis" userId="dcdc90ed-3509-45f7-ac48-ad038638580b" providerId="ADAL" clId="{32F853D9-120B-4948-95A5-648CF3F76C32}" dt="2022-03-17T18:26:11.714" v="712" actId="20577"/>
          <ac:spMkLst>
            <pc:docMk/>
            <pc:sldMk cId="1066016077" sldId="283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26:18.450" v="718" actId="20577"/>
        <pc:sldMkLst>
          <pc:docMk/>
          <pc:sldMk cId="2432513643" sldId="284"/>
        </pc:sldMkLst>
        <pc:spChg chg="mod">
          <ac:chgData name="Alessandro Ortis" userId="dcdc90ed-3509-45f7-ac48-ad038638580b" providerId="ADAL" clId="{32F853D9-120B-4948-95A5-648CF3F76C32}" dt="2022-03-17T18:26:18.450" v="718" actId="20577"/>
          <ac:spMkLst>
            <pc:docMk/>
            <pc:sldMk cId="2432513643" sldId="28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5:02.696" v="944" actId="208"/>
        <pc:sldMkLst>
          <pc:docMk/>
          <pc:sldMk cId="679572198" sldId="285"/>
        </pc:sldMkLst>
        <pc:spChg chg="mod">
          <ac:chgData name="Alessandro Ortis" userId="dcdc90ed-3509-45f7-ac48-ad038638580b" providerId="ADAL" clId="{32F853D9-120B-4948-95A5-648CF3F76C32}" dt="2022-03-17T18:26:26.954" v="726" actId="20577"/>
          <ac:spMkLst>
            <pc:docMk/>
            <pc:sldMk cId="679572198" sldId="285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55:02.696" v="944" actId="208"/>
          <ac:spMkLst>
            <pc:docMk/>
            <pc:sldMk cId="679572198" sldId="285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32F853D9-120B-4948-95A5-648CF3F76C32}" dt="2022-03-17T18:55:09.501" v="945" actId="21"/>
        <pc:sldMkLst>
          <pc:docMk/>
          <pc:sldMk cId="46596434" sldId="286"/>
        </pc:sldMkLst>
        <pc:spChg chg="mod">
          <ac:chgData name="Alessandro Ortis" userId="dcdc90ed-3509-45f7-ac48-ad038638580b" providerId="ADAL" clId="{32F853D9-120B-4948-95A5-648CF3F76C32}" dt="2022-03-17T18:55:09.501" v="945" actId="21"/>
          <ac:spMkLst>
            <pc:docMk/>
            <pc:sldMk cId="46596434" sldId="286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32F853D9-120B-4948-95A5-648CF3F76C32}" dt="2022-03-17T18:25:44.372" v="700" actId="47"/>
        <pc:sldMkLst>
          <pc:docMk/>
          <pc:sldMk cId="592070583" sldId="288"/>
        </pc:sldMkLst>
      </pc:sldChg>
      <pc:sldChg chg="del">
        <pc:chgData name="Alessandro Ortis" userId="dcdc90ed-3509-45f7-ac48-ad038638580b" providerId="ADAL" clId="{32F853D9-120B-4948-95A5-648CF3F76C32}" dt="2022-03-17T18:25:44.372" v="700" actId="47"/>
        <pc:sldMkLst>
          <pc:docMk/>
          <pc:sldMk cId="3254434861" sldId="289"/>
        </pc:sldMkLst>
      </pc:sldChg>
      <pc:sldChg chg="modSp mod">
        <pc:chgData name="Alessandro Ortis" userId="dcdc90ed-3509-45f7-ac48-ad038638580b" providerId="ADAL" clId="{32F853D9-120B-4948-95A5-648CF3F76C32}" dt="2022-03-17T19:42:58.832" v="1127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32F853D9-120B-4948-95A5-648CF3F76C32}" dt="2022-03-17T19:42:58.832" v="1127" actId="20577"/>
          <ac:spMkLst>
            <pc:docMk/>
            <pc:sldMk cId="965368216" sldId="339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32F853D9-120B-4948-95A5-648CF3F76C32}" dt="2022-03-17T18:07:47.859" v="299" actId="47"/>
        <pc:sldMkLst>
          <pc:docMk/>
          <pc:sldMk cId="1417660672" sldId="364"/>
        </pc:sldMkLst>
      </pc:sldChg>
      <pc:sldChg chg="add del">
        <pc:chgData name="Alessandro Ortis" userId="dcdc90ed-3509-45f7-ac48-ad038638580b" providerId="ADAL" clId="{32F853D9-120B-4948-95A5-648CF3F76C32}" dt="2022-03-17T17:56:12.427" v="50" actId="47"/>
        <pc:sldMkLst>
          <pc:docMk/>
          <pc:sldMk cId="4221879212" sldId="364"/>
        </pc:sldMkLst>
      </pc:sldChg>
      <pc:sldChg chg="addSp delSp modSp add mod">
        <pc:chgData name="Alessandro Ortis" userId="dcdc90ed-3509-45f7-ac48-ad038638580b" providerId="ADAL" clId="{32F853D9-120B-4948-95A5-648CF3F76C32}" dt="2022-03-17T18:09:58.049" v="360" actId="478"/>
        <pc:sldMkLst>
          <pc:docMk/>
          <pc:sldMk cId="2151859029" sldId="365"/>
        </pc:sldMkLst>
        <pc:spChg chg="mod">
          <ac:chgData name="Alessandro Ortis" userId="dcdc90ed-3509-45f7-ac48-ad038638580b" providerId="ADAL" clId="{32F853D9-120B-4948-95A5-648CF3F76C32}" dt="2022-03-17T17:57:58.126" v="86" actId="20577"/>
          <ac:spMkLst>
            <pc:docMk/>
            <pc:sldMk cId="2151859029" sldId="365"/>
            <ac:spMk id="2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7:59:49.735" v="279" actId="14100"/>
          <ac:spMkLst>
            <pc:docMk/>
            <pc:sldMk cId="2151859029" sldId="365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32F853D9-120B-4948-95A5-648CF3F76C32}" dt="2022-03-17T17:59:38.472" v="263"/>
          <ac:spMkLst>
            <pc:docMk/>
            <pc:sldMk cId="2151859029" sldId="365"/>
            <ac:spMk id="4" creationId="{D87773FA-9667-41C8-8BB8-B334C50F5381}"/>
          </ac:spMkLst>
        </pc:spChg>
        <pc:spChg chg="add mod">
          <ac:chgData name="Alessandro Ortis" userId="dcdc90ed-3509-45f7-ac48-ad038638580b" providerId="ADAL" clId="{32F853D9-120B-4948-95A5-648CF3F76C32}" dt="2022-03-17T18:09:05.735" v="310" actId="208"/>
          <ac:spMkLst>
            <pc:docMk/>
            <pc:sldMk cId="2151859029" sldId="365"/>
            <ac:spMk id="5" creationId="{01B1B341-30B5-4934-865D-782E0FE814EF}"/>
          </ac:spMkLst>
        </pc:spChg>
        <pc:spChg chg="add del mod">
          <ac:chgData name="Alessandro Ortis" userId="dcdc90ed-3509-45f7-ac48-ad038638580b" providerId="ADAL" clId="{32F853D9-120B-4948-95A5-648CF3F76C32}" dt="2022-03-17T18:09:58.049" v="360" actId="478"/>
          <ac:spMkLst>
            <pc:docMk/>
            <pc:sldMk cId="2151859029" sldId="365"/>
            <ac:spMk id="7" creationId="{BD4799F1-765C-4EAB-8615-2CEBA81DE8C8}"/>
          </ac:spMkLst>
        </pc:spChg>
      </pc:sldChg>
      <pc:sldChg chg="modSp add mod">
        <pc:chgData name="Alessandro Ortis" userId="dcdc90ed-3509-45f7-ac48-ad038638580b" providerId="ADAL" clId="{32F853D9-120B-4948-95A5-648CF3F76C32}" dt="2022-03-17T18:49:14.296" v="917" actId="6549"/>
        <pc:sldMkLst>
          <pc:docMk/>
          <pc:sldMk cId="1806277314" sldId="366"/>
        </pc:sldMkLst>
        <pc:spChg chg="mod">
          <ac:chgData name="Alessandro Ortis" userId="dcdc90ed-3509-45f7-ac48-ad038638580b" providerId="ADAL" clId="{32F853D9-120B-4948-95A5-648CF3F76C32}" dt="2022-03-17T18:49:14.296" v="917" actId="6549"/>
          <ac:spMkLst>
            <pc:docMk/>
            <pc:sldMk cId="1806277314" sldId="366"/>
            <ac:spMk id="7" creationId="{BD4799F1-765C-4EAB-8615-2CEBA81DE8C8}"/>
          </ac:spMkLst>
        </pc:spChg>
      </pc:sldChg>
      <pc:sldChg chg="addSp delSp add del mod">
        <pc:chgData name="Alessandro Ortis" userId="dcdc90ed-3509-45f7-ac48-ad038638580b" providerId="ADAL" clId="{32F853D9-120B-4948-95A5-648CF3F76C32}" dt="2022-03-17T18:08:56.250" v="308" actId="2890"/>
        <pc:sldMkLst>
          <pc:docMk/>
          <pc:sldMk cId="3970959289" sldId="366"/>
        </pc:sldMkLst>
        <pc:spChg chg="add del">
          <ac:chgData name="Alessandro Ortis" userId="dcdc90ed-3509-45f7-ac48-ad038638580b" providerId="ADAL" clId="{32F853D9-120B-4948-95A5-648CF3F76C32}" dt="2022-03-17T18:08:55.848" v="307" actId="22"/>
          <ac:spMkLst>
            <pc:docMk/>
            <pc:sldMk cId="3970959289" sldId="366"/>
            <ac:spMk id="6" creationId="{ECBCD9A4-D12F-402A-AF42-D40CB5E06C4F}"/>
          </ac:spMkLst>
        </pc:spChg>
      </pc:sldChg>
      <pc:sldChg chg="addSp delSp modSp add mod">
        <pc:chgData name="Alessandro Ortis" userId="dcdc90ed-3509-45f7-ac48-ad038638580b" providerId="ADAL" clId="{32F853D9-120B-4948-95A5-648CF3F76C32}" dt="2022-03-17T18:19:16.349" v="688" actId="478"/>
        <pc:sldMkLst>
          <pc:docMk/>
          <pc:sldMk cId="1711102218" sldId="367"/>
        </pc:sldMkLst>
        <pc:spChg chg="del">
          <ac:chgData name="Alessandro Ortis" userId="dcdc90ed-3509-45f7-ac48-ad038638580b" providerId="ADAL" clId="{32F853D9-120B-4948-95A5-648CF3F76C32}" dt="2022-03-17T18:10:36.794" v="366" actId="478"/>
          <ac:spMkLst>
            <pc:docMk/>
            <pc:sldMk cId="1711102218" sldId="367"/>
            <ac:spMk id="3" creationId="{00000000-0000-0000-0000-000000000000}"/>
          </ac:spMkLst>
        </pc:spChg>
        <pc:spChg chg="mod">
          <ac:chgData name="Alessandro Ortis" userId="dcdc90ed-3509-45f7-ac48-ad038638580b" providerId="ADAL" clId="{32F853D9-120B-4948-95A5-648CF3F76C32}" dt="2022-03-17T18:11:35.734" v="400" actId="1076"/>
          <ac:spMkLst>
            <pc:docMk/>
            <pc:sldMk cId="1711102218" sldId="367"/>
            <ac:spMk id="5" creationId="{01B1B341-30B5-4934-865D-782E0FE814EF}"/>
          </ac:spMkLst>
        </pc:spChg>
        <pc:spChg chg="add del mod">
          <ac:chgData name="Alessandro Ortis" userId="dcdc90ed-3509-45f7-ac48-ad038638580b" providerId="ADAL" clId="{32F853D9-120B-4948-95A5-648CF3F76C32}" dt="2022-03-17T18:10:40.281" v="367" actId="478"/>
          <ac:spMkLst>
            <pc:docMk/>
            <pc:sldMk cId="1711102218" sldId="367"/>
            <ac:spMk id="6" creationId="{AB579126-BCD6-426B-83BC-0D504ACE455F}"/>
          </ac:spMkLst>
        </pc:spChg>
        <pc:spChg chg="del">
          <ac:chgData name="Alessandro Ortis" userId="dcdc90ed-3509-45f7-ac48-ad038638580b" providerId="ADAL" clId="{32F853D9-120B-4948-95A5-648CF3F76C32}" dt="2022-03-17T18:10:41.512" v="368" actId="478"/>
          <ac:spMkLst>
            <pc:docMk/>
            <pc:sldMk cId="1711102218" sldId="367"/>
            <ac:spMk id="7" creationId="{BD4799F1-765C-4EAB-8615-2CEBA81DE8C8}"/>
          </ac:spMkLst>
        </pc:spChg>
        <pc:spChg chg="add mod">
          <ac:chgData name="Alessandro Ortis" userId="dcdc90ed-3509-45f7-ac48-ad038638580b" providerId="ADAL" clId="{32F853D9-120B-4948-95A5-648CF3F76C32}" dt="2022-03-17T18:18:34.732" v="679" actId="12"/>
          <ac:spMkLst>
            <pc:docMk/>
            <pc:sldMk cId="1711102218" sldId="367"/>
            <ac:spMk id="8" creationId="{732FD27C-E1DD-40EE-8161-16C6752452B4}"/>
          </ac:spMkLst>
        </pc:spChg>
        <pc:spChg chg="add mod">
          <ac:chgData name="Alessandro Ortis" userId="dcdc90ed-3509-45f7-ac48-ad038638580b" providerId="ADAL" clId="{32F853D9-120B-4948-95A5-648CF3F76C32}" dt="2022-03-17T18:15:01.936" v="523" actId="20577"/>
          <ac:spMkLst>
            <pc:docMk/>
            <pc:sldMk cId="1711102218" sldId="367"/>
            <ac:spMk id="9" creationId="{4A40F992-CC47-4E53-9DBD-D635CADF9739}"/>
          </ac:spMkLst>
        </pc:spChg>
        <pc:spChg chg="add del mod">
          <ac:chgData name="Alessandro Ortis" userId="dcdc90ed-3509-45f7-ac48-ad038638580b" providerId="ADAL" clId="{32F853D9-120B-4948-95A5-648CF3F76C32}" dt="2022-03-17T18:19:16.349" v="688" actId="478"/>
          <ac:spMkLst>
            <pc:docMk/>
            <pc:sldMk cId="1711102218" sldId="367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09:53.173" v="359"/>
        <pc:sldMkLst>
          <pc:docMk/>
          <pc:sldMk cId="2959771455" sldId="367"/>
        </pc:sldMkLst>
      </pc:sldChg>
      <pc:sldChg chg="addSp delSp modSp add mod">
        <pc:chgData name="Alessandro Ortis" userId="dcdc90ed-3509-45f7-ac48-ad038638580b" providerId="ADAL" clId="{32F853D9-120B-4948-95A5-648CF3F76C32}" dt="2022-03-17T18:28:55.327" v="731"/>
        <pc:sldMkLst>
          <pc:docMk/>
          <pc:sldMk cId="3817191559" sldId="368"/>
        </pc:sldMkLst>
        <pc:spChg chg="add del mod">
          <ac:chgData name="Alessandro Ortis" userId="dcdc90ed-3509-45f7-ac48-ad038638580b" providerId="ADAL" clId="{32F853D9-120B-4948-95A5-648CF3F76C32}" dt="2022-03-17T18:19:34.397" v="690" actId="478"/>
          <ac:spMkLst>
            <pc:docMk/>
            <pc:sldMk cId="3817191559" sldId="368"/>
            <ac:spMk id="4" creationId="{CE0E68BB-5657-4067-8C4B-1D4F7E369459}"/>
          </ac:spMkLst>
        </pc:spChg>
        <pc:spChg chg="del">
          <ac:chgData name="Alessandro Ortis" userId="dcdc90ed-3509-45f7-ac48-ad038638580b" providerId="ADAL" clId="{32F853D9-120B-4948-95A5-648CF3F76C32}" dt="2022-03-17T18:17:50.902" v="657" actId="478"/>
          <ac:spMkLst>
            <pc:docMk/>
            <pc:sldMk cId="3817191559" sldId="368"/>
            <ac:spMk id="5" creationId="{01B1B341-30B5-4934-865D-782E0FE814EF}"/>
          </ac:spMkLst>
        </pc:spChg>
        <pc:spChg chg="del">
          <ac:chgData name="Alessandro Ortis" userId="dcdc90ed-3509-45f7-ac48-ad038638580b" providerId="ADAL" clId="{32F853D9-120B-4948-95A5-648CF3F76C32}" dt="2022-03-17T18:19:32.183" v="689" actId="478"/>
          <ac:spMkLst>
            <pc:docMk/>
            <pc:sldMk cId="3817191559" sldId="368"/>
            <ac:spMk id="8" creationId="{732FD27C-E1DD-40EE-8161-16C6752452B4}"/>
          </ac:spMkLst>
        </pc:spChg>
        <pc:spChg chg="del">
          <ac:chgData name="Alessandro Ortis" userId="dcdc90ed-3509-45f7-ac48-ad038638580b" providerId="ADAL" clId="{32F853D9-120B-4948-95A5-648CF3F76C32}" dt="2022-03-17T18:17:50.902" v="657" actId="478"/>
          <ac:spMkLst>
            <pc:docMk/>
            <pc:sldMk cId="3817191559" sldId="368"/>
            <ac:spMk id="9" creationId="{4A40F992-CC47-4E53-9DBD-D635CADF9739}"/>
          </ac:spMkLst>
        </pc:spChg>
        <pc:spChg chg="mod">
          <ac:chgData name="Alessandro Ortis" userId="dcdc90ed-3509-45f7-ac48-ad038638580b" providerId="ADAL" clId="{32F853D9-120B-4948-95A5-648CF3F76C32}" dt="2022-03-17T18:28:55.327" v="731"/>
          <ac:spMkLst>
            <pc:docMk/>
            <pc:sldMk cId="3817191559" sldId="368"/>
            <ac:spMk id="10" creationId="{0948DFD0-9F42-47F8-9176-2B0077D0E6CC}"/>
          </ac:spMkLst>
        </pc:spChg>
      </pc:sldChg>
      <pc:sldChg chg="modSp add mod">
        <pc:chgData name="Alessandro Ortis" userId="dcdc90ed-3509-45f7-ac48-ad038638580b" providerId="ADAL" clId="{32F853D9-120B-4948-95A5-648CF3F76C32}" dt="2022-03-17T18:28:50.463" v="730"/>
        <pc:sldMkLst>
          <pc:docMk/>
          <pc:sldMk cId="1613371928" sldId="369"/>
        </pc:sldMkLst>
        <pc:spChg chg="mod">
          <ac:chgData name="Alessandro Ortis" userId="dcdc90ed-3509-45f7-ac48-ad038638580b" providerId="ADAL" clId="{32F853D9-120B-4948-95A5-648CF3F76C32}" dt="2022-03-17T18:28:50.463" v="730"/>
          <ac:spMkLst>
            <pc:docMk/>
            <pc:sldMk cId="1613371928" sldId="369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18:31.169" v="678"/>
        <pc:sldMkLst>
          <pc:docMk/>
          <pc:sldMk cId="3848100551" sldId="369"/>
        </pc:sldMkLst>
      </pc:sldChg>
      <pc:sldChg chg="addSp modSp add mod">
        <pc:chgData name="Alessandro Ortis" userId="dcdc90ed-3509-45f7-ac48-ad038638580b" providerId="ADAL" clId="{32F853D9-120B-4948-95A5-648CF3F76C32}" dt="2022-03-17T18:34:21.135" v="765" actId="14100"/>
        <pc:sldMkLst>
          <pc:docMk/>
          <pc:sldMk cId="82470717" sldId="370"/>
        </pc:sldMkLst>
        <pc:spChg chg="add mod">
          <ac:chgData name="Alessandro Ortis" userId="dcdc90ed-3509-45f7-ac48-ad038638580b" providerId="ADAL" clId="{32F853D9-120B-4948-95A5-648CF3F76C32}" dt="2022-03-17T18:32:11.661" v="735" actId="14100"/>
          <ac:spMkLst>
            <pc:docMk/>
            <pc:sldMk cId="82470717" sldId="370"/>
            <ac:spMk id="4" creationId="{510C1DEF-A9B2-436B-A58B-C068517316C1}"/>
          </ac:spMkLst>
        </pc:spChg>
        <pc:spChg chg="add mod">
          <ac:chgData name="Alessandro Ortis" userId="dcdc90ed-3509-45f7-ac48-ad038638580b" providerId="ADAL" clId="{32F853D9-120B-4948-95A5-648CF3F76C32}" dt="2022-03-17T18:34:21.135" v="765" actId="14100"/>
          <ac:spMkLst>
            <pc:docMk/>
            <pc:sldMk cId="82470717" sldId="370"/>
            <ac:spMk id="5" creationId="{3D2BDB43-9B98-4D06-A539-B8A3AA7116F0}"/>
          </ac:spMkLst>
        </pc:spChg>
        <pc:spChg chg="mod">
          <ac:chgData name="Alessandro Ortis" userId="dcdc90ed-3509-45f7-ac48-ad038638580b" providerId="ADAL" clId="{32F853D9-120B-4948-95A5-648CF3F76C32}" dt="2022-03-17T18:32:04.430" v="733"/>
          <ac:spMkLst>
            <pc:docMk/>
            <pc:sldMk cId="82470717" sldId="370"/>
            <ac:spMk id="10" creationId="{0948DFD0-9F42-47F8-9176-2B0077D0E6CC}"/>
          </ac:spMkLst>
        </pc:spChg>
      </pc:sldChg>
      <pc:sldChg chg="add del">
        <pc:chgData name="Alessandro Ortis" userId="dcdc90ed-3509-45f7-ac48-ad038638580b" providerId="ADAL" clId="{32F853D9-120B-4948-95A5-648CF3F76C32}" dt="2022-03-17T18:19:08.201" v="687"/>
        <pc:sldMkLst>
          <pc:docMk/>
          <pc:sldMk cId="2335263673" sldId="370"/>
        </pc:sldMkLst>
      </pc:sldChg>
      <pc:sldChg chg="delSp modSp add mod">
        <pc:chgData name="Alessandro Ortis" userId="dcdc90ed-3509-45f7-ac48-ad038638580b" providerId="ADAL" clId="{32F853D9-120B-4948-95A5-648CF3F76C32}" dt="2022-03-17T18:34:06.823" v="762" actId="14100"/>
        <pc:sldMkLst>
          <pc:docMk/>
          <pc:sldMk cId="1623244625" sldId="371"/>
        </pc:sldMkLst>
        <pc:spChg chg="del">
          <ac:chgData name="Alessandro Ortis" userId="dcdc90ed-3509-45f7-ac48-ad038638580b" providerId="ADAL" clId="{32F853D9-120B-4948-95A5-648CF3F76C32}" dt="2022-03-17T18:33:03.591" v="747" actId="478"/>
          <ac:spMkLst>
            <pc:docMk/>
            <pc:sldMk cId="1623244625" sldId="371"/>
            <ac:spMk id="4" creationId="{510C1DEF-A9B2-436B-A58B-C068517316C1}"/>
          </ac:spMkLst>
        </pc:spChg>
        <pc:spChg chg="del">
          <ac:chgData name="Alessandro Ortis" userId="dcdc90ed-3509-45f7-ac48-ad038638580b" providerId="ADAL" clId="{32F853D9-120B-4948-95A5-648CF3F76C32}" dt="2022-03-17T18:33:15.278" v="751" actId="478"/>
          <ac:spMkLst>
            <pc:docMk/>
            <pc:sldMk cId="1623244625" sldId="371"/>
            <ac:spMk id="5" creationId="{3D2BDB43-9B98-4D06-A539-B8A3AA7116F0}"/>
          </ac:spMkLst>
        </pc:spChg>
        <pc:spChg chg="mod">
          <ac:chgData name="Alessandro Ortis" userId="dcdc90ed-3509-45f7-ac48-ad038638580b" providerId="ADAL" clId="{32F853D9-120B-4948-95A5-648CF3F76C32}" dt="2022-03-17T18:34:06.823" v="762" actId="14100"/>
          <ac:spMkLst>
            <pc:docMk/>
            <pc:sldMk cId="1623244625" sldId="371"/>
            <ac:spMk id="10" creationId="{0948DFD0-9F42-47F8-9176-2B0077D0E6CC}"/>
          </ac:spMkLst>
        </pc:spChg>
      </pc:sldChg>
      <pc:sldChg chg="addSp modSp add mod">
        <pc:chgData name="Alessandro Ortis" userId="dcdc90ed-3509-45f7-ac48-ad038638580b" providerId="ADAL" clId="{32F853D9-120B-4948-95A5-648CF3F76C32}" dt="2022-03-17T18:42:04.344" v="797" actId="6549"/>
        <pc:sldMkLst>
          <pc:docMk/>
          <pc:sldMk cId="3595335750" sldId="372"/>
        </pc:sldMkLst>
        <pc:spChg chg="add mod">
          <ac:chgData name="Alessandro Ortis" userId="dcdc90ed-3509-45f7-ac48-ad038638580b" providerId="ADAL" clId="{32F853D9-120B-4948-95A5-648CF3F76C32}" dt="2022-03-17T18:42:04.344" v="797" actId="6549"/>
          <ac:spMkLst>
            <pc:docMk/>
            <pc:sldMk cId="3595335750" sldId="372"/>
            <ac:spMk id="4" creationId="{5A79AC9B-FB56-42F9-80D1-F487D7E1432A}"/>
          </ac:spMkLst>
        </pc:spChg>
        <pc:spChg chg="mod">
          <ac:chgData name="Alessandro Ortis" userId="dcdc90ed-3509-45f7-ac48-ad038638580b" providerId="ADAL" clId="{32F853D9-120B-4948-95A5-648CF3F76C32}" dt="2022-03-17T18:34:53.189" v="768" actId="14100"/>
          <ac:spMkLst>
            <pc:docMk/>
            <pc:sldMk cId="3595335750" sldId="372"/>
            <ac:spMk id="10" creationId="{0948DFD0-9F42-47F8-9176-2B0077D0E6CC}"/>
          </ac:spMkLst>
        </pc:spChg>
      </pc:sldChg>
      <pc:sldChg chg="modSp add mod">
        <pc:chgData name="Alessandro Ortis" userId="dcdc90ed-3509-45f7-ac48-ad038638580b" providerId="ADAL" clId="{32F853D9-120B-4948-95A5-648CF3F76C32}" dt="2022-03-17T18:42:48.367" v="813"/>
        <pc:sldMkLst>
          <pc:docMk/>
          <pc:sldMk cId="1258202616" sldId="373"/>
        </pc:sldMkLst>
        <pc:spChg chg="mod">
          <ac:chgData name="Alessandro Ortis" userId="dcdc90ed-3509-45f7-ac48-ad038638580b" providerId="ADAL" clId="{32F853D9-120B-4948-95A5-648CF3F76C32}" dt="2022-03-17T18:42:48.367" v="813"/>
          <ac:spMkLst>
            <pc:docMk/>
            <pc:sldMk cId="1258202616" sldId="373"/>
            <ac:spMk id="4" creationId="{5A79AC9B-FB56-42F9-80D1-F487D7E1432A}"/>
          </ac:spMkLst>
        </pc:spChg>
      </pc:sldChg>
      <pc:sldChg chg="addSp modSp add mod modNotesTx">
        <pc:chgData name="Alessandro Ortis" userId="dcdc90ed-3509-45f7-ac48-ad038638580b" providerId="ADAL" clId="{32F853D9-120B-4948-95A5-648CF3F76C32}" dt="2022-03-17T19:35:00.139" v="1008" actId="20577"/>
        <pc:sldMkLst>
          <pc:docMk/>
          <pc:sldMk cId="663289648" sldId="374"/>
        </pc:sldMkLst>
        <pc:spChg chg="add mod">
          <ac:chgData name="Alessandro Ortis" userId="dcdc90ed-3509-45f7-ac48-ad038638580b" providerId="ADAL" clId="{32F853D9-120B-4948-95A5-648CF3F76C32}" dt="2022-03-17T19:32:22.821" v="949" actId="20577"/>
          <ac:spMkLst>
            <pc:docMk/>
            <pc:sldMk cId="663289648" sldId="374"/>
            <ac:spMk id="3" creationId="{5C0F9DA8-B727-4AB1-A308-587F58B74479}"/>
          </ac:spMkLst>
        </pc:spChg>
        <pc:spChg chg="mod">
          <ac:chgData name="Alessandro Ortis" userId="dcdc90ed-3509-45f7-ac48-ad038638580b" providerId="ADAL" clId="{32F853D9-120B-4948-95A5-648CF3F76C32}" dt="2022-03-17T18:43:02.103" v="816" actId="20577"/>
          <ac:spMkLst>
            <pc:docMk/>
            <pc:sldMk cId="663289648" sldId="374"/>
            <ac:spMk id="4" creationId="{5A79AC9B-FB56-42F9-80D1-F487D7E1432A}"/>
          </ac:spMkLst>
        </pc:spChg>
        <pc:spChg chg="add mod">
          <ac:chgData name="Alessandro Ortis" userId="dcdc90ed-3509-45f7-ac48-ad038638580b" providerId="ADAL" clId="{32F853D9-120B-4948-95A5-648CF3F76C32}" dt="2022-03-17T18:47:36.506" v="889" actId="20577"/>
          <ac:spMkLst>
            <pc:docMk/>
            <pc:sldMk cId="663289648" sldId="374"/>
            <ac:spMk id="5" creationId="{6EC203FA-25EC-435F-BB63-8A04FBEC8B7F}"/>
          </ac:spMkLst>
        </pc:spChg>
      </pc:sldChg>
      <pc:sldChg chg="add del">
        <pc:chgData name="Alessandro Ortis" userId="dcdc90ed-3509-45f7-ac48-ad038638580b" providerId="ADAL" clId="{32F853D9-120B-4948-95A5-648CF3F76C32}" dt="2022-03-17T18:43:06.294" v="818"/>
        <pc:sldMkLst>
          <pc:docMk/>
          <pc:sldMk cId="2331338236" sldId="375"/>
        </pc:sldMkLst>
      </pc:sldChg>
    </pc:docChg>
  </pc:docChgLst>
  <pc:docChgLst>
    <pc:chgData name="Alessandro Ortis" userId="dcdc90ed-3509-45f7-ac48-ad038638580b" providerId="ADAL" clId="{E732F322-E7D6-4B99-A4D9-73B9DA47271D}"/>
    <pc:docChg chg="modSld">
      <pc:chgData name="Alessandro Ortis" userId="dcdc90ed-3509-45f7-ac48-ad038638580b" providerId="ADAL" clId="{E732F322-E7D6-4B99-A4D9-73B9DA47271D}" dt="2022-03-21T08:45:14.448" v="1" actId="20577"/>
      <pc:docMkLst>
        <pc:docMk/>
      </pc:docMkLst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2579572834" sldId="278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2579572834" sldId="278"/>
            <ac:inkMk id="6" creationId="{907D85D1-73CB-46B0-B646-661550A601BA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832053013" sldId="279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832053013" sldId="279"/>
            <ac:inkMk id="4" creationId="{252D30DD-6766-4C9B-8F34-C380FAB29D62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2151859029" sldId="365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2151859029" sldId="365"/>
            <ac:inkMk id="4" creationId="{EC75132E-38DC-455A-BB8B-A54286D9F9D6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806277314" sldId="366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806277314" sldId="366"/>
            <ac:inkMk id="4" creationId="{85EEB209-09CB-408E-B9E7-85A1AAC39993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711102218" sldId="367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711102218" sldId="367"/>
            <ac:inkMk id="3" creationId="{AC22483C-4417-475D-9230-C6846B56CBE2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3817191559" sldId="368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3817191559" sldId="368"/>
            <ac:inkMk id="3" creationId="{8FB3A26C-4EDD-4833-855B-5CF073FEF0B8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1613371928" sldId="369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1613371928" sldId="369"/>
            <ac:inkMk id="3" creationId="{DFCE3491-F928-46B1-8927-AAA23E9FAE13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82470717" sldId="370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82470717" sldId="370"/>
            <ac:inkMk id="3" creationId="{F6A7746D-5A93-4BCF-BA8D-9D3803B9512E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663289648" sldId="374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663289648" sldId="374"/>
            <ac:inkMk id="6" creationId="{6B33FE99-D084-42A4-97A9-D2EE315B42A7}"/>
          </ac:inkMkLst>
        </pc:inkChg>
      </pc:sldChg>
      <pc:sldChg chg="addSp">
        <pc:chgData name="Alessandro Ortis" userId="dcdc90ed-3509-45f7-ac48-ad038638580b" providerId="ADAL" clId="{E732F322-E7D6-4B99-A4D9-73B9DA47271D}" dt="2022-03-21T08:28:12.275" v="0"/>
        <pc:sldMkLst>
          <pc:docMk/>
          <pc:sldMk cId="3508382510" sldId="377"/>
        </pc:sldMkLst>
        <pc:inkChg chg="add">
          <ac:chgData name="Alessandro Ortis" userId="dcdc90ed-3509-45f7-ac48-ad038638580b" providerId="ADAL" clId="{E732F322-E7D6-4B99-A4D9-73B9DA47271D}" dt="2022-03-21T08:28:12.275" v="0"/>
          <ac:inkMkLst>
            <pc:docMk/>
            <pc:sldMk cId="3508382510" sldId="377"/>
            <ac:inkMk id="3" creationId="{A39B7AA4-41F2-4D78-8CE9-B0789BA57076}"/>
          </ac:inkMkLst>
        </pc:inkChg>
      </pc:sldChg>
      <pc:sldChg chg="modSp mod">
        <pc:chgData name="Alessandro Ortis" userId="dcdc90ed-3509-45f7-ac48-ad038638580b" providerId="ADAL" clId="{E732F322-E7D6-4B99-A4D9-73B9DA47271D}" dt="2022-03-21T08:45:14.448" v="1" actId="20577"/>
        <pc:sldMkLst>
          <pc:docMk/>
          <pc:sldMk cId="1828445722" sldId="380"/>
        </pc:sldMkLst>
        <pc:spChg chg="mod">
          <ac:chgData name="Alessandro Ortis" userId="dcdc90ed-3509-45f7-ac48-ad038638580b" providerId="ADAL" clId="{E732F322-E7D6-4B99-A4D9-73B9DA47271D}" dt="2022-03-21T08:45:14.448" v="1" actId="20577"/>
          <ac:spMkLst>
            <pc:docMk/>
            <pc:sldMk cId="1828445722" sldId="380"/>
            <ac:spMk id="3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0862F533-0299-4001-B8B3-3C685F8319E7}"/>
    <pc:docChg chg="undo custSel addSld delSld modSld sldOrd">
      <pc:chgData name="Alessandro Ortis" userId="dcdc90ed-3509-45f7-ac48-ad038638580b" providerId="ADAL" clId="{0862F533-0299-4001-B8B3-3C685F8319E7}" dt="2022-03-15T11:22:14.041" v="3041" actId="47"/>
      <pc:docMkLst>
        <pc:docMk/>
      </pc:docMkLst>
      <pc:sldChg chg="del">
        <pc:chgData name="Alessandro Ortis" userId="dcdc90ed-3509-45f7-ac48-ad038638580b" providerId="ADAL" clId="{0862F533-0299-4001-B8B3-3C685F8319E7}" dt="2022-03-03T10:03:42.929" v="0" actId="47"/>
        <pc:sldMkLst>
          <pc:docMk/>
          <pc:sldMk cId="3719132681" sldId="256"/>
        </pc:sldMkLst>
      </pc:sldChg>
      <pc:sldChg chg="addSp delSp modSp del mod">
        <pc:chgData name="Alessandro Ortis" userId="dcdc90ed-3509-45f7-ac48-ad038638580b" providerId="ADAL" clId="{0862F533-0299-4001-B8B3-3C685F8319E7}" dt="2022-03-14T10:54:35.719" v="33" actId="47"/>
        <pc:sldMkLst>
          <pc:docMk/>
          <pc:sldMk cId="4286813226" sldId="257"/>
        </pc:sldMkLst>
        <pc:spChg chg="mod">
          <ac:chgData name="Alessandro Ortis" userId="dcdc90ed-3509-45f7-ac48-ad038638580b" providerId="ADAL" clId="{0862F533-0299-4001-B8B3-3C685F8319E7}" dt="2022-03-14T10:54:08.327" v="32" actId="14100"/>
          <ac:spMkLst>
            <pc:docMk/>
            <pc:sldMk cId="4286813226" sldId="257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0862F533-0299-4001-B8B3-3C685F8319E7}" dt="2022-03-14T10:52:35.849" v="30" actId="22"/>
          <ac:spMkLst>
            <pc:docMk/>
            <pc:sldMk cId="4286813226" sldId="257"/>
            <ac:spMk id="5" creationId="{42C8B2A7-8080-4763-B94E-98EADA9FCDED}"/>
          </ac:spMkLst>
        </pc:spChg>
      </pc:sldChg>
      <pc:sldChg chg="ord">
        <pc:chgData name="Alessandro Ortis" userId="dcdc90ed-3509-45f7-ac48-ad038638580b" providerId="ADAL" clId="{0862F533-0299-4001-B8B3-3C685F8319E7}" dt="2022-03-14T10:58:40.283" v="357"/>
        <pc:sldMkLst>
          <pc:docMk/>
          <pc:sldMk cId="1881356657" sldId="259"/>
        </pc:sldMkLst>
      </pc:sldChg>
      <pc:sldChg chg="modSp mod">
        <pc:chgData name="Alessandro Ortis" userId="dcdc90ed-3509-45f7-ac48-ad038638580b" providerId="ADAL" clId="{0862F533-0299-4001-B8B3-3C685F8319E7}" dt="2022-03-14T10:46:17.706" v="28" actId="20577"/>
        <pc:sldMkLst>
          <pc:docMk/>
          <pc:sldMk cId="251957735" sldId="261"/>
        </pc:sldMkLst>
        <pc:spChg chg="mod">
          <ac:chgData name="Alessandro Ortis" userId="dcdc90ed-3509-45f7-ac48-ad038638580b" providerId="ADAL" clId="{0862F533-0299-4001-B8B3-3C685F8319E7}" dt="2022-03-14T10:46:14.699" v="26" actId="20577"/>
          <ac:spMkLst>
            <pc:docMk/>
            <pc:sldMk cId="251957735" sldId="261"/>
            <ac:spMk id="8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0:46:17.706" v="28" actId="20577"/>
          <ac:spMkLst>
            <pc:docMk/>
            <pc:sldMk cId="251957735" sldId="261"/>
            <ac:spMk id="9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4T10:57:41.547" v="353" actId="404"/>
        <pc:sldMkLst>
          <pc:docMk/>
          <pc:sldMk cId="671297568" sldId="263"/>
        </pc:sldMkLst>
        <pc:spChg chg="mod">
          <ac:chgData name="Alessandro Ortis" userId="dcdc90ed-3509-45f7-ac48-ad038638580b" providerId="ADAL" clId="{0862F533-0299-4001-B8B3-3C685F8319E7}" dt="2022-03-14T10:57:41.547" v="353" actId="404"/>
          <ac:spMkLst>
            <pc:docMk/>
            <pc:sldMk cId="671297568" sldId="263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0862F533-0299-4001-B8B3-3C685F8319E7}" dt="2022-03-14T10:55:36.201" v="34" actId="2696"/>
        <pc:sldMkLst>
          <pc:docMk/>
          <pc:sldMk cId="1165222029" sldId="263"/>
        </pc:sldMkLst>
      </pc:sldChg>
      <pc:sldChg chg="ord">
        <pc:chgData name="Alessandro Ortis" userId="dcdc90ed-3509-45f7-ac48-ad038638580b" providerId="ADAL" clId="{0862F533-0299-4001-B8B3-3C685F8319E7}" dt="2022-03-15T11:14:06.940" v="2615"/>
        <pc:sldMkLst>
          <pc:docMk/>
          <pc:sldMk cId="1502613601" sldId="273"/>
        </pc:sldMkLst>
      </pc:sldChg>
      <pc:sldChg chg="addSp delSp modSp mod">
        <pc:chgData name="Alessandro Ortis" userId="dcdc90ed-3509-45f7-ac48-ad038638580b" providerId="ADAL" clId="{0862F533-0299-4001-B8B3-3C685F8319E7}" dt="2022-03-15T09:30:13.888" v="739"/>
        <pc:sldMkLst>
          <pc:docMk/>
          <pc:sldMk cId="2946504290" sldId="287"/>
        </pc:sldMkLst>
        <pc:spChg chg="mod">
          <ac:chgData name="Alessandro Ortis" userId="dcdc90ed-3509-45f7-ac48-ad038638580b" providerId="ADAL" clId="{0862F533-0299-4001-B8B3-3C685F8319E7}" dt="2022-03-15T09:26:30.027" v="737" actId="20577"/>
          <ac:spMkLst>
            <pc:docMk/>
            <pc:sldMk cId="2946504290" sldId="28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21:17.907" v="686" actId="20577"/>
          <ac:spMkLst>
            <pc:docMk/>
            <pc:sldMk cId="2946504290" sldId="287"/>
            <ac:spMk id="3" creationId="{00000000-0000-0000-0000-000000000000}"/>
          </ac:spMkLst>
        </pc:spChg>
        <pc:picChg chg="add del mod">
          <ac:chgData name="Alessandro Ortis" userId="dcdc90ed-3509-45f7-ac48-ad038638580b" providerId="ADAL" clId="{0862F533-0299-4001-B8B3-3C685F8319E7}" dt="2022-03-15T09:30:13.888" v="739"/>
          <ac:picMkLst>
            <pc:docMk/>
            <pc:sldMk cId="2946504290" sldId="287"/>
            <ac:picMk id="4" creationId="{35F8DBF5-74B2-42A2-8217-6CDB52DC6272}"/>
          </ac:picMkLst>
        </pc:picChg>
      </pc:sldChg>
      <pc:sldChg chg="modSp add mod ord">
        <pc:chgData name="Alessandro Ortis" userId="dcdc90ed-3509-45f7-ac48-ad038638580b" providerId="ADAL" clId="{0862F533-0299-4001-B8B3-3C685F8319E7}" dt="2022-03-15T11:20:46.317" v="3026" actId="6549"/>
        <pc:sldMkLst>
          <pc:docMk/>
          <pc:sldMk cId="0" sldId="314"/>
        </pc:sldMkLst>
        <pc:spChg chg="mod">
          <ac:chgData name="Alessandro Ortis" userId="dcdc90ed-3509-45f7-ac48-ad038638580b" providerId="ADAL" clId="{0862F533-0299-4001-B8B3-3C685F8319E7}" dt="2022-03-15T11:20:46.317" v="3026" actId="6549"/>
          <ac:spMkLst>
            <pc:docMk/>
            <pc:sldMk cId="0" sldId="314"/>
            <ac:spMk id="2" creationId="{00000000-0000-0000-0000-000000000000}"/>
          </ac:spMkLst>
        </pc:spChg>
      </pc:sldChg>
      <pc:sldChg chg="add">
        <pc:chgData name="Alessandro Ortis" userId="dcdc90ed-3509-45f7-ac48-ad038638580b" providerId="ADAL" clId="{0862F533-0299-4001-B8B3-3C685F8319E7}" dt="2022-03-14T10:52:37.087" v="31"/>
        <pc:sldMkLst>
          <pc:docMk/>
          <pc:sldMk cId="2739694708" sldId="315"/>
        </pc:sldMkLst>
      </pc:sldChg>
      <pc:sldChg chg="add">
        <pc:chgData name="Alessandro Ortis" userId="dcdc90ed-3509-45f7-ac48-ad038638580b" providerId="ADAL" clId="{0862F533-0299-4001-B8B3-3C685F8319E7}" dt="2022-03-14T10:55:42.601" v="36"/>
        <pc:sldMkLst>
          <pc:docMk/>
          <pc:sldMk cId="575883652" sldId="316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56990449" sldId="317"/>
        </pc:sldMkLst>
      </pc:sldChg>
      <pc:sldChg chg="addSp delSp modSp 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4106206963" sldId="317"/>
        </pc:sldMkLst>
        <pc:spChg chg="mod">
          <ac:chgData name="Alessandro Ortis" userId="dcdc90ed-3509-45f7-ac48-ad038638580b" providerId="ADAL" clId="{0862F533-0299-4001-B8B3-3C685F8319E7}" dt="2022-03-14T10:58:47.941" v="365" actId="20577"/>
          <ac:spMkLst>
            <pc:docMk/>
            <pc:sldMk cId="4106206963" sldId="31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1:00:32.522" v="421" actId="20577"/>
          <ac:spMkLst>
            <pc:docMk/>
            <pc:sldMk cId="4106206963" sldId="317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0862F533-0299-4001-B8B3-3C685F8319E7}" dt="2022-03-14T11:01:06.436" v="439" actId="1076"/>
          <ac:spMkLst>
            <pc:docMk/>
            <pc:sldMk cId="4106206963" sldId="317"/>
            <ac:spMk id="6" creationId="{7E5274E1-FD79-4F55-AC63-4E9A65E318A5}"/>
          </ac:spMkLst>
        </pc:spChg>
        <pc:spChg chg="add mod">
          <ac:chgData name="Alessandro Ortis" userId="dcdc90ed-3509-45f7-ac48-ad038638580b" providerId="ADAL" clId="{0862F533-0299-4001-B8B3-3C685F8319E7}" dt="2022-03-14T11:01:37.908" v="548" actId="14100"/>
          <ac:spMkLst>
            <pc:docMk/>
            <pc:sldMk cId="4106206963" sldId="317"/>
            <ac:spMk id="7" creationId="{6112C059-0F96-4360-BE9B-F07AF75D5CB7}"/>
          </ac:spMkLst>
        </pc:spChg>
        <pc:spChg chg="add mod">
          <ac:chgData name="Alessandro Ortis" userId="dcdc90ed-3509-45f7-ac48-ad038638580b" providerId="ADAL" clId="{0862F533-0299-4001-B8B3-3C685F8319E7}" dt="2022-03-14T11:07:43.914" v="670" actId="20577"/>
          <ac:spMkLst>
            <pc:docMk/>
            <pc:sldMk cId="4106206963" sldId="317"/>
            <ac:spMk id="9" creationId="{20ADF7E0-BF5A-401F-8856-32DB50FFF67D}"/>
          </ac:spMkLst>
        </pc:spChg>
        <pc:graphicFrameChg chg="add mod modGraphic">
          <ac:chgData name="Alessandro Ortis" userId="dcdc90ed-3509-45f7-ac48-ad038638580b" providerId="ADAL" clId="{0862F533-0299-4001-B8B3-3C685F8319E7}" dt="2022-03-14T11:00:36.707" v="422" actId="1076"/>
          <ac:graphicFrameMkLst>
            <pc:docMk/>
            <pc:sldMk cId="4106206963" sldId="317"/>
            <ac:graphicFrameMk id="5" creationId="{5205B00C-C5E7-48C8-8EF5-1D6FE48B97A9}"/>
          </ac:graphicFrameMkLst>
        </pc:graphicFrameChg>
        <pc:picChg chg="add mod">
          <ac:chgData name="Alessandro Ortis" userId="dcdc90ed-3509-45f7-ac48-ad038638580b" providerId="ADAL" clId="{0862F533-0299-4001-B8B3-3C685F8319E7}" dt="2022-03-14T11:05:29.490" v="655" actId="1076"/>
          <ac:picMkLst>
            <pc:docMk/>
            <pc:sldMk cId="4106206963" sldId="317"/>
            <ac:picMk id="8" creationId="{EBF1427D-AE35-4557-826A-F32E66FF991C}"/>
          </ac:picMkLst>
        </pc:picChg>
        <pc:picChg chg="add del mod modCrop">
          <ac:chgData name="Alessandro Ortis" userId="dcdc90ed-3509-45f7-ac48-ad038638580b" providerId="ADAL" clId="{0862F533-0299-4001-B8B3-3C685F8319E7}" dt="2022-03-14T11:09:49.815" v="684" actId="478"/>
          <ac:picMkLst>
            <pc:docMk/>
            <pc:sldMk cId="4106206963" sldId="317"/>
            <ac:picMk id="11" creationId="{B6CA56B9-14F2-4845-940E-318D1B4085AE}"/>
          </ac:picMkLst>
        </pc:picChg>
        <pc:picChg chg="add del mod">
          <ac:chgData name="Alessandro Ortis" userId="dcdc90ed-3509-45f7-ac48-ad038638580b" providerId="ADAL" clId="{0862F533-0299-4001-B8B3-3C685F8319E7}" dt="2022-03-14T11:09:12.118" v="677"/>
          <ac:picMkLst>
            <pc:docMk/>
            <pc:sldMk cId="4106206963" sldId="317"/>
            <ac:picMk id="12" creationId="{5499D8CB-248E-4BE8-8E80-2BA8A6B16A7E}"/>
          </ac:picMkLst>
        </pc:picChg>
      </pc:sldChg>
      <pc:sldChg chg="addSp modSp mod ord modShow">
        <pc:chgData name="Alessandro Ortis" userId="dcdc90ed-3509-45f7-ac48-ad038638580b" providerId="ADAL" clId="{0862F533-0299-4001-B8B3-3C685F8319E7}" dt="2022-03-15T11:14:08.939" v="2617"/>
        <pc:sldMkLst>
          <pc:docMk/>
          <pc:sldMk cId="1187735878" sldId="318"/>
        </pc:sldMkLst>
        <pc:picChg chg="add mod">
          <ac:chgData name="Alessandro Ortis" userId="dcdc90ed-3509-45f7-ac48-ad038638580b" providerId="ADAL" clId="{0862F533-0299-4001-B8B3-3C685F8319E7}" dt="2022-03-15T09:21:50.052" v="687"/>
          <ac:picMkLst>
            <pc:docMk/>
            <pc:sldMk cId="1187735878" sldId="318"/>
            <ac:picMk id="10" creationId="{7BEE60AB-382E-43CC-8C38-9AAFD39DCB5F}"/>
          </ac:picMkLst>
        </pc:picChg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2344769950" sldId="318"/>
        </pc:sldMkLst>
      </pc:sldChg>
      <pc:sldChg chg="add del">
        <pc:chgData name="Alessandro Ortis" userId="dcdc90ed-3509-45f7-ac48-ad038638580b" providerId="ADAL" clId="{0862F533-0299-4001-B8B3-3C685F8319E7}" dt="2022-03-14T11:07:19.700" v="660"/>
        <pc:sldMkLst>
          <pc:docMk/>
          <pc:sldMk cId="4239251504" sldId="318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357320764" sldId="319"/>
        </pc:sldMkLst>
      </pc:sldChg>
      <pc:sldChg chg="add del">
        <pc:chgData name="Alessandro Ortis" userId="dcdc90ed-3509-45f7-ac48-ad038638580b" providerId="ADAL" clId="{0862F533-0299-4001-B8B3-3C685F8319E7}" dt="2022-03-14T11:09:19.469" v="679"/>
        <pc:sldMkLst>
          <pc:docMk/>
          <pc:sldMk cId="1891272997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40264350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580655310" sldId="320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1297134440" sldId="320"/>
        </pc:sldMkLst>
      </pc:sldChg>
      <pc:sldChg chg="addSp delSp modSp mod">
        <pc:chgData name="Alessandro Ortis" userId="dcdc90ed-3509-45f7-ac48-ad038638580b" providerId="ADAL" clId="{0862F533-0299-4001-B8B3-3C685F8319E7}" dt="2022-03-15T09:24:05.729" v="698"/>
        <pc:sldMkLst>
          <pc:docMk/>
          <pc:sldMk cId="456388586" sldId="334"/>
        </pc:sldMkLst>
        <pc:spChg chg="mod">
          <ac:chgData name="Alessandro Ortis" userId="dcdc90ed-3509-45f7-ac48-ad038638580b" providerId="ADAL" clId="{0862F533-0299-4001-B8B3-3C685F8319E7}" dt="2022-03-15T09:23:56.029" v="696" actId="20577"/>
          <ac:spMkLst>
            <pc:docMk/>
            <pc:sldMk cId="456388586" sldId="334"/>
            <ac:spMk id="4" creationId="{00000000-0000-0000-0000-000000000000}"/>
          </ac:spMkLst>
        </pc:spChg>
        <pc:picChg chg="del">
          <ac:chgData name="Alessandro Ortis" userId="dcdc90ed-3509-45f7-ac48-ad038638580b" providerId="ADAL" clId="{0862F533-0299-4001-B8B3-3C685F8319E7}" dt="2022-03-15T09:23:41.863" v="691" actId="478"/>
          <ac:picMkLst>
            <pc:docMk/>
            <pc:sldMk cId="456388586" sldId="334"/>
            <ac:picMk id="5" creationId="{0322CADB-BCDA-40E2-9791-18F6F06E75BF}"/>
          </ac:picMkLst>
        </pc:picChg>
        <pc:picChg chg="add del mod">
          <ac:chgData name="Alessandro Ortis" userId="dcdc90ed-3509-45f7-ac48-ad038638580b" providerId="ADAL" clId="{0862F533-0299-4001-B8B3-3C685F8319E7}" dt="2022-03-15T09:23:48.130" v="693"/>
          <ac:picMkLst>
            <pc:docMk/>
            <pc:sldMk cId="456388586" sldId="334"/>
            <ac:picMk id="6" creationId="{F1E5DC78-A366-48EB-AB93-241785620382}"/>
          </ac:picMkLst>
        </pc:picChg>
        <pc:picChg chg="add del mod">
          <ac:chgData name="Alessandro Ortis" userId="dcdc90ed-3509-45f7-ac48-ad038638580b" providerId="ADAL" clId="{0862F533-0299-4001-B8B3-3C685F8319E7}" dt="2022-03-15T09:24:02.217" v="697" actId="478"/>
          <ac:picMkLst>
            <pc:docMk/>
            <pc:sldMk cId="456388586" sldId="334"/>
            <ac:picMk id="7" creationId="{D5FBF50F-7AE7-4484-B639-0CD3C47AA88C}"/>
          </ac:picMkLst>
        </pc:picChg>
        <pc:picChg chg="add mod">
          <ac:chgData name="Alessandro Ortis" userId="dcdc90ed-3509-45f7-ac48-ad038638580b" providerId="ADAL" clId="{0862F533-0299-4001-B8B3-3C685F8319E7}" dt="2022-03-15T09:24:05.729" v="698"/>
          <ac:picMkLst>
            <pc:docMk/>
            <pc:sldMk cId="456388586" sldId="334"/>
            <ac:picMk id="8" creationId="{8BCA5D48-EFCD-41EA-9EA0-7C2A577D7E43}"/>
          </ac:picMkLst>
        </pc:picChg>
      </pc:sldChg>
      <pc:sldChg chg="modSp mod ord">
        <pc:chgData name="Alessandro Ortis" userId="dcdc90ed-3509-45f7-ac48-ad038638580b" providerId="ADAL" clId="{0862F533-0299-4001-B8B3-3C685F8319E7}" dt="2022-03-15T11:21:12.732" v="3040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0862F533-0299-4001-B8B3-3C685F8319E7}" dt="2022-03-15T11:21:12.732" v="3040" actId="20577"/>
          <ac:spMkLst>
            <pc:docMk/>
            <pc:sldMk cId="965368216" sldId="339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1:35.372" v="882" actId="123"/>
        <pc:sldMkLst>
          <pc:docMk/>
          <pc:sldMk cId="2655164474" sldId="340"/>
        </pc:sldMkLst>
        <pc:spChg chg="mod">
          <ac:chgData name="Alessandro Ortis" userId="dcdc90ed-3509-45f7-ac48-ad038638580b" providerId="ADAL" clId="{0862F533-0299-4001-B8B3-3C685F8319E7}" dt="2022-03-15T09:31:35.372" v="882" actId="123"/>
          <ac:spMkLst>
            <pc:docMk/>
            <pc:sldMk cId="2655164474" sldId="340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3:21.771" v="1045" actId="20577"/>
        <pc:sldMkLst>
          <pc:docMk/>
          <pc:sldMk cId="498439705" sldId="341"/>
        </pc:sldMkLst>
        <pc:spChg chg="mod">
          <ac:chgData name="Alessandro Ortis" userId="dcdc90ed-3509-45f7-ac48-ad038638580b" providerId="ADAL" clId="{0862F533-0299-4001-B8B3-3C685F8319E7}" dt="2022-03-15T09:33:21.771" v="1045" actId="20577"/>
          <ac:spMkLst>
            <pc:docMk/>
            <pc:sldMk cId="498439705" sldId="34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42:49.611" v="1177" actId="20577"/>
        <pc:sldMkLst>
          <pc:docMk/>
          <pc:sldMk cId="3332984812" sldId="342"/>
        </pc:sldMkLst>
        <pc:spChg chg="mod">
          <ac:chgData name="Alessandro Ortis" userId="dcdc90ed-3509-45f7-ac48-ad038638580b" providerId="ADAL" clId="{0862F533-0299-4001-B8B3-3C685F8319E7}" dt="2022-03-15T09:42:49.611" v="1177" actId="20577"/>
          <ac:spMkLst>
            <pc:docMk/>
            <pc:sldMk cId="3332984812" sldId="342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0862F533-0299-4001-B8B3-3C685F8319E7}" dt="2022-03-15T09:44:07.338" v="1181"/>
        <pc:sldMkLst>
          <pc:docMk/>
          <pc:sldMk cId="448304477" sldId="343"/>
        </pc:sldMkLst>
      </pc:sldChg>
      <pc:sldChg chg="modSp add mod">
        <pc:chgData name="Alessandro Ortis" userId="dcdc90ed-3509-45f7-ac48-ad038638580b" providerId="ADAL" clId="{0862F533-0299-4001-B8B3-3C685F8319E7}" dt="2022-03-15T09:52:46.514" v="1880" actId="27636"/>
        <pc:sldMkLst>
          <pc:docMk/>
          <pc:sldMk cId="1202266677" sldId="343"/>
        </pc:sldMkLst>
        <pc:spChg chg="mod">
          <ac:chgData name="Alessandro Ortis" userId="dcdc90ed-3509-45f7-ac48-ad038638580b" providerId="ADAL" clId="{0862F533-0299-4001-B8B3-3C685F8319E7}" dt="2022-03-15T09:50:12.423" v="1535" actId="20577"/>
          <ac:spMkLst>
            <pc:docMk/>
            <pc:sldMk cId="1202266677" sldId="343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52:46.514" v="1880" actId="27636"/>
          <ac:spMkLst>
            <pc:docMk/>
            <pc:sldMk cId="1202266677" sldId="343"/>
            <ac:spMk id="3" creationId="{00000000-0000-0000-0000-000000000000}"/>
          </ac:spMkLst>
        </pc:spChg>
      </pc:sldChg>
      <pc:sldChg chg="modSp add del mod">
        <pc:chgData name="Alessandro Ortis" userId="dcdc90ed-3509-45f7-ac48-ad038638580b" providerId="ADAL" clId="{0862F533-0299-4001-B8B3-3C685F8319E7}" dt="2022-03-15T09:49:55.954" v="1519" actId="47"/>
        <pc:sldMkLst>
          <pc:docMk/>
          <pc:sldMk cId="107634648" sldId="344"/>
        </pc:sldMkLst>
        <pc:spChg chg="mod">
          <ac:chgData name="Alessandro Ortis" userId="dcdc90ed-3509-45f7-ac48-ad038638580b" providerId="ADAL" clId="{0862F533-0299-4001-B8B3-3C685F8319E7}" dt="2022-03-15T09:47:32.657" v="1518" actId="20577"/>
          <ac:spMkLst>
            <pc:docMk/>
            <pc:sldMk cId="107634648" sldId="344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54:51.242" v="2110" actId="27636"/>
        <pc:sldMkLst>
          <pc:docMk/>
          <pc:sldMk cId="178212444" sldId="344"/>
        </pc:sldMkLst>
        <pc:spChg chg="mod">
          <ac:chgData name="Alessandro Ortis" userId="dcdc90ed-3509-45f7-ac48-ad038638580b" providerId="ADAL" clId="{0862F533-0299-4001-B8B3-3C685F8319E7}" dt="2022-03-15T09:54:51.242" v="2110" actId="27636"/>
          <ac:spMkLst>
            <pc:docMk/>
            <pc:sldMk cId="178212444" sldId="344"/>
            <ac:spMk id="3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6:27.090" v="2303" actId="947"/>
        <pc:sldMkLst>
          <pc:docMk/>
          <pc:sldMk cId="2338446226" sldId="345"/>
        </pc:sldMkLst>
        <pc:spChg chg="add del mod">
          <ac:chgData name="Alessandro Ortis" userId="dcdc90ed-3509-45f7-ac48-ad038638580b" providerId="ADAL" clId="{0862F533-0299-4001-B8B3-3C685F8319E7}" dt="2022-03-15T10:55:52.259" v="2293" actId="1076"/>
          <ac:spMkLst>
            <pc:docMk/>
            <pc:sldMk cId="2338446226" sldId="345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0862F533-0299-4001-B8B3-3C685F8319E7}" dt="2022-03-15T09:55:34.352" v="2115"/>
          <ac:spMkLst>
            <pc:docMk/>
            <pc:sldMk cId="2338446226" sldId="345"/>
            <ac:spMk id="4" creationId="{8726FFF4-0C2B-4187-81C2-A439380A62A1}"/>
          </ac:spMkLst>
        </pc:spChg>
        <pc:spChg chg="add mod">
          <ac:chgData name="Alessandro Ortis" userId="dcdc90ed-3509-45f7-ac48-ad038638580b" providerId="ADAL" clId="{0862F533-0299-4001-B8B3-3C685F8319E7}" dt="2022-03-15T10:55:54.745" v="2294" actId="1076"/>
          <ac:spMkLst>
            <pc:docMk/>
            <pc:sldMk cId="2338446226" sldId="345"/>
            <ac:spMk id="5" creationId="{18C5CF70-4182-4994-8FCD-72A350D39999}"/>
          </ac:spMkLst>
        </pc:spChg>
        <pc:spChg chg="add mod">
          <ac:chgData name="Alessandro Ortis" userId="dcdc90ed-3509-45f7-ac48-ad038638580b" providerId="ADAL" clId="{0862F533-0299-4001-B8B3-3C685F8319E7}" dt="2022-03-15T10:56:14.843" v="2299" actId="14100"/>
          <ac:spMkLst>
            <pc:docMk/>
            <pc:sldMk cId="2338446226" sldId="345"/>
            <ac:spMk id="7" creationId="{77AE8FC8-6A97-4FCD-8E50-127EC8FA5289}"/>
          </ac:spMkLst>
        </pc:spChg>
        <pc:spChg chg="add mod">
          <ac:chgData name="Alessandro Ortis" userId="dcdc90ed-3509-45f7-ac48-ad038638580b" providerId="ADAL" clId="{0862F533-0299-4001-B8B3-3C685F8319E7}" dt="2022-03-15T10:56:27.090" v="2303" actId="947"/>
          <ac:spMkLst>
            <pc:docMk/>
            <pc:sldMk cId="2338446226" sldId="345"/>
            <ac:spMk id="8" creationId="{780F037B-4E63-46E6-9CF3-ACBBBE25F3F3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8:46.411" v="2363" actId="14100"/>
        <pc:sldMkLst>
          <pc:docMk/>
          <pc:sldMk cId="3190568872" sldId="346"/>
        </pc:sldMkLst>
        <pc:spChg chg="mod">
          <ac:chgData name="Alessandro Ortis" userId="dcdc90ed-3509-45f7-ac48-ad038638580b" providerId="ADAL" clId="{0862F533-0299-4001-B8B3-3C685F8319E7}" dt="2022-03-15T10:58:27.867" v="2351" actId="20577"/>
          <ac:spMkLst>
            <pc:docMk/>
            <pc:sldMk cId="3190568872" sldId="346"/>
            <ac:spMk id="3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0:58:31.859" v="2352" actId="14100"/>
          <ac:spMkLst>
            <pc:docMk/>
            <pc:sldMk cId="3190568872" sldId="346"/>
            <ac:spMk id="5" creationId="{18C5CF70-4182-4994-8FCD-72A350D39999}"/>
          </ac:spMkLst>
        </pc:spChg>
        <pc:spChg chg="mod">
          <ac:chgData name="Alessandro Ortis" userId="dcdc90ed-3509-45f7-ac48-ad038638580b" providerId="ADAL" clId="{0862F533-0299-4001-B8B3-3C685F8319E7}" dt="2022-03-15T10:57:04.768" v="2311" actId="20577"/>
          <ac:spMkLst>
            <pc:docMk/>
            <pc:sldMk cId="3190568872" sldId="346"/>
            <ac:spMk id="7" creationId="{77AE8FC8-6A97-4FCD-8E50-127EC8FA5289}"/>
          </ac:spMkLst>
        </pc:spChg>
        <pc:spChg chg="mod">
          <ac:chgData name="Alessandro Ortis" userId="dcdc90ed-3509-45f7-ac48-ad038638580b" providerId="ADAL" clId="{0862F533-0299-4001-B8B3-3C685F8319E7}" dt="2022-03-15T10:58:46.411" v="2363" actId="14100"/>
          <ac:spMkLst>
            <pc:docMk/>
            <pc:sldMk cId="3190568872" sldId="346"/>
            <ac:spMk id="8" creationId="{780F037B-4E63-46E6-9CF3-ACBBBE25F3F3}"/>
          </ac:spMkLst>
        </pc:spChg>
        <pc:spChg chg="add del">
          <ac:chgData name="Alessandro Ortis" userId="dcdc90ed-3509-45f7-ac48-ad038638580b" providerId="ADAL" clId="{0862F533-0299-4001-B8B3-3C685F8319E7}" dt="2022-03-15T10:58:13.429" v="2345" actId="22"/>
          <ac:spMkLst>
            <pc:docMk/>
            <pc:sldMk cId="3190568872" sldId="346"/>
            <ac:spMk id="9" creationId="{9DB95F7E-F902-443E-A3B9-72AAA6D4D9FF}"/>
          </ac:spMkLst>
        </pc:spChg>
      </pc:sldChg>
      <pc:sldChg chg="addSp delSp modSp add mod modShow">
        <pc:chgData name="Alessandro Ortis" userId="dcdc90ed-3509-45f7-ac48-ad038638580b" providerId="ADAL" clId="{0862F533-0299-4001-B8B3-3C685F8319E7}" dt="2022-03-15T11:07:15.950" v="2499" actId="478"/>
        <pc:sldMkLst>
          <pc:docMk/>
          <pc:sldMk cId="1033801758" sldId="347"/>
        </pc:sldMkLst>
        <pc:spChg chg="mod">
          <ac:chgData name="Alessandro Ortis" userId="dcdc90ed-3509-45f7-ac48-ad038638580b" providerId="ADAL" clId="{0862F533-0299-4001-B8B3-3C685F8319E7}" dt="2022-03-15T11:03:39.435" v="2423" actId="20577"/>
          <ac:spMkLst>
            <pc:docMk/>
            <pc:sldMk cId="1033801758" sldId="347"/>
            <ac:spMk id="4" creationId="{00000000-0000-0000-0000-000000000000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6" creationId="{7E5274E1-FD79-4F55-AC63-4E9A65E318A5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7" creationId="{6112C059-0F96-4360-BE9B-F07AF75D5CB7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9" creationId="{20ADF7E0-BF5A-401F-8856-32DB50FFF67D}"/>
          </ac:spMkLst>
        </pc:spChg>
        <pc:spChg chg="add mod">
          <ac:chgData name="Alessandro Ortis" userId="dcdc90ed-3509-45f7-ac48-ad038638580b" providerId="ADAL" clId="{0862F533-0299-4001-B8B3-3C685F8319E7}" dt="2022-03-15T11:05:10.624" v="2451" actId="2710"/>
          <ac:spMkLst>
            <pc:docMk/>
            <pc:sldMk cId="1033801758" sldId="347"/>
            <ac:spMk id="10" creationId="{5820F623-C5FE-41A2-B00A-D43BEAE8A7A8}"/>
          </ac:spMkLst>
        </pc:spChg>
        <pc:spChg chg="add del mod">
          <ac:chgData name="Alessandro Ortis" userId="dcdc90ed-3509-45f7-ac48-ad038638580b" providerId="ADAL" clId="{0862F533-0299-4001-B8B3-3C685F8319E7}" dt="2022-03-15T11:07:15.950" v="2499" actId="478"/>
          <ac:spMkLst>
            <pc:docMk/>
            <pc:sldMk cId="1033801758" sldId="347"/>
            <ac:spMk id="17" creationId="{41E567BA-A3FE-4699-984C-BF37082AA4AA}"/>
          </ac:spMkLst>
        </pc:spChg>
        <pc:spChg chg="add del mod">
          <ac:chgData name="Alessandro Ortis" userId="dcdc90ed-3509-45f7-ac48-ad038638580b" providerId="ADAL" clId="{0862F533-0299-4001-B8B3-3C685F8319E7}" dt="2022-03-15T11:07:09.414" v="2496" actId="478"/>
          <ac:spMkLst>
            <pc:docMk/>
            <pc:sldMk cId="1033801758" sldId="347"/>
            <ac:spMk id="18" creationId="{259134F6-CDF6-44A5-9F56-CF61BACF79FA}"/>
          </ac:spMkLst>
        </pc:spChg>
        <pc:spChg chg="add del mod">
          <ac:chgData name="Alessandro Ortis" userId="dcdc90ed-3509-45f7-ac48-ad038638580b" providerId="ADAL" clId="{0862F533-0299-4001-B8B3-3C685F8319E7}" dt="2022-03-15T11:07:01.110" v="2493" actId="478"/>
          <ac:spMkLst>
            <pc:docMk/>
            <pc:sldMk cId="1033801758" sldId="347"/>
            <ac:spMk id="19" creationId="{D4B59159-A305-4F75-A366-C052822889F2}"/>
          </ac:spMkLst>
        </pc:spChg>
        <pc:spChg chg="add del mod">
          <ac:chgData name="Alessandro Ortis" userId="dcdc90ed-3509-45f7-ac48-ad038638580b" providerId="ADAL" clId="{0862F533-0299-4001-B8B3-3C685F8319E7}" dt="2022-03-15T11:06:52.284" v="2491" actId="478"/>
          <ac:spMkLst>
            <pc:docMk/>
            <pc:sldMk cId="1033801758" sldId="347"/>
            <ac:spMk id="20" creationId="{049D9DE3-8C09-450E-BD78-8F0B17CD2BFA}"/>
          </ac:spMkLst>
        </pc:spChg>
        <pc:graphicFrameChg chg="del mod">
          <ac:chgData name="Alessandro Ortis" userId="dcdc90ed-3509-45f7-ac48-ad038638580b" providerId="ADAL" clId="{0862F533-0299-4001-B8B3-3C685F8319E7}" dt="2022-03-15T11:03:29.756" v="2368" actId="478"/>
          <ac:graphicFrameMkLst>
            <pc:docMk/>
            <pc:sldMk cId="1033801758" sldId="347"/>
            <ac:graphicFrameMk id="5" creationId="{5205B00C-C5E7-48C8-8EF5-1D6FE48B97A9}"/>
          </ac:graphicFrameMkLst>
        </pc:graphicFrameChg>
        <pc:picChg chg="del mod">
          <ac:chgData name="Alessandro Ortis" userId="dcdc90ed-3509-45f7-ac48-ad038638580b" providerId="ADAL" clId="{0862F533-0299-4001-B8B3-3C685F8319E7}" dt="2022-03-15T11:03:29.756" v="2368" actId="478"/>
          <ac:picMkLst>
            <pc:docMk/>
            <pc:sldMk cId="1033801758" sldId="347"/>
            <ac:picMk id="8" creationId="{EBF1427D-AE35-4557-826A-F32E66FF991C}"/>
          </ac:picMkLst>
        </pc:picChg>
        <pc:cxnChg chg="add del mod">
          <ac:chgData name="Alessandro Ortis" userId="dcdc90ed-3509-45f7-ac48-ad038638580b" providerId="ADAL" clId="{0862F533-0299-4001-B8B3-3C685F8319E7}" dt="2022-03-15T11:07:13.755" v="2498" actId="478"/>
          <ac:cxnSpMkLst>
            <pc:docMk/>
            <pc:sldMk cId="1033801758" sldId="347"/>
            <ac:cxnSpMk id="12" creationId="{35C58331-0290-4B56-926B-B971D601ECB1}"/>
          </ac:cxnSpMkLst>
        </pc:cxnChg>
        <pc:cxnChg chg="add del mod">
          <ac:chgData name="Alessandro Ortis" userId="dcdc90ed-3509-45f7-ac48-ad038638580b" providerId="ADAL" clId="{0862F533-0299-4001-B8B3-3C685F8319E7}" dt="2022-03-15T11:07:06.566" v="2495" actId="478"/>
          <ac:cxnSpMkLst>
            <pc:docMk/>
            <pc:sldMk cId="1033801758" sldId="347"/>
            <ac:cxnSpMk id="13" creationId="{DAA9E8CF-43BD-4FC3-9D8A-8D976230C6D9}"/>
          </ac:cxnSpMkLst>
        </pc:cxnChg>
        <pc:cxnChg chg="add del mod">
          <ac:chgData name="Alessandro Ortis" userId="dcdc90ed-3509-45f7-ac48-ad038638580b" providerId="ADAL" clId="{0862F533-0299-4001-B8B3-3C685F8319E7}" dt="2022-03-15T11:07:01.110" v="2493" actId="478"/>
          <ac:cxnSpMkLst>
            <pc:docMk/>
            <pc:sldMk cId="1033801758" sldId="347"/>
            <ac:cxnSpMk id="14" creationId="{AE89E9C2-F6E7-4817-890B-58350986264E}"/>
          </ac:cxnSpMkLst>
        </pc:cxnChg>
      </pc:sldChg>
      <pc:sldChg chg="add">
        <pc:chgData name="Alessandro Ortis" userId="dcdc90ed-3509-45f7-ac48-ad038638580b" providerId="ADAL" clId="{0862F533-0299-4001-B8B3-3C685F8319E7}" dt="2022-03-15T11:06:46.681" v="2490"/>
        <pc:sldMkLst>
          <pc:docMk/>
          <pc:sldMk cId="544247694" sldId="348"/>
        </pc:sldMkLst>
      </pc:sldChg>
      <pc:sldChg chg="add">
        <pc:chgData name="Alessandro Ortis" userId="dcdc90ed-3509-45f7-ac48-ad038638580b" providerId="ADAL" clId="{0862F533-0299-4001-B8B3-3C685F8319E7}" dt="2022-03-15T11:06:54.257" v="2492"/>
        <pc:sldMkLst>
          <pc:docMk/>
          <pc:sldMk cId="2453874595" sldId="349"/>
        </pc:sldMkLst>
      </pc:sldChg>
      <pc:sldChg chg="add">
        <pc:chgData name="Alessandro Ortis" userId="dcdc90ed-3509-45f7-ac48-ad038638580b" providerId="ADAL" clId="{0862F533-0299-4001-B8B3-3C685F8319E7}" dt="2022-03-15T11:07:03.785" v="2494"/>
        <pc:sldMkLst>
          <pc:docMk/>
          <pc:sldMk cId="1239840443" sldId="350"/>
        </pc:sldMkLst>
      </pc:sldChg>
      <pc:sldChg chg="add">
        <pc:chgData name="Alessandro Ortis" userId="dcdc90ed-3509-45f7-ac48-ad038638580b" providerId="ADAL" clId="{0862F533-0299-4001-B8B3-3C685F8319E7}" dt="2022-03-15T11:07:11.387" v="2497"/>
        <pc:sldMkLst>
          <pc:docMk/>
          <pc:sldMk cId="2679989603" sldId="351"/>
        </pc:sldMkLst>
      </pc:sldChg>
      <pc:sldChg chg="delSp modSp add mod">
        <pc:chgData name="Alessandro Ortis" userId="dcdc90ed-3509-45f7-ac48-ad038638580b" providerId="ADAL" clId="{0862F533-0299-4001-B8B3-3C685F8319E7}" dt="2022-03-15T11:11:57.003" v="2604" actId="313"/>
        <pc:sldMkLst>
          <pc:docMk/>
          <pc:sldMk cId="4089485670" sldId="352"/>
        </pc:sldMkLst>
        <pc:spChg chg="mod">
          <ac:chgData name="Alessandro Ortis" userId="dcdc90ed-3509-45f7-ac48-ad038638580b" providerId="ADAL" clId="{0862F533-0299-4001-B8B3-3C685F8319E7}" dt="2022-03-15T11:11:57.003" v="2604" actId="313"/>
          <ac:spMkLst>
            <pc:docMk/>
            <pc:sldMk cId="4089485670" sldId="352"/>
            <ac:spMk id="4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1:29.867" v="2593" actId="1076"/>
          <ac:spMkLst>
            <pc:docMk/>
            <pc:sldMk cId="4089485670" sldId="352"/>
            <ac:spMk id="10" creationId="{5820F623-C5FE-41A2-B00A-D43BEAE8A7A8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7" creationId="{41E567BA-A3FE-4699-984C-BF37082AA4AA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8" creationId="{259134F6-CDF6-44A5-9F56-CF61BACF79FA}"/>
          </ac:spMkLst>
        </pc:spChg>
        <pc:spChg chg="del">
          <ac:chgData name="Alessandro Ortis" userId="dcdc90ed-3509-45f7-ac48-ad038638580b" providerId="ADAL" clId="{0862F533-0299-4001-B8B3-3C685F8319E7}" dt="2022-03-15T11:11:37.101" v="2596" actId="478"/>
          <ac:spMkLst>
            <pc:docMk/>
            <pc:sldMk cId="4089485670" sldId="352"/>
            <ac:spMk id="19" creationId="{D4B59159-A305-4F75-A366-C052822889F2}"/>
          </ac:spMkLst>
        </pc:spChg>
        <pc:spChg chg="del mod">
          <ac:chgData name="Alessandro Ortis" userId="dcdc90ed-3509-45f7-ac48-ad038638580b" providerId="ADAL" clId="{0862F533-0299-4001-B8B3-3C685F8319E7}" dt="2022-03-15T11:11:53.167" v="2602" actId="478"/>
          <ac:spMkLst>
            <pc:docMk/>
            <pc:sldMk cId="4089485670" sldId="352"/>
            <ac:spMk id="20" creationId="{049D9DE3-8C09-450E-BD78-8F0B17CD2BFA}"/>
          </ac:spMkLst>
        </pc:sp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2" creationId="{35C58331-0290-4B56-926B-B971D601ECB1}"/>
          </ac:cxnSpMkLst>
        </pc:cxn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3" creationId="{DAA9E8CF-43BD-4FC3-9D8A-8D976230C6D9}"/>
          </ac:cxnSpMkLst>
        </pc:cxnChg>
        <pc:cxnChg chg="del mod">
          <ac:chgData name="Alessandro Ortis" userId="dcdc90ed-3509-45f7-ac48-ad038638580b" providerId="ADAL" clId="{0862F533-0299-4001-B8B3-3C685F8319E7}" dt="2022-03-15T11:11:53.167" v="2602" actId="478"/>
          <ac:cxnSpMkLst>
            <pc:docMk/>
            <pc:sldMk cId="4089485670" sldId="352"/>
            <ac:cxnSpMk id="14" creationId="{AE89E9C2-F6E7-4817-890B-58350986264E}"/>
          </ac:cxnSpMkLst>
        </pc:cxnChg>
      </pc:sldChg>
      <pc:sldChg chg="modSp add mod">
        <pc:chgData name="Alessandro Ortis" userId="dcdc90ed-3509-45f7-ac48-ad038638580b" providerId="ADAL" clId="{0862F533-0299-4001-B8B3-3C685F8319E7}" dt="2022-03-15T11:12:01.664" v="2606" actId="313"/>
        <pc:sldMkLst>
          <pc:docMk/>
          <pc:sldMk cId="195082709" sldId="353"/>
        </pc:sldMkLst>
        <pc:spChg chg="mod">
          <ac:chgData name="Alessandro Ortis" userId="dcdc90ed-3509-45f7-ac48-ad038638580b" providerId="ADAL" clId="{0862F533-0299-4001-B8B3-3C685F8319E7}" dt="2022-03-15T11:12:01.664" v="2606" actId="313"/>
          <ac:spMkLst>
            <pc:docMk/>
            <pc:sldMk cId="195082709" sldId="353"/>
            <ac:spMk id="4" creationId="{00000000-0000-0000-0000-000000000000}"/>
          </ac:spMkLst>
        </pc:spChg>
      </pc:sldChg>
      <pc:sldChg chg="delSp modSp add mod">
        <pc:chgData name="Alessandro Ortis" userId="dcdc90ed-3509-45f7-ac48-ad038638580b" providerId="ADAL" clId="{0862F533-0299-4001-B8B3-3C685F8319E7}" dt="2022-03-15T11:18:56.476" v="2991" actId="20577"/>
        <pc:sldMkLst>
          <pc:docMk/>
          <pc:sldMk cId="76956938" sldId="354"/>
        </pc:sldMkLst>
        <pc:spChg chg="mod">
          <ac:chgData name="Alessandro Ortis" userId="dcdc90ed-3509-45f7-ac48-ad038638580b" providerId="ADAL" clId="{0862F533-0299-4001-B8B3-3C685F8319E7}" dt="2022-03-15T11:14:32.388" v="2628" actId="20577"/>
          <ac:spMkLst>
            <pc:docMk/>
            <pc:sldMk cId="76956938" sldId="354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8:56.476" v="2991" actId="20577"/>
          <ac:spMkLst>
            <pc:docMk/>
            <pc:sldMk cId="76956938" sldId="354"/>
            <ac:spMk id="4" creationId="{00000000-0000-0000-0000-000000000000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6" creationId="{7E5274E1-FD79-4F55-AC63-4E9A65E318A5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7" creationId="{6112C059-0F96-4360-BE9B-F07AF75D5CB7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9" creationId="{20ADF7E0-BF5A-401F-8856-32DB50FFF67D}"/>
          </ac:spMkLst>
        </pc:spChg>
        <pc:graphicFrameChg chg="del">
          <ac:chgData name="Alessandro Ortis" userId="dcdc90ed-3509-45f7-ac48-ad038638580b" providerId="ADAL" clId="{0862F533-0299-4001-B8B3-3C685F8319E7}" dt="2022-03-15T11:15:01.475" v="2729" actId="478"/>
          <ac:graphicFrameMkLst>
            <pc:docMk/>
            <pc:sldMk cId="76956938" sldId="354"/>
            <ac:graphicFrameMk id="5" creationId="{5205B00C-C5E7-48C8-8EF5-1D6FE48B97A9}"/>
          </ac:graphicFrameMkLst>
        </pc:graphicFrame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8" creationId="{EBF1427D-AE35-4557-826A-F32E66FF991C}"/>
          </ac:picMkLst>
        </pc:pic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10" creationId="{7BEE60AB-382E-43CC-8C38-9AAFD39DCB5F}"/>
          </ac:picMkLst>
        </pc:picChg>
      </pc:sldChg>
      <pc:sldChg chg="add del">
        <pc:chgData name="Alessandro Ortis" userId="dcdc90ed-3509-45f7-ac48-ad038638580b" providerId="ADAL" clId="{0862F533-0299-4001-B8B3-3C685F8319E7}" dt="2022-03-15T11:22:14.041" v="3041" actId="47"/>
        <pc:sldMkLst>
          <pc:docMk/>
          <pc:sldMk cId="1294531685" sldId="355"/>
        </pc:sldMkLst>
      </pc:sldChg>
      <pc:sldChg chg="modSp add del mod">
        <pc:chgData name="Alessandro Ortis" userId="dcdc90ed-3509-45f7-ac48-ad038638580b" providerId="ADAL" clId="{0862F533-0299-4001-B8B3-3C685F8319E7}" dt="2022-03-15T11:20:37.782" v="3025" actId="47"/>
        <pc:sldMkLst>
          <pc:docMk/>
          <pc:sldMk cId="620979861" sldId="356"/>
        </pc:sldMkLst>
        <pc:spChg chg="mod">
          <ac:chgData name="Alessandro Ortis" userId="dcdc90ed-3509-45f7-ac48-ad038638580b" providerId="ADAL" clId="{0862F533-0299-4001-B8B3-3C685F8319E7}" dt="2022-03-15T11:20:35.370" v="3024" actId="20577"/>
          <ac:spMkLst>
            <pc:docMk/>
            <pc:sldMk cId="620979861" sldId="356"/>
            <ac:spMk id="2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4706BFD2-CEF4-4FCF-ABDA-B7FD6395A9FA}"/>
    <pc:docChg chg="undo custSel addSld delSld modSld sldOrd">
      <pc:chgData name="Alessandro Ortis" userId="dcdc90ed-3509-45f7-ac48-ad038638580b" providerId="ADAL" clId="{4706BFD2-CEF4-4FCF-ABDA-B7FD6395A9FA}" dt="2022-03-14T17:03:34.410" v="1970" actId="20577"/>
      <pc:docMkLst>
        <pc:docMk/>
      </pc:docMkLst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982618762" sldId="262"/>
        </pc:sldMkLst>
      </pc:sldChg>
      <pc:sldChg chg="add">
        <pc:chgData name="Alessandro Ortis" userId="dcdc90ed-3509-45f7-ac48-ad038638580b" providerId="ADAL" clId="{4706BFD2-CEF4-4FCF-ABDA-B7FD6395A9FA}" dt="2022-03-14T14:29:44.866" v="819"/>
        <pc:sldMkLst>
          <pc:docMk/>
          <pc:sldMk cId="4056441670" sldId="262"/>
        </pc:sldMkLst>
      </pc:sldChg>
      <pc:sldChg chg="modSp mod">
        <pc:chgData name="Alessandro Ortis" userId="dcdc90ed-3509-45f7-ac48-ad038638580b" providerId="ADAL" clId="{4706BFD2-CEF4-4FCF-ABDA-B7FD6395A9FA}" dt="2022-03-14T13:42:35.547" v="86" actId="14100"/>
        <pc:sldMkLst>
          <pc:docMk/>
          <pc:sldMk cId="671297568" sldId="263"/>
        </pc:sldMkLst>
        <pc:spChg chg="mod">
          <ac:chgData name="Alessandro Ortis" userId="dcdc90ed-3509-45f7-ac48-ad038638580b" providerId="ADAL" clId="{4706BFD2-CEF4-4FCF-ABDA-B7FD6395A9FA}" dt="2022-03-14T13:42:35.547" v="86" actId="14100"/>
          <ac:spMkLst>
            <pc:docMk/>
            <pc:sldMk cId="671297568" sldId="263"/>
            <ac:spMk id="4" creationId="{00000000-0000-0000-0000-000000000000}"/>
          </ac:spMkLst>
        </pc:spChg>
      </pc:sldChg>
      <pc:sldChg chg="add ord">
        <pc:chgData name="Alessandro Ortis" userId="dcdc90ed-3509-45f7-ac48-ad038638580b" providerId="ADAL" clId="{4706BFD2-CEF4-4FCF-ABDA-B7FD6395A9FA}" dt="2022-03-14T14:29:48.060" v="821"/>
        <pc:sldMkLst>
          <pc:docMk/>
          <pc:sldMk cId="2234171294" sldId="264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3171716765" sldId="264"/>
        </pc:sldMkLst>
      </pc:sldChg>
      <pc:sldChg chg="add ord">
        <pc:chgData name="Alessandro Ortis" userId="dcdc90ed-3509-45f7-ac48-ad038638580b" providerId="ADAL" clId="{4706BFD2-CEF4-4FCF-ABDA-B7FD6395A9FA}" dt="2022-03-14T14:29:56.683" v="823"/>
        <pc:sldMkLst>
          <pc:docMk/>
          <pc:sldMk cId="73555605" sldId="266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280629179" sldId="266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996703940" sldId="267"/>
        </pc:sldMkLst>
      </pc:sldChg>
      <pc:sldChg chg="delSp add mod delAnim modShow">
        <pc:chgData name="Alessandro Ortis" userId="dcdc90ed-3509-45f7-ac48-ad038638580b" providerId="ADAL" clId="{4706BFD2-CEF4-4FCF-ABDA-B7FD6395A9FA}" dt="2022-03-14T15:12:10.757" v="1625" actId="478"/>
        <pc:sldMkLst>
          <pc:docMk/>
          <pc:sldMk cId="2639850032" sldId="267"/>
        </pc:sldMkLst>
        <pc:spChg chg="del">
          <ac:chgData name="Alessandro Ortis" userId="dcdc90ed-3509-45f7-ac48-ad038638580b" providerId="ADAL" clId="{4706BFD2-CEF4-4FCF-ABDA-B7FD6395A9FA}" dt="2022-03-14T15:12:10.757" v="1625" actId="478"/>
          <ac:spMkLst>
            <pc:docMk/>
            <pc:sldMk cId="2639850032" sldId="267"/>
            <ac:spMk id="7" creationId="{00000000-0000-0000-0000-000000000000}"/>
          </ac:spMkLst>
        </pc:spChg>
      </pc:sldChg>
      <pc:sldChg chg="add mod modShow">
        <pc:chgData name="Alessandro Ortis" userId="dcdc90ed-3509-45f7-ac48-ad038638580b" providerId="ADAL" clId="{4706BFD2-CEF4-4FCF-ABDA-B7FD6395A9FA}" dt="2022-03-14T14:30:42.056" v="825" actId="729"/>
        <pc:sldMkLst>
          <pc:docMk/>
          <pc:sldMk cId="520594104" sldId="269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1629270260" sldId="269"/>
        </pc:sldMkLst>
      </pc:sldChg>
      <pc:sldChg chg="mod ord modShow">
        <pc:chgData name="Alessandro Ortis" userId="dcdc90ed-3509-45f7-ac48-ad038638580b" providerId="ADAL" clId="{4706BFD2-CEF4-4FCF-ABDA-B7FD6395A9FA}" dt="2022-03-14T14:58:05.263" v="1228" actId="729"/>
        <pc:sldMkLst>
          <pc:docMk/>
          <pc:sldMk cId="1163251793" sldId="271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864876383" sldId="272"/>
        </pc:sldMkLst>
      </pc:sldChg>
      <pc:sldChg chg="add ord">
        <pc:chgData name="Alessandro Ortis" userId="dcdc90ed-3509-45f7-ac48-ad038638580b" providerId="ADAL" clId="{4706BFD2-CEF4-4FCF-ABDA-B7FD6395A9FA}" dt="2022-03-14T14:30:45.552" v="827"/>
        <pc:sldMkLst>
          <pc:docMk/>
          <pc:sldMk cId="2129470149" sldId="272"/>
        </pc:sldMkLst>
      </pc:sldChg>
      <pc:sldChg chg="mod modShow">
        <pc:chgData name="Alessandro Ortis" userId="dcdc90ed-3509-45f7-ac48-ad038638580b" providerId="ADAL" clId="{4706BFD2-CEF4-4FCF-ABDA-B7FD6395A9FA}" dt="2022-03-14T14:28:48.388" v="816" actId="729"/>
        <pc:sldMkLst>
          <pc:docMk/>
          <pc:sldMk cId="1502613601" sldId="27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202830551" sldId="27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604279071" sldId="276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824781470" sldId="277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579572834" sldId="27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832053013" sldId="279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519861360" sldId="280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880080466" sldId="281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97517811" sldId="282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066016077" sldId="28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432513643" sldId="284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679572198" sldId="28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46596434" sldId="286"/>
        </pc:sldMkLst>
      </pc:sldChg>
      <pc:sldChg chg="modSp mod ord">
        <pc:chgData name="Alessandro Ortis" userId="dcdc90ed-3509-45f7-ac48-ad038638580b" providerId="ADAL" clId="{4706BFD2-CEF4-4FCF-ABDA-B7FD6395A9FA}" dt="2022-03-14T15:20:25.105" v="1898" actId="20577"/>
        <pc:sldMkLst>
          <pc:docMk/>
          <pc:sldMk cId="2946504290" sldId="287"/>
        </pc:sldMkLst>
        <pc:spChg chg="mod">
          <ac:chgData name="Alessandro Ortis" userId="dcdc90ed-3509-45f7-ac48-ad038638580b" providerId="ADAL" clId="{4706BFD2-CEF4-4FCF-ABDA-B7FD6395A9FA}" dt="2022-03-14T15:20:25.105" v="1898" actId="20577"/>
          <ac:spMkLst>
            <pc:docMk/>
            <pc:sldMk cId="2946504290" sldId="287"/>
            <ac:spMk id="3" creationId="{00000000-0000-0000-0000-000000000000}"/>
          </ac:spMkLst>
        </pc:spChg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592070583" sldId="28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3254434861" sldId="289"/>
        </pc:sldMkLst>
      </pc:sldChg>
      <pc:sldChg chg="addSp delSp modSp mod">
        <pc:chgData name="Alessandro Ortis" userId="dcdc90ed-3509-45f7-ac48-ad038638580b" providerId="ADAL" clId="{4706BFD2-CEF4-4FCF-ABDA-B7FD6395A9FA}" dt="2022-03-14T15:15:49.097" v="1814" actId="6549"/>
        <pc:sldMkLst>
          <pc:docMk/>
          <pc:sldMk cId="575883652" sldId="316"/>
        </pc:sldMkLst>
        <pc:spChg chg="mod">
          <ac:chgData name="Alessandro Ortis" userId="dcdc90ed-3509-45f7-ac48-ad038638580b" providerId="ADAL" clId="{4706BFD2-CEF4-4FCF-ABDA-B7FD6395A9FA}" dt="2022-03-14T13:50:19.765" v="364" actId="313"/>
          <ac:spMkLst>
            <pc:docMk/>
            <pc:sldMk cId="575883652" sldId="31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15:49.097" v="1814" actId="6549"/>
          <ac:spMkLst>
            <pc:docMk/>
            <pc:sldMk cId="575883652" sldId="316"/>
            <ac:spMk id="4" creationId="{00000000-0000-0000-0000-000000000000}"/>
          </ac:spMkLst>
        </pc:spChg>
        <pc:picChg chg="add del mod">
          <ac:chgData name="Alessandro Ortis" userId="dcdc90ed-3509-45f7-ac48-ad038638580b" providerId="ADAL" clId="{4706BFD2-CEF4-4FCF-ABDA-B7FD6395A9FA}" dt="2022-03-14T14:49:31.437" v="1081" actId="478"/>
          <ac:picMkLst>
            <pc:docMk/>
            <pc:sldMk cId="575883652" sldId="316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5:08:12.132" v="1409" actId="478"/>
          <ac:picMkLst>
            <pc:docMk/>
            <pc:sldMk cId="575883652" sldId="316"/>
            <ac:picMk id="4098" creationId="{D4B7F756-E186-4268-A7DC-05027F18CE68}"/>
          </ac:picMkLst>
        </pc:picChg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56990449" sldId="317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4106206963" sldId="317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1187735878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2344769950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357320764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40264350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580655310" sldId="320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1297134440" sldId="320"/>
        </pc:sldMkLst>
      </pc:sldChg>
      <pc:sldChg chg="modSp add mod">
        <pc:chgData name="Alessandro Ortis" userId="dcdc90ed-3509-45f7-ac48-ad038638580b" providerId="ADAL" clId="{4706BFD2-CEF4-4FCF-ABDA-B7FD6395A9FA}" dt="2022-03-14T13:40:15.026" v="53" actId="27636"/>
        <pc:sldMkLst>
          <pc:docMk/>
          <pc:sldMk cId="1926600034" sldId="321"/>
        </pc:sldMkLst>
        <pc:spChg chg="mod">
          <ac:chgData name="Alessandro Ortis" userId="dcdc90ed-3509-45f7-ac48-ad038638580b" providerId="ADAL" clId="{4706BFD2-CEF4-4FCF-ABDA-B7FD6395A9FA}" dt="2022-03-14T13:38:44.390" v="29" actId="20577"/>
          <ac:spMkLst>
            <pc:docMk/>
            <pc:sldMk cId="1926600034" sldId="321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3:40:15.026" v="53" actId="27636"/>
          <ac:spMkLst>
            <pc:docMk/>
            <pc:sldMk cId="1926600034" sldId="32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3:45:35.306" v="280" actId="14100"/>
        <pc:sldMkLst>
          <pc:docMk/>
          <pc:sldMk cId="696736115" sldId="322"/>
        </pc:sldMkLst>
        <pc:spChg chg="mod">
          <ac:chgData name="Alessandro Ortis" userId="dcdc90ed-3509-45f7-ac48-ad038638580b" providerId="ADAL" clId="{4706BFD2-CEF4-4FCF-ABDA-B7FD6395A9FA}" dt="2022-03-14T13:45:35.306" v="280" actId="14100"/>
          <ac:spMkLst>
            <pc:docMk/>
            <pc:sldMk cId="696736115" sldId="322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5:17:51.556" v="1816" actId="113"/>
        <pc:sldMkLst>
          <pc:docMk/>
          <pc:sldMk cId="2330397008" sldId="323"/>
        </pc:sldMkLst>
        <pc:spChg chg="mod">
          <ac:chgData name="Alessandro Ortis" userId="dcdc90ed-3509-45f7-ac48-ad038638580b" providerId="ADAL" clId="{4706BFD2-CEF4-4FCF-ABDA-B7FD6395A9FA}" dt="2022-03-14T15:17:51.556" v="1816" actId="113"/>
          <ac:spMkLst>
            <pc:docMk/>
            <pc:sldMk cId="2330397008" sldId="323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4706BFD2-CEF4-4FCF-ABDA-B7FD6395A9FA}" dt="2022-03-14T13:48:22.648" v="291" actId="47"/>
        <pc:sldMkLst>
          <pc:docMk/>
          <pc:sldMk cId="4287015049" sldId="323"/>
        </pc:sldMkLst>
      </pc:sldChg>
      <pc:sldChg chg="addSp delSp modSp add mod">
        <pc:chgData name="Alessandro Ortis" userId="dcdc90ed-3509-45f7-ac48-ad038638580b" providerId="ADAL" clId="{4706BFD2-CEF4-4FCF-ABDA-B7FD6395A9FA}" dt="2022-03-14T15:11:28.103" v="1622" actId="20577"/>
        <pc:sldMkLst>
          <pc:docMk/>
          <pc:sldMk cId="2198011472" sldId="324"/>
        </pc:sldMkLst>
        <pc:spChg chg="mod">
          <ac:chgData name="Alessandro Ortis" userId="dcdc90ed-3509-45f7-ac48-ad038638580b" providerId="ADAL" clId="{4706BFD2-CEF4-4FCF-ABDA-B7FD6395A9FA}" dt="2022-03-14T15:11:28.103" v="1622" actId="20577"/>
          <ac:spMkLst>
            <pc:docMk/>
            <pc:sldMk cId="2198011472" sldId="324"/>
            <ac:spMk id="4" creationId="{00000000-0000-0000-0000-000000000000}"/>
          </ac:spMkLst>
        </pc:spChg>
        <pc:picChg chg="del mod">
          <ac:chgData name="Alessandro Ortis" userId="dcdc90ed-3509-45f7-ac48-ad038638580b" providerId="ADAL" clId="{4706BFD2-CEF4-4FCF-ABDA-B7FD6395A9FA}" dt="2022-03-14T14:50:21.438" v="1094" actId="478"/>
          <ac:picMkLst>
            <pc:docMk/>
            <pc:sldMk cId="2198011472" sldId="324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4:50:26.596" v="1097" actId="1076"/>
          <ac:picMkLst>
            <pc:docMk/>
            <pc:sldMk cId="2198011472" sldId="324"/>
            <ac:picMk id="6" creationId="{CE282A95-8375-4397-9484-17F852C3D847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14:34.501" v="570" actId="12"/>
        <pc:sldMkLst>
          <pc:docMk/>
          <pc:sldMk cId="2209472461" sldId="325"/>
        </pc:sldMkLst>
        <pc:spChg chg="del mod">
          <ac:chgData name="Alessandro Ortis" userId="dcdc90ed-3509-45f7-ac48-ad038638580b" providerId="ADAL" clId="{4706BFD2-CEF4-4FCF-ABDA-B7FD6395A9FA}" dt="2022-03-14T14:05:48.585" v="483" actId="478"/>
          <ac:spMkLst>
            <pc:docMk/>
            <pc:sldMk cId="2209472461" sldId="325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14:34.501" v="570" actId="12"/>
          <ac:spMkLst>
            <pc:docMk/>
            <pc:sldMk cId="2209472461" sldId="325"/>
            <ac:spMk id="10" creationId="{927D0F31-D3A8-4FCF-9A07-AF9D1EB92D13}"/>
          </ac:spMkLst>
        </pc:spChg>
        <pc:graphicFrameChg chg="add del mod">
          <ac:chgData name="Alessandro Ortis" userId="dcdc90ed-3509-45f7-ac48-ad038638580b" providerId="ADAL" clId="{4706BFD2-CEF4-4FCF-ABDA-B7FD6395A9FA}" dt="2022-03-14T14:11:10.499" v="504"/>
          <ac:graphicFrameMkLst>
            <pc:docMk/>
            <pc:sldMk cId="2209472461" sldId="325"/>
            <ac:graphicFrameMk id="11" creationId="{710776D3-84EA-4E15-8FD3-3BFCB9FEC878}"/>
          </ac:graphicFrameMkLst>
        </pc:graphicFrameChg>
        <pc:graphicFrameChg chg="add del mod">
          <ac:chgData name="Alessandro Ortis" userId="dcdc90ed-3509-45f7-ac48-ad038638580b" providerId="ADAL" clId="{4706BFD2-CEF4-4FCF-ABDA-B7FD6395A9FA}" dt="2022-03-14T14:11:18.323" v="506"/>
          <ac:graphicFrameMkLst>
            <pc:docMk/>
            <pc:sldMk cId="2209472461" sldId="325"/>
            <ac:graphicFrameMk id="12" creationId="{C82B3A4D-8384-4B0A-A4AF-2861AE450640}"/>
          </ac:graphicFrameMkLst>
        </pc:graphicFrameChg>
        <pc:picChg chg="del">
          <ac:chgData name="Alessandro Ortis" userId="dcdc90ed-3509-45f7-ac48-ad038638580b" providerId="ADAL" clId="{4706BFD2-CEF4-4FCF-ABDA-B7FD6395A9FA}" dt="2022-03-14T14:05:40.962" v="480" actId="478"/>
          <ac:picMkLst>
            <pc:docMk/>
            <pc:sldMk cId="2209472461" sldId="325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6" creationId="{25D20866-7DA8-45AB-AFB2-AF5527E094DE}"/>
          </ac:picMkLst>
        </pc:picChg>
        <pc:picChg chg="add del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8" creationId="{596D1CAD-8D08-48E2-99AF-A229E09B7814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28.448" v="1075" actId="6549"/>
        <pc:sldMkLst>
          <pc:docMk/>
          <pc:sldMk cId="1144960208" sldId="326"/>
        </pc:sldMkLst>
        <pc:spChg chg="mod">
          <ac:chgData name="Alessandro Ortis" userId="dcdc90ed-3509-45f7-ac48-ad038638580b" providerId="ADAL" clId="{4706BFD2-CEF4-4FCF-ABDA-B7FD6395A9FA}" dt="2022-03-14T14:45:28.448" v="1075" actId="6549"/>
          <ac:spMkLst>
            <pc:docMk/>
            <pc:sldMk cId="1144960208" sldId="32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21:05.507" v="693" actId="20577"/>
          <ac:spMkLst>
            <pc:docMk/>
            <pc:sldMk cId="1144960208" sldId="326"/>
            <ac:spMk id="10" creationId="{927D0F31-D3A8-4FCF-9A07-AF9D1EB92D13}"/>
          </ac:spMkLst>
        </pc:spChg>
        <pc:graphicFrameChg chg="add mod modGraphic">
          <ac:chgData name="Alessandro Ortis" userId="dcdc90ed-3509-45f7-ac48-ad038638580b" providerId="ADAL" clId="{4706BFD2-CEF4-4FCF-ABDA-B7FD6395A9FA}" dt="2022-03-14T14:28:38.380" v="815" actId="1076"/>
          <ac:graphicFrameMkLst>
            <pc:docMk/>
            <pc:sldMk cId="1144960208" sldId="326"/>
            <ac:graphicFrameMk id="3" creationId="{F3ACCF62-D32B-4255-9F6A-C77B04359CBE}"/>
          </ac:graphicFrameMkLst>
        </pc:graphicFrameChg>
        <pc:picChg chg="add del mod">
          <ac:chgData name="Alessandro Ortis" userId="dcdc90ed-3509-45f7-ac48-ad038638580b" providerId="ADAL" clId="{4706BFD2-CEF4-4FCF-ABDA-B7FD6395A9FA}" dt="2022-03-14T14:21:44.932" v="701"/>
          <ac:picMkLst>
            <pc:docMk/>
            <pc:sldMk cId="1144960208" sldId="326"/>
            <ac:picMk id="2050" creationId="{6CC8770A-C349-4C00-AB7E-B84FD0046DA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32.670" v="1076" actId="6549"/>
        <pc:sldMkLst>
          <pc:docMk/>
          <pc:sldMk cId="1573969378" sldId="327"/>
        </pc:sldMkLst>
        <pc:spChg chg="mod">
          <ac:chgData name="Alessandro Ortis" userId="dcdc90ed-3509-45f7-ac48-ad038638580b" providerId="ADAL" clId="{4706BFD2-CEF4-4FCF-ABDA-B7FD6395A9FA}" dt="2022-03-14T14:45:32.670" v="1076" actId="6549"/>
          <ac:spMkLst>
            <pc:docMk/>
            <pc:sldMk cId="1573969378" sldId="327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7" creationId="{CF74E267-0A3F-4858-BB86-39D4EC18177E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8" creationId="{C6EE13E5-0F19-4A52-9C23-03167DA7344C}"/>
          </ac:spMkLst>
        </pc:spChg>
        <pc:spChg chg="del">
          <ac:chgData name="Alessandro Ortis" userId="dcdc90ed-3509-45f7-ac48-ad038638580b" providerId="ADAL" clId="{4706BFD2-CEF4-4FCF-ABDA-B7FD6395A9FA}" dt="2022-03-14T14:21:50.563" v="703" actId="478"/>
          <ac:spMkLst>
            <pc:docMk/>
            <pc:sldMk cId="1573969378" sldId="327"/>
            <ac:spMk id="10" creationId="{927D0F31-D3A8-4FCF-9A07-AF9D1EB92D13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1" creationId="{90C8F146-C6C1-444D-8BF5-23FC9658BF58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2" creationId="{5F2B6999-E8B2-4378-8A26-6B3C4164A60A}"/>
          </ac:spMkLst>
        </pc:s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6" creationId="{FFDD8163-1FA5-49E6-8B41-D6AF7AC92685}"/>
          </ac:grpSpMkLst>
        </pc:gr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9" creationId="{A3226D29-F38C-4365-8937-A41207B0B6C5}"/>
          </ac:grpSpMkLst>
        </pc:grpChg>
        <pc:graphicFrameChg chg="del mod">
          <ac:chgData name="Alessandro Ortis" userId="dcdc90ed-3509-45f7-ac48-ad038638580b" providerId="ADAL" clId="{4706BFD2-CEF4-4FCF-ABDA-B7FD6395A9FA}" dt="2022-03-14T14:22:58.066" v="720" actId="478"/>
          <ac:graphicFrameMkLst>
            <pc:docMk/>
            <pc:sldMk cId="1573969378" sldId="327"/>
            <ac:graphicFrameMk id="3" creationId="{F3ACCF62-D32B-4255-9F6A-C77B04359CBE}"/>
          </ac:graphicFrameMkLst>
        </pc:graphicFrameChg>
        <pc:picChg chg="add mod">
          <ac:chgData name="Alessandro Ortis" userId="dcdc90ed-3509-45f7-ac48-ad038638580b" providerId="ADAL" clId="{4706BFD2-CEF4-4FCF-ABDA-B7FD6395A9FA}" dt="2022-03-14T14:23:41.878" v="733" actId="1076"/>
          <ac:picMkLst>
            <pc:docMk/>
            <pc:sldMk cId="1573969378" sldId="327"/>
            <ac:picMk id="3074" creationId="{D37CD91A-46BC-49C5-BC0F-EEBEE0CF5606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27:40.428" v="814" actId="6549"/>
        <pc:sldMkLst>
          <pc:docMk/>
          <pc:sldMk cId="378509359" sldId="328"/>
        </pc:sldMkLst>
        <pc:spChg chg="add mod">
          <ac:chgData name="Alessandro Ortis" userId="dcdc90ed-3509-45f7-ac48-ad038638580b" providerId="ADAL" clId="{4706BFD2-CEF4-4FCF-ABDA-B7FD6395A9FA}" dt="2022-03-14T14:27:40.428" v="814" actId="6549"/>
          <ac:spMkLst>
            <pc:docMk/>
            <pc:sldMk cId="378509359" sldId="328"/>
            <ac:spMk id="13" creationId="{9947F36E-C57C-4B56-88B3-D2204C2080C6}"/>
          </ac:spMkLst>
        </pc:spChg>
        <pc:grpChg chg="del">
          <ac:chgData name="Alessandro Ortis" userId="dcdc90ed-3509-45f7-ac48-ad038638580b" providerId="ADAL" clId="{4706BFD2-CEF4-4FCF-ABDA-B7FD6395A9FA}" dt="2022-03-14T14:25:06.016" v="736" actId="478"/>
          <ac:grpSpMkLst>
            <pc:docMk/>
            <pc:sldMk cId="378509359" sldId="328"/>
            <ac:grpSpMk id="9" creationId="{A3226D29-F38C-4365-8937-A41207B0B6C5}"/>
          </ac:grpSpMkLst>
        </pc:grpChg>
      </pc:sldChg>
      <pc:sldChg chg="add">
        <pc:chgData name="Alessandro Ortis" userId="dcdc90ed-3509-45f7-ac48-ad038638580b" providerId="ADAL" clId="{4706BFD2-CEF4-4FCF-ABDA-B7FD6395A9FA}" dt="2022-03-14T14:27:29.590" v="811"/>
        <pc:sldMkLst>
          <pc:docMk/>
          <pc:sldMk cId="449466840" sldId="329"/>
        </pc:sldMkLst>
      </pc:sldChg>
      <pc:sldChg chg="add">
        <pc:chgData name="Alessandro Ortis" userId="dcdc90ed-3509-45f7-ac48-ad038638580b" providerId="ADAL" clId="{4706BFD2-CEF4-4FCF-ABDA-B7FD6395A9FA}" dt="2022-03-14T14:27:34.514" v="813"/>
        <pc:sldMkLst>
          <pc:docMk/>
          <pc:sldMk cId="723693947" sldId="330"/>
        </pc:sldMkLst>
      </pc:sldChg>
      <pc:sldChg chg="addSp delSp modSp add del mod modAnim">
        <pc:chgData name="Alessandro Ortis" userId="dcdc90ed-3509-45f7-ac48-ad038638580b" providerId="ADAL" clId="{4706BFD2-CEF4-4FCF-ABDA-B7FD6395A9FA}" dt="2022-03-14T14:44:37.287" v="1072" actId="6549"/>
        <pc:sldMkLst>
          <pc:docMk/>
          <pc:sldMk cId="3374560949" sldId="331"/>
        </pc:sldMkLst>
        <pc:spChg chg="mod">
          <ac:chgData name="Alessandro Ortis" userId="dcdc90ed-3509-45f7-ac48-ad038638580b" providerId="ADAL" clId="{4706BFD2-CEF4-4FCF-ABDA-B7FD6395A9FA}" dt="2022-03-14T14:39:29.642" v="942" actId="6549"/>
          <ac:spMkLst>
            <pc:docMk/>
            <pc:sldMk cId="3374560949" sldId="331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4706BFD2-CEF4-4FCF-ABDA-B7FD6395A9FA}" dt="2022-03-14T14:39:37.883" v="944" actId="478"/>
          <ac:spMkLst>
            <pc:docMk/>
            <pc:sldMk cId="3374560949" sldId="331"/>
            <ac:spMk id="5" creationId="{9370BE33-633D-47DC-94F3-E4A0F3D679E2}"/>
          </ac:spMkLst>
        </pc:spChg>
        <pc:spChg chg="add del">
          <ac:chgData name="Alessandro Ortis" userId="dcdc90ed-3509-45f7-ac48-ad038638580b" providerId="ADAL" clId="{4706BFD2-CEF4-4FCF-ABDA-B7FD6395A9FA}" dt="2022-03-14T14:38:31.884" v="863" actId="22"/>
          <ac:spMkLst>
            <pc:docMk/>
            <pc:sldMk cId="3374560949" sldId="331"/>
            <ac:spMk id="7" creationId="{E8B22C6B-2837-4D28-B3B0-D67DD4B5FB71}"/>
          </ac:spMkLst>
        </pc:spChg>
        <pc:spChg chg="add mod">
          <ac:chgData name="Alessandro Ortis" userId="dcdc90ed-3509-45f7-ac48-ad038638580b" providerId="ADAL" clId="{4706BFD2-CEF4-4FCF-ABDA-B7FD6395A9FA}" dt="2022-03-14T14:44:37.287" v="1072" actId="6549"/>
          <ac:spMkLst>
            <pc:docMk/>
            <pc:sldMk cId="3374560949" sldId="331"/>
            <ac:spMk id="9" creationId="{9B18FFA1-3995-432C-B28F-5500C5462DEF}"/>
          </ac:spMkLst>
        </pc:spChg>
        <pc:spChg chg="del">
          <ac:chgData name="Alessandro Ortis" userId="dcdc90ed-3509-45f7-ac48-ad038638580b" providerId="ADAL" clId="{4706BFD2-CEF4-4FCF-ABDA-B7FD6395A9FA}" dt="2022-03-14T14:36:49.884" v="840" actId="478"/>
          <ac:spMkLst>
            <pc:docMk/>
            <pc:sldMk cId="3374560949" sldId="331"/>
            <ac:spMk id="13" creationId="{9947F36E-C57C-4B56-88B3-D2204C2080C6}"/>
          </ac:spMkLst>
        </pc:spChg>
        <pc:picChg chg="add del mod">
          <ac:chgData name="Alessandro Ortis" userId="dcdc90ed-3509-45f7-ac48-ad038638580b" providerId="ADAL" clId="{4706BFD2-CEF4-4FCF-ABDA-B7FD6395A9FA}" dt="2022-03-14T14:39:31.678" v="943" actId="478"/>
          <ac:picMkLst>
            <pc:docMk/>
            <pc:sldMk cId="3374560949" sldId="331"/>
            <ac:picMk id="4" creationId="{C7AF2B07-CB92-4B4F-AD58-8602F64FF45D}"/>
          </ac:picMkLst>
        </pc:picChg>
      </pc:sldChg>
      <pc:sldChg chg="add">
        <pc:chgData name="Alessandro Ortis" userId="dcdc90ed-3509-45f7-ac48-ad038638580b" providerId="ADAL" clId="{4706BFD2-CEF4-4FCF-ABDA-B7FD6395A9FA}" dt="2022-03-14T14:44:32.231" v="1071"/>
        <pc:sldMkLst>
          <pc:docMk/>
          <pc:sldMk cId="3805750058" sldId="332"/>
        </pc:sldMkLst>
      </pc:sldChg>
      <pc:sldChg chg="addSp delSp modSp add mod">
        <pc:chgData name="Alessandro Ortis" userId="dcdc90ed-3509-45f7-ac48-ad038638580b" providerId="ADAL" clId="{4706BFD2-CEF4-4FCF-ABDA-B7FD6395A9FA}" dt="2022-03-14T15:02:26.880" v="1336"/>
        <pc:sldMkLst>
          <pc:docMk/>
          <pc:sldMk cId="4152691388" sldId="333"/>
        </pc:sldMkLst>
        <pc:spChg chg="mod">
          <ac:chgData name="Alessandro Ortis" userId="dcdc90ed-3509-45f7-ac48-ad038638580b" providerId="ADAL" clId="{4706BFD2-CEF4-4FCF-ABDA-B7FD6395A9FA}" dt="2022-03-14T14:52:39.062" v="1110" actId="6549"/>
          <ac:spMkLst>
            <pc:docMk/>
            <pc:sldMk cId="4152691388" sldId="333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02:26.880" v="1336"/>
          <ac:spMkLst>
            <pc:docMk/>
            <pc:sldMk cId="4152691388" sldId="333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0:54.117" v="1101" actId="478"/>
          <ac:picMkLst>
            <pc:docMk/>
            <pc:sldMk cId="4152691388" sldId="333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5:00:51.698" v="1246" actId="14100"/>
          <ac:picMkLst>
            <pc:docMk/>
            <pc:sldMk cId="4152691388" sldId="333"/>
            <ac:picMk id="8194" creationId="{26402961-E1F5-4F42-A1A7-E6FDF0FC053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56:32.541" v="1224" actId="1076"/>
        <pc:sldMkLst>
          <pc:docMk/>
          <pc:sldMk cId="456388586" sldId="334"/>
        </pc:sldMkLst>
        <pc:spChg chg="mod">
          <ac:chgData name="Alessandro Ortis" userId="dcdc90ed-3509-45f7-ac48-ad038638580b" providerId="ADAL" clId="{4706BFD2-CEF4-4FCF-ABDA-B7FD6395A9FA}" dt="2022-03-14T14:52:45.128" v="1111"/>
          <ac:spMkLst>
            <pc:docMk/>
            <pc:sldMk cId="456388586" sldId="334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56:31.358" v="1223" actId="947"/>
          <ac:spMkLst>
            <pc:docMk/>
            <pc:sldMk cId="456388586" sldId="334"/>
            <ac:spMk id="4" creationId="{00000000-0000-0000-0000-000000000000}"/>
          </ac:spMkLst>
        </pc:spChg>
        <pc:picChg chg="add mod">
          <ac:chgData name="Alessandro Ortis" userId="dcdc90ed-3509-45f7-ac48-ad038638580b" providerId="ADAL" clId="{4706BFD2-CEF4-4FCF-ABDA-B7FD6395A9FA}" dt="2022-03-14T14:56:32.541" v="1224" actId="1076"/>
          <ac:picMkLst>
            <pc:docMk/>
            <pc:sldMk cId="456388586" sldId="334"/>
            <ac:picMk id="5" creationId="{0322CADB-BCDA-40E2-9791-18F6F06E75BF}"/>
          </ac:picMkLst>
        </pc:picChg>
        <pc:picChg chg="del">
          <ac:chgData name="Alessandro Ortis" userId="dcdc90ed-3509-45f7-ac48-ad038638580b" providerId="ADAL" clId="{4706BFD2-CEF4-4FCF-ABDA-B7FD6395A9FA}" dt="2022-03-14T14:52:50.044" v="1112" actId="478"/>
          <ac:picMkLst>
            <pc:docMk/>
            <pc:sldMk cId="456388586" sldId="334"/>
            <ac:picMk id="6" creationId="{CE282A95-8375-4397-9484-17F852C3D847}"/>
          </ac:picMkLst>
        </pc:picChg>
      </pc:sldChg>
      <pc:sldChg chg="addSp delSp modSp add del mod">
        <pc:chgData name="Alessandro Ortis" userId="dcdc90ed-3509-45f7-ac48-ad038638580b" providerId="ADAL" clId="{4706BFD2-CEF4-4FCF-ABDA-B7FD6395A9FA}" dt="2022-03-14T15:04:48.166" v="1399" actId="47"/>
        <pc:sldMkLst>
          <pc:docMk/>
          <pc:sldMk cId="3731350787" sldId="335"/>
        </pc:sldMkLst>
        <pc:spChg chg="mod">
          <ac:chgData name="Alessandro Ortis" userId="dcdc90ed-3509-45f7-ac48-ad038638580b" providerId="ADAL" clId="{4706BFD2-CEF4-4FCF-ABDA-B7FD6395A9FA}" dt="2022-03-14T14:58:56.035" v="1231" actId="20577"/>
          <ac:spMkLst>
            <pc:docMk/>
            <pc:sldMk cId="3731350787" sldId="335"/>
            <ac:spMk id="2" creationId="{00000000-0000-0000-0000-000000000000}"/>
          </ac:spMkLst>
        </pc:spChg>
        <pc:spChg chg="add del">
          <ac:chgData name="Alessandro Ortis" userId="dcdc90ed-3509-45f7-ac48-ad038638580b" providerId="ADAL" clId="{4706BFD2-CEF4-4FCF-ABDA-B7FD6395A9FA}" dt="2022-03-14T15:01:26.644" v="1280"/>
          <ac:spMkLst>
            <pc:docMk/>
            <pc:sldMk cId="3731350787" sldId="335"/>
            <ac:spMk id="3" creationId="{D5DD3DCF-05B6-495E-A541-EEFB677A341C}"/>
          </ac:spMkLst>
        </pc:spChg>
        <pc:spChg chg="mod">
          <ac:chgData name="Alessandro Ortis" userId="dcdc90ed-3509-45f7-ac48-ad038638580b" providerId="ADAL" clId="{4706BFD2-CEF4-4FCF-ABDA-B7FD6395A9FA}" dt="2022-03-14T15:04:25.494" v="1397" actId="404"/>
          <ac:spMkLst>
            <pc:docMk/>
            <pc:sldMk cId="3731350787" sldId="335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9:08.481" v="1233" actId="478"/>
          <ac:picMkLst>
            <pc:docMk/>
            <pc:sldMk cId="3731350787" sldId="335"/>
            <ac:picMk id="8194" creationId="{26402961-E1F5-4F42-A1A7-E6FDF0FC053A}"/>
          </ac:picMkLst>
        </pc:picChg>
        <pc:picChg chg="add mod">
          <ac:chgData name="Alessandro Ortis" userId="dcdc90ed-3509-45f7-ac48-ad038638580b" providerId="ADAL" clId="{4706BFD2-CEF4-4FCF-ABDA-B7FD6395A9FA}" dt="2022-03-14T15:04:20.676" v="1395" actId="14100"/>
          <ac:picMkLst>
            <pc:docMk/>
            <pc:sldMk cId="3731350787" sldId="335"/>
            <ac:picMk id="10242" creationId="{20C7702A-1CBE-4E44-A141-BD2C4D88CDD7}"/>
          </ac:picMkLst>
        </pc:picChg>
        <pc:picChg chg="add del">
          <ac:chgData name="Alessandro Ortis" userId="dcdc90ed-3509-45f7-ac48-ad038638580b" providerId="ADAL" clId="{4706BFD2-CEF4-4FCF-ABDA-B7FD6395A9FA}" dt="2022-03-14T14:59:42.172" v="1240"/>
          <ac:picMkLst>
            <pc:docMk/>
            <pc:sldMk cId="3731350787" sldId="335"/>
            <ac:picMk id="10244" creationId="{F4663416-019B-4699-B531-E34BB0EA320C}"/>
          </ac:picMkLst>
        </pc:picChg>
      </pc:sldChg>
      <pc:sldChg chg="add">
        <pc:chgData name="Alessandro Ortis" userId="dcdc90ed-3509-45f7-ac48-ad038638580b" providerId="ADAL" clId="{4706BFD2-CEF4-4FCF-ABDA-B7FD6395A9FA}" dt="2022-03-14T15:04:36.991" v="1398"/>
        <pc:sldMkLst>
          <pc:docMk/>
          <pc:sldMk cId="1107764695" sldId="336"/>
        </pc:sldMkLst>
      </pc:sldChg>
      <pc:sldChg chg="add">
        <pc:chgData name="Alessandro Ortis" userId="dcdc90ed-3509-45f7-ac48-ad038638580b" providerId="ADAL" clId="{4706BFD2-CEF4-4FCF-ABDA-B7FD6395A9FA}" dt="2022-03-14T15:07:47.284" v="1408"/>
        <pc:sldMkLst>
          <pc:docMk/>
          <pc:sldMk cId="2149220059" sldId="337"/>
        </pc:sldMkLst>
      </pc:sldChg>
      <pc:sldChg chg="modSp add del mod">
        <pc:chgData name="Alessandro Ortis" userId="dcdc90ed-3509-45f7-ac48-ad038638580b" providerId="ADAL" clId="{4706BFD2-CEF4-4FCF-ABDA-B7FD6395A9FA}" dt="2022-03-14T15:07:11.508" v="1407" actId="47"/>
        <pc:sldMkLst>
          <pc:docMk/>
          <pc:sldMk cId="3400978600" sldId="337"/>
        </pc:sldMkLst>
        <pc:spChg chg="mod">
          <ac:chgData name="Alessandro Ortis" userId="dcdc90ed-3509-45f7-ac48-ad038638580b" providerId="ADAL" clId="{4706BFD2-CEF4-4FCF-ABDA-B7FD6395A9FA}" dt="2022-03-14T15:06:37.118" v="1406" actId="20577"/>
          <ac:spMkLst>
            <pc:docMk/>
            <pc:sldMk cId="3400978600" sldId="337"/>
            <ac:spMk id="4" creationId="{00000000-0000-0000-0000-000000000000}"/>
          </ac:spMkLst>
        </pc:spChg>
      </pc:sldChg>
      <pc:sldChg chg="add">
        <pc:chgData name="Alessandro Ortis" userId="dcdc90ed-3509-45f7-ac48-ad038638580b" providerId="ADAL" clId="{4706BFD2-CEF4-4FCF-ABDA-B7FD6395A9FA}" dt="2022-03-14T15:15:45.569" v="1813"/>
        <pc:sldMkLst>
          <pc:docMk/>
          <pc:sldMk cId="853378783" sldId="338"/>
        </pc:sldMkLst>
      </pc:sldChg>
      <pc:sldChg chg="add del">
        <pc:chgData name="Alessandro Ortis" userId="dcdc90ed-3509-45f7-ac48-ad038638580b" providerId="ADAL" clId="{4706BFD2-CEF4-4FCF-ABDA-B7FD6395A9FA}" dt="2022-03-14T15:11:51.851" v="1624"/>
        <pc:sldMkLst>
          <pc:docMk/>
          <pc:sldMk cId="1139381816" sldId="338"/>
        </pc:sldMkLst>
      </pc:sldChg>
      <pc:sldChg chg="modSp add mod">
        <pc:chgData name="Alessandro Ortis" userId="dcdc90ed-3509-45f7-ac48-ad038638580b" providerId="ADAL" clId="{4706BFD2-CEF4-4FCF-ABDA-B7FD6395A9FA}" dt="2022-03-14T17:03:34.410" v="1970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4706BFD2-CEF4-4FCF-ABDA-B7FD6395A9FA}" dt="2022-03-14T17:03:34.410" v="1970" actId="20577"/>
          <ac:spMkLst>
            <pc:docMk/>
            <pc:sldMk cId="965368216" sldId="339"/>
            <ac:spMk id="4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499C1811-DADC-4F5E-A8E0-9FC9FD94C2C8}"/>
    <pc:docChg chg="undo custSel addSld delSld modSld">
      <pc:chgData name="Alessandro Ortis" userId="dcdc90ed-3509-45f7-ac48-ad038638580b" providerId="ADAL" clId="{499C1811-DADC-4F5E-A8E0-9FC9FD94C2C8}" dt="2022-03-17T09:48:33.573" v="1819" actId="22"/>
      <pc:docMkLst>
        <pc:docMk/>
      </pc:docMkLst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650546600" sldId="25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881356657" sldId="25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1957735" sldId="26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056441670" sldId="26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671297568" sldId="26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234171294" sldId="26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73555605" sldId="26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39850032" sldId="26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20594104" sldId="26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29470149" sldId="272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579572834" sldId="278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832053013" sldId="279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1519861360" sldId="280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880080466" sldId="281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97517811" sldId="282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1066016077" sldId="283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2432513643" sldId="284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679572198" sldId="285"/>
        </pc:sldMkLst>
      </pc:sldChg>
      <pc:sldChg chg="mod modShow">
        <pc:chgData name="Alessandro Ortis" userId="dcdc90ed-3509-45f7-ac48-ad038638580b" providerId="ADAL" clId="{499C1811-DADC-4F5E-A8E0-9FC9FD94C2C8}" dt="2022-03-17T09:13:04.917" v="26" actId="729"/>
        <pc:sldMkLst>
          <pc:docMk/>
          <pc:sldMk cId="46596434" sldId="28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946504290" sldId="287"/>
        </pc:sldMkLst>
      </pc:sldChg>
      <pc:sldChg chg="modSp mod">
        <pc:chgData name="Alessandro Ortis" userId="dcdc90ed-3509-45f7-ac48-ad038638580b" providerId="ADAL" clId="{499C1811-DADC-4F5E-A8E0-9FC9FD94C2C8}" dt="2022-03-17T09:05:26.024" v="16" actId="20577"/>
        <pc:sldMkLst>
          <pc:docMk/>
          <pc:sldMk cId="0" sldId="314"/>
        </pc:sldMkLst>
        <pc:spChg chg="mod">
          <ac:chgData name="Alessandro Ortis" userId="dcdc90ed-3509-45f7-ac48-ad038638580b" providerId="ADAL" clId="{499C1811-DADC-4F5E-A8E0-9FC9FD94C2C8}" dt="2022-03-17T09:05:26.024" v="16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739694708" sldId="315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575883652" sldId="316"/>
        </pc:sldMkLst>
        <pc:spChg chg="mod">
          <ac:chgData name="Alessandro Ortis" userId="dcdc90ed-3509-45f7-ac48-ad038638580b" providerId="ADAL" clId="{499C1811-DADC-4F5E-A8E0-9FC9FD94C2C8}" dt="2022-03-17T09:02:38.342" v="1" actId="947"/>
          <ac:spMkLst>
            <pc:docMk/>
            <pc:sldMk cId="575883652" sldId="316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56990449" sldId="31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87735878" sldId="31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540264350" sldId="31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80655310" sldId="32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926600034" sldId="32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696736115" sldId="32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330397008" sldId="32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98011472" sldId="32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209472461" sldId="325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44960208" sldId="32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573969378" sldId="32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78509359" sldId="32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49466840" sldId="32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723693947" sldId="33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374560949" sldId="33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805750058" sldId="33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152691388" sldId="333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56388586" sldId="334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107764695" sldId="33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149220059" sldId="337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853378783" sldId="338"/>
        </pc:sldMkLst>
        <pc:spChg chg="mod">
          <ac:chgData name="Alessandro Ortis" userId="dcdc90ed-3509-45f7-ac48-ad038638580b" providerId="ADAL" clId="{499C1811-DADC-4F5E-A8E0-9FC9FD94C2C8}" dt="2022-03-17T09:02:32.535" v="0" actId="947"/>
          <ac:spMkLst>
            <pc:docMk/>
            <pc:sldMk cId="853378783" sldId="338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55164474" sldId="34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98439705" sldId="34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332984812" sldId="34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202266677" sldId="343"/>
        </pc:sldMkLst>
      </pc:sldChg>
      <pc:sldChg chg="mod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178212444" sldId="344"/>
        </pc:sldMkLst>
        <pc:spChg chg="mod">
          <ac:chgData name="Alessandro Ortis" userId="dcdc90ed-3509-45f7-ac48-ad038638580b" providerId="ADAL" clId="{499C1811-DADC-4F5E-A8E0-9FC9FD94C2C8}" dt="2022-03-17T09:02:54.592" v="2" actId="20577"/>
          <ac:spMkLst>
            <pc:docMk/>
            <pc:sldMk cId="178212444" sldId="344"/>
            <ac:spMk id="3" creationId="{00000000-0000-0000-0000-000000000000}"/>
          </ac:spMkLst>
        </pc:spChg>
      </pc:sldChg>
      <pc:sldChg chg="delSp del mod">
        <pc:chgData name="Alessandro Ortis" userId="dcdc90ed-3509-45f7-ac48-ad038638580b" providerId="ADAL" clId="{499C1811-DADC-4F5E-A8E0-9FC9FD94C2C8}" dt="2022-03-17T09:05:16.298" v="6" actId="47"/>
        <pc:sldMkLst>
          <pc:docMk/>
          <pc:sldMk cId="2338446226" sldId="345"/>
        </pc:sldMkLst>
        <pc:spChg chg="del">
          <ac:chgData name="Alessandro Ortis" userId="dcdc90ed-3509-45f7-ac48-ad038638580b" providerId="ADAL" clId="{499C1811-DADC-4F5E-A8E0-9FC9FD94C2C8}" dt="2022-03-17T09:03:15.424" v="4" actId="478"/>
          <ac:spMkLst>
            <pc:docMk/>
            <pc:sldMk cId="2338446226" sldId="345"/>
            <ac:spMk id="7" creationId="{77AE8FC8-6A97-4FCD-8E50-127EC8FA5289}"/>
          </ac:spMkLst>
        </pc:spChg>
        <pc:spChg chg="del">
          <ac:chgData name="Alessandro Ortis" userId="dcdc90ed-3509-45f7-ac48-ad038638580b" providerId="ADAL" clId="{499C1811-DADC-4F5E-A8E0-9FC9FD94C2C8}" dt="2022-03-17T09:03:17.399" v="5" actId="478"/>
          <ac:spMkLst>
            <pc:docMk/>
            <pc:sldMk cId="2338446226" sldId="345"/>
            <ac:spMk id="8" creationId="{780F037B-4E63-46E6-9CF3-ACBBBE25F3F3}"/>
          </ac:spMkLst>
        </pc:spChg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3190568872" sldId="346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033801758" sldId="347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544247694" sldId="348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453874595" sldId="349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239840443" sldId="350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2679989603" sldId="351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4089485670" sldId="352"/>
        </pc:sldMkLst>
      </pc:sldChg>
      <pc:sldChg chg="del">
        <pc:chgData name="Alessandro Ortis" userId="dcdc90ed-3509-45f7-ac48-ad038638580b" providerId="ADAL" clId="{499C1811-DADC-4F5E-A8E0-9FC9FD94C2C8}" dt="2022-03-17T09:05:16.298" v="6" actId="47"/>
        <pc:sldMkLst>
          <pc:docMk/>
          <pc:sldMk cId="195082709" sldId="353"/>
        </pc:sldMkLst>
      </pc:sldChg>
      <pc:sldChg chg="modSp mod">
        <pc:chgData name="Alessandro Ortis" userId="dcdc90ed-3509-45f7-ac48-ad038638580b" providerId="ADAL" clId="{499C1811-DADC-4F5E-A8E0-9FC9FD94C2C8}" dt="2022-03-17T09:09:38.858" v="22" actId="5793"/>
        <pc:sldMkLst>
          <pc:docMk/>
          <pc:sldMk cId="76956938" sldId="354"/>
        </pc:sldMkLst>
        <pc:spChg chg="mod">
          <ac:chgData name="Alessandro Ortis" userId="dcdc90ed-3509-45f7-ac48-ad038638580b" providerId="ADAL" clId="{499C1811-DADC-4F5E-A8E0-9FC9FD94C2C8}" dt="2022-03-17T09:09:34.794" v="18"/>
          <ac:spMkLst>
            <pc:docMk/>
            <pc:sldMk cId="76956938" sldId="354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09:38.858" v="22" actId="5793"/>
          <ac:spMkLst>
            <pc:docMk/>
            <pc:sldMk cId="76956938" sldId="354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499C1811-DADC-4F5E-A8E0-9FC9FD94C2C8}" dt="2022-03-17T09:05:16.298" v="6" actId="47"/>
        <pc:sldMkLst>
          <pc:docMk/>
          <pc:sldMk cId="592443895" sldId="355"/>
        </pc:sldMkLst>
      </pc:sldChg>
      <pc:sldChg chg="modSp add mod">
        <pc:chgData name="Alessandro Ortis" userId="dcdc90ed-3509-45f7-ac48-ad038638580b" providerId="ADAL" clId="{499C1811-DADC-4F5E-A8E0-9FC9FD94C2C8}" dt="2022-03-17T09:23:29.449" v="511"/>
        <pc:sldMkLst>
          <pc:docMk/>
          <pc:sldMk cId="2904433712" sldId="355"/>
        </pc:sldMkLst>
        <pc:spChg chg="mod">
          <ac:chgData name="Alessandro Ortis" userId="dcdc90ed-3509-45f7-ac48-ad038638580b" providerId="ADAL" clId="{499C1811-DADC-4F5E-A8E0-9FC9FD94C2C8}" dt="2022-03-17T09:23:29.449" v="511"/>
          <ac:spMkLst>
            <pc:docMk/>
            <pc:sldMk cId="2904433712" sldId="355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10:28.153" v="25" actId="113"/>
          <ac:spMkLst>
            <pc:docMk/>
            <pc:sldMk cId="2904433712" sldId="355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499C1811-DADC-4F5E-A8E0-9FC9FD94C2C8}" dt="2022-03-17T09:23:25.500" v="510" actId="20577"/>
        <pc:sldMkLst>
          <pc:docMk/>
          <pc:sldMk cId="238608794" sldId="356"/>
        </pc:sldMkLst>
        <pc:spChg chg="mod">
          <ac:chgData name="Alessandro Ortis" userId="dcdc90ed-3509-45f7-ac48-ad038638580b" providerId="ADAL" clId="{499C1811-DADC-4F5E-A8E0-9FC9FD94C2C8}" dt="2022-03-17T09:23:25.500" v="510" actId="20577"/>
          <ac:spMkLst>
            <pc:docMk/>
            <pc:sldMk cId="238608794" sldId="356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3:04.931" v="477" actId="20577"/>
          <ac:spMkLst>
            <pc:docMk/>
            <pc:sldMk cId="238608794" sldId="356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499C1811-DADC-4F5E-A8E0-9FC9FD94C2C8}" dt="2022-03-17T09:25:51.474" v="806" actId="20577"/>
        <pc:sldMkLst>
          <pc:docMk/>
          <pc:sldMk cId="1649938427" sldId="357"/>
        </pc:sldMkLst>
        <pc:spChg chg="mod">
          <ac:chgData name="Alessandro Ortis" userId="dcdc90ed-3509-45f7-ac48-ad038638580b" providerId="ADAL" clId="{499C1811-DADC-4F5E-A8E0-9FC9FD94C2C8}" dt="2022-03-17T09:24:23.328" v="522" actId="20577"/>
          <ac:spMkLst>
            <pc:docMk/>
            <pc:sldMk cId="1649938427" sldId="357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5:51.474" v="806" actId="20577"/>
          <ac:spMkLst>
            <pc:docMk/>
            <pc:sldMk cId="1649938427" sldId="357"/>
            <ac:spMk id="4" creationId="{00000000-0000-0000-0000-000000000000}"/>
          </ac:spMkLst>
        </pc:spChg>
      </pc:sldChg>
      <pc:sldChg chg="addSp modSp add mod">
        <pc:chgData name="Alessandro Ortis" userId="dcdc90ed-3509-45f7-ac48-ad038638580b" providerId="ADAL" clId="{499C1811-DADC-4F5E-A8E0-9FC9FD94C2C8}" dt="2022-03-17T09:31:25.592" v="1012" actId="1076"/>
        <pc:sldMkLst>
          <pc:docMk/>
          <pc:sldMk cId="131520149" sldId="358"/>
        </pc:sldMkLst>
        <pc:spChg chg="mod">
          <ac:chgData name="Alessandro Ortis" userId="dcdc90ed-3509-45f7-ac48-ad038638580b" providerId="ADAL" clId="{499C1811-DADC-4F5E-A8E0-9FC9FD94C2C8}" dt="2022-03-17T09:28:39.051" v="819" actId="20577"/>
          <ac:spMkLst>
            <pc:docMk/>
            <pc:sldMk cId="131520149" sldId="358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29:53.641" v="905" actId="947"/>
          <ac:spMkLst>
            <pc:docMk/>
            <pc:sldMk cId="131520149" sldId="358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499C1811-DADC-4F5E-A8E0-9FC9FD94C2C8}" dt="2022-03-17T09:31:01.153" v="1010" actId="20577"/>
          <ac:spMkLst>
            <pc:docMk/>
            <pc:sldMk cId="131520149" sldId="358"/>
            <ac:spMk id="6" creationId="{06509EEE-AEF8-4A70-A9FF-45CBFF8E58D1}"/>
          </ac:spMkLst>
        </pc:spChg>
        <pc:picChg chg="add mod">
          <ac:chgData name="Alessandro Ortis" userId="dcdc90ed-3509-45f7-ac48-ad038638580b" providerId="ADAL" clId="{499C1811-DADC-4F5E-A8E0-9FC9FD94C2C8}" dt="2022-03-17T09:30:26.731" v="928" actId="1076"/>
          <ac:picMkLst>
            <pc:docMk/>
            <pc:sldMk cId="131520149" sldId="358"/>
            <ac:picMk id="5" creationId="{7A1CC594-0ACD-41EF-9709-47FC7250FAEA}"/>
          </ac:picMkLst>
        </pc:picChg>
        <pc:picChg chg="add mod">
          <ac:chgData name="Alessandro Ortis" userId="dcdc90ed-3509-45f7-ac48-ad038638580b" providerId="ADAL" clId="{499C1811-DADC-4F5E-A8E0-9FC9FD94C2C8}" dt="2022-03-17T09:31:25.592" v="1012" actId="1076"/>
          <ac:picMkLst>
            <pc:docMk/>
            <pc:sldMk cId="131520149" sldId="358"/>
            <ac:picMk id="8" creationId="{89CBFEA1-1BE3-4709-A431-57E45B094E39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5:02.617" v="1215" actId="1036"/>
        <pc:sldMkLst>
          <pc:docMk/>
          <pc:sldMk cId="1835137552" sldId="359"/>
        </pc:sldMkLst>
        <pc:spChg chg="mod">
          <ac:chgData name="Alessandro Ortis" userId="dcdc90ed-3509-45f7-ac48-ad038638580b" providerId="ADAL" clId="{499C1811-DADC-4F5E-A8E0-9FC9FD94C2C8}" dt="2022-03-17T09:33:03.473" v="1031" actId="20577"/>
          <ac:spMkLst>
            <pc:docMk/>
            <pc:sldMk cId="1835137552" sldId="359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3:25.562" v="1045" actId="20577"/>
          <ac:spMkLst>
            <pc:docMk/>
            <pc:sldMk cId="1835137552" sldId="359"/>
            <ac:spMk id="4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4:48.482" v="1177" actId="20577"/>
          <ac:spMkLst>
            <pc:docMk/>
            <pc:sldMk cId="1835137552" sldId="359"/>
            <ac:spMk id="6" creationId="{06509EEE-AEF8-4A70-A9FF-45CBFF8E58D1}"/>
          </ac:spMkLst>
        </pc:spChg>
        <pc:picChg chg="del">
          <ac:chgData name="Alessandro Ortis" userId="dcdc90ed-3509-45f7-ac48-ad038638580b" providerId="ADAL" clId="{499C1811-DADC-4F5E-A8E0-9FC9FD94C2C8}" dt="2022-03-17T09:33:28.425" v="1046" actId="478"/>
          <ac:picMkLst>
            <pc:docMk/>
            <pc:sldMk cId="1835137552" sldId="359"/>
            <ac:picMk id="5" creationId="{7A1CC594-0ACD-41EF-9709-47FC7250FAEA}"/>
          </ac:picMkLst>
        </pc:picChg>
        <pc:picChg chg="add mod">
          <ac:chgData name="Alessandro Ortis" userId="dcdc90ed-3509-45f7-ac48-ad038638580b" providerId="ADAL" clId="{499C1811-DADC-4F5E-A8E0-9FC9FD94C2C8}" dt="2022-03-17T09:34:34.855" v="1126" actId="1036"/>
          <ac:picMkLst>
            <pc:docMk/>
            <pc:sldMk cId="1835137552" sldId="359"/>
            <ac:picMk id="7" creationId="{BC239D18-1DC3-4E9C-8068-1F13FE0BC1B3}"/>
          </ac:picMkLst>
        </pc:picChg>
        <pc:picChg chg="del">
          <ac:chgData name="Alessandro Ortis" userId="dcdc90ed-3509-45f7-ac48-ad038638580b" providerId="ADAL" clId="{499C1811-DADC-4F5E-A8E0-9FC9FD94C2C8}" dt="2022-03-17T09:34:58.035" v="1178" actId="478"/>
          <ac:picMkLst>
            <pc:docMk/>
            <pc:sldMk cId="1835137552" sldId="359"/>
            <ac:picMk id="8" creationId="{89CBFEA1-1BE3-4709-A431-57E45B094E39}"/>
          </ac:picMkLst>
        </pc:picChg>
        <pc:picChg chg="add mod">
          <ac:chgData name="Alessandro Ortis" userId="dcdc90ed-3509-45f7-ac48-ad038638580b" providerId="ADAL" clId="{499C1811-DADC-4F5E-A8E0-9FC9FD94C2C8}" dt="2022-03-17T09:35:02.617" v="1215" actId="1036"/>
          <ac:picMkLst>
            <pc:docMk/>
            <pc:sldMk cId="1835137552" sldId="359"/>
            <ac:picMk id="10" creationId="{75898EA5-D325-427A-A5FB-CFF36823802C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5:51.480" v="1240" actId="1076"/>
        <pc:sldMkLst>
          <pc:docMk/>
          <pc:sldMk cId="3489488450" sldId="360"/>
        </pc:sldMkLst>
        <pc:spChg chg="mod">
          <ac:chgData name="Alessandro Ortis" userId="dcdc90ed-3509-45f7-ac48-ad038638580b" providerId="ADAL" clId="{499C1811-DADC-4F5E-A8E0-9FC9FD94C2C8}" dt="2022-03-17T09:35:21.514" v="1235" actId="20577"/>
          <ac:spMkLst>
            <pc:docMk/>
            <pc:sldMk cId="3489488450" sldId="360"/>
            <ac:spMk id="2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5:45.756" v="1237" actId="478"/>
          <ac:spMkLst>
            <pc:docMk/>
            <pc:sldMk cId="3489488450" sldId="360"/>
            <ac:spMk id="4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5:45.756" v="1237" actId="478"/>
          <ac:spMkLst>
            <pc:docMk/>
            <pc:sldMk cId="3489488450" sldId="360"/>
            <ac:spMk id="6" creationId="{06509EEE-AEF8-4A70-A9FF-45CBFF8E58D1}"/>
          </ac:spMkLst>
        </pc:spChg>
        <pc:picChg chg="add mod">
          <ac:chgData name="Alessandro Ortis" userId="dcdc90ed-3509-45f7-ac48-ad038638580b" providerId="ADAL" clId="{499C1811-DADC-4F5E-A8E0-9FC9FD94C2C8}" dt="2022-03-17T09:35:51.480" v="1240" actId="1076"/>
          <ac:picMkLst>
            <pc:docMk/>
            <pc:sldMk cId="3489488450" sldId="360"/>
            <ac:picMk id="5" creationId="{99ED3F20-10A9-4072-AF97-8C43F53412E0}"/>
          </ac:picMkLst>
        </pc:picChg>
        <pc:picChg chg="del">
          <ac:chgData name="Alessandro Ortis" userId="dcdc90ed-3509-45f7-ac48-ad038638580b" providerId="ADAL" clId="{499C1811-DADC-4F5E-A8E0-9FC9FD94C2C8}" dt="2022-03-17T09:35:41.058" v="1236" actId="478"/>
          <ac:picMkLst>
            <pc:docMk/>
            <pc:sldMk cId="3489488450" sldId="360"/>
            <ac:picMk id="7" creationId="{BC239D18-1DC3-4E9C-8068-1F13FE0BC1B3}"/>
          </ac:picMkLst>
        </pc:picChg>
        <pc:picChg chg="del">
          <ac:chgData name="Alessandro Ortis" userId="dcdc90ed-3509-45f7-ac48-ad038638580b" providerId="ADAL" clId="{499C1811-DADC-4F5E-A8E0-9FC9FD94C2C8}" dt="2022-03-17T09:35:45.756" v="1237" actId="478"/>
          <ac:picMkLst>
            <pc:docMk/>
            <pc:sldMk cId="3489488450" sldId="360"/>
            <ac:picMk id="10" creationId="{75898EA5-D325-427A-A5FB-CFF36823802C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8:41.763" v="1527" actId="478"/>
        <pc:sldMkLst>
          <pc:docMk/>
          <pc:sldMk cId="3622933483" sldId="361"/>
        </pc:sldMkLst>
        <pc:spChg chg="mod">
          <ac:chgData name="Alessandro Ortis" userId="dcdc90ed-3509-45f7-ac48-ad038638580b" providerId="ADAL" clId="{499C1811-DADC-4F5E-A8E0-9FC9FD94C2C8}" dt="2022-03-17T09:36:02.345" v="1252" actId="20577"/>
          <ac:spMkLst>
            <pc:docMk/>
            <pc:sldMk cId="3622933483" sldId="361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6:17.128" v="1280" actId="20577"/>
          <ac:spMkLst>
            <pc:docMk/>
            <pc:sldMk cId="3622933483" sldId="361"/>
            <ac:spMk id="4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7:32.920" v="1326" actId="1035"/>
          <ac:spMkLst>
            <pc:docMk/>
            <pc:sldMk cId="3622933483" sldId="361"/>
            <ac:spMk id="6" creationId="{06509EEE-AEF8-4A70-A9FF-45CBFF8E58D1}"/>
          </ac:spMkLst>
        </pc:spChg>
        <pc:spChg chg="add del mod">
          <ac:chgData name="Alessandro Ortis" userId="dcdc90ed-3509-45f7-ac48-ad038638580b" providerId="ADAL" clId="{499C1811-DADC-4F5E-A8E0-9FC9FD94C2C8}" dt="2022-03-17T09:38:41.763" v="1527" actId="478"/>
          <ac:spMkLst>
            <pc:docMk/>
            <pc:sldMk cId="3622933483" sldId="361"/>
            <ac:spMk id="13" creationId="{D906D495-10E2-448D-B386-3AC97A76419D}"/>
          </ac:spMkLst>
        </pc:spChg>
        <pc:picChg chg="add mod">
          <ac:chgData name="Alessandro Ortis" userId="dcdc90ed-3509-45f7-ac48-ad038638580b" providerId="ADAL" clId="{499C1811-DADC-4F5E-A8E0-9FC9FD94C2C8}" dt="2022-03-17T09:37:36.001" v="1332" actId="1035"/>
          <ac:picMkLst>
            <pc:docMk/>
            <pc:sldMk cId="3622933483" sldId="361"/>
            <ac:picMk id="5" creationId="{A7A7D6DF-2264-4195-827A-938F7167CFE8}"/>
          </ac:picMkLst>
        </pc:picChg>
        <pc:picChg chg="del">
          <ac:chgData name="Alessandro Ortis" userId="dcdc90ed-3509-45f7-ac48-ad038638580b" providerId="ADAL" clId="{499C1811-DADC-4F5E-A8E0-9FC9FD94C2C8}" dt="2022-03-17T09:36:21.307" v="1281" actId="478"/>
          <ac:picMkLst>
            <pc:docMk/>
            <pc:sldMk cId="3622933483" sldId="361"/>
            <ac:picMk id="7" creationId="{BC239D18-1DC3-4E9C-8068-1F13FE0BC1B3}"/>
          </ac:picMkLst>
        </pc:picChg>
        <pc:picChg chg="add mod">
          <ac:chgData name="Alessandro Ortis" userId="dcdc90ed-3509-45f7-ac48-ad038638580b" providerId="ADAL" clId="{499C1811-DADC-4F5E-A8E0-9FC9FD94C2C8}" dt="2022-03-17T09:37:38.705" v="1346" actId="1035"/>
          <ac:picMkLst>
            <pc:docMk/>
            <pc:sldMk cId="3622933483" sldId="361"/>
            <ac:picMk id="9" creationId="{73A4BF96-84C5-4673-B021-819839768DEE}"/>
          </ac:picMkLst>
        </pc:picChg>
        <pc:picChg chg="del">
          <ac:chgData name="Alessandro Ortis" userId="dcdc90ed-3509-45f7-ac48-ad038638580b" providerId="ADAL" clId="{499C1811-DADC-4F5E-A8E0-9FC9FD94C2C8}" dt="2022-03-17T09:37:00.049" v="1309" actId="478"/>
          <ac:picMkLst>
            <pc:docMk/>
            <pc:sldMk cId="3622933483" sldId="361"/>
            <ac:picMk id="10" creationId="{75898EA5-D325-427A-A5FB-CFF36823802C}"/>
          </ac:picMkLst>
        </pc:picChg>
        <pc:picChg chg="add del mod">
          <ac:chgData name="Alessandro Ortis" userId="dcdc90ed-3509-45f7-ac48-ad038638580b" providerId="ADAL" clId="{499C1811-DADC-4F5E-A8E0-9FC9FD94C2C8}" dt="2022-03-17T09:38:41.763" v="1527" actId="478"/>
          <ac:picMkLst>
            <pc:docMk/>
            <pc:sldMk cId="3622933483" sldId="361"/>
            <ac:picMk id="12" creationId="{A202BE9A-560B-48BA-ACF1-68CA79E8CC89}"/>
          </ac:picMkLst>
        </pc:picChg>
      </pc:sldChg>
      <pc:sldChg chg="addSp delSp modSp add mod">
        <pc:chgData name="Alessandro Ortis" userId="dcdc90ed-3509-45f7-ac48-ad038638580b" providerId="ADAL" clId="{499C1811-DADC-4F5E-A8E0-9FC9FD94C2C8}" dt="2022-03-17T09:39:47.243" v="1596" actId="478"/>
        <pc:sldMkLst>
          <pc:docMk/>
          <pc:sldMk cId="1282222276" sldId="362"/>
        </pc:sldMkLst>
        <pc:spChg chg="mod">
          <ac:chgData name="Alessandro Ortis" userId="dcdc90ed-3509-45f7-ac48-ad038638580b" providerId="ADAL" clId="{499C1811-DADC-4F5E-A8E0-9FC9FD94C2C8}" dt="2022-03-17T09:38:59.793" v="1536" actId="20577"/>
          <ac:spMkLst>
            <pc:docMk/>
            <pc:sldMk cId="1282222276" sldId="362"/>
            <ac:spMk id="2" creationId="{00000000-0000-0000-0000-000000000000}"/>
          </ac:spMkLst>
        </pc:spChg>
        <pc:spChg chg="mod">
          <ac:chgData name="Alessandro Ortis" userId="dcdc90ed-3509-45f7-ac48-ad038638580b" providerId="ADAL" clId="{499C1811-DADC-4F5E-A8E0-9FC9FD94C2C8}" dt="2022-03-17T09:39:16.523" v="1593" actId="20577"/>
          <ac:spMkLst>
            <pc:docMk/>
            <pc:sldMk cId="1282222276" sldId="362"/>
            <ac:spMk id="4" creationId="{00000000-0000-0000-0000-000000000000}"/>
          </ac:spMkLst>
        </pc:spChg>
        <pc:spChg chg="del">
          <ac:chgData name="Alessandro Ortis" userId="dcdc90ed-3509-45f7-ac48-ad038638580b" providerId="ADAL" clId="{499C1811-DADC-4F5E-A8E0-9FC9FD94C2C8}" dt="2022-03-17T09:39:43.796" v="1594" actId="478"/>
          <ac:spMkLst>
            <pc:docMk/>
            <pc:sldMk cId="1282222276" sldId="362"/>
            <ac:spMk id="6" creationId="{06509EEE-AEF8-4A70-A9FF-45CBFF8E58D1}"/>
          </ac:spMkLst>
        </pc:spChg>
        <pc:spChg chg="del">
          <ac:chgData name="Alessandro Ortis" userId="dcdc90ed-3509-45f7-ac48-ad038638580b" providerId="ADAL" clId="{499C1811-DADC-4F5E-A8E0-9FC9FD94C2C8}" dt="2022-03-17T09:39:43.796" v="1594" actId="478"/>
          <ac:spMkLst>
            <pc:docMk/>
            <pc:sldMk cId="1282222276" sldId="362"/>
            <ac:spMk id="13" creationId="{D906D495-10E2-448D-B386-3AC97A76419D}"/>
          </ac:spMkLst>
        </pc:spChg>
        <pc:picChg chg="del">
          <ac:chgData name="Alessandro Ortis" userId="dcdc90ed-3509-45f7-ac48-ad038638580b" providerId="ADAL" clId="{499C1811-DADC-4F5E-A8E0-9FC9FD94C2C8}" dt="2022-03-17T09:39:43.796" v="1594" actId="478"/>
          <ac:picMkLst>
            <pc:docMk/>
            <pc:sldMk cId="1282222276" sldId="362"/>
            <ac:picMk id="5" creationId="{A7A7D6DF-2264-4195-827A-938F7167CFE8}"/>
          </ac:picMkLst>
        </pc:picChg>
        <pc:picChg chg="add">
          <ac:chgData name="Alessandro Ortis" userId="dcdc90ed-3509-45f7-ac48-ad038638580b" providerId="ADAL" clId="{499C1811-DADC-4F5E-A8E0-9FC9FD94C2C8}" dt="2022-03-17T09:39:44.090" v="1595" actId="22"/>
          <ac:picMkLst>
            <pc:docMk/>
            <pc:sldMk cId="1282222276" sldId="362"/>
            <ac:picMk id="7" creationId="{DCA3D759-76B8-48D4-A0E7-EC76F1C7CE7A}"/>
          </ac:picMkLst>
        </pc:picChg>
        <pc:picChg chg="del">
          <ac:chgData name="Alessandro Ortis" userId="dcdc90ed-3509-45f7-ac48-ad038638580b" providerId="ADAL" clId="{499C1811-DADC-4F5E-A8E0-9FC9FD94C2C8}" dt="2022-03-17T09:39:43.796" v="1594" actId="478"/>
          <ac:picMkLst>
            <pc:docMk/>
            <pc:sldMk cId="1282222276" sldId="362"/>
            <ac:picMk id="9" creationId="{73A4BF96-84C5-4673-B021-819839768DEE}"/>
          </ac:picMkLst>
        </pc:picChg>
        <pc:picChg chg="del">
          <ac:chgData name="Alessandro Ortis" userId="dcdc90ed-3509-45f7-ac48-ad038638580b" providerId="ADAL" clId="{499C1811-DADC-4F5E-A8E0-9FC9FD94C2C8}" dt="2022-03-17T09:39:47.243" v="1596" actId="478"/>
          <ac:picMkLst>
            <pc:docMk/>
            <pc:sldMk cId="1282222276" sldId="362"/>
            <ac:picMk id="12" creationId="{A202BE9A-560B-48BA-ACF1-68CA79E8CC89}"/>
          </ac:picMkLst>
        </pc:picChg>
      </pc:sldChg>
      <pc:sldChg chg="addSp delSp modSp add del mod">
        <pc:chgData name="Alessandro Ortis" userId="dcdc90ed-3509-45f7-ac48-ad038638580b" providerId="ADAL" clId="{499C1811-DADC-4F5E-A8E0-9FC9FD94C2C8}" dt="2022-03-17T09:48:33.573" v="1819" actId="22"/>
        <pc:sldMkLst>
          <pc:docMk/>
          <pc:sldMk cId="1997212673" sldId="363"/>
        </pc:sldMkLst>
        <pc:spChg chg="mod">
          <ac:chgData name="Alessandro Ortis" userId="dcdc90ed-3509-45f7-ac48-ad038638580b" providerId="ADAL" clId="{499C1811-DADC-4F5E-A8E0-9FC9FD94C2C8}" dt="2022-03-17T09:43:26.704" v="1623" actId="20577"/>
          <ac:spMkLst>
            <pc:docMk/>
            <pc:sldMk cId="1997212673" sldId="363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499C1811-DADC-4F5E-A8E0-9FC9FD94C2C8}" dt="2022-03-17T09:48:30.832" v="1817" actId="1076"/>
          <ac:spMkLst>
            <pc:docMk/>
            <pc:sldMk cId="1997212673" sldId="363"/>
            <ac:spMk id="3" creationId="{3437C562-95FD-4B5F-A7E9-6FEF3D0C2EDD}"/>
          </ac:spMkLst>
        </pc:spChg>
        <pc:spChg chg="mod">
          <ac:chgData name="Alessandro Ortis" userId="dcdc90ed-3509-45f7-ac48-ad038638580b" providerId="ADAL" clId="{499C1811-DADC-4F5E-A8E0-9FC9FD94C2C8}" dt="2022-03-17T09:43:59.841" v="1761" actId="20577"/>
          <ac:spMkLst>
            <pc:docMk/>
            <pc:sldMk cId="1997212673" sldId="363"/>
            <ac:spMk id="4" creationId="{00000000-0000-0000-0000-000000000000}"/>
          </ac:spMkLst>
        </pc:spChg>
        <pc:spChg chg="add del">
          <ac:chgData name="Alessandro Ortis" userId="dcdc90ed-3509-45f7-ac48-ad038638580b" providerId="ADAL" clId="{499C1811-DADC-4F5E-A8E0-9FC9FD94C2C8}" dt="2022-03-17T09:48:33.573" v="1819" actId="22"/>
          <ac:spMkLst>
            <pc:docMk/>
            <pc:sldMk cId="1997212673" sldId="363"/>
            <ac:spMk id="8" creationId="{70D54BD4-5FEE-43C4-8B80-D0442BE4D58C}"/>
          </ac:spMkLst>
        </pc:spChg>
        <pc:picChg chg="add del mod">
          <ac:chgData name="Alessandro Ortis" userId="dcdc90ed-3509-45f7-ac48-ad038638580b" providerId="ADAL" clId="{499C1811-DADC-4F5E-A8E0-9FC9FD94C2C8}" dt="2022-03-17T09:46:48.729" v="1786" actId="478"/>
          <ac:picMkLst>
            <pc:docMk/>
            <pc:sldMk cId="1997212673" sldId="363"/>
            <ac:picMk id="5" creationId="{7BDE2ABC-D0FA-49DD-A78A-E2C9C46BC344}"/>
          </ac:picMkLst>
        </pc:picChg>
        <pc:picChg chg="del">
          <ac:chgData name="Alessandro Ortis" userId="dcdc90ed-3509-45f7-ac48-ad038638580b" providerId="ADAL" clId="{499C1811-DADC-4F5E-A8E0-9FC9FD94C2C8}" dt="2022-03-17T09:44:12.388" v="1762" actId="478"/>
          <ac:picMkLst>
            <pc:docMk/>
            <pc:sldMk cId="1997212673" sldId="363"/>
            <ac:picMk id="7" creationId="{DCA3D759-76B8-48D4-A0E7-EC76F1C7CE7A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7:55:19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2876 5613 342 0,'0'0'65'0,"0"0"-5"0,0 0-8 0,0 0-23 16,0 0-17-16,0 0-1 0,121 72 5 0,-99-59 3 16,7-1 5-16,-1 1 0 0,3-1-3 0,1 1-6 15,2-1-2-15,5-2-3 0,2-2 4 16,4-4 8-16,1 0 14 0,4-4 10 0,0 0 8 16,3-4 1-16,3-3-3 0,-1-4 1 0,4 1-5 15,1-3-6-15,1-1-6 0,3 0-8 0,-4-3-8 16,3 1-6-16,4 0-1 0,-3-1 1 0,4-2 4 15,-2 2 9-15,3-2 3 0,2-1 1 16,-1-1-6-16,2-2-7 0,-1-1-4 0,7-2-3 16,-3-2-3-16,4 1-1 0,1-3-4 0,-4 3-4 15,4-1 1-15,-2 0-1 0,-3-1-1 0,2-2 0 16,-3-1-2-16,-2-1 0 0,-1-2 2 16,0-1-2-16,0-3 4 0,-4-2-2 0,-3-2 1 15,-3 0 0-15,-2-3 1 0,-5-1-1 0,-4-3 3 16,-4-3 1-16,-4-1 2 0,-4-2 1 0,-7-1 3 15,-2 1-2-15,-5-2 0 0,-7 1-1 16,-4 0-1-16,-8 1 4 0,-1 0 3 0,-4 0 8 16,-7 2 13-16,-7 1 10 0,-4 1 7 0,-6 0 8 15,-5 2-4-15,-5 1-10 0,-6 2-16 16,-3 0-17-16,-6 3-13 0,-6 1-7 0,-4 3-2 16,-5 2-2-16,-4 2-5 0,-3 2-5 0,-6 6 0 15,1 2 1-15,-5 4 5 0,1 2 4 0,-3 3 5 16,-5 2 0-16,-1 3 1 0,-2 5 5 15,-4 3 4-15,-1 4 1 0,-4 0 4 0,-3 4-5 16,-2 6 4-16,0 1-2 0,-5 3 1 0,-1 2 3 16,0 3-2-16,2 1-1 0,-1 3-7 0,-1 4-2 15,1 0-3-15,6 6-6 0,-3-1 2 0,5 1-1 16,5 2 0-16,1 0 6 0,6 2 0 16,4 2 1-16,5 3-3 0,1 2-1 0,7 5-4 15,0 3-3-15,5 2-3 0,6 3 1 0,4 0 1 16,7 2 7-16,8 1 3 0,4 0 6 0,8 2 3 15,8 2 4-15,6 3-1 0,5-1-2 16,6 5-3-16,6 0-5 0,8 0 1 0,11-3-5 16,7-3-5-16,11-8 1 0,12-8 0 0,12-10 7 15,11-12 2-15,14-8-7 0,11-11-32 0,14-8-101 16,-27 0-167-16,-23-4-643 0</inkml:trace>
  <inkml:trace contextRef="#ctx0" brushRef="#br0" timeOffset="4273.96">20052 3513 545 0,'0'0'15'0,"0"0"-10"16,0 0-1-16,0 0-11 0,0 0-1 16,0 0-2-16,0 0-2 0,0 0 1 0,0 0-3 15,0 0 3-15,0 0-1 0,0 0 2 0,9 0 1 16,-8 0 2-16,2 0 4 0,0 0 7 0,-2 0 6 15,1-1 5-15,-2 1 6 0,2-2 8 0,2 0 4 16,-2 0 4-16,1-2-3 0,2-2-8 16,0-1-10-16,2-1-6 0,1-4-5 0,3 0 0 15,1-2-1-15,0 1 0 0,7-1 0 0,-4-1-4 16,2 0 0-16,3 2-1 0,-4 1-2 16,-1 1-2-16,1 3-5 0,-3 3-4 0,-2 1-9 15,-3 2-5-15,-2 2-2 0,0 0-1 0,-4 0 8 16,3 4 7-16,-4 1 7 0,1 1 10 0,-2 3 6 15,0 0 3-15,0 4 3 0,0 1 0 16,0 1-3-16,0 1 2 0,0 0-4 0,0 0-1 16,1-1 1-16,2-2-1 0,3-2 3 0,1-2 0 15,1-2-2-15,2-2 0 0,-1-2-6 0,5-3-3 16,-2 0-5-16,1 0-4 0,2-3-3 16,-1-3 2-16,-2-1 6 0,3 0 3 0,-1 0 9 15,-3-3 6-15,0 1 7 0,1 0 7 0,-2-2 8 16,-1 2 3-16,0 1 9 0,0 1 5 0,-3 3 0 15,-2 1-1-15,-3 3-7 0,-1 0-15 0,0 0-12 16,0 0-17-16,0 0-11 0,0 0 0 16,1 5 6-16,1 0 10 0,1 2 8 0,0 2 0 15,-1 2-6-15,3 1-4 0,-1 0-5 0,-1 1-3 16,2-1-2-16,-1 1-7 0,2-1-12 0,-3-1-21 16,2 0-41-16,-2 0-67 0,-2-4-147 15,2-1-103-15</inkml:trace>
  <inkml:trace contextRef="#ctx0" brushRef="#br0" timeOffset="4689.56">19876 3859 2102 0,'0'0'8'16,"0"0"-59"-16,0 0-8 0,0 0 1 16,0 0 15-16,0 0 38 0,0 0 10 0,123-17-2 15,-81 14-2-15,4 1-4 0,0 1-9 0,5 1-9 16,1 0-16-16,3 0-16 0,0 0-11 16,2 1-5-16,1 1 4 0,0 0 6 0,0 0 2 15,0-1-1-15,-2-1-8 0,2 1-10 0,-5-1-11 16,-3 0-13-16,-2 0-16 0,-5 0-14 0,-3 0-30 15,-6 0 5-15,-12-1-220 0,-7 1 235 0</inkml:trace>
  <inkml:trace contextRef="#ctx0" brushRef="#br0" timeOffset="5363.84">19588 3980 1512 0,'0'0'28'0,"0"0"-90"15,0 0-50-15,0 0-3 0,0 0 23 0,0 0 61 16,0 0 59-16,0 0 7 0,0 0-5 0,0 0-10 16,148 25-7-16,-105-21-5 0,3 0-8 15,4 0-6-15,3 2-3 0,-1-2-11 0,5 3 1 16,-2 0-5-16,2 2-5 0,-3 0-2 0,2-1-2 16,-3 3 2-16,-1-1 4 0,-3 1 7 0,-4 0 5 15,0 0 5-15,-6 2 3 0,-1-1 0 0,-5-1 1 16,-5 1 1-16,-1-1-1 0,-6 1 2 15,-2-2-4-15,-6 2 0 0,-4-3-4 0,-2-1-1 16,-5 0 4-16,-2-1 11 0,-4 0 15 0,-9 2 7 16,0 0 4-16,-6 1-4 0,-5 0-5 15,-1-1-6-15,-6 1-9 0,-2 2-5 0,-6 1-7 16,-1 0-6-16,-6 2-3 0,-4 2-7 0,-6-1-2 16,2-1 2-16,-4 3 9 0,3 1 8 0,-2-1 10 15,2 0 8-15,-1 1 7 0,6-2 7 16,6 0 5-16,3-1-1 0,5 1-3 0,7-3-8 15,5 1-8-15,3 0-9 0,4 1-9 0,4-1-4 16,3 3-2-16,5-1 1 0,-1 0 3 0,6 0 4 16,0 1 7-16,7-1 4 0,3-1 9 15,3 0 11-15,7 1 7 0,3-4 6 0,6 0-1 16,7-3-6-16,4-1-6 0,6 0-5 0,3-4-7 16,7-1-6-16,2-2-3 0,3-1-2 0,3-1-3 15,2 0 2-15,2-2-5 0,-2-1-2 0,1-1-6 16,-3 1-4-16,-3 0-2 0,-4 1-2 15,-4 1-3-15,-4 0-4 0,-6 1-7 0,-5 0-6 16,-6 0-2-16,-8 1-2 0,-1 2-1 0,-5 1 0 16,-6 0-1-16,-4 0-3 0,1-1-7 0,-6 1-30 15,-2 2-26-15,1-2-160 0,-2-1 9 0</inkml:trace>
  <inkml:trace contextRef="#ctx0" brushRef="#br0" timeOffset="6165.55">20037 5244 1379 0,'0'0'105'16,"0"0"-89"-16,0 0-9 0,0 0-8 0,0 0-13 15,0 0-9-15,0 0-16 0,0 0-6 16,0 0-11-16,0 0-2 0,0 0-5 0,0 0-2 16,0 0 18-16,0 0 18 0,-25 8 25 0,22 11 16 15,-2 6-1-15,0 3-4 0,-4 5-5 16,4 1-1-16,-3 3-1 0,0 0 0 0,-2 0 0 16,1-3-3-16,4-3 2 0,-1-2-2 0,0-2-16 15,2-5-1-15,3-5 1 0,1-4 2 16,0-4 17-16,0-5 4 0,0-1 8 0,1-2 7 15,5-1 17-15,-3 0 11 0,2-5 4 0,1-4-2 16,4-5-16-16,1-4-11 0,0-4-9 0,5-2-3 16,-3-2 5-16,-2 0 3 0,5-1-2 0,-3-2 0 15,2-4-9-15,2 1-2 0,0 0-6 0,-3 1-5 16,5 3 0-16,-3 3-4 0,-3 5-7 16,-2 4-11-16,-2 4-24 0,-3 5-30 0,0 1-45 15,-4 4-44-15,1-1-34 0,-2 3 21 0,0 0-57 16,-1 0-16-16</inkml:trace>
  <inkml:trace contextRef="#ctx0" brushRef="#br0" timeOffset="6374.55">20067 5434 731 0,'0'0'99'0,"0"0"-97"0,0 0-13 15,0 0-3-15,0 0 7 0,0 0 21 0,0 0 14 16,0 0 17-16,0 0 4 0,0 0 0 15,0 0-4-15,0 0-14 0,0 0-9 0,0 0-3 16,46 122-8-16,-36-107-2 0,0 0-4 0,2 0-6 16,-1 0-6-16,-1-2-11 0,0 0-7 0,1-2-16 15,0-1-29-15,-3-2-36 0,1-2-56 0,0-2-8 16,-3-1-204-16,-2-2 221 0</inkml:trace>
  <inkml:trace contextRef="#ctx0" brushRef="#br0" timeOffset="6593.58">20267 5463 588 0,'0'0'154'16,"0"0"-65"-16,0 0 9 0,0 0 0 0,0 0-19 15,0 0-11-15,0 0-12 0,0 0-21 0,0 0-25 16,0 0-28-16,0 0-36 0,0 0-19 16,0 0 7-16,0 0 22 0,-8-18 32 0,13 22 26 15,5 0 3-15,1-1 1 0,0-1 1 0,7-1 1 16,-1-1-3-16,4 0-2 0,0 0-4 0,2-3-6 15,-2-2-4-15,4 2-10 0,-4-2-13 16,-4 1-16-16,1 1-25 0,-5 1-37 0,1 0-49 16,-5 2-24-16,-4-1-101 0,0 1-43 0</inkml:trace>
  <inkml:trace contextRef="#ctx0" brushRef="#br0" timeOffset="6777.57">20260 5607 488 0,'0'0'246'0,"0"0"-172"16,0 0-21-16,0 0-19 0,0 0-28 16,0 0-7-16,0 0 2 0,0 0 17 0,0 0 16 15,0 0 10-15,0 0 2 0,0 0-14 0,0 0-17 16,0 0-13-16,47 2-16 0,-32-5-21 0,-1 3-37 16,1-3-57-16,-1 2-50 0,-5 0-32 15,-2 1-241-15</inkml:trace>
  <inkml:trace contextRef="#ctx0" brushRef="#br0" timeOffset="6978.03">20633 5366 916 0,'0'0'277'0,"0"0"-219"0,0 0-81 0,0 0-35 16,0 0 7-16,0 0 35 0,0 0 46 0,0 0 21 15,0 0-6-15,0 0-20 0,0 0-20 0,0 145-10 16,-3-115-11-16,3-1-21 0,0-3-25 0,0-1-34 16,1-3-65-16,3-2-46 0,1-6-134 15,-3-6 7-15</inkml:trace>
  <inkml:trace contextRef="#ctx0" brushRef="#br0" timeOffset="12419.23">21463 4035 565 0,'0'0'85'0,"0"0"-3"0,0 0 7 0,0 0-18 16,0 0-23-16,0 0-16 0,0 0-9 0,0 0-7 16,0 0-7-16,0 0-5 0,0 0-14 0,0 0-13 15,0-22-16-15,0 22-15 0,0 0-6 0,0 0 8 16,0 3 21-16,2 0 21 0,-1 4 21 0,2 1 9 16,-2 5 2-16,-1 3 3 0,0 3 0 15,0 6 3-15,-5 5-4 0,-1 4 0 0,-3 6-5 16,-3 3 0-16,-1 3-5 0,0 0-7 0,-1 0-3 15,0-1-4-15,1-1 0 0,1-3-1 0,3 0-9 16,-1-6 0-16,4-2 0 0,1-7 1 16,1-4 8-16,2-8-5 0,2-3-1 0,0-5-2 15,0-4 8-15,0-1 13 0,0-1 14 0,0 0 17 16,0 0 12-16,0 0 6 0,1-6-1 0,4-3-10 16,4-5-15-16,3-9-14 0,2-3-9 15,4-5-3-15,0-5 0 0,2-1-6 0,-1-4 3 16,2-1-1-16,-1-2-5 0,-1-1 12 0,-1 1-5 15,0 2 4-15,-1 1 2 0,-1 4-2 16,0 3 3-16,1 4-7 0,-4 4-5 0,-1 3-2 16,-2 5-6-16,0 2 0 0,1 3-3 0,-4 3-3 15,-1 2-3-15,0 3-4 0,-2 0-7 0,1 3-11 16,-1 1-8-16,1 0-9 0,-2 1-3 16,2 0-12-16,-2 0-15 0,1 3-16 0,0 3-16 15,-2 1-13-15,-1 1 6 0,-1 2 19 0,0 0 10 16,0 0-208-16,-1-4 302 0</inkml:trace>
  <inkml:trace contextRef="#ctx0" brushRef="#br0" timeOffset="12629.84">21534 4368 1186 0,'0'0'60'15,"0"0"-107"-15,0 0-29 0,0 0 6 0,0 0 21 16,0 0 35-16,0 0 17 0,0 0-4 16,0 0 0-16,0 0-1 0,0 0-2 0,34 136-3 15,-27-113-10-15,0-2-13 0,-1-1-20 0,4 1-27 16,-1-1-54-16,-3-5-23 0,-2-5-365 0</inkml:trace>
  <inkml:trace contextRef="#ctx0" brushRef="#br0" timeOffset="13035.47">22050 4329 1341 0,'0'0'320'0,"0"0"-377"0,0 0-46 0,0 0-30 15,0 0 12-15,0 0 39 0,0 0 50 0,0 0 40 16,0 0 2-16,0 0-7 0,0 0-6 0,0 0-14 16,0 0-22-16,0 0-29 0,96 33-48 0,-79-27-53 15,1-3-15-15,-6 1-218 0,-4-3 246 0</inkml:trace>
  <inkml:trace contextRef="#ctx0" brushRef="#br0" timeOffset="13256.39">21950 4642 1246 0,'0'0'62'0,"0"0"-79"0,0 0-5 0,0 0 16 16,0 0 13-16,0 0 5 0,0 0-1 0,0 0-6 16,0 0-4-16,128 2-5 0,-106-2-9 0,0 0-9 15,0 0-13-15,0 1-24 0,2 2-35 16,-2-1-43-16,-1-1-65 0,-6 1-3 0,-5-2-323 16</inkml:trace>
  <inkml:trace contextRef="#ctx0" brushRef="#br0" timeOffset="14883.8">22709 4131 857 0,'0'0'128'0,"0"0"-156"0,0 0-8 0,0 0 5 16,0 0-3-16,0 0-4 0,0 0-6 0,0 0 4 15,0 0 1-15,93-127-10 0,-79 112-21 0,3-1-4 16,-4 1 2-16,2 2 15 0,-3 1 33 16,-2 3 15-16,-1 2 4 0,-3 3 2 0,0 2 0 15,-1 2 0-15,0 0 1 0,-2 0 4 0,3 0 4 16,-2 5 4-16,-3-1 8 0,1 3 7 0,1 3 12 15,-3 1 10-15,0 3 4 0,0 2 3 0,-1 2-11 16,-3 0-14-16,1 0-13 0,0 0-12 16,1-3-5-16,2-1-3 0,0-2-1 0,0-4 0 15,7-1 5-15,-2-3 5 0,2 0 3 0,2-3-1 16,1-1-7-16,0 0-13 0,0-1-7 16,1-5-2-16,-1-1 5 0,0-1 14 0,1-1 0 15,-2-1 5-15,1-1 0 0,1 1 3 0,0-3 10 16,-1 1 11-16,0 2 15 0,-1 1 18 0,-4 2 17 15,0 3 14-15,-4 1-7 0,-1 2-14 16,1 1-30-16,-1 0-36 0,0 0-34 0,0 4-8 16,0 2 23-16,0 3 30 0,-1 5 28 0,0 4 2 15,-4 3-20-15,1 2-23 0,0 1-20 0,2 0-21 16,-1-1-40-16,3-2-88 0,0-6-42 16,0-4-415-16</inkml:trace>
  <inkml:trace contextRef="#ctx0" brushRef="#br0" timeOffset="15179.99">23633 3650 1630 0,'0'0'25'0,"0"0"-31"16,0 0-2-16,0 0-13 0,0 0-25 0,0 0-23 15,0 0-19-15,0 0 20 0,0 0 22 16,0 0 23-16,0 0 29 0,0 0-5 0,0 0-2 16,0 0-5-16,-95 118 0 0,76-82 1 0,-2 3 1 15,2 4 1-15,0 1 3 0,-1 1-3 0,4 1 2 16,-2 0-3-16,6-3-1 0,2 0 0 16,0-4-5-16,5-2-4 0,3-4-3 0,2-4-4 15,0-4-7-15,6-3-8 0,0-5-20 0,2-2-39 16,1-3-43-16,1-4-51 0,0-2-12 0,-5-3-238 15</inkml:trace>
  <inkml:trace contextRef="#ctx0" brushRef="#br0" timeOffset="15851.43">23548 4134 2016 0,'0'0'39'0,"0"0"-13"16,0 0 7-16,0 0-22 0,0 0-21 0,0 0-11 15,0 0-5-15,0 0-5 0,0 0-15 0,0 0-17 16,0 0-24-16,86-117-20 0,-67 100-15 0,4 1-22 16,0 0-11-16,-2 1 2 0,-1 2 20 15,-3 1 45-15,-3 2 39 0,-3 3 31 0,-3 3 17 16,-5 2 11-16,0 2 9 0,-2 0 5 0,-1 0-2 16,0 0-16-16,0 1-12 0,0 4 13 15,0 3 18-15,0 3 23 0,-3 2 13 0,1 3-16 16,-2 3-13-16,-2-1-18 0,0 0-6 0,2 1-3 15,2-2-3-15,-1-2-5 0,2-2-6 0,1-3-10 16,0 0-4-16,1-3-3 0,3-2-2 0,1 0-9 16,2-2-31-16,2-2-29 0,0-1-37 0,1 0-30 15,1-5 16-15,1-3 34 0,4-2 44 16,-4 0 48-16,0-2 15 0,1 1 11 0,-2-2 8 16,0 1 28-16,-2 0 54 0,-3 4 68 0,0 1 54 15,-3 5 13-15,-3 0-36 0,1 2-68 16,-1 0-66-16,0 0-52 0,0 0-35 0,0 3-25 15,0 3 15-15,0 2 18 0,-1 3 22 0,0 6 17 16,-3 1-10-16,-1 0-18 0,3 3-15 0,-3-2-38 16,3 1-70-16,1-1-92 0,0-6-63 15,1-5-231-15</inkml:trace>
  <inkml:trace contextRef="#ctx0" brushRef="#br0" timeOffset="16054.18">24264 3932 1826 0,'0'0'-23'0,"0"0"-87"0,0 0-50 16,0 0 10-16,0 0 36 0,0 0 53 0,0 0 59 16,0 0 10-16,0 0-7 0,0 0-4 0,0 0-5 15,-15 118-5-15,14-95-18 0,0 2-18 0,1-3-31 16,0 1-43-16,0 0-58 0,0-8-16 15,2-4-333-15</inkml:trace>
  <inkml:trace contextRef="#ctx0" brushRef="#br0" timeOffset="16230.53">24159 4141 1488 0,'0'0'46'0,"0"0"-48"16,0 0-17-16,0 0-24 0,0 0-3 0,0 0 14 15,0 0 21-15,0 0 22 0,0 0 0 0,0 0-8 16,0 0-9-16,0 0-10 0,0 0-24 0,132-25-32 16,-108 22-52-16,1-1-71 0,-4 1-55 0,-1-1-34 15,-10 3-135-15</inkml:trace>
  <inkml:trace contextRef="#ctx0" brushRef="#br0" timeOffset="16393.05">24688 4007 80 0,'0'0'158'0,"0"0"-91"0,0 0 14 0,0 0 17 0,0 0 4 15,0 0-10-15,0 0-13 0,0 0-9 16,0 0-9-16,0 0-5 0,0 0-1 16,0 0-4-16,0 0-5 0,0 0-11 0,118 43-13 0,-117-28-10 15,0 2-14-15,-1 1-5 0,1 0-15 16,-1-1-13-16,1 0-25 0,1-2-42 0,1-3-57 16,-1-2-37-16,-1-1-35 0,0-6-120 0</inkml:trace>
  <inkml:trace contextRef="#ctx0" brushRef="#br0" timeOffset="16741.97">24948 3671 554 0,'0'0'144'0,"0"0"-97"16,0 0 21-16,0 0 17 0,0 0-20 0,0 0-34 15,0 0-40-15,0 0-46 0,0 0 1 16,0 0 9-16,0 0 25 0,0 0 31 0,0 0-2 16,0 0 1-16,44 24-5 0,-28-8 2 15,2 0-3-15,2 3-5 0,0 1 1 0,3 1-1 16,-1 2 0-16,-2 1-4 0,-1 1-2 0,-5 3-2 16,-2 1-1-16,-3 2-1 0,-3 0 4 0,-5 0 1 15,-1 2 12-15,-9 2 2 0,-1 0 1 0,-6 0 3 16,0 0-3-16,-4-1 0 0,1-2 4 0,-1-2-1 15,2-3-1-15,4-4 1 0,-1-3-1 16,1 0-3-16,1-3 2 0,0 0 1 0,-2-3-5 16,-1 0-5-16,0 0-14 0,-2-3-16 0,-1-3-25 15,4 0-38-15,-3-2-57 0,6-1-24 16,3-3-264-16</inkml:trace>
  <inkml:trace contextRef="#ctx0" brushRef="#br0" timeOffset="17115.46">23244 4731 2102 0,'0'0'-40'0,"0"0"-79"0,0 0 10 0,0 0 15 15,0 0 37-15,0 0 62 0,0 0 5 0,168-24-4 16,-113 17-10-16,8-1-10 0,6 1-18 16,3-1-18-16,6-1-14 0,1 1-4 0,5 0 16 15,-1-1 17-15,5 1 19 0,-2 0 14 0,-1 1 1 16,-1 1 2-16,-4 1 0 0,-4 1 4 15,-1 1 1-15,-3 1 0 0,-5 1-1 0,-1 1-3 16,-8 0-3-16,-3 0-2 0,-5 0-2 0,-7 0-3 16,-2 3-13-16,-8-1-31 0,-3-1-33 0,-3 1-43 15,-7 1-50-15,-4-1-53 0,-6-1-68 16,-5 0-82-16</inkml:trace>
  <inkml:trace contextRef="#ctx0" brushRef="#br0" timeOffset="17481.96">23923 5144 2057 0,'0'0'-36'0,"0"0"-62"0,0 0 42 0,0 0 29 15,0 0 15-15,139-51 5 0,-102 44-5 16,3 3-6-16,-1 3-11 0,-3 1-6 0,-3 0-16 16,-5 4-18-16,-4 5-19 0,-2 3-17 0,-3 2-6 15,-8 3-6-15,-4 2-6 0,-7 3-7 16,-4 5-13-16,-10 0-15 0,-6 4 25 0,-6-2 38 16,-1-1 56-16,-2-3 83 0,8-2 65 0,-1-5 52 15,3-1 30-15,2-3-13 0,4-3-35 0,3 2-47 16,0-2-41-16,1 2-27 0,4 2-16 0,1-3-9 15,3 1-6-15,1 0-2 0,0-2-2 0,3-1-1 16,2-1-3-16,5-3-2 0,1 1-3 16,-1-2-2-16,6-1-15 0,0-3-42 0,2-1-87 15,-5 0-104-15,-4 0-502 0</inkml:trace>
  <inkml:trace contextRef="#ctx0" brushRef="#br0" timeOffset="19314.39">19641 6889 1276 0,'0'0'67'0,"0"0"-9"0,0 0 0 0,0 0-22 16,0 0-17-16,0 0-23 0,0 0-18 0,0 0-13 15,0 0-12-15,0 0 1 0,0 0 5 16,0 0 11-16,20-87 4 0,-6 83 4 0,5 1 2 16,-2 0 4-16,6 2 5 0,-1 0 5 0,1 1 4 15,4 0 2-15,1 0 1 0,5 0 3 0,1 0-4 16,3 0-4-16,1 2 1 0,1 2-3 16,-4 0 1-16,7 1-1 0,-5-1-1 0,-2 2-3 15,1 0-1-15,-5 1-5 0,-3 1-6 0,-5 1-10 16,-7 3-13-16,-3 1-13 0,-9 5-11 0,-4 5-8 15,-4 1 1-15,-13 4 0 0,-3 0 14 0,-9 2 20 16,-1 1 22-16,-2-1 26 0,0-1 19 0,-1-1 21 16,-3-2 20-16,4-1 17 0,0-1 2 15,0 1-7-15,1-1-12 0,1 0-21 0,1-1-12 16,5 0-10-16,5 0-11 0,2-2-7 0,6-1-10 16,3-1-7-16,8-2 2 0,0-1 3 0,2-1 3 15,7-1 3-15,7-1 3 0,-1-3-1 16,5-2-4-16,6-3-19 0,-2-3-40 0,6-2-69 15,-1-3-57-15,-6-3-226 0,-5 1 153 0</inkml:trace>
  <inkml:trace contextRef="#ctx0" brushRef="#br0" timeOffset="19541.84">19807 7229 957 0,'0'0'147'0,"0"0"-32"0,0 0-15 16,0 0-41-16,0 0-35 0,0 0-25 0,0 0-6 15,0 0 7-15,0 0 19 0,0 0 15 0,0 0 0 16,0 0-12-16,0 0-13 0,138-26-9 0,-103 22-11 16,3 0-8-16,-1 2-9 0,0-1-14 0,0 1-26 15,-3 1-44-15,3 0-89 0,-13 0-55 16,-5 0-519-16</inkml:trace>
  <inkml:trace contextRef="#ctx0" brushRef="#br0" timeOffset="19743.25">20765 7070 1258 0,'0'0'245'0,"0"0"-272"16,0 0-19-16,0 0 10 0,0 0 6 16,0 0 10-16,0 0 5 0,0 0-4 0,132-23-21 0,-107 25-27 15,-2 2-60-15,1 2-104 0,-5 0-318 16,-8-3 253-16</inkml:trace>
  <inkml:trace contextRef="#ctx0" brushRef="#br0" timeOffset="19950.45">20678 7343 2213 0,'0'0'54'0,"0"0"-58"16,0 0-35-16,0 0-19 0,0 0 2 0,0 0 28 15,0 0 30-15,0 0 10 0,0 0-7 16,0 0-8-16,0 0-12 0,140 14-16 0,-108-11-18 15,1-3-35-15,2 0-44 0,1 0-65 0,-2 0-79 16,-8-2-93-16,-10 0-596 0</inkml:trace>
  <inkml:trace contextRef="#ctx0" brushRef="#br0" timeOffset="20496.25">21651 7275 1499 0,'0'0'353'0,"0"0"-332"0,0 0-24 15,0 0-22-15,0 0-16 0,0 0-5 16,0 0 3-16,0 0 14 0,0 0 4 0,0 0-9 15,88-119-14-15,-67 97-15 0,1 0-11 0,0 0 5 16,-1 0 18-16,0 1 22 0,-1 3 18 0,0 1 13 16,-2 2 7-16,0 4 1 0,-3 3-5 15,-3 3-1-15,-2 2-7 0,0 1-2 0,-2 2 2 16,-2 0 3-16,0 5 8 0,-1 1 9 0,1 1 8 16,-2 5 6-16,0 0 2 0,-1 3-2 0,-1-1-7 15,0 1-9-15,1 2-7 0,0-2-2 16,0-3 2-16,3 1 0 0,-1-3 3 0,2-2-2 0,1-1 2 15,3-2 0-15,-1-1-2 0,3-3-3 16,2-1-17-16,-1 0-19 0,3-3-22 0,-1-2-24 16,3-2-12-16,-3-2-2 0,-1 0 14 0,1-1 23 15,-1 0 20-15,-2-1 22 0,0 0 15 0,-3-1 9 16,1 2 13-16,-3 0 13 0,-2 4 13 16,0 0 7-16,-3 4-2 0,-2 1-14 0,2 1-22 15,-3 0-18-15,1 1 8 0,-1 3 18 0,0 3 18 16,2 3 13-16,-2 3-4 0,0 2-21 15,0 1-16-15,0 0-12 0,0 0-16 0,-2 0-12 16,2-3-10-16,0-1-10 0,0-2-11 0,2-3-8 16,0-1-6-16,1-3-8 0,1 0-1 0,1-2-1 15,-1-1-22-15,2 0-44 0,1-1-63 16,-2-2-40-16,0 1-193 0</inkml:trace>
  <inkml:trace contextRef="#ctx0" brushRef="#br0" timeOffset="20700.06">22940 6871 1521 0,'0'0'209'0,"0"0"-245"0,0 0-3 16,0 0 45-16,0 0 39 0,0 0 4 0,0 0-20 15,-6 121-16-15,4-93-14 0,-2 1-5 0,4 0-13 16,-1 0-15-16,1 0-14 0,0 0-25 0,0-1-27 15,1-2-40-15,1 0-50 0,2-4-80 16,-3-4-46-16,1-8-284 0</inkml:trace>
  <inkml:trace contextRef="#ctx0" brushRef="#br0" timeOffset="20854.54">22789 7046 1871 0,'0'0'-22'15,"0"0"-23"-15,0 0 19 0,0 0 11 16,0 0 15-16,0 0 2 0,0 0-8 0,136-9-12 16,-103 8-33-16,-1 0-60 0,3 0-112 0,-9 0-137 15,-9 1-636-15</inkml:trace>
  <inkml:trace contextRef="#ctx0" brushRef="#br0" timeOffset="21024.97">23624 6863 1162 0,'0'0'187'0,"0"0"-162"16,0 0 19-16,0 0 23 0,0 0-2 0,0 0-2 15,0 0-22-15,70 142-20 0,-64-112-13 0,-2 1-12 16,0 1-10-16,-2 1-14 0,0 0-20 16,2 2-42-16,0-2-64 0,-3 1-115 0,0-8-132 15,0-10-274-15</inkml:trace>
  <inkml:trace contextRef="#ctx0" brushRef="#br0" timeOffset="21443.98">21863 6487 1166 0,'0'0'70'0,"0"0"-35"0,0 0 2 0,0 0-13 16,0 0-27-16,0 0-35 0,0 0-27 0,0 0 19 15,0 0 13-15,0 0 31 0,0 0 30 0,0 0-4 16,0 0 8-16,-133 148 2 0,102-104 6 16,0 6 8-16,1 5 6 0,3 4 7 0,1 5-3 15,6 6-12-15,5-1-14 0,3 5-14 0,5 0-14 16,6-2-16-16,1-2-18 0,12-3-31 0,3-7-43 15,8-7-67-15,5-7-97 0,-4-15-89 0,-10-11-264 16</inkml:trace>
  <inkml:trace contextRef="#ctx0" brushRef="#br0" timeOffset="21777.97">23895 6618 2188 0,'0'0'4'0,"0"0"-41"0,0 0 6 16,146-16-2-16,-103 23 4 0,1 6 5 0,-1 4 0 15,-4 5-7-15,0 5-11 0,-6 5-9 0,-4 5-11 16,-4 8-2-16,-7 4-5 0,-3 5-6 0,-9 7-3 16,-5 2-4-16,-2 4-1 0,-10 0 3 15,-5 1 14-15,-7-3 18 0,-3 0 21 0,-2-3 20 16,-1-3 9-16,0-6 1 0,-1-5 0 0,2-6-4 16,0-6-21-16,5-7-56 0,2-6-91 0,5-7-68 15,6-7-413-15</inkml:trace>
  <inkml:trace contextRef="#ctx0" brushRef="#br0" timeOffset="24626.2">10994 8488 702 0,'0'0'69'0,"0"0"-42"0,0 0-5 16,0 0-6-16,0 0-6 0,0 0-5 0,0 0-5 16,0 0-7-16,0 0-12 0,0 0-18 0,0 0-28 15,0 0-26-15,-15-11-9 0,15 11 16 0,0 0 29 16,0 0 28-16,0 0 22 0,0 0 3 0,0 0 4 16,0 0-1-16,0 0 2 0,0 0 8 15,0 1 11-15,0 0 10 0,0 1 0 0,-1 1-3 16,-1 1-6-16,0 0-9 0,-4 2 2 0,4 2-5 15,-1 0-3-15,-2 2-2 0,2 1-2 0,0 3 8 16,-1 0 0-16,3 3 4 0,0 0 0 16,1 1-3-16,0 2-2 0,2-2-4 0,5 1-1 15,-1-2-2-15,0-1 0 0,3-2 1 0,1-2-1 16,-1-2 4-16,2-1-2 0,-2-2 3 0,1-1 1 16,1-2 1-16,0 0 3 0,-1-2-2 15,1 0 3-15,-2 1-4 0,1-1 0 0,1 0-4 16,-1-1 1-16,-1 2-2 0,2-1 0 0,-1 0 0 15,-1 1-1-15,2-2-2 0,-2 1 3 0,1-1 1 16,0-1 2-16,0 0 7 0,-1 0 5 16,0 0 3-16,-1-2-1 0,4-3-3 0,0 1-7 15,-1-1-3-15,0-1-5 0,1 1 3 0,-2-2-3 16,2 0 2-16,3-1-1 0,-2 0-1 0,0 0-3 16,3 1-3-16,-2 0-1 0,3 0 0 15,-2 1-1-15,1-1 0 0,2 2 1 0,-4-2 0 16,4 0 2-16,-2 0 0 0,2 0 1 0,1 0-1 15,1 0 0-15,0 1 0 0,-2-1 0 0,0 2-1 16,-2 0 1-16,-4 1 0 0,3 0-1 16,-2 1 1-16,-1-1-2 0,4 2 2 0,-4-1-1 15,0 1 0-15,2 0-3 0,-1 1 1 0,-1 1 1 16,1-2 2-16,2 2-3 0,-2 0 2 0,-2 0-1 16,4 0 0-16,-3 0 0 0,0 0 1 0,-1 0-3 15,-1 0 0-15,1 0-1 0,-2 0-3 16,1 2-1-16,-2 0-2 0,-3 1 0 0,2 0 2 15,-4 0 3-15,2 1 0 0,-2-1 4 0,-1 1 1 16,3 0 1-16,-3 1 1 0,0 0 2 16,0 2-2-16,3-1 1 0,-3 1-4 0,-1-1 3 15,4 1 0-15,-2-1-1 0,-1 1 1 0,5-2-1 16,-4 2 0-16,2-1-2 0,-1 1 3 0,-2-2-2 16,3 1 2-16,-2 0 1 0,-3-1-1 15,3 1 0-15,1-2 0 0,-2 0-1 0,0 0 2 16,-2-1-2-16,2 0 2 0,2-1-2 0,-2-1 4 15,0 0 5-15,2-1 3 0,1 0 8 0,-2 0 0 16,5-3 4-16,-2-3-3 0,-1 0-3 16,2-4-5-16,-3 1-2 0,5 0-2 0,-2-3-2 15,-2 2-1-15,5-3 1 0,-1 1 0 0,2-1-2 16,4 0-1-16,-3 1-5 0,0 1 1 0,1 1-3 16,2 2-2-16,-2 1-1 0,-2 1-3 0,5 2-2 15,-4 1 0-15,-1 1-2 0,0 1 1 0,0 1 0 16,0 0 0-16,0 0-3 0,3 1 2 15,-2 2 4-15,-2 2 0 0,1 1 3 0,-1-1 0 16,-1 2 0-16,0 1 1 0,-1 1 2 0,-2 0-1 16,3-2 4-16,-2 3-1 0,-1-2 3 15,3 1 1-15,1 0-1 0,-1 0 2 0,2-1 2 16,-1-1-1-16,2 1-2 0,3-1 0 0,-2 2-2 16,0 0 0-16,3-1-2 0,0 1-1 15,0-1 1-15,1-1 2 0,-2 0 4 0,5 0 2 16,0-3-3-16,1 1 1 0,4 0-2 0,-2-3 4 15,1-1-3-15,1-1 3 0,2 0-2 0,0-1-2 16,2-4 3-16,-1 1-2 0,0-2-1 16,0-1 1-16,1 0 0 0,0 0 0 0,1-1 5 15,2-1-4-15,0 0 5 0,2-2-3 0,0 1-1 16,0-2-3-16,2 2-1 0,-3-2-2 0,2 0-1 16,0 0 0-16,-2 0 2 0,-1 1 2 0,1-2-3 15,-1 0 2-15,-4 0 2 0,0 1-2 0,-4-1 4 16,1 2 4-16,-4-1 0 0,-2 0 2 15,-3 4 1-15,-3-1 3 0,-2 2 4 0,-3 2 9 16,-4 0 8-16,0-1 3 0,0 2-8 0,-2-2-12 16,3 0-12-16,0 0-11 0,-2 1-4 0,2-1-6 15,-2 3-14-15,-1-1-29 0,1 3-41 16,-3 1-93-16,1 0-58 0,-1 0-461 0</inkml:trace>
  <inkml:trace contextRef="#ctx0" brushRef="#br0" timeOffset="25785.35">12322 9054 419 0,'0'0'87'0,"0"0"0"16,0 0 6-16,0 0-5 0,0 0-13 0,0 0-15 16,0 0-22-16,0 0-23 0,0 0-14 0,0 0-14 15,0 0-4-15,0 0-3 0,0 0 1 16,23-33 4-16,-11 30 5 0,-1 1 4 0,4 0 4 16,0-1 2-16,1 2-2 0,-1 0 0 0,4 1-2 15,-4 0 0-15,2 0 2 0,1 0-1 0,0 0 2 16,-4 2 2-16,4 1-4 0,-5-1 2 15,1 0-1-15,-2 2 4 0,-2-1-4 0,1 1 2 16,-5-1-2-16,1 2-2 0,-5-2 5 0,0 1 10 16,-2 2 20-16,0 1 18 0,-3 4 6 0,-6 0-3 15,-2 3-13-15,-3 1-13 0,-2 1-1 0,-3 0-4 16,3-1-2-16,-3-1-2 0,-1 1 0 16,1-1-2-16,0-1 2 0,-1 1-3 0,3 0-3 15,1 1-6-15,-1 0-7 0,3 0-2 0,0 2-4 16,1-1-1-16,3-1-5 0,5 0-1 0,-1-1-7 15,4 1 0-15,2-1 2 0,0 1 3 0,2 0 3 16,7-1 4-16,1-1 0 0,2 0 3 16,4-1 0-16,3-3 3 0,-3-2 0 0,5-3-1 15,3-2 1-15,-2-1 0 0,1-1 1 0,1 0-3 16,1-1 2-16,-2-1-9 0,-2-3-8 16,3 1-19-16,-5 0-25 0,-3-1-32 0,2 2-41 15,-6-2-13-15,-2 0 21 0,-2 3-68 0,-4 0 9 0</inkml:trace>
  <inkml:trace contextRef="#ctx0" brushRef="#br0" timeOffset="26019.74">12317 9335 1203 0,'0'0'295'16,"0"0"-256"-16,0 0-33 0,0 0-22 16,0 0 1-16,0 0 17 0,0 0 6 0,0 0 1 15,0 0-9-15,124-34-3 0,-95 32-7 0,2 1-6 16,5 0-9-16,0 1-18 0,4 0-27 0,1 0-59 16,5 0-121-16,-14 0-368 0,-11 0 251 0</inkml:trace>
  <inkml:trace contextRef="#ctx0" brushRef="#br0" timeOffset="29727.6">12933 11762 901 0,'0'0'49'0,"0"0"-51"0,0 0-25 15,0 0-5-15,0 0 10 0,0 0 21 16,0 0 9-16,0 0 1 0,0 0-1 0,0 0-2 15,0 0-2-15,0 0-3 0,8 11 0 0,-4-6-1 16,-1 0 0-16,2 1 0 0,-1 1 0 16,0 0 0-16,3 0 2 0,-1 0 0 0,-2 1 2 15,3 0 0-15,1 0 2 0,-2 1-2 0,3-1 0 16,-2-1-2-16,0 1 0 0,2-2 4 0,0 1 5 16,0-3 8-16,1 1 6 0,3-2 5 0,0-1 2 15,1-1-2-15,-2-1-5 0,6 0-4 0,-4 0-4 16,3-1-3-16,-1-3-1 0,-1-2-1 15,3-1 0-15,0 0 1 0,0 0-1 0,-1-1 2 16,4 0 3-16,-1 0 2 0,0 0 1 0,2 1-2 16,-1-1-2-16,1 0-6 0,2 0-2 0,-1 1-3 15,3 0-1-15,-1 0-2 0,2 2 0 16,-1-1-4-16,0 1 0 0,0 0-1 0,-2 1-1 16,-1 1-2-16,3 0-4 0,-4 2-5 0,-1 1-6 15,0 0-3-15,-2 1 3 0,-3 4 3 16,0 2 5-16,-5-1 7 0,1 2 4 0,-3-1 2 15,1 3 2-15,-1 1 2 0,-1 1 0 0,-2 0 3 16,0 1 1-16,-1 1 1 0,1 1 2 0,1 1 0 16,-3 0 0-16,3 0-1 0,-2 1-2 15,1 0-3-15,2-1-1 0,-3 0-4 0,1 0 1 16,0-1-1-16,0 0 0 0,3-1 0 0,-1-1-1 16,-1-1-2-16,0 0 2 0,5 0-1 0,-3 0 0 15,2-2 1-15,-1 0 0 0,0 1 1 0,1-2 0 16,0-1 0-16,-1-1-2 0,-2-1 4 15,3-1-3-15,-2-2 1 0,-1-1-1 0,-2 1 1 16,3-3 2-16,-3 0 5 0,-2 0 5 0,1 0 6 16,-2 0 8-16,0-1 9 0,2-2 10 0,-2-1 8 15,0-1 3-15,3-1-3 0,0-1-9 0,1-3-16 16,3-2-11-16,-2-1-10 0,5-4-4 16,0-1-5-16,0-3-4 0,2-2-9 0,1 1-15 15,-1-1-13-15,0 3-14 0,-1 1-5 0,-2 2 5 16,-2 3 11-16,0 4 11 0,-2 3 14 15,-3 1 7-15,-2 4 7 0,-1 0 4 0,-1 2 3 16,1 0 1-16,-1 0 1 0,0 0 0 0,1 0 0 16,-1 0 2-16,0 0 3 0,1 2-5 15,-2 0 1-15,2 0-1 0,0 1-5 0,0 0 7 16,-1-1-1-16,0 2 1 0,-1-1 2 0,2 1-1 16,-2 0 1-16,1 0 2 0,0 1-1 0,-1-2-2 15,2 2-3-15,-1-1-2 0,0 0-4 0,0 0 3 16,0-1-1-16,1 2 0 0,-1 0 4 15,2-1 0-15,0 2 3 0,-2 1 0 0,1 1 1 16,-2 2 0-16,1-2-1 0,0 0 1 0,-1 2-1 16,2-2 1-16,0 0-1 0,0 0-3 0,0 0 3 15,0 0-2-15,2-1 0 0,0 0 1 0,1 0 1 16,1-1-1-16,1-1 0 0,0 1-1 16,0 0 0-16,2-1 1 0,1-2-1 0,0 0 3 15,1-1-1-15,0 1-1 0,-1-2 0 0,1 0-2 16,-2 0-2-16,0-1 2 0,-3 1-2 0,0-1 2 15,0 0 1-15,-2 2-1 0,1-2 0 16,-2 0 0-16,1 0 1 0,3 1 2 0,-2-1 2 16,1 0 2-16,3 0 2 0,0 0-4 0,2 0 0 15,0 0-2-15,3 0-2 0,-1-3-3 16,2 1-2-16,1 0-6 0,1-1-6 0,-1 1-12 16,0-2-11-16,-1 1-8 0,2-1 3 0,-2-1 0 15,3 2 15-15,-3-2 11 0,1 2 6 16,0-2 8-16,3 2 2 0,-4-2-1 0,3 0 0 15,0 1 1-15,-2-1 0 0,4 1-1 0,-1 0-1 16,0 1 0-16,1 0 0 0,-1 0 0 0,1 1 0 16,0 1 2-16,-1 0 2 0,2-2-2 0,0 1 0 15,0 0 0-15,3-2-1 0,-1-1-2 0,3 0-2 16,-2-1-6-16,4-1-1 0,-3 1-3 16,2 0 1-16,-2-1 2 0,1 0 3 0,-1 0 3 15,1-1 2-15,3 1-1 0,-2 0-4 0,-1 0-12 16,3 0-12-16,-4 0-17 0,1 0-14 0,-5 0-10 15,1 0-11-15,0 1-10 0,-2 2-20 16,-2 0-7-16,1 1 10 0,-7-1 21 0,0 2 28 16,-4 1-20-16,0 0-42 0,-7 1 93 0,1 0 32 15,-2 0 0-15</inkml:trace>
  <inkml:trace contextRef="#ctx0" brushRef="#br0" timeOffset="30370.1">14312 12426 344 0,'0'0'4'16,"0"0"-39"-16,0 0 4 0,0 0 6 0,0 0 12 15,0 0 15-15,0 0 2 0,0 0 2 16,0 0 4-16,0 0 8 0,0 0 11 0,0 0 24 16,0 0 22-16,0 0 20 0,73-10 13 0,-64 10 1 15,0 0-11-15,2 0-10 0,4 0-12 0,2 0-20 16,1 0-15-16,3 0-15 0,2 0-11 16,-1 0-8-16,2 0-4 0,2-3-11 0,-1 1-14 15,-1-2-25-15,2 1-26 0,-4-1-24 0,2 2-12 16,-4 0 2-16,-2 2 15 0,-1 0 21 0,-5 0 19 15,-3 0 15-15,-4 2 17 0,-4 4 22 0,-1 2 19 16,-5 3 19-16,-6 2 23 0,-4 2 25 16,-3 1 41-16,-3 2 48 0,-2 1 22 0,0 0 4 15,-1 2-20-15,1 0-33 0,1-1-32 0,0 2-35 16,2-1-28-16,1-1-27 0,4-1-15 0,1-2-13 16,0-1-6-16,4-3-13 0,-1-1-16 15,3-2-23-15,2-1-20 0,1 0-15 0,2-2-3 16,-1 1 9-16,1 0 15 0,2-1 22 0,1 0 15 15,0-1 13-15,5 1 7 0,2-1 0 16,2 0 5-16,1-1 2 0,4-2 4 0,-2 0 4 16,0-3 0-16,4 0-4 0,-3 0-10 0,4-6-22 15,-2 0-40-15,1-3-54 0,0 1-80 0,-6 1-26 16,-3 3-335-16</inkml:trace>
  <inkml:trace contextRef="#ctx0" brushRef="#br0" timeOffset="30597.87">14422 12695 1904 0,'0'0'87'0,"0"0"-70"0,0 0-46 0,0 0-16 15,0 0 12-15,0 0 16 0,0 0 8 0,130-12-20 16,-100 5-32-16,0 0-52 0,3-1-53 16,0-2-68-16,3 0-82 0,-9 2-72 0,-9 2-180 0</inkml:trace>
  <inkml:trace contextRef="#ctx0" brushRef="#br0" timeOffset="32449.37">8395 11689 353 0,'0'0'11'15,"0"0"-15"-15,0 0-8 0,0 0-3 0,0 0 1 16,0 0 8-16,0 0 2 0,0 0 2 0,0 0 4 16,0 0-2-16,0 0 0 0,0 0 1 0,0 0 0 15,0 0 3-15,-3 72-1 0,7-61 8 16,1 0 6-16,0 3 13 0,4 1 9 0,-3 3 2 16,1 0-4-16,2 3-10 0,2 3-8 0,0-2-7 15,0 2-3-15,5-1-2 0,-4 1-1 0,3-1-2 16,-1-2 1-16,3 0 5 0,-2-1 2 15,3-1 4-15,-2-1 0 0,-1-3 0 0,1-2-1 16,0 0 0-16,-1-2 6 0,1-2-2 0,1-2 1 16,-1-1 0-16,0-2-3 0,0-1-3 15,-2-2-4-15,3-1 1 0,-3 0-2 0,2-2 2 16,-2-1 0-16,1-3-1 0,0 2 3 0,-4-2 1 16,1-1 1-16,2 0 2 0,-1-1-3 0,-1 0 0 15,0-1-1-15,-1 2-2 0,2-1-1 0,-3 0 4 16,1-1 5-16,3 1 2 0,-3-1 3 15,5 0-2-15,-1-1-2 0,4-1-3 0,-1 1-3 16,1-2-4-16,1 2-4 0,2 0-1 0,-1-1-3 16,0 2-2-16,-1 0-1 0,0 2-2 0,0 0-1 15,-3 1-2-15,1 3-2 0,-1 0 0 0,-1 2-1 16,-1 1 2-16,0 0 0 0,-2 0 4 16,-2 0 0-16,-1 0 4 0,-3 2 1 0,1-1 2 15,1 1 0-15,0 0 2 0,-1-1-2 0,-1 2-1 16,3-2 0-16,-2 0-2 0,1 1-1 15,1-1 1-15,-1 2-2 0,0-1 1 0,2 0-1 16,-3 1-1-16,1-1 0 0,-2 0-1 0,0 2 0 16,1 0 1-16,-2 2 2 0,-1 1 0 0,0 1 2 15,1 2 3-15,-1 1 1 0,0-1 1 16,-2 1-2-16,3-2 0 0,-3 0-2 0,4 0-1 16,-1-1 0-16,1-1-1 0,1 0 2 0,1 0 0 15,2-2 1-15,-1-1-1 0,2-1-2 0,-2-1 1 16,1 0-2-16,3-2 0 0,-4 2-1 15,0-2 0-15,1 0 3 0,-2 0 0 0,1 0 3 16,1-3 0-16,1 1 2 0,-1-2 1 0,3 0 2 16,1-2-1-16,-1-1 2 0,5-1-1 0,-3 0-1 15,1-3-4-15,3 1-1 0,0 0-2 0,0-2-1 16,0 3 0-16,1 0-4 0,-1 0-2 16,-2 4-2-16,1 1-3 0,-5 0-1 0,4 4-1 15,-4 0 0-15,3 0 2 0,-5 1 2 0,0 3 2 16,3 0 1-16,-4 2 5 0,1-1 0 0,1 1 2 15,4 1 1-15,-4-1-2 0,5 0 0 16,-1-1-1-16,-1-2 3 0,2-1-2 0,1-2 2 16,0 0 1-16,-2-1 0 0,2-5 0 0,0-1-1 15,1-1-1-15,1-1 2 0,0 0 0 16,1-1-1-16,1-2-1 0,0 2-1 0,-2-2 0 16,5 2 1-16,-1 0 0 0,1 0 0 0,-1 1-2 15,0 1 0-15,0 1-1 0,3 0-1 0,-4 1 4 16,4 0-5-16,-4 2-1 0,3 0-1 15,-3 0-3-15,2 2 3 0,-3 0 0 0,-4 2 1 16,2 0 2-16,-2 0 1 0,-2 0 1 0,-1 0 4 16,2 0 0-16,1 1 0 0,-4 0 1 0,5 0-1 15,0-1-4-15,-2 1 2 0,3-1-1 0,0 0 0 16,-1 0-1-16,0 0-1 0,1 0 0 16,-2-2 1-16,0 1 3 0,-6-2-1 0,6 1 0 15,-3 0-5-15,-1 1-5 0,-3-2-8 0,3 2-11 16,-5 0-20-16,-3 0-21 0,0 0-33 0,-4-1-30 15,1 1-24-15,-3 1 7 0,-1 0 28 0,0 0-36 16,-1 0-68-16</inkml:trace>
  <inkml:trace contextRef="#ctx0" brushRef="#br0" timeOffset="33031.18">10281 12290 668 0,'0'0'266'0,"0"0"-235"0,0 0-51 15,0 0-30-15,0 0-1 0,0 0 35 0,0 0 30 16,0 0 7-16,0 0-1 0,0 0-3 0,0 0-10 15,116-57-7-15,-94 48-4 0,-1 1-5 16,3 0-6-16,-2 1-2 0,-2 1 1 0,0 0 3 16,-1 3 6-16,-5 0 3 0,4 2 0 0,-5-1 0 15,-1 2 0-15,-2 0-1 0,-2 0-1 16,-2 4 0-16,-1 1 4 0,-3 2 3 0,-2 2 7 16,0 2 6-16,0 2 11 0,-2 0 6 0,-3 2 11 15,-2 1 10-15,-1 1 6 0,3 0 0 0,-3 1-8 16,0 1-13-16,-1-1-14 0,4 0-9 0,-3 1-9 15,1-1-6-15,3 2-3 0,-3-2 1 0,4 0 2 16,-2-1 2-16,3-2 1 0,2-4-3 16,0-1-7-16,0-3-3 0,7-1-4 0,1 0 8 15,-1 0 3-15,7-2 2 0,-1 1 3 0,0-3-3 16,2 0 0-16,-1-2-5 0,0 0-6 0,1-4-15 16,2-4-30-16,-3-1-47 0,4-2-70 15,-3 0-25-15,-4 1-366 0,-4 4 566 0</inkml:trace>
  <inkml:trace contextRef="#ctx0" brushRef="#br0" timeOffset="33224">10449 12476 1343 0,'0'0'120'0,"0"0"-39"0,0 0-59 0,0 0-79 16,0 0-17-16,0 0 5 0,0 0 26 0,0 0 40 15,0 0 15-15,0 0 1 0,0 0-5 16,0 0-8-16,149-24-19 0,-112 13-33 0,0 1-52 0,3 0-72 16,1 1-75-16,-9 2-72 0,-12 2-105 0</inkml:trace>
  <inkml:trace contextRef="#ctx0" brushRef="#br0" timeOffset="35392.14">9055 14778 1335 0,'0'0'102'0,"0"0"-38"0,0 0-23 0,0 0-38 16,0 0-30-16,0 0-25 0,0 0 1 0,0 0 9 15,0 0 16-15,0 0 22 0,0 0 8 16,0 0-3-16,41-15-1 0,-23 14 0 0,0-2-2 16,1 3 0-16,2-1 2 0,-1 1 1 0,-3 0 1 15,5 0 1-15,-2 0-4 0,-2 0-2 0,2 0-3 16,-5 1-1-16,1 3-1 0,-4 1 1 15,1 0 2-15,-5 0 2 0,-1 1 0 0,-2 1 5 16,0 1 3-16,-4 0 8 0,-1 3 5 0,0 1-1 16,-8 3 0-16,1 1-6 0,-4 2 0 15,-5 2 3-15,1 0 6 0,-5 0 4 0,0 1 5 16,-1 1 0-16,-2 0 5 0,1 2 1 0,2 0 3 16,-1 0 6-16,1 0-3 0,5-3 2 0,0-2-7 15,5-3-14-15,2-2-13 0,5 0-13 0,2-1-13 16,1 0-4-16,0 0-4 0,1 1 1 15,4 1 5-15,1-1 1 0,2-1-1 0,2-3 3 16,0-2 1-16,0-2 2 0,2-1 9 0,-2-3 4 16,3-1 3-16,0-1 3 0,1 0-3 0,-1 0-6 15,1-3-4-15,1-3-12 0,-3-1-10 0,4 0-27 16,-4-2-42-16,0 0-48 0,1 0-65 16,-2-2-62-16,-4 3 5 0,0 2-258 0</inkml:trace>
  <inkml:trace contextRef="#ctx0" brushRef="#br0" timeOffset="35589.21">9055 15173 720 0,'0'0'151'0,"0"0"-65"0,0 0-28 0,0 0-43 15,0 0-21-15,0 0 12 0,0 0 27 0,0 0 28 16,0 0 17-16,0 0-8 0,0 0-19 15,0 0-21-15,137-6-20 0,-101 1-13 0,3-1-19 16,2 0-30-16,1-1-58 0,-2 0-116 0,-9 3-110 16,-10 0-278-16</inkml:trace>
  <inkml:trace contextRef="#ctx0" brushRef="#br0" timeOffset="36226.25">11307 14557 1516 0,'0'0'139'0,"0"0"-87"0,0 0-11 0,0 0-11 16,0 0-12-16,0 0-3 0,0 0-1 15,0 0 1-15,0 0-4 0,0 0 0 0,0 0-6 16,0 0-8-16,0 0-5 0,-128-6-1 0,118 19-1 16,-1 3 0-16,-3 4-2 0,-1 3 4 0,1 4 1 15,-3 6 0-15,-1 2 1 0,2 5 2 16,-2 2 2-16,-2 3 1 0,3 3 3 0,2 0 0 16,-2 3 7-16,4-1 3 0,2-3 9 0,1-4 2 15,1-6-2-15,7-2-2 0,1-4-5 0,1-1-8 16,3-2-5-16,6-1-5 0,1 0-3 15,3-3-6-15,5-2-4 0,1-2-2 0,1-2-5 16,2-2-5-16,1-1-12 0,-3-2-12 0,8 0-27 16,-5-1-50-16,3-2-85 0,-11-3-126 0,1-1-596 15</inkml:trace>
  <inkml:trace contextRef="#ctx0" brushRef="#br0" timeOffset="36674.42">11519 15005 1752 0,'0'0'15'15,"0"0"-27"-15,0 0-13 0,0 0-20 0,0 0-16 16,0 0 11-16,0 0 12 0,0 0 13 15,0 0 21-15,0 0 9 0,0 0 0 0,0 0 1 16,0 0-3-16,0 0 0 0,83-30 2 0,-63 28-3 16,0-1 1-16,2 1 1 0,0 1 0 0,1 0-1 15,1 1 0-15,0 0-3 0,-1 0 0 0,2 0-2 16,-3 0 1-16,0 0-4 0,-1 1-1 16,-4 2-3-16,-2 2-5 0,0 1-1 0,-4 1-2 15,-5 4 1-15,1 2 8 0,-7 2 10 0,0 3 10 16,0 3 10-16,-9 3 6 0,-2 1 11 0,-2 2 6 15,-5-2 12-15,-1 1 7 0,-2-1 5 0,0-1 4 16,1 2-6-16,-1-3-6 0,1 1-13 16,1-2-9-16,4-1-7 0,0-1-10 0,5-3-13 15,1-2-9-15,6-2-15 0,1 0-11 0,2-4-12 16,0 0-7-16,1-2-7 0,6-3 3 16,3 1 9-16,2-4 10 0,3-1 7 0,4 0 1 15,6-7-16-15,0-2-33 0,3-2-56 0,1-4-75 16,-4-3-114-16,-4 5-128 0,-5 4-167 0</inkml:trace>
  <inkml:trace contextRef="#ctx0" brushRef="#br0" timeOffset="36893.32">11815 15207 1397 0,'0'0'50'0,"0"0"-47"0,0 0-30 15,0 0-31-15,0 0 0 0,0 0 24 0,0 0 27 16,0 0 27-16,0 0 5 0,0 0-6 16,0 0-5-16,0 0-5 0,0 0-1 0,0 0-1 15,134-17-4-15,-110 11-5 0,4-1-6 0,-1-1-13 16,-2 1-26-16,2 0-38 0,-4 0-67 0,-2-1-84 16,-3 2-11-16,-8 2-326 0</inkml:trace>
  <inkml:trace contextRef="#ctx0" brushRef="#br0" timeOffset="37109.47">12591 14848 916 0,'0'0'511'0,"0"0"-344"16,0 0-83-16,0 0-58 0,0 0-23 0,0 0 14 15,0 0 11-15,0 0-4 0,-16 127-5 0,16-98-8 16,0 2-12-16,0 1-4 0,0 2-6 0,2-1-6 15,0-1-7-15,0-1-2 0,0 0-6 0,3-1-6 16,-2-1-3-16,1-3-11 0,0-2-13 16,-1-3-28-16,-2-3-48 0,2-5-66 0,-1-1-70 15,-1-5 1-15,0-4-224 0</inkml:trace>
  <inkml:trace contextRef="#ctx0" brushRef="#br0" timeOffset="37291.33">12553 15189 1227 0,'0'0'102'15,"0"0"-67"-15,0 0-15 0,0 0-1 0,0 0 7 16,0 0 0-16,0 0-3 0,0 0-7 16,0 0-9-16,118-5-5 0,-98 2-14 0,0-1-30 15,2 1-52-15,-1-2-108 0,-1-1-109 0,-2 3-224 16,-8 0 228-16</inkml:trace>
  <inkml:trace contextRef="#ctx0" brushRef="#br0" timeOffset="37475.36">13201 14982 1947 0,'0'0'89'15,"0"0"-70"-15,0 0-25 0,0 0-3 16,0 0 13-16,0 0 10 0,10 138-5 0,-8-111-9 15,1 0-7-15,0 1-5 0,-1-2-14 0,0 0-12 16,3-4-21-16,-1-1-39 0,2-3-62 16,-2-4-73-16,5-2-116 0,-4-4-104 0,-1-3-179 0</inkml:trace>
  <inkml:trace contextRef="#ctx0" brushRef="#br0" timeOffset="37780.01">13382 14682 2404 0,'0'0'50'0,"0"0"-96"16,0 0-13-16,0 0 9 0,0 0 27 0,0 0 19 15,125 76 0-15,-89-59 0 0,0 0-8 0,1 2-5 16,2 0-5-16,-2 2-7 0,0 1 3 15,-3 4 8-15,-1 2 8 0,-6 3 4 0,-1 4-1 16,-5 5 4-16,-4 2 4 0,-3 4 3 0,-5 1 7 16,-3 2 6-16,-3 0 8 0,-3 2 0 15,-3 1 5-15,-4-2-5 0,-4-1 1 0,-5-5-3 16,3-4 2-16,-3-7-5 0,1-5-9 0,-2-7-5 16,4-2-22-16,-4-5-48 0,6-4-90 15,-3-2-157-15,4-5-240 0,3 0-716 0</inkml:trace>
  <inkml:trace contextRef="#ctx0" brushRef="#br0" timeOffset="38985.71">15549 13972 0 0,'0'0'179'0,"0"0"-358"0</inkml:trace>
  <inkml:trace contextRef="#ctx0" brushRef="#br0" timeOffset="39158.25">15550 13819 0 0,'0'0'536'15,"0"0"-326"-15,0 0-3 0,0 0-27 0,0 0-44 16,0 0-43-16,0 0-35 0,0 0-45 16,0 0-38-16,0 0-10 0,0 0 7 0,0 0 19 15,0 0 22-15,0 0 6 0,26-18-1 0,-2 18-4 16,1 0-4-16,4 0-5 0,5 0-4 0,1 0-9 16,2-4-23-16,1 1-34 0,0-3-54 0,0 2-59 15,-4-1-60-15,-7 2 6 0,-11 0-313 0</inkml:trace>
  <inkml:trace contextRef="#ctx0" brushRef="#br0" timeOffset="39377.39">15476 14265 1559 0,'0'0'129'15,"0"0"-69"-15,0 0-53 0,0 0-52 0,0 0-7 16,0 0 33-16,0 0 18 0,0 0 2 0,0 0 1 16,0 0-2-16,134 8-5 0,-102-8-4 15,6-3-8-15,-1-1-18 0,1 0-28 0,1-1-49 16,1 0-91-16,-9 1-107 0,-10 2-577 0</inkml:trace>
  <inkml:trace contextRef="#ctx0" brushRef="#br0" timeOffset="40822.99">17278 12726 1337 0,'0'0'98'0,"0"0"-73"0,0 0-46 16,0 0-41-16,0 0-7 0,0 0 15 0,0 0 44 15,0 0 41-15,0 0 6 0,0 0-2 0,0 0-9 16,131-36-13-16,-96 29-7 0,-1 2-5 16,-1-1-4-16,-2 2-1 0,-1 1 1 0,0 0 1 15,-2 1 0-15,-4 1 3 0,-1 1-2 0,-2 0 3 16,-3 0-4-16,-2 0-3 0,-4 3 0 15,-2 2-3-15,-5 1 3 0,-1 2 11 0,-4 2 13 16,-1 5 7-16,-7 4 4 0,-6 4-6 0,-1 4-6 16,-5 3 2-16,1 2 1 0,-3 1 3 0,1-2 2 15,1-2-1-15,-1-1 2 0,2-1-3 0,2-4-2 16,1 0-6-16,0-3-6 0,4 0-2 16,2-2-9-16,5-2-5 0,0-2-7 0,4 0-7 15,1 0-5-15,1-2 1 0,6 2-4 0,1 0 3 16,3-2-2-16,1-2-4 0,0-1-3 0,5-4-13 15,-4-2-34-15,6-3-54 0,-3 0-85 0,-1-3-49 16,-6-1-447-16</inkml:trace>
  <inkml:trace contextRef="#ctx0" brushRef="#br0" timeOffset="41054.48">17419 13087 1739 0,'0'0'72'0,"0"0"-51"16,0 0-54-16,0 0-32 0,0 0 2 0,0 0 34 15,0 0 31-15,0 0 13 0,0 0 1 0,0 0 0 16,0 0-5-16,123-8-3 0,-95 5-3 16,2-1-2-16,0 1-3 0,0-2-5 0,1 2-2 15,-1-2-13-15,-2 2-18 0,0-2-33 0,-1 1-53 16,-4-1-72-16,2 0-89 0,-10 1-22 0,-4 2-358 15</inkml:trace>
  <inkml:trace contextRef="#ctx0" brushRef="#br0" timeOffset="41338.96">18524 12392 1921 0,'0'0'54'0,"0"0"-41"0,0 0-32 0,0 0-25 15,0 0-9-15,0 0 8 0,0 0 19 0,0 0 12 16,0 0 9-16,-129 115 8 0,110-81 2 0,2 6 1 16,-2 6-1-16,0 5 0 0,2 3 3 15,0 4 1-15,3 5-2 0,2 1-1 0,2-1-6 16,2 0-6-16,6-2-5 0,1-6-13 0,1-3-13 15,3-6-15-15,5-7-19 0,1-7-18 0,4-5-26 16,-1-6-40-16,5-4-55 0,0-5-70 16,-3-4-132-16,-5-5 38 0</inkml:trace>
  <inkml:trace contextRef="#ctx0" brushRef="#br0" timeOffset="41754.71">18740 12873 1850 0,'0'0'122'0,"0"0"-64"15,0 0-41-15,0 0-50 0,0 0-25 0,0 0 3 16,0 0 21-16,0 0 26 0,0 0 5 0,0 0 1 15,0 0-3-15,119-45-5 0,-88 42-8 0,1 0-17 16,-1 2-16-16,-1 0-9 0,-2 1-9 16,-4 0 0-16,2 0 2 0,-6 2 4 0,-6 3 5 15,2 1 11-15,-9 0 9 0,0 2 10 0,-6 3 11 16,-1 3 7-16,-9 3 8 0,-3 3 5 0,-7 3 8 16,-1 0 10-16,-10 2 19 0,5-2 20 0,-4 2 21 15,0-5 31-15,0 1 9 0,4-3-3 16,0-1-13-16,9-2-34 0,0-1-31 0,6-1-28 15,6-1-27-15,0 0-16 0,4 1-8 0,0 0 1 16,5-1-2-16,4-1 8 0,3 0 0 0,0-3 5 16,7-2 6-16,1-2 3 0,2-1 3 15,-2-2-5-15,3-1-20 0,2 0-28 0,-1-1-48 16,-3-4-67-16,5-2-90 0,-10 1-42 0,-6 3-364 0</inkml:trace>
  <inkml:trace contextRef="#ctx0" brushRef="#br0" timeOffset="41977">18890 13117 1854 0,'0'0'212'0,"0"0"-177"0,0 0-46 15,0 0-21-15,0 0 0 0,0 0 29 0,0 0 16 16,0 0-5-16,0 0-6 0,131-7-4 15,-105 5-15-15,4-1-12 0,0 0-25 0,0-1-31 16,-1-1-41-16,0 1-46 0,-4-1-43 0,1-1-40 16,-3-1-35-16,-2 0 30 0,-4 1-50 15,-7 2 79-15</inkml:trace>
  <inkml:trace contextRef="#ctx0" brushRef="#br0" timeOffset="42152.1">19508 12929 0 0,'0'0'194'0,"0"0"-152"15,0 0-12-15,0 0 2 0,123-90 6 16,-102 79 9-16,0 2 11 0,-1 2 14 0,-6 2 14 15,3 1 11-15,-5 3 4 0,-1 1 3 0,-3 0 0 16,0 1 1-16,-4 6 8 0,3 3 12 16,-5 6 2-16,1 5-8 0,1 6-17 0,-3 6-35 15,0 3-26-15,0 0-19 0,0 3-18 0,0-3-10 16,4 0-12-16,-2-3-16 0,0-3-22 0,4-3-30 16,0-2-42-16,-3-4-63 0,2-3-73 0,-2-5-51 15,-3-7-417-15</inkml:trace>
  <inkml:trace contextRef="#ctx0" brushRef="#br0" timeOffset="42325.63">19726 13016 1188 0,'0'0'120'16,"0"0"-40"-16,0 0-16 0,0 0-24 0,0 0-16 16,0 0-1-16,0 0 2 0,0 0 5 0,0 0 9 15,0 0 4-15,0 0-2 0,0 0-12 16,0 0-11-16,61 14-13 0,-41-14-23 0,4-1-27 15,1-5-39-15,-2 0-59 0,5-2-74 0,-5-1-93 16,-4 2-7-16,-7 2-318 0</inkml:trace>
  <inkml:trace contextRef="#ctx0" brushRef="#br0" timeOffset="42477.18">20296 12793 125 0,'0'0'260'0,"0"0"-132"0,0 0 16 0,0 0 0 15,0 0 19-15,0 0 9 0,0 0-5 0,0 0-17 16,0 0-27-16,0 0-29 0,0 0-29 15,0 0-22-15,86 136-17 0,-82-112-15 0,4-2-12 16,-2-1-11-16,1 0-16 0,3-1-22 0,0-2-29 16,0-1-52-16,0-3-96 0,-3-3-125 0,-2-5-583 15</inkml:trace>
  <inkml:trace contextRef="#ctx0" brushRef="#br0" timeOffset="42759.24">20498 12331 1738 0,'0'0'64'0,"0"0"-66"16,0 0-16-16,0 0 0 0,0 0 13 0,0 0 9 16,0 0-4-16,0 0-1 0,143 35-2 0,-115-17-1 15,1 4-3-15,2 2 0 0,-2 6 2 0,-1 2-6 16,-1 5-1-16,-1 5 0 0,-5 3 2 15,-7 10 6-15,-4 1 8 0,-2 6 5 0,-7 3 1 16,-1 0 5-16,-6 0 6 0,-4-2 5 0,0-3 8 16,-3-6 6-16,1-4-2 0,0-9-2 0,-2-7-6 15,2-6-9-15,2-8-8 0,-1-4-13 0,4-5-25 16,0-4-54-16,-2-1-113 0,1-3-201 16,6 0-902-16</inkml:trace>
  <inkml:trace contextRef="#ctx0" brushRef="#br0" timeOffset="43209.95">17379 13968 1878 0,'0'0'336'0,"0"0"-334"0,0 0-79 0,0 0-25 16,0 0-4-16,0 0 25 0,0 0 76 0,0 0 12 16,0 0 3-16,149-65 0 0,-89 49-4 15,6-1-3-15,8 1-3 0,6 0-3 0,6 1-3 16,5 0-4-16,4 2-8 0,0 2-6 0,4 2-4 15,1 0 0-15,1 4 5 0,1 1 13 16,1 1 3-16,4 0 8 0,-1 2 4 0,3 1 2 16,1-1 6-16,-2 1 1 0,1 0 2 0,1-1-1 15,-1 0 3-15,-2 0 2 0,0-1 1 16,-4 0 0-16,-1 1-5 0,-7 0-1 0,-1 1-2 16,-6 0-9-16,-2 0-1 0,-8 0-2 0,-3 0-4 15,-6 0 2-15,-8 0-3 0,-6 1-4 0,-8 1-5 16,-5 1-5-16,-10-1-9 0,-7 1-7 15,-5 0-2-15,-5-2-9 0,-5 1-6 0,-6-1-8 16,-3 0-14-16,-1 2-44 0,-2 0-95 0,-3 0-128 16,1-1-546-16</inkml:trace>
  <inkml:trace contextRef="#ctx0" brushRef="#br0" timeOffset="43888.01">19021 14337 1978 0,'0'0'50'16,"0"0"-129"-16,0 0-73 0,0 0-11 0,0 0 15 15,0 0 80-15,0 0 66 0,0 0 4 16,0 0-9-16,0 0-33 0,126-36-33 0,-96 32-20 16,2 1-12-16,-1 0 9 0,0 2 20 0,-1 0 8 15,-1 1 14-15,-2 0 19 0,-4 5 14 0,-3 1 13 16,-1-1 4-16,-7 4-3 0,-2 2 0 0,-7 1 2 16,-3 3 7-16,0 1 19 0,-8 2 32 15,-5 0 49-15,-1 0 51 0,-5 1 43 0,-1 1 12 16,0 0-7-16,0 1-25 0,0 2-35 0,6 1-29 15,-2 0-35-15,5-1-29 0,3 1-23 0,4 0-19 16,3-3-14-16,1 1-7 0,0-1-8 16,5-2-3-16,3 0-4 0,3-2 1 0,4-2-5 15,-1-2 1-15,4-3-6 0,2-2-18 0,1-3-22 16,2-3-37-16,2-2-43 0,1-1-48 0,3-7-70 16,-8 0-60-16,-5 1-434 0</inkml:trace>
  <inkml:trace contextRef="#ctx0" brushRef="#br0" timeOffset="48083.63">21146 8135 246 0,'0'0'62'0,"0"0"-7"0,0 0 9 0,0 0-11 16,0 0-12-16,0 0 1 0,115 66-4 0,-83-56-1 15,3 0-7-15,4-1-8 0,2 0-10 0,4-2-9 16,2 0-7-16,1-2-1 0,6 0-3 16,-1-1-1-16,2-2 3 0,3-2 2 0,1 0 2 15,2 0 5-15,1 0 6 0,2-4 3 0,2 1 6 16,1-2 5-16,4 1 9 0,3-1 3 15,3-1 7-15,4 1 0 0,3-1-5 0,4 0-5 16,0-1-3-16,3 0-7 0,2 0-4 0,2-2-8 16,2-1-2-16,0-1-6 0,2-3 0 0,0-3 2 15,-3-1-1-15,-1-4 1 0,-2-2-2 16,-2-4 12-16,-2-2 12 0,0-4 26 0,1-1 21 16,-4-6 5-16,2 0-5 0,-6-3-12 0,-2-2-15 15,-1-2-9-15,-5-1-5 0,1-4-4 0,-6-1 0 16,0-1 3-16,-4-1 0 0,-3 0 0 0,-6-3 0 15,-4 3 2-15,-3 0 8 0,-7 0 7 16,-5 2 2-16,-6 0-5 0,-6-2-8 0,-2-1-11 16,-8-1-2-16,-5-1 3 0,-1 0 3 0,-8-1 6 15,-1 2 6-15,-3-2-4 0,-10 1-6 0,-3 0-14 16,-6 3-13-16,-6 0-2 0,-4 3-6 16,-6 1 3-16,-5 2 6 0,-4 3-4 0,-4 1 2 15,-3 3 5-15,-4 3-3 0,-3 3 0 0,-4 2 1 16,-3-1-2-16,-1 5 2 0,0 0 1 0,-6 3 0 15,-2 3-1-15,-4 1-2 0,-6 3-8 16,-4 5-1-16,-3 2-5 0,-5 5-6 0,-7 4 2 16,-6 5-4-16,-5 0-1 0,-5 5 7 0,-3 4-1 15,2 3 5-15,2-1 11 0,7 2 4 16,4 0 1-16,8 3 1 0,5 0-8 0,6 2-3 16,4 5 0-16,3 2-1 0,6 4 0 0,1 3 0 15,4 2 1-15,1 0-2 0,2 3 2 0,3 2-1 16,4 0 1-16,2 4 1 0,1 1 0 15,5 3 0-15,3 1-2 0,2 5 4 0,1 4 0 16,8 5-1-16,1 5-2 0,4 3-1 0,3 4-2 16,6 7-1-16,3 2-2 0,2 6-5 0,4-1-4 15,1 2 0-15,1 1-9 0,4 1 4 0,1 0 2 16,0-2 3-16,4-2 9 0,3-6 2 16,2-5 4-16,2-5 4 0,8-5 6 0,7-7 1 15,5-5 5-15,7-3 7 0,9-3 1 0,7-3 4 16,9-1 5-16,9-3-6 0,9-6-2 0,12-1-6 15,6-6-10-15,7-3-12 0,8-4-29 16,4-5-49-16,3-2-95 0,-28-6-186 0,-27-3-1025 0</inkml:trace>
  <inkml:trace contextRef="#ctx0" brushRef="#br0" timeOffset="50384.33">1095 3699 1733 0,'0'0'20'16,"0"0"20"-16,0 0 5 0,0 0 12 16,0 0-4-16,0 0-13 0,0 0-18 0,0 0-30 15,0 0-40-15,0 0-52 0,0 0-45 0,0 0 14 16,-48-44 42-16,53 60 49 0,1 10 49 16,-2 9 3-16,0 11-14 0,-2 10 0 0,-2 10 1 15,0 11-1-15,0 8-4 0,0 5-2 0,-5 5-10 16,0 3-6-16,-5 3-8 0,4 2 0 15,-2-3 5-15,0-6 9 0,-2-6 9 0,1-10 11 16,-1-9 9-16,1-8 10 0,-2-9 17 0,2-7 8 16,-1-5 6-16,3-6-1 0,0-3-10 0,0-6-12 15,3-6-11-15,2-5-13 0,-2-4-14 0,4-7-17 16,0-2-11-16,0-1 5 0,0 0 16 16,4-2 23-16,0-6 28 0,-1-5 10 0,1-8-4 15,-1-10-13-15,-2-11-21 0,-1-12-20 0,0-10-17 16,0-7-21-16,-2-9 4 0,-5-4 8 0,-2-4 7 15,1-3 22-15,-1-1 3 0,-1 3-2 0,-1 6 15 16,-1 8 9-16,1 10 8 0,1 10 7 16,2 9 2-16,2 7-2 0,-2 11-6 0,5 6 0 15,0 7-9-15,3 3-11 0,0 4-19 0,0 1-17 16,7-1-1-16,6-2 1 0,3-2 14 0,6-1 7 16,6-1-4-16,5 1 3 0,5 1 1 15,4 0 3-15,6-1-1 0,5 2 0 0,2 0-2 16,6 2-2-16,4 1 0 0,-1 1-1 0,7 2 1 15,5 0 1-15,1 2 1 0,7-2 3 16,3 1 4-16,4 1-6 0,2-3 3 0,3 0-3 16,2 0-1-16,1-1 4 0,3 0 3 0,0-1 0 15,1 0 5-15,6-1 0 0,-2 0 1 0,3 1-1 16,6-1 1-16,-4 1 1 0,3-1-3 16,3 1 3-16,-2 1-3 0,3-1 2 0,-5 2-3 15,1 1 0-15,1-2 1 0,-4 1-3 0,-1 0-1 16,-6-1-2-16,0 0-2 0,-6-1 3 0,-2-1 2 15,-6 1 1-15,-5-1 2 0,-5-1-1 0,-2 1 2 16,-8 0 3-16,-4 2 3 0,-1 0-1 16,-6 2 5-16,-3 0-1 0,-2 3 1 0,-2-1-2 15,-2 2-1-15,-1 1 0 0,-2 0 1 0,-3 5-4 16,-2 2 0-16,-5 0-4 0,-1 4-3 0,-5 0 3 16,-6 5 0-16,-2-1 6 0,-4 4 8 15,-3 3 10-15,-3 1 5 0,1 3 0 0,-4 3 1 16,2 3-2-16,-2 4-8 0,0 2-4 0,0 2-8 15,-1 4-6-15,-1 1-3 0,1 1 1 0,-3 0-1 16,-1 0-4-16,2 0 2 0,-3 0-4 16,1 1 1-16,-2 2 1 0,0-1 2 0,-2 0 4 15,-1 2 1-15,-1 2 5 0,0-1 2 0,0 3-2 16,0 2-1-16,0 1-6 0,0 2-1 0,0 3 2 16,0 3 0-16,0 4 0 0,0 0 5 15,0 1-6-15,0-2-2 0,1-3 0 0,1-1-9 16,1-5 3-16,-3-4 2 0,0-5-5 0,0-6 3 15,-5-8 1-15,-2-6-1 0,-4-6 2 0,-2-5 2 16,-3-4 7-16,-2-2 4 0,-4-2 7 0,-4-4-3 16,2-2-4-16,-5-2 1 0,-3-3-1 15,-4 0 6-15,1-1 2 0,-4-4 0 0,-2-2-4 16,-4-1-3-16,-1-1-5 0,-4-2-1 0,-2-1 1 16,-2 3 1-16,-4-3-1 0,-3 1 5 0,-3 1 3 15,-2 1 5-15,-5-1 2 0,1 4 2 16,-2-1-4-16,-2 4-5 0,0 0-2 0,-2 2-3 15,0 1-7-15,-1 0-1 0,-3 4 0 0,-1 0-4 16,0 2 6-16,-4 0-6 0,-3 1-2 16,-3 0-2-16,-1 0 0 0,-2 0 0 0,-5 1 3 15,-3-1 4-15,0 2 5 0,-3-1-3 0,-3 0 4 16,-1 2-3-16,2-1 8 0,-4 0 2 0,1 2 1 16,-2-2 5-16,1 1-12 0,0 2 1 15,1-1-5-15,1 1 2 0,1-1 0 0,-2 2-1 16,5-2 7-16,-3 1 3 0,6-2 8 0,3-1 8 15,3-2 13-15,4-1 13 0,3-1 11 0,6-1 4 16,2 1-4-16,7-2-11 0,7 2-14 16,6-2-12-16,8 1-10 0,3-1-14 0,12 1-5 15,7-1-10-15,6 1-15 0,8-2-26 0,5 0-51 16,4 0-107-16,8 2-94 0,0 3-88 0,6-1-60 16,-1-2-319-16</inkml:trace>
  <inkml:trace contextRef="#ctx0" brushRef="#br0" timeOffset="55528.47">19587 6834 853 0,'0'0'45'16,"0"0"-25"-16,0 0-5 0,0 0-30 15,0 0-31-15,0 0-42 0,0 0-8 0,0 0 9 16,0 0 20-16,0 0 15 0,0 0-10 0,0 0-7 16,29-37 5-16,-19 31 30 0,-1 1 23 0,0 1 12 15,0-1 7-15,1 2 8 0,-2 0 11 16,-2 1 12-16,4 1 7 0,0 0 3 0,0 1-3 15,6 0-2-15,-3 0 0 0,6 1-2 0,1 2-8 16,2 3-6-16,6 0-11 0,1 1-7 0,3 0-4 16,2 1-2-16,5 0-6 0,-2-1-3 0,1 0 1 15,0-2-4-15,3 1-1 0,0-2 0 0,-1-1-3 16,0-1-1-16,-1 1 2 0,-5-1-2 16,2-1 5-16,-4 2 1 0,-3-1 0 0,-6 0-1 15,-3 1-3-15,-2-1-4 0,-8 3-5 0,-4 0 5 16,-3-1 13-16,-3 5 21 0,-6 0 16 0,-4 5 6 15,-8 0 4-15,-2 4-4 0,-5 0 7 16,-4 2 11-16,2 1-2 0,1-2-3 0,-2 2-10 16,5 1-13-16,-4 0-9 0,2 2-10 0,-3 1-6 15,-1 1-5-15,0 2-6 0,2 1-6 16,-2 0-2-16,0-2-5 0,-1 0 7 0,2-3 4 16,4-1 5-16,-4-2 3 0,4-1 2 0,-2 0 0 15,4-1-1-15,2-1 1 0,0-1-1 16,0 1 1-16,5-2-1 0,-1 1-1 0,2 0 3 15,1-2 4-15,2 0 1 0,6 0 2 0,0-1 2 16,5-1 7-16,4 0 18 0,6 1 17 0,5 0 17 16,6-1 10-16,6-3-4 0,5-1-7 0,5-3-17 15,4-3-17-15,1-2-16 0,2-1-13 16,1 0-8-16,0 0-8 0,-3-3-9 0,1-1-11 0,-2 0-21 16,-4-1-40-16,-1 0-61 0,-5 1-91 15,-10 0-60-15,-8 1-389 0</inkml:trace>
  <inkml:trace contextRef="#ctx0" brushRef="#br0" timeOffset="56144.25">19797 7310 1666 0,'0'0'426'0,"0"0"-459"0,0 0-21 0,0 0 18 16,0 0 5-16,0 0 15 0,0 0 6 0,122-22 2 15,-92 21-4-15,1 1-7 0,1 0-11 0,3 0-13 16,0 0-7-16,3 2-9 0,-2 1 1 16,1-1 3-16,-1 0-1 0,-4 1 9 0,-2 0 3 15,-6-1-8-15,0 2-3 0,-7-2-8 0,-1 1 1 16,-7-2 15-16,-5 0 26 0,-3-1 37 16,-1 0 23-16,-10 0 5 0,-2 0-2 0,-8 0-13 15,-4 0 6-15,-5 0 17 0,-2-2 20 0,-5-1 6 16,-1 1 5-16,1-2-2 0,-2 1-13 0,2-1-10 15,0 1-14-15,2-1-16 0,-1 2-13 16,2-1-9-16,3 0-10 0,-1 1-6 0,1 0-4 16,6 1-2-16,-2-1 1 0,4 1 2 0,4 0-2 15,4-1 3-15,3 1 1 0,3-1-2 0,1 1-3 16,4 1-22-16,3 0-32 0,0 0-23 0,0 0 0 16,8 0 24-16,1 0 36 0,3 0 28 15,4 0 10-15,2 1-2 0,2 1-2 0,5-1-1 16,-1 0 0-16,3 1-1 0,0 1 1 0,1-1 2 15,2 0 0-15,-4 0-1 0,-1 1 0 0,1-1-1 16,-3 0 3-16,-2 1-3 0,-1 0-1 16,-2 0-2-16,-4 0-3 0,-4-1-1 0,1 1-4 15,-5-1 2-15,-3-1-3 0,-2 0 7 0,-1-1 9 16,0 2 7-16,0-2 3 0,0 0-10 0,0 0-38 16,0 0-81-16,-2 0-164 0,1 0-670 0</inkml:trace>
  <inkml:trace contextRef="#ctx0" brushRef="#br0" timeOffset="64722.73">1140 7119 192 0,'0'0'151'0,"0"0"-111"0,0 0-38 15,0 0-17-15,0 0 4 0,0 0 12 0,0 0 9 16,0 0 1-16,0 0-5 0,0 0-10 0,0 0-7 15,0 0-6-15,48-4-6 0,-41 3-2 16,-1 1 2-16,3 0 4 0,-3 0 7 0,0 0 4 16,1 0 5-16,-4 0 1 0,4 0 4 0,-4 0 0 15,2 1 3-15,-1 1 5 0,0-1 6 16,1 0 9-16,0 0 8 0,3 0 7 0,0 2 0 16,2-2-5-16,2 0-11 0,2-1-9 0,2 1-9 15,2 0-2-15,3 0-5 0,0-1-6 0,1 2-7 16,5-2-15-16,-2 0-9 0,3 0-6 0,2 0 1 15,-3 0 9-15,0 0 10 0,2 0 5 0,-1 1 7 16,0 0 3-16,1 0 4 0,-1 1 3 16,1 0 3-16,1-2 1 0,0 0 1 0,1 0 3 15,0 0 1-15,3 0 4 0,0 0 4 0,-2-2 7 16,1 1 8-16,3 0 3 0,-4 1 4 0,0-1 2 16,1 1-4-16,2 0-2 0,-2-1-1 15,4 1-2-15,-3-1 1 0,5-2 3 0,-2 1-6 16,0-2 1-16,3 0-5 0,2-1-6 0,-1-1 0 15,0 1-9-15,4-2-1 0,-2 0-4 16,-1 1-1-16,3-1-2 0,0 0 2 0,-3 0 0 16,-2 2 2-16,2-2-2 0,0 0 1 0,2 0-3 15,-2 0 0-15,-4-1 2 0,1 0 3 0,0-1 1 16,0-2 1-16,0 0 1 0,-4-2-1 16,1-1-1-16,-3-1 1 0,-1-1 6 0,2-2 1 15,-3-1 6-15,-5 1 9 0,3-1 7 0,-7-1 9 16,0-1 6-16,-4 2 5 0,-1-1 3 0,-5 1 3 15,-2 1 9-15,-1-1-1 0,-5 0-6 0,1 0-9 16,-4-2-15-16,-1 1-12 0,0-3-14 0,-1 2-8 16,-5 0-10-16,-2-1-14 0,0 0-7 15,-5 0-4-15,-1 1-1 0,-4 2 6 0,-1-1 8 16,-2 1 9-16,-1 1 7 0,-6 0 7 0,3 2 1 16,-4 0-1-16,-1 0-2 0,0 0-2 0,0 1 1 15,1-1 1-15,0 2-1 0,2 0 0 16,-3-1-2-16,1 1-4 0,-1-1-3 0,-1 1 0 15,0 0-4-15,-1 2-1 0,-6-1 1 0,0 3-4 16,1 2 1-16,-5 0 0 0,-2 2 0 16,0 1 2-16,-5 2 0 0,1 2 4 0,-1-1 3 15,2 2 9-15,-1 0 3 0,4 0 2 0,2 3-2 16,-2 1-8-16,3 2-7 0,2 1-3 16,1 1-5-16,0 3 1 0,-2-1 0 0,2 1 1 15,3 1 0-15,-3 0 0 0,4-1-2 0,-4 1-5 16,2-2-2-16,-1 1-4 0,-3 0-4 0,-1 0-9 15,0 1-11-15,-3 0-14 0,-2 2 3 0,-1-1 13 16,2 1 21-16,1-3 31 0,3 1 22 16,5-2 12-16,3 2 4 0,4-1-10 0,2 3-16 15,6 1-18-15,0 3-11 0,2 3-4 0,3 3-3 16,-1 2 8-16,0 0 1 0,3 2-1 0,1-1 3 16,1 2-3-16,3 2 0 0,2 0 3 0,0 1-2 15,4 0-1-15,3-3-2 0,0-1-6 16,1-1-7-16,7-4-14 0,2-4-15 0,2-2-6 15,0 0 7-15,4-5 11 0,2 0 19 0,2-3 14 16,1-2 5-16,4-1-7 0,4-3-32 0,1-1-62 16,2 0-25-16,-6-1-261 0,-9-1 391 0</inkml:trace>
  <inkml:trace contextRef="#ctx0" brushRef="#br0" timeOffset="79287.58">10683 6750 146 0,'0'0'42'0,"0"0"-23"16,0 0 2-16,0 0 12 0,0 0 14 0,0 0 15 16,-60 118 16-16,53-79 8 0,-2 7-2 0,-1 6-9 15,1 7-17-15,-2 6-23 0,0 8-16 0,0 7-12 16,-2 7-15-16,1 6-7 0,2 2-16 0,0 6-22 16,1 0-18-16,4 3-27 0,-2-3-15 15,4-3 6-15,-3-4 13 0,4-24-86 0,1-25 138 0</inkml:trace>
  <inkml:trace contextRef="#ctx0" brushRef="#br0" timeOffset="79582.42">10689 6743 796 0,'0'0'-2'0,"0"0"-24"15,0 0-15-15,0 0-4 0,0 0-1 16,0 0 5-16,0 0 2 0,0 0 2 0,0 0-5 15,142-60-9-15,-109 58-13 0,5-1 0 0,3 3 7 16,1 0-31-16,-10 0-65 0,-9 0 153 0</inkml:trace>
  <inkml:trace contextRef="#ctx0" brushRef="#br0" timeOffset="80047.03">13757 6674 195 0,'0'0'56'0,"0"0"-4"15,135-7 3-15,-88 4-11 0,-5 2 5 0,-3 0 11 16,-4 1 14-16,2-1 2 0,-3 0-6 0,2 0-14 16,-2-1-19-16,-1 2-15 0,4 0-11 15,-4 0-7-15,-1 0-4 0,-2 4-6 0,-2 2-7 16,-4 2-7-16,-1 2-5 0,-4 1 2 0,-1 4 0 15,-2 2 4-15,-5 2 3 0,-1 2 2 0,-2 4 6 16,-4 3 4-16,-1 4 4 0,-2 4 5 16,-1 4 4-16,0 3 5 0,-1 3 1 0,-2 4 3 0,-1 4-1 15,-2 4-6-15,2 2 0 0,0 2-9 16,1 1 2-16,2 4-4 0,1 0 0 0,0 1 1 16,0 2 0-16,3 0-2 0,-1 1 0 0,3 0 0 15,3 0 0-15,-2 2 1 0,3-2-2 16,2-1-2-16,1 0-7 0,2-2-9 0,2 0-9 15,3-3-4-15,1-3-9 0,3-1-1 0,2-4-7 16,0 0-2-16,1-2 1 0,2-2 7 0,-2-1 5 16,0 0 6-16,-1-5 2 0,-5-2 2 15,0-3 3-15,-4-5 7 0,-4-2 8 0,-3-3 10 16,-3-3 11-16,-6-4 17 0,0-1 26 0,-7-2 26 16,-7-3 27-16,-3 1 11 0,-4-1 4 0,-4 0-19 15,-3 1-27-15,2 2-40 0,-1-1-65 16,2 3-118-16,9-7-249 0,3-6 23 0</inkml:trace>
  <inkml:trace contextRef="#ctx0" brushRef="#br0" timeOffset="84144.03">10506 6823 114 0,'0'0'8'0,"0"0"-12"0,0 0 0 16,0 0-1-16,0 0 2 0,0 0 5 16,0 0 1-16,0 0 4 0,0 0 4 0,0 0 2 15,0 0 1-15,0 0-1 0,3-42-2 0,-3 42-3 16,0 0-2-16,0 0-1 0,0 0 3 0,0 0 0 15,0 0-3-15,0 0-3 0,0 0-4 16,0 4-2-16,0 3 2 0,0 4 2 0,-1 4 2 16,-2 6 1-16,-3 7 1 0,3 4 0 0,-3 7-1 15,2 4 0-15,-4 3-4 0,0 4 2 16,2 0 0-16,-2 2-1 0,0 0 4 0,-1 0 1 16,4-1 6-16,-2 0 5 0,-1-3 5 0,3-2 4 15,-2-1 1-15,3-2-2 0,-2-2-7 0,4 0-4 16,0-1-3-16,0 0-6 0,2-1-2 0,0-1-3 15,0-2-1-15,3-3 0 0,0-3 2 16,1-6-5-16,1-3-6 0,1-7-8 0,0-5-11 16,2-4-10-16,-1-5 2 0,-2 0 11 0,5-8 13 15,-2-4 14-15,0-5 0 0,-2-5-2 0,2-5-1 16,0-7 3-16,-3-3 2 0,2-6 5 0,0-6 1 16,-2-3 5-16,2-3 5 0,-1-3 4 15,0 1 1-15,2-3-1 0,1 0-1 0,-3-2-3 16,3 2 1-16,2 2-3 0,4 1 3 0,-3 4 6 15,2 3 5-15,4 6 2 0,-1 5 5 0,2 3 0 16,1 5-3-16,3 5-6 0,5 5-6 16,4 2-11-16,2 3-1 0,5 1-7 0,4 3-2 15,5-1-1-15,3 2-4 0,3 2 0 0,5 0-1 16,4 1-3-16,6-1-7 0,2 0-4 16,7-3-7-16,3 1-7 0,3-1-6 0,4 1-17 15,-1-2-12-15,4 1-4 0,1 1 2 0,0 2 25 16,3 0 18-16,-2 0 13 0,-1 2 9 15,0 3 1-15,-2-1 2 0,-3 3 5 0,-1 1 10 16,-2-1 12-16,-1 2 13 0,1 0 10 0,-4 0 3 16,0 0-8-16,-1 0-9 0,-1 0-10 0,-6 2-7 15,-2-1-7-15,-4 0-3 0,-2 0-2 0,-4-1 1 16,-4 0 0-16,-3 1 1 0,0-1 3 16,-5 0 5-16,-1 1 4 0,-3-1 2 0,-5 2-2 15,-3-1-8-15,0 1-5 0,-4 2-5 0,-1 1-4 16,-1 2-3-16,-4 3-2 0,-4 0-4 0,-5 4-2 15,-1 1 0-15,-5 2 1 0,-2 5 9 0,-1 3 6 16,-3 5 12-16,-1 5 10 0,-4 5 5 16,0 7 6-16,0 6 3 0,-4 4 0 0,0 6-1 15,-2 2-3-15,0 6-6 0,0 2-9 0,3 1-5 16,-1 1-10-16,3-4-4 0,1-1-3 0,0-3-5 16,0-4 1-16,6-1-3 0,1-3 1 15,0 1-4-15,3-2-4 0,-2 0 2 0,2 3 3 16,1 2-1-16,-1 0 4 0,1 1 1 0,0 3 1 15,-3 3 6-15,2-2-1 0,-1 1 7 16,-2-2-1-16,-1-2 7 0,0-1 2 0,-1-3 0 16,-1-1-2-16,-1-4 1 0,-3-4-2 0,0-3 2 15,-3-8-5-15,-6-3-2 0,-1-6-4 0,-6-3-13 16,0-4 2-16,-7-3-5 0,-2-4-3 16,-2-3 9-16,-8-3 4 0,-3-4 7 0,-5-3 4 15,-7-1 7-15,-2-3 6 0,-5-1 5 0,-2-1 12 16,-6-5 4-16,-3-2 8 0,-2-3 2 0,-2-2 1 15,-3-2-5-15,-1-1 2 0,-2 0-4 0,-2 0-2 16,-2 1 1-16,-1 0-12 0,0 2-7 0,3 2-6 16,-2 0-11-16,3 1-8 0,-2 0-3 15,1 2-6-15,0 0-1 0,-2 1-4 0,2 1 2 16,-3 2-1-16,1 2 2 0,1 2 3 0,-1 0 2 16,1 0 5-16,1 5 4 0,-1 0 2 15,6 1 6-15,-2 0-2 0,5 1 5 0,2 1 13 16,5 1 15-16,8 0 22 0,6 1 18 0,10-2 16 15,8 0-2-15,7-2-11 0,11-2-22 0,7-2-40 16,6-1-56-16,2 0-23 0,4-1-5 16,13 0 12-16,4 0 29 0,7 0 7 0,5 0-11 15,5-1-19-15,4-5-16 0,1 1-27 0,7-2-26 16,-1-1-30-16,3 0-32 0,0 0-25 16,-1 1-20-16,0 0 35 0,-12 2-115 0,-16 3 226 0</inkml:trace>
  <inkml:trace contextRef="#ctx0" brushRef="#br0" timeOffset="85508.38">6866 7175 213 0,'0'0'5'0,"0"0"-9"0,0 0 2 16,0 0 2-16,0 0 1 0,0 0 2 0,0 0-2 15,0 0-1-15,0 0 0 0,0 0-3 0,0 0 4 16,0 0-2-16,0 0 2 0,0 0-1 0,103-18 1 16,-94 18-1-16,-2 0 0 0,2 0 2 0,1 0 3 15,0 0 8-15,1 0 10 0,3 2 12 0,2-1 10 16,1 2 5-16,2-1-4 0,2 0-4 15,2 1-8-15,0-1-4 0,3 0-7 0,3 1-5 16,0-1 2-16,4-1 1 0,2 0-1 0,3-1 3 16,1 0-10-16,1-1-4 0,3-4 0 0,0 0-3 15,3-2 0-15,-1-2 1 0,2 0-1 16,0-2-3-16,0-1-3 0,-1 1-5 0,1-3-4 16,-2 1-3-16,0-4-3 0,-3 1-2 0,-1-2 0 15,2-1-3-15,-5 0 6 0,0-1 2 16,-3 1 0-16,-4-2 5 0,-2 1-3 0,-3 1-1 15,-3-1 3-15,-2 2 2 0,-3-3 3 0,-1-2 5 16,-3-1 2-16,-3-2 0 0,-2 0 6 0,-2-1 4 16,-2 1 7-16,-2 1 9 0,-3 0 2 15,0 1 1-15,-4 2-1 0,-2 3-2 0,-4-1-8 16,-5 2-6-16,0 1-12 0,-4 1-6 0,-3 1-7 16,-2-1-5-16,-2 4 4 0,-4-1-1 0,-4 1 5 15,-2 1 4-15,-3 2 1 0,-4 1 0 0,-3 2 5 16,1 1 2-16,-3 1 1 0,-5 1 6 15,-1 2 1-15,-2-1 7 0,-2 2 9 0,4 0 10 16,-1 0 17-16,1 0 15 0,3 3 12 0,5-1-2 16,2 0-6-16,6 1-13 0,3 0-16 0,3 1-9 15,4 0-16-15,2 2-9 0,2 1-12 16,1 1-11-16,1 2-7 0,3 2-8 0,-1 1-4 16,0 1-1-16,1 5 0 0,2-1 3 0,0 4 3 15,3 0 7-15,1 2-1 0,2 0 1 0,3 1-1 16,3 0-2-16,-1 0 5 0,3 1 0 15,2 1 2-15,1-2 3 0,0 1 2 0,4-1 0 16,4-2 2-16,2 0 0 0,1-3 2 0,3 1 1 16,3 0 1-16,2-3 2 0,6 0 0 15,1-1 2-15,3-1 0 0,3-1-2 0,1-1-17 16,5-1-36-16,0-3-70 0,3-1-87 0,-8-3-199 16,-13-4 154-16</inkml:trace>
  <inkml:trace contextRef="#ctx0" brushRef="#br0" timeOffset="89661.21">1687 9871 255 0,'0'0'48'0,"0"0"-2"0,0 0-6 0,0 0-15 16,0 0-16-16,121 41-8 0,-89-25-1 0,3-2-13 15,2-2-4-15,4 1-9 0,0-3 2 0,2-2 0 16,2-2 2-16,-1-3 7 0,5-1-1 16,-4-2-1-16,2 0 2 0,-2 0 0 0,0-2 1 15,-4 1-3-15,1 0-59 0,-12 1-37 0,-10 0 113 0</inkml:trace>
  <inkml:trace contextRef="#ctx0" brushRef="#br0" timeOffset="91470.76">7466 9722 0 0,'0'0'0'0,"0"0"0"0,138-7 0 16,-86 4 0-16,-5 3 0 0,-1 0 0 16,-4 0 0-16,-10 0 0 0,-10 0 0 0</inkml:trace>
  <inkml:trace contextRef="#ctx0" brushRef="#br0" timeOffset="91543.66">8041 9753 0 0,'0'0'95'0,"0"0"-58"0,0 0-59 16,0 0-88-16,0 0 110 0</inkml:trace>
  <inkml:trace contextRef="#ctx0" brushRef="#br0" timeOffset="95565.68">10488 6081 1121 0,'0'0'-30'0,"0"0"-39"0,0 0-9 0,0 0 11 15,0 0 26-15,-51 117 32 0,42-71 15 0,1 8 3 16,1 7 6-16,-2 9 0 0,0 14-1 16,0 9 2-16,-2 11-5 0,1 13-2 0,0 10-5 15,-1 8-8-15,3 7-4 0,0 3-12 0,4 4-18 16,-2 1-19-16,6-1-15 0,0-3 3 0,0-5 10 15,7-6 17-15,0-6 13 0,-2-11 12 0,4-10 12 16,1-10 6-16,-1-11 5 0,0-10 1 16,-1-11 1-16,-1-7-1 0,0-9-4 0,-4-7-4 15,1-9-8-15,-3-6-6 0,-1-10 4 0,0-8-15 16,-3-6 6-16,-1-4-18 0,-2-8-14 16,0-8 5-16,-3-7-2 0,1-9 21 0,1-9 11 15,0-10 6-15,-2-10-1 0,1-7 0 0,3-7 1 16,-1-5 0-16,4-6-4 0,1-4-26 0,-1-4-57 15,2-6 84-15,0 22 14 0,0 27 0 0</inkml:trace>
  <inkml:trace contextRef="#ctx0" brushRef="#br0" timeOffset="95735.35">10537 6396 472 0,'0'0'97'0,"0"0"-41"0,0 0-21 16,0 0-20-16,0 0-8 0,122-60 0 0,-82 52 1 15,3-1 3-15,8 0 4 0,8-1-2 0,4 1-4 16,6-2-7-16,4 2-9 0,8-1-16 16,4 2-27-16,5 2-35 0,6 3-34 0,0 2-4 15,4 1 7-15,-25 0-108 0,-25 2 224 0</inkml:trace>
  <inkml:trace contextRef="#ctx0" brushRef="#br0" timeOffset="96340.03">14366 6254 4 0,'0'0'129'16,"0"0"-122"-16,0 0-3 0,0 0-3 16,0 0 1-16,115 143 0 0,-107-97 4 0,-3 5 5 15,-2 8 10-15,-2 5 4 0,-1 7 1 0,0 4 1 16,-3 8-8-16,-2 6-3 0,-1 5-1 0,0 4-6 15,1 4 0-15,1 3 0 0,2 6 0 0,2 0-2 16,0 3-3-16,0 1-2 0,5 2-5 16,0-2-4-16,2-1-6 0,2-3-6 0,-1 0 1 15,0-4-1-15,1-6 14 0,-2-4 10 0,1-7 30 16,0-7 35-16,2-10 26 0,-2-7 22 0,1-6-10 16,3-5-28-16,-2-3-10 0,0-1-16 0,-4-4 4 15,-1-4 11-15,-3-1-10 0,-2-6 2 16,0-6-10-16,-4-3 1 0,-5-4-6 0,-2-3-7 15,-5-4-11-15,-2-3-17 0,-4-2-13 0,-6-2-7 16,-5-1-3-16,-3-2-1 0,-7-3 4 16,-4 0-4-16,-5-2 8 0,-5-1-1 0,-7 0 6 15,-6 0 5-15,-6 0-2 0,-8 0-2 0,-2-2 2 16,-9 0-2-16,-2 0 2 0,-4 0 5 16,-5 1 7-16,1-1 4 0,-3 2 9 0,-3 0 2 0,-1 0-1 15,1 0-5-15,2 0-7 0,0 0-6 16,4 0-8-16,1 3 0 0,3-1-3 0,2 3 5 15,0-1-2-15,7 2 5 0,2 1 2 0,6 1 3 16,5 1 4-16,6 0 12 0,5 3 9 16,8 0 13-16,8-2 9 0,8 1-1 0,6-2-6 15,12 0-17-15,3-4-15 0,12-1-21 0,7-3-49 16,4 0-34-16,3-1-6 0,14 0 3 0,6 0 42 16,12 0 24-16,8 0 9 0,3-2-6 0,11-2-2 15,4 0-13-15,3-3-9 0,7-1-13 16,8 0-5-16,2-1 1 0,1-2-2 0,6 2 3 15,1 0-5-15,0 0-7 0,2 1-11 0,-2 3-22 16,0-1-30-16,-4 3-39 0,3-1 6 0,-25 3-118 16,-20 0 199-16</inkml:trace>
  <inkml:trace contextRef="#ctx0" brushRef="#br0" timeOffset="102207.03">2172 10045 957 0,'0'0'60'0,"0"0"-47"15,0 0-31-15,0 0-29 0,0 0-7 16,0 0 13-16,0 0 30 0,0 0 27 0,0 0 9 16,0 0 3-16,0 0 1 0,-14 131-7 0,12-90-6 15,1 8 1-15,0 5-6 0,-1 8-3 0,-4 7 4 16,3 7-6-16,-3 5 0 0,2 7-1 15,-4 2-13-15,5 3 6 0,-5 1 4 0,3-1 3 16,-1 0 16-16,-2-1 5 0,2-3 2 0,1 0 5 16,-2-1 5-16,4 5 6 0,-3 2 12 0,1 4 8 15,3 5 3-15,-3 4 0 0,3 5-4 0,1 6 1 16,0 3-3-16,0 6-13 0,-2 6-9 16,1 0-13-16,0 4-9 0,1 1-3 0,-1-3-11 15,-2-4-3-15,2-6-3 0,0-7-2 0,1-6 2 16,-1-13 3-16,-1-11-1 0,1-11-4 0,2-12-16 15,0-9-22-15,3-10-46 0,4-8-70 0,1-5-81 16,2-6-113-16,-1-8-198 0,-5-8 188 0</inkml:trace>
  <inkml:trace contextRef="#ctx0" brushRef="#br0" timeOffset="102505.54">1504 13983 1620 0,'0'0'252'0,"0"0"-275"0,0 0 12 16,0 0 9-16,153 3-11 0,-102-5-6 0,1-4 3 15,3-2-5-15,1-1-9 0,-1 0-18 0,-1-2-50 16,-6 2-74-16,-2 0-95 0,-13 2-99 0,-11 2-420 0</inkml:trace>
  <inkml:trace contextRef="#ctx0" brushRef="#br0" timeOffset="102777.27">1912 13889 1427 0,'0'0'183'0,"0"0"-22"0,0 0-17 0,-147 8-52 15,120-4-49-15,7-1-12 0,2 1-13 16,5-1-16-16,3 1-10 0,0 2-4 0,5 0-24 16,1 6-17-16,3 7-11 0,1 9 2 0,0 12 11 15,6 11 17-15,4 9 8 0,2 5 0 0,1 7 4 16,5 1 6-16,0 0 8 0,-1-2 5 0,3-4 3 15,-1-9 1-15,1-9 0 0,0-10 0 0,0-9-4 16,-1-10-5-16,1-9 0 0,-3-6-1 16,1-5 14-16,-1-9 15 0,4-9 19 0,-3-11 17 15,0-9 12-15,2-11 3 0,4-8-8 0,0-10-11 16,4-4-18-16,4-3-15 0,7 0-11 0,0 1-10 16,2 2-17-16,1 4-56 0,1 5-118 15,-10 15-236-15,-12 19-928 0</inkml:trace>
  <inkml:trace contextRef="#ctx0" brushRef="#br0" timeOffset="104645.85">938 17083 892 0,'0'0'165'15,"0"0"-218"-15,0 0-9 0,0 0 33 16,0 0 22-16,0 0 10 0,0 0 17 0,0 0 4 15,0 0 10-15,122-106 1 0,-105 91-2 0,-4 0 7 16,0 0 4-16,1-1 4 0,-3-3 2 0,-1 2-11 16,1 0-10-16,-2-2-8 0,-2 2-2 0,-2 1 0 15,-1 2-8-15,1 1 4 0,-4 3-6 16,-1 3 2-16,0 2 4 0,0 4-1 0,-1 1-9 16,-4 0-16-16,0 2-18 0,0 7-9 0,-1 5 2 15,-3 5 16-15,-1 7 14 0,2 6 11 16,1 4 0-16,0 8-3 0,-2 3 3 0,2 6-5 15,4 1-2-15,-4 1-13 0,4-2 1 0,0-4-11 16,0-4 4-16,1-7 4 0,0-5 4 0,0-4 4 16,-2-5 7-16,-1 0-4 0,-4-3-10 15,-2 0-4-15,1-2-6 0,-4 0 13 0,-1-3 13 16,3-3 17-16,-2-4 23 0,1-2 24 0,2-4 10 16,4-1 17-16,2-2 1 0,0 0-9 0,3 0-18 15,2 0-19-15,0 0-38 0,0 0-13 0,0 0-3 16,3 0 5-16,0 0 19 0,0 0 10 15,4-1 13-15,-1 0 2 0,1 0 1 0,2 1-4 16,2 0 1-16,1 0-10 0,3 0-2 0,-1 0-9 16,1 0-1-16,0 0-14 0,2 0 4 0,-3 1-8 15,2 0-5-15,-3 0-6 0,2 1-2 0,-1-2-12 16,-2 0-26-16,-1 0-28 0,2-4-64 16,-2-1-85-16,-1 0-129 0,-3 1-156 0,0 0-78 0</inkml:trace>
  <inkml:trace contextRef="#ctx0" brushRef="#br0" timeOffset="105439.82">2644 17047 1780 0,'0'0'30'15,"0"0"-29"-15,0 0-4 0,0 0-29 0,0 0-20 16,0 0-5-16,0 0-1 0,0 0 11 0,0 0 25 15,0 0 13-15,0 0 3 0,0 0 5 16,0 0 2-16,0 0 9 0,32-92-8 0,-14 87 8 16,1 2-6-16,1-1 0 0,1 3-4 0,-1 1-3 15,1 0-10-15,1 0-6 0,-2 5-2 0,0 0-9 16,0 5-9-16,-4 0-10 0,-2 3-3 16,-4 1 0-16,-1 4 4 0,-3 1 8 0,-3 0 12 15,-3 3 5-15,-3 1 10 0,-5 0 7 0,-2 2 12 16,-6-1-2-16,2 2 14 0,-6-1 3 15,1 1 4-15,-3 0 12 0,0 0 14 0,1 0 10 16,0-2 9-16,2-1 1 0,3 1-13 0,0-1-14 16,4 0-22-16,6-2-10 0,-2-3-9 0,5 0-1 15,0-5-11-15,3 1 2 0,4 0-4 0,0-1-1 16,6-1-2-16,-1 1 8 0,2-2-8 16,2 0 5-16,2-2 5 0,-1 0-7 0,4-2 2 15,-1-1-4-15,-2-2 1 0,4-3-2 0,1 1 2 16,-2-2-11-16,2 0-12 0,-4-5-39 0,3-2-73 15,1-1-112-15,-6 3-108 0,-6 0-195 0</inkml:trace>
  <inkml:trace contextRef="#ctx0" brushRef="#br0" timeOffset="105778.49">4227 17411 742 0,'0'0'-43'0,"0"0"-94"16,0 0-31-16,0 0-27 0,0 0 38 15,0 0 115-15,0 0 42 0</inkml:trace>
  <inkml:trace contextRef="#ctx0" brushRef="#br0" timeOffset="105933.57">4836 17412 0 0,'0'0'0'0,"0"0"0"15,0 0 0-15</inkml:trace>
  <inkml:trace contextRef="#ctx0" brushRef="#br0" timeOffset="106156.38">5474 17427 322 0,'0'0'191'0,"0"0"-99"15,0 0-31-15,0 0-26 0,0 0-8 0,0 0 5 16,0 0-8-16,0 0-24 0,0 0-22 16,0 0-10-16,0 0-8 0,0 0-8 0,0 0-23 15,0 0-77-15,3 25-39 0,-1-25-49 0</inkml:trace>
  <inkml:trace contextRef="#ctx0" brushRef="#br0" timeOffset="106290.25">5863 17495 1172 0,'0'0'-20'0,"0"0"-283"0,0 0-101 16,0 0-41-16</inkml:trace>
  <inkml:trace contextRef="#ctx0" brushRef="#br0" timeOffset="107659.58">7898 17449 2313 0,'0'0'70'16,"0"0"-55"-16,0 0-41 0,0 0-28 0,0 0 0 15,0 0 36-15,0 0 20 0,0 0 3 0,0 0 1 16,44-140-7-16,-32 107 9 0,1-3-1 0,-1 1 9 16,-1-2 4-16,3-1 7 0,1 1-4 15,2 1 5-15,3 3-6 0,0 5-5 0,-1 6-8 16,2 6-7-16,-2 3-7 0,0 6-8 0,-1 4-4 15,-2 3 4-15,-2 3 8 0,-2 8 8 0,1 6 16 16,-2 7 7-16,-2 3 1 0,-2 4-12 16,2 1 0-16,-4 1-12 0,0 0 3 0,1-5-1 15,0-1 0-15,3-4-6 0,-3-5-4 0,2-2 1 16,0-5-1-16,2-3-10 0,-1-4 0 0,1-1-2 16,2-3-10-16,1-4 2 0,2-4-19 0,-3-8-11 15,5-1-21-15,-5-3-13 0,3-5-10 16,0 0 4-16,-3-3 2 0,3-1 22 0,-1 1 24 15,1 0 16-15,0 4 23 0,-2 3 16 0,0 5 0 16,0 7 1-16,-1 6 0 0,-2 3 29 16,1 7 32-16,-2 9 30 0,-2 7 21 0,2 5-14 15,-2 6-16-15,1 2-29 0,-3 1-8 0,1-1-18 16,2-3-9-16,0-3-10 0,0-3-7 0,0-4-16 16,3-3-11-16,0-5-9 0,0-3-40 15,3-4-76-15,-2-7-140 0,-2-1-220 0,0 0-902 0</inkml:trace>
  <inkml:trace contextRef="#ctx0" brushRef="#br0" timeOffset="108341.39">10749 16523 1239 0,'0'0'26'0,"0"0"-55"16,0 0-8-16,0 0-1 0,0 0 9 0,-139 135 32 16,109-96 35-16,5 6 45 0,-2 3 40 0,0 6 27 15,5 4 7-15,1 4-18 0,2 0-39 0,7-1-30 16,2-3-32-16,1-6-24 0,7-7-12 15,2-3-19-15,0-7-3 0,3-5-22 0,5-3-13 16,2-4-40-16,1-3-65 0,5-6-78 0,-1-6-97 16,1-5-94-16,-7-2-229 0</inkml:trace>
  <inkml:trace contextRef="#ctx0" brushRef="#br0" timeOffset="108797.37">11014 17084 1848 0,'0'0'547'0,"0"0"-555"0,0 0-62 15,0 0-36-15,0 0-12 0,0 0 16 16,0 0 51-16,0 0 18 0,0 0 4 0,0 0 0 16,0 0-11-16,33-128-5 0,-23 108 1 0,3 1 14 15,0-2 13-15,1 2 18 0,-2 5 2 0,3 2 3 16,-3 3-3-16,-1 3 2 0,1 3-10 15,-3 3-5-15,1 0 7 0,-1 2 13 0,-1 6 22 16,-4 5 16-16,3 3 14 0,-4 2-1 0,-2 2-4 16,0 2 3-16,5-4-1 0,-4-2-7 0,-1-2-12 15,5-4-18-15,-2-2-6 0,2-2-10 0,-1 0 2 16,5-3-3-16,-1 0-7 0,1-3-6 16,2 0 1-16,2-3-1 0,1-4-13 0,1-2-3 15,0-1-15-15,2-3-16 0,0 1-17 0,-2-2-4 16,3-1-1-16,1 1 18 0,-2-1 22 15,0 2 16-15,-4 4 10 0,-1 3 4 0,0 4 9 16,-6 2 22-16,2 2 34 0,-1 4 38 0,-5 5 29 16,3 1 7-16,-3 3-13 0,1 1-21 0,-1-1-11 15,0 0-24-15,-2 0-9 0,3-2-17 16,-1 1-13-16,0-3-8 0,3 1-7 0,-1-3-8 16,3-1-6-16,1-1-11 0,0-1-13 0,1-2-19 15,1 0-44-15,0-2-80 0,-1-2-104 16,6 0-129-16,-9 0-160 0,1 0-459 0</inkml:trace>
  <inkml:trace contextRef="#ctx0" brushRef="#br0" timeOffset="109347.56">12103 16766 2210 0,'0'0'163'0,"0"0"-108"0,0 0-23 15,0 0-12-15,0 0 12 0,0 0 14 0,0 0 4 16,0 0-11-16,73 116-8 0,-67-76-12 0,-4 0-6 15,-2 0-1-15,0 1-3 0,-1-5-7 16,-5 0 3-16,3-4-7 0,-5-2-2 0,4-1-10 16,-3-4-6-16,3-3-25 0,-2-3-19 0,2-5-39 15,-3-5-56-15,5-2-61 0,-4-4-67 16,4-3-61-16,-2-1-73 0,-2-9-15 0,-2-3 56 16,3-3 145-16,-2-5 235 0,2-3 0 0,0-2 0 15,1 0 0-15,-3-1 49 0,6 1 88 0,-1 1 39 16,1 1 35-16,-1 5 12 0,2 3 3 15,0 3 4-15,0 4-8 0,0 2-15 0,3 2-15 16,-1 2-33-16,-1-1-30 0,5 2-15 0,-2 0-20 16,-1 1-8-16,4 0-16 0,1-2-12 0,2 2-19 15,0-1-15-15,2 0-12 0,2-1-6 0,2 1-17 16,2 0-6-16,-3-1-2 0,5 2-15 16,0-1-14-16,0-2-13 0,0 2-7 0,1-3-14 15,-2 1 11-15,1-2-14 0,0-2-3 0,0 0-11 16,2-1-9-16,-1-3-4 0,-1 1 4 0,2-2 20 15,-1 0 35-15,3-1 28 0,-6-2 25 0,3 2 20 16,0 1 6-16,-2-1 10 0,-1 0 7 16,1 1 8-16,-1 4 10 0,-2-1 10 0,0 3 1 15,-2 3-4-15,0 0-11 0,-4 3-4 0,-1 1-2 16,-5 1 19-16,3 8 10 0,-5 8 9 16,-2 4 1-16,0 9-21 0,-2 5-22 0,-8 3-17 15,2 3-7-15,-2-2-5 0,0 1-3 0,1-1-7 16,-1-3 0-16,2 0-9 0,3-2 1 15,-3-4-8-15,6 0-13 0,-2-5-15 0,2-6-28 16,1-2-50-16,1-8-82 0,0-3-88 0,3-3-93 16,2-3-103-16,-2-3-55 0,3-1 8 0</inkml:trace>
  <inkml:trace contextRef="#ctx0" brushRef="#br0" timeOffset="109589.28">12953 16426 2006 0,'0'0'130'0,"0"0"-70"16,0 0-18-16,0 0-10 0,0 0 5 0,0 0-3 15,130 98-3-15,-105-61-8 0,-2 6 3 0,-3 2-7 16,0 5 10-16,-1 2-2 0,-4 2 6 0,-1 3 1 16,-4 3 2-16,-2 1-7 0,-3 1 1 15,-2 1-2-15,-3 0-4 0,0-1-4 0,-6-1-5 16,-2-4-1-16,-1-3-1 0,-3-7-3 0,2-8 1 15,-1-4-6-15,0-7-18 0,2-7-22 16,0-4-50-16,-1-4-91 0,1-3-163 0,4-6-206 16,-1-2-289-16,-1-1 63 0</inkml:trace>
  <inkml:trace contextRef="#ctx0" brushRef="#br0" timeOffset="110669.64">7102 6202 215 0,'0'0'9'0,"0"0"-10"16,0 0-3-16,0 0 1 0,0 0-1 0,0 0-1 15,0 0 0-15,0 0-2 0,0 0-11 0,0 0-63 16,0 0-15-16,0 0 96 0</inkml:trace>
  <inkml:trace contextRef="#ctx0" brushRef="#br0" timeOffset="111692.03">7180 6034 0 0,'0'0'0'0,"0"0"0"16,0 0 106-16,0 0-48 0,0 0-40 0,0 0-7 15,0 0-3-15,0 0 1 0,0 0-1 0,0 0-2 16,0 0-1-16,0 0-1 0,0 0-4 0,0 0-2 16,-98-71-1-16,88 75-1 0,0 1-1 15,-1 4 2-15,-1 0 0 0,-3 1 1 0,0 3 3 16,-3 2-1-16,0 2 3 0,-3 5 0 0,-2 2 3 15,0 5 1-15,-4 3 4 0,0 4 3 16,0 3 5-16,-2 2 2 0,0 4 1 0,-1 2-3 16,0 4-2-16,-2 5-6 0,1 3-3 0,-1 4-1 15,-1 3-2-15,2 2 0 0,0 2-4 0,1 1-1 16,0 2 0-16,1-1-1 0,1-1 3 16,0-1-2-16,3 0 0 0,2 2 1 0,0-1 0 15,4 2 2-15,0 0 0 0,-1 2 0 0,-1 1 1 16,5 1-2-16,-2 1 2 0,1 2 1 0,2-1 0 15,-2 0 2-15,4-3-1 0,1 2 3 0,-1-3 5 16,5 1 5-16,-1 1 7 0,0-2 4 0,1 0 7 16,0 1 1-16,3-1 1 0,-2 0-4 15,4 0-12-15,-4-4-1 0,6 0-8 0,-1-3-3 16,1-3 0-16,1-3-2 0,0-3 0 0,4-4-1 16,6-6 1-16,2-2 1 0,4-5 0 15,2-2 4-15,4-2-1 0,1-5 2 0,6-1-1 16,1-3-2-16,1-2 1 0,1 0-6 0,3-1-1 15,1 1-3-15,2 1-1 0,-1-2-2 0,3 1 3 16,-2-2 1-16,2 0 2 0,0-1-1 16,2-1 2-16,1-2-2 0,2 0-3 0,-2-2-2 15,5-1-4-15,-4 0-5 0,4-1-10 0,-2 1 1 16,1-3-1-16,-1 2 5 0,2-3 8 16,-1 0 4-16,2-3-1 0,-2-2 2 0,1-2-3 15,0-2 4-15,0-3 0 0,2-2 2 0,-1-1 1 16,2-6 1-16,-3-3 2 0,3-2 2 0,2-3 3 15,-2-1 4-15,4-4 5 0,-1 0 4 0,2-5 7 16,0 0 3-16,-1-3 2 0,1-1-1 0,0-3-4 16,-2-2-7-16,-2-1 2 0,-2-2-2 15,-2 0 4-15,-1-5 5 0,-5 1 2 0,-2-3 1 16,-1-2 0-16,-5-3 1 0,-1 0 1 0,-5-3-2 16,1-2-6-16,-4-1-6 0,-1-5-11 0,-6-1-6 15,-1-3-3-15,-2-1-1 0,-2 0-4 16,-3-3 1-16,-2 0 4 0,-1-2-3 0,-2 1 3 15,0-1 2-15,-1 2 0 0,-2 0 1 0,0 2 1 16,0 0-5-16,-2 0-1 0,0-2-6 16,0 2-5-16,-2 0-5 0,-2 0 2 0,-5 2-3 15,-2-1 2-15,-2 4 4 0,-2-4-5 0,-4 3 5 16,0 1 6-16,-3-1 3 0,0 1 10 0,0 1 0 16,-1 1-1-16,3-1 2 0,2-2-7 15,1 0 2-15,4-2-4 0,0-1-4 0,2-1-3 16,3-3-7-16,0 1-3 0,0-2-5 0,1 1-2 15,-2 1 2-15,1 0-1 0,-1 3 1 0,-2-1 5 16,-1 3 5-16,-3 1 5 0,2 2 10 16,-5 1 3-16,1 1 3 0,-3 3 7 0,0 0 2 0,0 1 7 15,-2 1 6-15,-2 2 10 0,0 1-1 16,-2 1-1-16,-1 2-9 0,1 1-10 0,-4 2-7 16,2 2-8-16,-3 2-5 0,1 1-3 0,-1 5-4 15,0 3-2-15,-1 2 0 0,-2 4-3 0,0 2-2 16,1 2-8-16,2 4-4 0,-2 2-9 15,1 3-9-15,1 5-5 0,-3 3-5 0,2 4-3 16,0 1 5-16,-3 9 7 0,4 4 12 0,-3 4 10 16,3 6 7-16,-2 5 6 0,1 3-2 15,1 4 3-15,-1 6 0 0,0 5 3 0,1 3-3 16,0 3 4-16,-1 2 2 0,0-1-1 0,3 1 5 16,-3-1 1-16,3-2 0 0,0 0 5 15,2-2 0-15,0 1 0 0,3-1-1 0,-2-2-2 16,2 0-4-16,-1-2-2 0,3 1-4 0,1 2-8 15,1-2-19-15,2-1-69 0,5-10-158 0,7-13-562 0</inkml:trace>
  <inkml:trace contextRef="#ctx0" brushRef="#br0" timeOffset="112996.29">7035 7085 1440 0,'0'0'177'0,"0"0"-144"15,0 0-17-15,-67-132-6 0,59 96-16 0,6-5-12 16,2 0-3-16,3-5-11 0,10-3-4 16,1 0-9-16,3-4-15 0,2 0-8 0,1 0-10 15,3 0 9-15,2 0 15 0,2 2 17 0,0 2 19 16,7 2 10-16,3 3 11 0,-2 1 6 0,3 3 6 16,2 4 5-16,5 2 1 0,1 4 0 0,4 2 3 15,2 4-5-15,2 0 2 0,4 1 0 16,3 2-5-16,2 3-3 0,1 1-6 0,1 5-5 15,1 2-6-15,-2 3-2 0,-2 5-7 0,-5 2 0 16,-3 3-2-16,-3 9-8 0,-5 3 2 0,-1 6-3 16,-5 6 0-16,-6 4 7 0,0 3 2 15,-7 6 2-15,-3 2 2 0,-4 5 0 0,-6 3 3 16,-3 0 0-16,-6 4 5 0,-4 3 3 0,-1 1 6 16,-5 5 3-16,-7 0 6 0,-5 0 1 15,-4 2 0-15,-3-2 0 0,-6-2-1 0,-6-2-1 16,1-3 4-16,-8-3 0 0,-3-6 4 0,-3-4 3 15,-4-5-1-15,-2-5 6 0,-5-2 3 0,-2-6 1 16,-3-5 3-16,1-2-2 0,-1-7 4 16,1-6 6-16,4-5 11 0,6-4 5 0,4-10 1 0,8-7-17 15,7-7-35-15,6-4-74 0,8-6-144 16,8 7-302-16,6 8-518 0</inkml:trace>
  <inkml:trace contextRef="#ctx0" brushRef="#br0" timeOffset="118033.04">7944 16369 18 0,'0'0'102'0,"0"0"-32"15,0 0 16-15,0 0 19 0,0 0 3 0,0 0-1 16,0 0-4-16,0 0-3 0,0 0-9 0,0 0-11 16,0 0-11-16,0 0-10 0,0 0-10 15,9-6-2-15,-4 1-4 0,2-5-2 0,2-2-2 16,2-2-8-16,3-4-5 0,1 0-12 0,0-3-4 16,6 0-6-16,-2-3-5 0,2 4-6 0,0-1-1 15,-1 1-3-15,2 3-3 0,-2 2-1 0,-2 3-2 16,-1 1-7-16,-3 4 1 0,-2 4-1 15,-1 2-3-15,-2 1 4 0,0 0 7 0,-2 8 24 16,-1 2 24-16,0 6 26 0,-3 4 15 0,1 2 3 16,1 2-10-16,-3-1-13 0,4-1-17 0,-2-3-17 15,3-4-9-15,0-2-2 0,3-5 5 0,0-1 1 16,0-3 7-16,4-4-1 0,-2 0-3 16,3-2-12-16,0-5-7 0,3-2-20 0,-1-4-12 15,-1-2-12-15,4-2-4 0,-4-1 2 0,1-2 12 16,0 0 12-16,2 1 10 0,-3 0 9 15,1 6-1-15,-3 3-3 0,0 4-5 0,-6 5 4 16,-2 1 26-16,1 7 48 0,-1 6 38 0,-1 6 26 16,0 5-1-16,0 4-16 0,0 5-24 0,1 1-9 15,-2-1-20-15,1 0-19 0,0-3-8 16,1-5-14-16,3-1-4 0,0-6-7 0,-1-1-12 16,1-4-14-16,2-2-23 0,-1-3-41 0,1-2-78 15,2-2-107-15,-4-1-150 0,-5-2-856 0</inkml:trace>
  <inkml:trace contextRef="#ctx0" brushRef="#br0" timeOffset="119405.38">885 15814 571 0,'0'0'89'0,"0"0"-28"0,0 0-25 15,0 0-27-15,0 0-18 0,0 0-6 0,0 0 13 16,0 0 11-16,0 0 23 0,0 0 18 15,0 0 13-15,0 0 6 0,40-12 3 0,-29 7-3 16,1-2-7-16,5-2-9 0,-1-2-8 0,1 0-12 16,2-2-6-16,1-1-10 0,1 1-5 0,-1-4 2 15,2 1-3-15,-1-1-2 0,0-1 2 0,-2-1-4 16,1 1-5-16,-2-1 1 0,-2 2-5 16,-3 1-3-16,-1 1-10 0,-5 2-5 0,-3 3-10 15,0 2 4-15,-3 2 0 0,-1 3-2 0,0 0-8 16,-3 3-21-16,-1 0-12 0,-4 7 1 0,-3 2 10 15,0 5 21-15,-3 5 22 0,0 1 12 0,2 5 12 16,-2 1 7-16,3 5 5 0,0 2-2 16,3 5 2-16,2 2-7 0,2 2-5 0,0 2-3 15,3 0-8-15,1-4-8 0,0-3-8 0,0-6-10 16,1-5-2-16,-1-4 1 0,0-4-1 0,0-2 1 16,-2-2-7-16,-4-2-12 0,0 1-14 15,-3-3 3-15,-1-2 11 0,-1-1 24 0,0-5 24 16,1 0 24-16,0-2 17 0,1 0 18 0,-1-5 17 15,4-1 11-15,1 0-2 0,1 2-10 16,3 0-19-16,1 0-33 0,0 1-24 0,0-1-14 16,5 1-2-16,2-1 11 0,-1 2 13 0,3 1 9 15,1-1 4-15,1 2 1 0,0 0-5 0,3 0-7 16,0 4-2-16,-1 1-2 0,5 0 1 16,-1 2-4-16,1-1-14 0,2-1-19 0,-2 1-36 15,3-1-76-15,-4-2-112 0,-8-1-410 0</inkml:trace>
  <inkml:trace contextRef="#ctx0" brushRef="#br0" timeOffset="119925.69">2841 15780 2084 0,'0'0'-16'0,"0"0"-53"16,0 0-5-16,0 0-18 0,0 0 11 0,0 0 18 16,0 0 0-16,0 0 1 0,123-112-1 0,-103 107 4 15,-4 2 7-15,0 3 15 0,-3 0 18 0,-3 0 12 16,0 1 10-16,1 5 1 0,-1 1 3 0,0 2 1 16,0 2 4-16,-2 3 0 0,-5 6-4 0,-1 3-14 15,-2 5-26-15,0 2-24 0,-7 5-26 16,-3-2-7-16,-7 2 17 0,1-3 23 0,-2 0 28 15,-6-2 38-15,1-1 37 0,-1-2 52 0,-2-3 46 16,5-2 26-16,0-1-13 0,6-5-34 16,1 1-50-16,5-2-42 0,4-2-29 0,0 2-20 15,3 0-3-15,2 1 2 0,0-2-2 0,1-1 5 16,6 0 3-16,-2-3 1 0,4-1 4 0,4 0-2 16,0-3 5-16,2 0-6 0,4-2-1 15,3-1-10-15,5-2-18 0,-3-1-35 0,4 0-60 16,1-2-88-16,2-2-149 0,-10 1-310 0,-3 0 330 0</inkml:trace>
  <inkml:trace contextRef="#ctx0" brushRef="#br0" timeOffset="120114.23">4177 16225 1372 0,'0'0'677'16,"0"0"-799"-16,0 0-64 0,0 0-34 15,0 0-83-15,0 0-16 0,0 0-14 0,0 0-233 0</inkml:trace>
  <inkml:trace contextRef="#ctx0" brushRef="#br0" timeOffset="120268.93">4757 16159 0 0,'0'0'81'0,"0"0"-44"0,0 0-9 0,142-18 7 15,-105 14 0-15,-3 1-1 0,3 0-9 0,-3 1-11 16,0-1-16-16,2 1-18 0,-3 0-17 0,4 0-8 16,-4 1-3-16,-8 1-60 0,-10 0 79 0</inkml:trace>
  <inkml:trace contextRef="#ctx0" brushRef="#br0" timeOffset="120425.01">5941 16144 2081 0,'0'0'-14'0,"0"0"-47"15,0 0-2-15,0 0-32 0,0 0-27 16,0 0-114-16,0 0-189 0,0 0-640 0</inkml:trace>
  <inkml:trace contextRef="#ctx0" brushRef="#br0" timeOffset="120730.39">4927 17094 1584 0,'0'0'203'0,"0"0"-325"16,0 0-11-16,0 0 50 0,0 0 3 0,0 0 1 16,123 12-71-16,-93-12-54 0,1 0-94 15,-8-1-50-15,-5 0 58 0</inkml:trace>
  <inkml:trace contextRef="#ctx0" brushRef="#br0" timeOffset="120870.5">5923 17073 730 0,'0'0'427'0,"0"0"-359"0,0 0-18 15,0 0-36-15,0 0-71 0,0 0-95 0,0 0-184 16,0 0-408-16</inkml:trace>
  <inkml:trace contextRef="#ctx0" brushRef="#br0" timeOffset="126502.73">8133 6532 894 0,'0'0'129'0,"0"0"-52"0,0 0-59 0,0 0-75 16,0 0-12-16,0 0 19 0,0 0 35 0,0 0 34 15,0 0 1-15,0 0-5 0,0 0-7 16,132-16-8-16,-108 10-4 0,0 2 3 0,-1-1 0 16,0 0 2-16,-3 2-2 0,-1-1-1 0,0 2 0 15,-4 0-5-15,-1 1 0 0,-3 1-6 16,-2 0-6-16,-1 0-5 0,-4 1-3 0,-1 2 4 16,-3 2 13-16,0 1 14 0,-4 1 9 0,-5 2 6 15,-1 0-5-15,-1 2-4 0,-1 0 0 0,-1-1-2 16,-2 1 0-16,3-1-1 0,-2-1-5 0,-1 1 1 15,3 0-6-15,-3-1-1 0,1 0-3 0,1-1-6 16,1 1-2-16,0-2-2 0,3-1 3 16,3-1 6-16,-1-2 3 0,5-2-15 0,2 0-33 15,0-1-5-15,2 0 3 0,5 0 16 0,3 0 42 16,5 0 7-16,1-4 0 0,4-2-2 0,2-1-6 16,2 0-2-16,1 1-2 0,0-3 0 15,0 2 0-15,-3 0-2 0,-2 2 1 0,0 0 0 16,-4 1 1-16,-2 1 0 0,-3 1 0 0,-1 0 6 15,-4 0-6-15,-2 2 6 0,-3 0 21 0,-1 0 29 16,0 0 30-16,0 0 24 0,0 0-1 16,0 0-17-16,0 0-26 0,0 0-31 0,0 0-30 15,0 0-29-15,-1 0-23 0,1 1-23 0,-1 2-21 16,0 0-53-16,-1-1-66 0,2 1-411 0</inkml:trace>
  <inkml:trace contextRef="#ctx0" brushRef="#br0" timeOffset="131066.46">10584 6311 1262 0,'0'0'362'0,"0"0"-329"0,0 0-8 16,0 0-40-16,0 0-50 0,0 0-22 0,0 0-5 15,0 0 33-15,0 0 32 0,144-107 7 0,-79 98-1 16,8-1-8-16,9 3-15 0,6 1-45 0,3 1-75 15,2 3-72-15,-22 1-82 0,-20 1-98 0</inkml:trace>
  <inkml:trace contextRef="#ctx0" brushRef="#br0" timeOffset="131668.76">13563 6157 25 0,'0'0'118'0,"183"-12"-78"0,-79 5-23 16,-3 1-10-16,-8 2-3 0,-9 0-4 15,-3 1-1-15,-5 1 0 0,-2 0 1 0,-4 1 2 16,-4 1 1-16,-3 0-2 0,-5 0-3 0,-3 2-2 16,-5 2-6-16,-3 2-25 0,-2 2-61 0,-3 1 28 15,-3 3 68-15,-4 2 0 0,-4 0 0 0,-1 5 0 16,-6 2 0-16,-1 3 0 0,-6 4 99 16,-2 2-44-16,-5 6-35 0,-5 3-9 0,-1 5-2 15,-4 5 0-15,0 3 1 0,-4 2 3 0,-2 5 3 16,0 3 3-16,-4 3 3 0,2 5 1 0,0 4-3 15,-1 4-3-15,-2 3-1 0,1 3-2 16,0 5 2-16,0 3-4 0,2 4-7 0,1 1-4 16,2 0-7-16,0 2-9 0,4 1-13 0,1-2-8 15,0-1-8-15,5-2 0 0,1-3 8 0,0-3 9 16,2-1 6-16,-1-5 9 0,2-5 1 16,-4-4 2-16,0-5 4 0,-4-5 5 0,-1-4 3 15,0-4 4-15,-1-5 1 0,-6-5 7 0,-1-2 18 16,-6-4 25-16,2-2 29 0,-7-3 17 15,1-2 12-15,-5-2-2 0,-2-2-7 0,-4-3-8 16,-2 0-9-16,-4-3-13 0,0 0-11 0,-3-3-10 16,-3 0-11-16,0-1-7 0,-3-2-5 0,-3 0-7 15,-2 0-9-15,1 1-5 0,-3 1-7 0,0 0-3 16,0-1-2-16,-3 0 5 0,2 2-6 0,-3 0 3 16,-1 1-3-16,-1 0-8 0,-3 0-2 15,-1-2-4-15,-3 0-2 0,-1-2 0 0,-3-2 2 16,-3-2 6-16,-3-2 5 0,0 0 4 0,-4-2 5 15,-4-1-2-15,-1-1 1 0,-6-3-2 16,-3 1-1-16,0-2 1 0,-2 0 3 0,-5 0 11 16,6 1 24-16,-5-1 35 0,5 1 36 0,0 0 27 15,3 0-1-15,2 1-14 0,6 1-33 0,6-1-28 16,3 0-25-16,4 1-16 0,6 0-10 16,3-1-7-16,5-1-8 0,8 1-13 0,2-3-30 15,8 1-58-15,1-1-95 0,6-1-142 0,8-1-180 16,9 1-367-16</inkml:trace>
  <inkml:trace contextRef="#ctx0" brushRef="#br0" timeOffset="134966.66">4725 6949 1775 0,'0'0'4'0,"0"0"18"16,0 0-8-16,0 0-22 0,0 0-44 0,0 0-44 15,0 0-19-15,0 0 13 0,0 0 35 0,0 0 43 16,0 0 23-16,-92 172 5 0,83-97 1 0,0 9 1 16,4 10-3-16,-2 9-7 0,2 3-7 15,2 4-13-15,1 1-12 0,2 0-14 0,0-2-17 16,0-5-10-16,0-3-5 0,0-6 2 0,0-5 10 16,0-11 21-16,0-7 18 0,-2-9 19 0,-2-10 12 15,0-10 6-15,0-13 1 0,-1-9 17 0,3-9 23 16,0-10-8-16,-2-3-31 0,2-14-35 15,2-9-43-15,0-14-11 0,0-14 3 0,0-14-31 16,5-13-17-16,-1-11 5 0,5-10-49 0,-4 22 46 16,0 25 124-16</inkml:trace>
  <inkml:trace contextRef="#ctx0" brushRef="#br0" timeOffset="135081.12">4725 6893 25 0,'0'0'202'15,"0"0"-163"-15,0 0-10 0,0 0-7 16,0 0-1-16,123-111 11 0,-79 105 7 0,9 1-3 15,4 4-12-15,9 1-12 0,2 2-16 0,7 8-18 16,-1 4-40-16,-15-4-20 0,-20-1-229 0</inkml:trace>
  <inkml:trace contextRef="#ctx0" brushRef="#br0" timeOffset="135501.04">6219 6867 1427 0,'0'0'199'16,"0"0"-16"-16,0 0-43 0,0 0-79 0,0 0-55 15,0 0-18-15,0 0-1 0,0 0 8 16,-47 137 10-16,41-76 4 0,-2 9-5 0,4 10-6 16,-1 9-8-16,4 8-15 0,1 3-14 0,0 4-11 15,0 1-15-15,7-3-9 0,2-2-12 16,2-5-10-16,0-8-5 0,2-6-1 0,-3-7 8 16,2-7 7-16,-3-4 16 0,-1-6 14 0,-4-5 19 15,-3-5 14-15,-1-3 12 0,-3-4 12 16,-4-3 9-16,-7-3 11 0,1-4 10 0,-7-2 12 15,-2-3 4-15,-4-4 6 0,-2-1-5 0,-4-3-2 16,-1-2-4-16,-7-3 5 0,-2-1 2 0,-4 0 6 16,-3-4 0-16,-1-1-2 0,-5-3-6 15,2-2-8-15,-6-1-7 0,-2 0-14 0,-1 0-6 16,-3 0-4-16,-1 0 9 0,1 0 1 0,0 2 15 16,5 0 11-16,3 0 16 0,4 2 20 0,6 0 2 15,11 1-9-15,9-2-21 0,7 1-33 16,4-1-31-16,11-2-47 0,2 0-76 0,3 2-22 15,6 0 6-15,8 2 34 0,6 0 55 0,6 1 17 16,5 0-13-16,6-4-15 0,5 0-18 0,2-2-13 16,6-2-16-16,1-5-8 0,4-1-1 0,2-2-6 15,2-1 3-15,1-1 11 0,0-1 24 0,-1 2-20 16,-15 1 6-16,-14 3 112 0</inkml:trace>
  <inkml:trace contextRef="#ctx0" brushRef="#br0" timeOffset="146721.07">6376 9899 942 0,'0'0'-7'16,"0"0"-10"-16,0 0-7 0,0 0-13 0,0 0 0 15,0 0 13-15,0 0 13 0,0 0 15 0,-120-17 11 16,114 16 5-16,4-1 2 0,1 2-2 15,0-1-12-15,1 0-14 0,0 0-14 0,0-1 1 16,4-1 4-16,5 0 15 0,1-1 14 0,1-2 0 16,4 2 4-16,3-1 8 0,4 0 4 15,4 2 6-15,2-1 4 0,2 0-6 0,3 0-6 16,2 0-6-16,4 2-9 0,4-2-6 0,2 2 1 16,4 0-8-16,-1 1 2 0,5-2-3 0,1 2 0 15,0 0 1-15,3-1 0 0,1-1 0 16,0 0-1-16,2-2 0 0,-1 2 1 0,3-3 0 15,-1 1 0-15,0 0-2 0,-2-1 0 0,2-1 0 16,-1 3 2-16,0-2 2 0,1 0 0 0,1-1 0 16,2 0 1-16,-2 0 1 0,1-2 0 0,1 0 0 15,0-1-2-15,-1-1 0 0,-1-1-1 16,-1 0-1-16,-1 1 3 0,0-1 0 0,-6 0-1 16,-1 1 1-16,-5 2-1 0,1 0-5 0,-7 1 3 15,-2 1-2-15,-2 0 0 0,-5 1 4 0,-4 1 0 16,-3 0 0-16,-1 1 3 0,-4 0 0 15,-1 0 2-15,1 1 1 0,-2-1-3 0,1 2 2 16,-4-1 0-16,0-1 0 0,1 2-3 0,-6-1 3 16,1 0-3-16,-2 1 2 0,-1-1 2 0,0 0-2 15,-2-1-3-15,-1 1 0 0,4 0-3 16,-4 0 3-16,-1 1-3 0,3-1 1 0,-3 1-1 16,2 0 0-16,0 0 1 0,-3 1-2 0,3 0 2 15,-4-1-4-15,1 1 2 0,-1 0-1 16,-2 1-1-16,-1 0 6 0,0 0-2 0,0 0 3 15,0 0-1-15,0 0-11 0,0 0-2 0,0 0-13 16,0 0-15-16,0 0-18 0,0 0-34 0,0-1-53 16,0 0-86-16,0 0-61 0,0-1-56 0</inkml:trace>
  <inkml:trace contextRef="#ctx0" brushRef="#br0" timeOffset="147759.54">6385 6245 703 0,'0'0'-8'0,"0"0"39"0,0 0-6 0,0 0-19 16,0 0-8-16,0 0-8 0,0 0-3 0,0 0 6 15,0 0 3-15,0 0 5 0,-78 128 2 0,72-84 1 16,4 7 1-16,-4 7-2 0,2 5 0 16,-2 10-1-16,1 5-3 0,-3 10 2 0,2 7-3 15,0 7 0-15,-4 6-2 0,1 8-9 0,-1 6-11 16,-2 7-11-16,1 3-15 0,-4 7-19 0,3 1-5 16,0 0-3-16,-3 1 8 0,4-4 22 0,-2-3 15 15,3-8 14-15,3-10 8 0,2-7 5 16,-1-13 1-16,3-11 2 0,3-13 3 0,0-13-2 15,0-13 5-15,0-13-4 0,4-14-2 0,1-11 2 16,-3-8-1-16,1-11 7 0,2-13 2 16,-1-13-3-16,2-15-6 0,3-14-9 0,1-11-4 15,0-10 0-15,2-10 1 0,-1-4 0 0,0-5-4 16,0-4-17-16,1-4-64 0,-5 27 87 16,1 28 11-16</inkml:trace>
  <inkml:trace contextRef="#ctx0" brushRef="#br0" timeOffset="148292.75">6318 7253 23 0,'0'0'289'0,"20"-144"-173"0,-6 66 5 15,2 4-11-15,-2 9-25 0,3 10-19 0,-1 4-12 16,0 7-11-16,2 1-13 0,-2 4-8 16,3 2-13-16,0 1-2 0,2 2-5 0,2 1-7 15,2-1 2-15,-2 2-4 0,6-2-2 0,0 2 2 16,4 1-2-16,2 0-1 0,2 0 3 0,2 0 0 16,4 0 3-16,3 1-1 0,2 0 2 0,6 1 0 15,0 2 1-15,6 0 0 0,1 3 0 16,3 0 4-16,3 0-2 0,0 3 2 0,5-1 0 15,2 0 1-15,2 3 4 0,4 0 6 0,2 0 3 16,5 2 6-16,3 2-2 0,-1 1-3 0,6 4-7 16,-3 2-4-16,-2 3-5 0,2 2-2 15,-2 3 0-15,0 0-5 0,-1 1 1 0,-3 5-5 16,-4 1-2-16,-4 1 0 0,0-1-1 0,-6 0 1 16,-1-1 2-16,-3-1 3 0,-3-1 4 15,-4 0 1-15,-6 1 0 0,-2 1-2 0,-9 0 0 16,-3 5-3-16,-8 2-1 0,-3 2-1 0,-4 3-3 15,-6 5 1-15,-3 1 2 0,-3 3 7 0,-2 4 4 16,-2 2 5-16,-4 5 2 0,1 5 2 16,-2 4-2-16,-2 6 2 0,-3 4-1 0,0 8-2 15,0 6 1-15,0 9-4 0,-3 6-2 0,-5 7-5 16,0 7-4-16,-1 7 0 0,-1 4-4 0,-2 4-5 16,1 5-3-16,-3 2-3 0,-1 3-3 0,3 1 0 15,-4 2-7-15,2-2-11 0,-2-2-9 0,1-5-12 16,0-4 2-16,0-6 4 0,1-5 11 15,-2-6 13-15,2-7 14 0,-1-5 13 0,2-5 12 16,2-8 16-16,-1-3 8 0,2-5 9 0,2-3 0 16,-1-1 0-16,1-4-3 0,4 0-2 15,-3-2-4-15,5-3-5 0,-2-1-6 0,1-5-6 16,1-2-7-16,1-6 1 0,-4-3-7 0,2-4 4 16,1-6-4-16,0-6 0 0,-1-5-1 0,0-6-8 15,1-2-19-15,1-4-43 0,0-2-66 16,0 1-25-16,-1-1-179 0</inkml:trace>
  <inkml:trace contextRef="#ctx0" brushRef="#br0" timeOffset="162629.06">6390 9824 764 0,'0'0'24'0,"0"0"-25"0,0 0 1 16,0 0-4-16,0 0 2 0,0 0 4 0,0 0 1 15,123-97-1-15,-95 87 0 0,0 2-2 16,4 1-2-16,1 0 3 0,3 1 6 0,3 2 5 16,3-2 5-16,4 1 2 0,3 0-2 0,3 1-1 15,3 0-5-15,5-1-3 0,1 2-5 16,5 0 0-16,3 2 0 0,1 1 1 0,2 0-3 15,3-1 0-15,2 1 1 0,3-1 0 0,3 0 0 16,5-3-1-16,4-2-1 0,2-1 0 0,5-2-1 16,3-1-3-16,1-1 2 0,3-2-3 15,1 1 0-15,4 0 0 0,-3 1-2 0,3 1-5 16,-1 0-4-16,-2 0-1 0,1 2 0 0,-4 0-1 16,0 2 10-16,-4 2 2 0,0 1 5 0,-2 1 3 15,-3 2 3-15,0 0 4 0,-4 3 2 0,-1 2 5 16,-1 3-4-16,-4 1-2 0,2 1-3 15,-5 1 1-15,0 1 2 0,0-2 0 0,-1 1-2 16,-5 0-1-16,2 1-3 0,-5-2-1 0,-2 0-2 16,-3 0-2-16,-2 1-1 0,-10-1-1 0,1 1 3 15,-8-2 4-15,-6 2 1 0,-3 1 1 16,-4 1 1-16,-5 2 2 0,-4 0 8 0,-5 3 9 16,-3 0 9-16,0 5 6 0,-3 1 9 0,-3 5 1 15,2 5 6-15,-3 6 1 0,-2 6-6 0,0 4-6 16,-1 8-10-16,-2 3-9 0,-1 6-6 15,-1 3-8-15,0 2-6 0,-3 0-3 0,3 3-4 16,-3 0-3-16,-2 1-7 0,0-2-2 0,-1 4-2 16,0-3 1-16,-1-1 2 0,-6 1 1 15,1 0-1-15,-3-1 4 0,-1 4 1 0,0-2 5 16,-1 2 0-16,3 3 2 0,0-1 0 0,5 2-3 16,1 1-1-16,2-2-3 0,0-1-4 0,3-2-5 15,6-2-6-15,-1-2-8 0,2-3-9 0,0-5-8 16,-1-5-3-16,-1-4-5 0,0-4 2 15,0-3 4-15,-5-5 4 0,-2-4 3 0,-1-2-1 16,0-2-2-16,-5-5 3 0,-5-3 14 0,-6-4 16 16,1-1 23-16,-5-3 25 0,-2 0 19 0,-3-1 15 15,0-1 7-15,-5 2-8 0,1-1-9 0,-3 0-11 16,0-1-13-16,-4-2-9 0,2-2-12 16,-4-3-6-16,-2 0-4 0,-1-2-8 0,-3 0 2 15,-3-2-1-15,-2-2-1 0,2 0 2 0,-4-1 3 16,-3-2 2-16,1-2 1 0,2-1-2 0,-2 0-6 15,0-2-9-15,-2-5-7 0,2-1-13 16,-3-1-13-16,-1-1-2 0,-3-1-3 0,-2 1 11 16,-3 2 17-16,-1 1 12 0,-4 3 13 0,-2 1 7 15,-1 3 2-15,-4 0 3 0,2 0-2 16,-5 0 1-16,0 0-2 0,-2 2 3 0,1-1-1 16,-2-1-1-16,-4 1-3 0,3 1-4 0,1-2 4 15,-1 0 4-15,1 0 11 0,1 0 12 16,3 0 9-16,2-3-1 0,2-3-8 0,3-1-15 15,0-2-15-15,3-1-12 0,2 0-9 0,2-2-7 16,-1 3-7-16,3 0-3 0,-4 1 1 0,2 2 2 16,-3 3 2-16,3 2 1 0,-4 1-2 0,0 0-1 15,0 5 0-15,0 4 5 0,-1 2 7 0,1 0 12 16,-3 2 16-16,3 1 21 0,3 0 19 16,1-1 16-16,2 0 6 0,7-2-7 0,2-3-14 15,8-3-20-15,3-1-17 0,4-3-12 0,3-1-11 16,3-1-7-16,1-5-8 0,3-2-5 0,-1-1-8 15,3-2-7-15,0 0-3 0,-2-2-2 16,0 1 2-16,0-2 10 0,0 2 13 0,3 2 11 16,-1 1 12-16,0 2 3 0,3 1 0 0,2 1 2 15,3 2 0-15,1-1 1 0,5 1-3 0,2-2-4 16,4 1-8-16,3-3-10 0,2-2-5 16,2-4-3-16,0-4 4 0,3-6 7 0,4-4 3 15,0-5 6-15,4-5-1 0,-1-4 2 0,3-4-3 16,-2-3-4-16,0-4-4 0,0-2-5 15,-1-5-1-15,-1-3 1 0,-1-4 6 0,0-2 7 16,-1-5 5-16,0 0 4 0,-1 0 1 0,0-2 1 16,2-2 4-16,-2 3 1 0,0-3 3 0,-1 1 2 15,1-1-1-15,-1 1 0 0,0-2-3 0,-2 3-1 16,-1-3-3-16,1 5-1 0,-2 2 2 16,-1 3 5-16,1 2 4 0,-1 4 17 0,1 5 4 15,-1 3 10-15,3 4 7 0,2 5-7 0,-3 3-3 16,5 4-7-16,-3 3-12 0,5 0-9 0,-2 1-7 15,4 0-6-15,-1 0-1 0,0-1 1 0,1 0-3 16,-2 3 1-16,0 0 3 0,-1 1-4 16,-1 4 4-16,0 2-4 0,-4 4-4 0,3 5-8 15,-3 3-11-15,-2 5-21 0,5 3-40 0,-4 3-59 16,2 2-93-16,-2 0-83 0,1 0-319 0</inkml:trace>
  <inkml:trace contextRef="#ctx0" brushRef="#br0" timeOffset="166141.84">6256 12273 1113 0,'0'0'15'0,"0"0"-89"15,0 0-9-15,0 0 22 0,0 0 36 16,0 0 40-16,0 0 9 0,0 0 5 0,12 148 0 15,-12-94 1-15,0 9-7 0,1 10-7 0,0 11-7 16,2 5-10-16,2 11-6 0,2 9-5 0,-1 8-9 16,4 7-6-16,2 9-12 0,2 6-18 15,0 6-18-15,3 1-25 0,-3 3-20 0,2-2-10 16,-3-4 1-16,-1-6 25 0,-3-10 39 0,-2-11 41 16,-5-16 54-16,-2-15 62 0,-3-14 46 0,-5-15 32 15,-4-11-7-15,-1-10-39 0,0-8-28 0,1-9-32 16,0-8-24-16,1-6-34 0,2-4-46 15,1-12-25-15,0-8-8 0,2-11 18 0,-1-8 29 16,1-10 14-16,2-9 10 0,-1-10 2 0,1-7 0 16,-1-9 4-16,0-5-1 0,2-8 1 0,-1-1-4 15,1-5 1-15,1-2 0 0,1-2 1 16,0 2-1-16,1 1 2 0,1 3-2 0,2 1 2 16,6 5 1-16,1 5-1 0,1 5 1 0,3 6 0 15,5 9 6-15,3 5 3 0,2 6 2 0,2 8 1 16,2 5 2-16,4 4 0 0,2 3 1 15,4 2 3-15,2 1-1 0,4 4-2 0,3 1-1 16,1 3-1-16,4 2-2 0,5 2 3 0,1 1-1 16,4 1-5-16,6-1-1 0,1 3-6 15,5 1 0-15,3 1-2 0,1 1-3 0,3 2 1 16,4 1-5-16,4 2 1 0,1 1-3 0,4 2-2 16,2 1-3-16,-2 1 0 0,5 0 2 0,-1 0 0 15,-1 2 2-15,3 0 1 0,0 1 2 16,1 1 2-16,2 2-1 0,-2 0 2 0,2 1 0 15,1 0 1-15,0 0 2 0,3 0 2 0,-1 0 3 16,3 0 0-16,1 0 3 0,3 0-2 0,0 0 3 16,3 0 1-16,-2 0 0 0,0 2 1 0,4 0-1 15,-4 3-5-15,0 1 0 0,3 0-3 0,-1 1 0 16,-3 0-1-16,4 4 2 0,-2 0-2 16,-4 3-2-16,1 1 0 0,0 3-5 0,-3 3 4 15,-3 1 0-15,0 2 0 0,-4 2 0 0,-1-1-3 16,-5-1 3-16,1 1 1 0,-3 0 3 15,-1-1 0-15,-1-2 0 0,-2 0 0 0,-5-4-1 16,1-1 1-16,-3-3 0 0,-1-2 1 0,-1-3 3 16,-2-4 0-16,-2-2 4 0,1-2 5 0,-4-1 3 15,2-1 2-15,-5-5-3 0,-2-3-2 16,-3-3-4-16,-2 0-6 0,-3-2-1 0,-2-1-3 16,-3-1 1-16,-4 2 2 0,-2 0-1 0,-6 3 3 15,-3 3 2-15,-4 2 6 0,-5 4 2 0,-3 0 3 16,-6 2 3-16,0 0 0 0,-4 5-2 15,-1 1-3-15,-3 1-7 0,0 0-2 0,-2 2-2 16,0 1 0-16,1 0-4 0,-2 3-6 0,-1 1 0 16,3 2-4-16,0 3-2 0,1 1-5 0,0 3-6 15,1 3-4-15,1 1-4 0,0 7-5 0,-1 2-3 16,2 6-2-16,-2 5-7 0,-1 3-6 16,3 5-6-16,-4 4-9 0,-1 0 2 0,0 3 7 15,-1 0 2-15,1 2 10 0,-3-1 1 0,2-1 0 16,-1-2 4-16,1-3-2 0,-2-4 3 0,1-3 5 15,-2-2 2-15,-2-2 5 0,1 0 7 16,-2-3 5-16,-2 0 15 0,-2-2 13 0,2 0 12 16,-3-2 15-16,1 1 7 0,1-1 6 0,1 1-5 15,2-2-6-15,-2 1-10 0,0-5-9 0,2-2-5 16,-2-3-9-16,0-4-10 0,3-3-7 16,-4-3-8-16,2-3-6 0,-3-4-7 0,0 0-3 15,0-2 3-15,-2 1 4 0,0-2 10 0,0 1 7 16,0-2 11-16,0 1 6 0,-4-1 6 15,-2 1 3-15,0-2 3 0,-1-1-5 0,-3 0-3 16,0 1-2-16,-1 0-1 0,-2 0 0 0,-2 0 2 16,3-2-1-16,-4 2-3 0,0-1-1 0,1 0-6 15,-1-1-2-15,-4-2-4 0,2-1-3 0,-3-1 2 16,-3-1-1-16,-2 0-1 0,-3 0 5 0,0-2-1 16,-3-2 3-16,0 0 3 0,-3 0 6 15,-3-2 2-15,0 1 1 0,-3 0 4 0,-3 0-1 16,0-1 0-16,-4-1-2 0,-2-1-4 0,-2-1-2 15,-5-1-7-15,1-2-1 0,-3 0-1 0,-1 1-6 16,-1 1 7-16,-1-1-2 0,-2 3 3 16,-3 2-2-16,0 2 3 0,-2 3 4 0,-3 1-2 15,-1 0 2-15,-1 0 2 0,1 0-1 0,-1 0 0 16,-3 0 0-16,2 0-1 0,-5 0 0 16,-2-2 0-16,-2-1 1 0,-2-1-3 0,-1 1 0 15,-1-3-1-15,-1 0-2 0,-2 1 0 0,-1-2 0 16,-1 1-2-16,-1 0 6 0,-3 1-3 0,4 1 1 15,-2 3 1-15,-1 1-2 0,4 0 1 16,0 0-1-16,1 5 2 0,0-1 0 0,1 2 1 16,3 0-2-16,-2 0-2 0,-1-2 0 0,-1 0-2 15,0 0 0-15,-3-1 0 0,-5 1-1 16,-2-1 2-16,-2 1 1 0,-2 2 4 0,-3 2 4 16,-2 1 10-16,5 2 19 0,-5 0 19 0,3 1 21 15,0 1 9-15,4 1-2 0,1 0-3 0,0-1-7 16,2 1-11-16,5 0-11 0,2-1-17 0,2-2-15 15,3 0-17-15,1-3-6 0,3-1-12 16,2-3-6-16,-2 0-5 0,1-2-3 0,3 2 7 16,2-1 9-16,4 4 11 0,6 1 11 0,4 3 9 15,6 1 1-15,4 1-3 0,7-1-6 0,6 0-6 16,7-2-18-16,5-3-28 0,6-1-63 0,8-5-114 16,6-1-181-16,5 0-583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05:17.7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14712 14301 8 0,'0'0'449'0,"0"0"-439"16,0 0-21-16,0 0-8 0,0 0 3 16,0 0 14-16,0 0 19 0,0 0 22 0,0 0 20 15,0 0 12-15,0 0 6 0,0 0-3 0,-1-7-7 16,3 4-5-16,-1-1-5 0,1-1-3 0,2-1-7 16,-2 0-3-16,3-2-7 0,0 0-5 0,0-1-2 15,0-1-6-15,1 0-3 0,2-3-3 16,0 0-7-16,1 0-3 0,1-3-3 0,1 3-4 15,0-1-3-15,0 1-1 0,1 3-2 0,-2 1-2 16,0 0 1-16,1 3-4 0,-4 0 0 16,0 1-2-16,-1 2-5 0,1 1-1 0,-2 1-3 15,0 1 3-15,-1 0 9 0,-1 4 18 0,-1 3 13 16,1 0 15-16,-3 3 7 0,0 1-8 0,0 1-1 16,0 1-6-16,0-1-3 0,0 0-1 15,-3-2 3-15,1-1-3 0,0-3-2 0,2 0-3 16,0-3-6-16,0 0-5 0,0-1-3 0,0-2-5 15,0 0-7-15,0 0-6 0,0 0-3 0,0 0 6 16,0 0 11-16,3 0 12 0,1-2 12 0,-2-2 6 16,4-1-4-16,-1-1-5 0,3-1-11 15,-1-1-8-15,2-2-8 0,-1 0-5 0,1-1-6 16,0 0-5-16,1 1-5 0,0 2-3 0,-2 1-3 16,1 4-4-16,-1 0-2 0,-2 2-2 0,0 1 0 15,-2 0 9-15,1 2 12 0,-1 4 15 16,-3 1 17-16,3 3 6 0,-3-1 4 0,1 2 4 15,1 1-4-15,-3-1 2 0,1 1-3 0,-1-2-3 16,1-1-3-16,-1-1-5 0,2-2-4 0,-1 0-7 16,1-3-2-16,1 0-11 0,-2-1-6 15,4-1-4-15,-1 0-10 0,-1-1-21 0,2 0-43 16,-1 0-81-16,1-1-80 0,-1 0-583 0</inkml:trace>
  <inkml:trace contextRef="#ctx0" brushRef="#br0" timeOffset="669.1">15539 14158 441 0,'0'0'16'0,"0"0"-47"0,0 0 4 0,0 0 13 15,0 0 23-15,0 0 15 0,0 0 7 0,0 0 7 16,0 0 1-16,0 0-2 0,0 0-5 0,-13 117-4 16,13-105-4-16,0-3-6 0,0 0-4 0,0-2-2 15,0-1-5-15,3-2 1 0,-2 0 1 16,-1-2 1-16,0-1 3 0,1-1 6 0,-1 0 10 0,1 0 12 15,-1 0 17-15,0 0 20 0,2-2 16 16,-2-3 9-16,1-1-6 0,2-2-18 0,-2-2-25 16,-1-2-19-16,0-1-13 0,1-2-5 0,1-2-8 15,1-1-3-15,0 0-4 0,-1-1-3 16,3-2-1-16,1-1-1 0,2 0-2 0,-1-2 0 16,1 0-1-16,3 1-5 0,-1 0 1 0,0 4-7 15,2 2 1-15,1 2-6 0,0 3-2 0,1 3 5 16,1 1 0-16,-4 1 4 0,0 0 4 15,2 3-4-15,-5 1 0 0,1 1 2 0,-1 2 4 16,0 0 10-16,-3 0 9 0,0 3 13 0,-2 2 15 16,-2 1 20-16,0 1 14 0,-1 1 3 15,0 2-3-15,-2 0-11 0,-4 3-8 0,-1 0-7 16,-2 0-5-16,0-1-3 0,0 0-8 0,1-3-9 16,0-1-16-16,2 0-25 0,-1-2-44 0,2 0-51 15,0-2-61-15,3 2-65 0,-2-2-58 16,2 0 9-16,0-1-392 0</inkml:trace>
  <inkml:trace contextRef="#ctx0" brushRef="#br0" timeOffset="998.16">15839 14301 1189 0,'0'0'94'15,"0"0"-112"-15,0 0-22 0,0 0 1 0,0 0 4 16,0 0 17-16,0 0 14 0,0 0 1 0,0 0 8 16,0 0 3-16,0 0 3 0,0 0-1 0,0 0-10 15,0 0 0-15,15-69-3 0,-5 50-1 16,2-1-4-16,1 0-10 0,2 0-10 0,-3 1-17 16,3 3-9-16,-1 2-6 0,-2 3-1 0,0 3 10 15,-3 3 4-15,0 3 6 0,0 2 7 16,-4 0 3-16,0 0 4 0,-2 4 7 0,1 3 9 15,0 1 8-15,-2 2 6 0,2 2 3 0,-1 0 2 16,-2 2-2-16,0-1-1 0,0 1 0 0,0-3-1 16,2 0-1-16,-2 1 4 0,1-2 0 0,-2 2-2 15,1-1-7-15,-1-2-27 0,1 1-46 0,-1-3-12 16,0-3-140-16,1 0-26 0</inkml:trace>
  <inkml:trace contextRef="#ctx0" brushRef="#br0" timeOffset="1190.57">15927 14272 275 0,'0'0'492'0,"0"0"-515"0,0 0-30 16,0 0-8-16,0 0 22 0,0 0 54 0,0 0 9 16,0 0-1-16,0 0-7 0,0 0-6 0,0 0-4 15,0 0-1-15,118-4-2 0,-103 4 1 0,2 0-4 16,-1 0 1-16,-1 0-7 0,2 4-11 15,-2 0-37-15,2 2-30 0,-6 0-47 0,-4-3-275 0</inkml:trace>
  <inkml:trace contextRef="#ctx0" brushRef="#br0" timeOffset="1559.16">16262 14388 783 0,'0'0'190'0,"0"0"-115"15,0 0-40-15,0 0-26 0,0 0-7 0,0 0 6 16,0 0 9-16,0 0 1 0,0 0-3 0,0 0-6 15,25-136-3-15,-16 114-6 0,2-1 0 16,0 0-1-16,2 0-5 0,-2 0-3 0,1 1-4 16,5 2-5-16,-4 2 0 0,4 4-4 0,-3 0-3 15,3 3-4-15,-5 4-1 0,3 1 6 0,-2 3 7 16,-1 1 5-16,-1 0 5 0,-2 2-2 16,2 0 2-16,-3 0 5 0,-2 4 5 0,-1 0 6 15,-2 3 13-15,-1 2 12 0,0 1 8 0,-2 4 10 16,0-2 0-16,-5 3 2 0,-1 0 3 15,-1 2 2-15,-1-3 8 0,-3 0 6 0,2-1 9 16,0-3-3-16,3 0-10 0,1-4-14 0,2 1-24 16,0-1-20-16,2-1-16 0,1 0-9 0,0 0-2 15,0 1 1-15,0 0 6 0,2 0 4 16,2-1 3-16,1-1 3 0,0 2 1 0,0-2-1 16,1 0-2-16,3 0-2 0,2-2-4 0,-3 2-8 15,2-3-5-15,1 0-11 0,-1-1-12 0,1 0-32 16,0 0-34-16,1-2-33 0,2-3-54 0,1-1-54 15,-6 2-61-15,-1-1-193 0</inkml:trace>
  <inkml:trace contextRef="#ctx0" brushRef="#br0" timeOffset="1730.55">16876 14021 1127 0,'0'0'212'0,"0"0"-171"16,0 0-30-16,0 0 8 0,0 0 30 0,0 0 25 15,0 0 6-15,-24 123-13 0,22-105-21 16,-1 1-16-16,1-1-10 0,1-2-12 0,1-1-16 16,0 0-22-16,0-2-48 0,0-2-74 0,3 0-100 15,-1-4-140-15,-1-3-480 0</inkml:trace>
  <inkml:trace contextRef="#ctx0" brushRef="#br0" timeOffset="12047.93">19071 13872 518 0,'0'0'28'0,"0"0"-26"16,0 0-7-16,0 0 0 0,0 0-4 0,0 0-1 16,0 0 2-16,0 0 2 0,0 0 1 0,0 0 5 15,0 0-3-15,0 0-3 0,-7-6 5 16,7 6 5-16,2 2 6 0,-1 0 5 0,5 1-4 15,-3 1 0-15,3 1-2 0,-2 0-1 0,1 2 0 16,-1 1 2-16,5 4 1 0,-2-1 1 0,-1 3 2 16,3 1-5-16,2 0-2 0,-2 1-1 0,1 0-3 15,1 0 0-15,0 0 1 0,5-1 0 16,-4 1-2-16,2-4 1 0,1-2-3 0,-2-2-3 16,0-1 0-16,1-1-4 0,-3-1-4 0,-2-2-7 15,0 1-16-15,-4-2-22 0,5 0-20 0,-4 1-8 16,-1-2 9-16,0-1-36 0,-3 1-65 0</inkml:trace>
  <inkml:trace contextRef="#ctx0" brushRef="#br0" timeOffset="12368.58">19057 14159 847 0,'0'0'52'16,"0"0"-64"-16,0 0-14 0,0 0 13 0,0 0 15 15,0 0 7-15,0 0 9 0,0 0-1 0,0 0-2 16,120-79 3-16,-99 70-11 0,-2-2-2 16,2-2-4-16,-1 3-3 0,-1-1-3 0,-1 2-6 15,-3 0-10-15,4 1-27 0,-1 1-69 0,-6 1-51 16,-4 3-400-16</inkml:trace>
  <inkml:trace contextRef="#ctx0" brushRef="#br0" timeOffset="12676.69">19657 14046 1390 0,'0'0'165'0,"0"0"-190"15,0 0-98-15,0 0-38 0,0 0-8 0,0 0 3 16,0 0 21-16,0 0-32 0,0 0-162 0,0 0 89 0</inkml:trace>
  <inkml:trace contextRef="#ctx0" brushRef="#br0" timeOffset="13132.95">20041 13901 866 0,'0'0'30'16,"0"0"-22"-16,0 0-8 0,0 0-6 16,0 0 2-16,0 0 2 0,0 0 6 0,0 0 3 15,0 0 8-15,0 0 4 0,0 0 1 0,0 0 4 16,0 0 3-16,0 0 2 0,-7 36-1 0,11-25-4 15,-1 2-7-15,5 1-5 0,3 0-3 16,0-2-1-16,0 2 0 0,6-2 0 0,-3 0-5 0,2 0-5 16,-3-2-3-16,5-2-8 0,-5-2-4 15,3-1-4-15,-3-1-8 0,-1-3-9 0,-1 0-13 16,0-1-25-16,-3 0-37 0,0 0-52 0,-5 0-13 16,1 0-268-16</inkml:trace>
  <inkml:trace contextRef="#ctx0" brushRef="#br0" timeOffset="13304.94">19946 14176 1034 0,'0'0'373'0,"0"0"-385"16,0 0-40-16,0 0-18 0,0 0-3 0,0 0 47 16,0 0 22-16,0 0 4 0,0 0 0 15,134-108-5-15,-103 88-6 0,0 3-13 0,3-1-15 16,1-1-17-16,-3 2-30 0,0 1-62 0,-9 5-54 15,-6 2-397-15</inkml:trace>
  <inkml:trace contextRef="#ctx0" brushRef="#br0" timeOffset="13687.92">20557 14092 1312 0,'0'0'221'0,"0"0"-192"15,0 0-81-15,0 0-52 0,0 0-14 16,0 0 14-16,0 0 51 0,0 0 20 0,0 0-39 15,0 0-119-15,0 0-164 0,0 0-125 0</inkml:trace>
  <inkml:trace contextRef="#ctx0" brushRef="#br0" timeOffset="13986.19">20876 13978 1267 0,'0'0'-4'0,"0"0"-78"16,0 0-19-16,0 0 8 0,0 0 46 15,0 0 50-15,0 0 12 0,0 0 3 0,0 0 5 16,0 0-5-16,0 0-4 0,0 0-4 0,0 0-5 15,0 0-2-15,99 122 0 0,-86-109-1 0,0-1-3 16,0-3-1-16,-1 1-7 0,1-2-11 0,1-1-11 16,-2-1-31-16,0-3-40 0,-2-1-44 0,-1 0-36 15,0-2 17-15,-6 0-121 0,2 0 238 0</inkml:trace>
  <inkml:trace contextRef="#ctx0" brushRef="#br0" timeOffset="14163.74">20893 14189 1035 0,'0'0'128'0,"0"0"-44"0,0 0-34 16,0 0-51-16,0 0-20 0,0 0-9 15,0 0 3-15,0 0 20 0,0 0 8 0,0 0 0 16,0 0-1-16,0 0-5 0,0 0 2 0,89-92-5 16,-70 79-4-16,0 1-6 0,3-2-14 0,-1 0-34 15,2 1-65-15,-1 0-84 0,-3 6-27 16,-7 2-239-16</inkml:trace>
  <inkml:trace contextRef="#ctx0" brushRef="#br0" timeOffset="14602.19">21716 14140 1712 0,'0'0'36'0,"0"0"-194"16,0 0-104-16,0 0-46 0,0 0-37 0,0 0 92 15,0 0-169-15</inkml:trace>
  <inkml:trace contextRef="#ctx0" brushRef="#br0" timeOffset="14759.95">22019 14111 256 0,'0'0'1'0,"0"0"-258"0</inkml:trace>
  <inkml:trace contextRef="#ctx0" brushRef="#br0" timeOffset="15109.94">22669 14158 210 0,'0'0'-210'0</inkml:trace>
  <inkml:trace contextRef="#ctx0" brushRef="#br0" timeOffset="15945.17">23712 13989 470 0,'0'0'25'0,"0"0"-28"16,0 0 2-16,0 0 11 0,0 0 18 15,0 0 25-15,0 0 21 0,0 0 8 0,0 0-1 16,0 0-12-16,0 0-22 0,0 0-7 0,0 0-10 15,0 0-7-15,11-65-5 0,-7 65-5 0,0 0-3 16,-2 0 0-16,4 0 8 0,-3 2 9 16,3 2 10-16,-2 0 11 0,3 2 1 0,-1 1 3 15,1 1-4-15,3 0-9 0,1 1-7 0,1 1-10 16,0-1-3-16,2 1-5 0,-1 1 2 0,3-2-3 16,-2 1-4-16,1-2-7 0,-1 1-7 15,1 1-8-15,-1-3-7 0,-2 0-8 0,0-1-13 16,1 1-15-16,-2-1-20 0,1 0-22 0,-3 1-33 15,0-2-35-15,-2 1-46 0,1 1-1 0,-5-2-170 16,2-2 301-16</inkml:trace>
  <inkml:trace contextRef="#ctx0" brushRef="#br0" timeOffset="16188.79">23716 14207 519 0,'0'0'143'0,"0"0"-154"16,0 0-10-16,0 0 19 0,0 0 27 0,0 0 22 16,0 0 12-16,0 0-5 0,0 0-12 0,0 0-14 15,0 0-15-15,134-129-5 0,-113 113-5 16,2-1-5-16,2-1-4 0,0 0-10 0,3 1-26 15,-1-2-78-15,-7 5-69 0,-5 7-343 0</inkml:trace>
  <inkml:trace contextRef="#ctx0" brushRef="#br0" timeOffset="24759.21">21316 13528 166 0,'0'0'13'0,"0"0"-13"0,0 0-6 15,0 0 0-15,0 0 1 0,0 0 3 0,0 0 2 16,0 0 3-16,0 0 2 0,0 0 0 0,0 0 1 15,0 0 0-15,-28 69-2 0,27-52 2 16,1-1 4-16,0 5-2 0,0 1-1 0,0 3-1 16,0 3-1-16,0 2 0 0,0 2 0 0,0 4 0 15,0-1-3-15,0 4 0 0,0-1-2 0,0 1 0 16,-2-1 1-16,0 0 1 0,-1 1 0 16,2-2 1-16,-1 0-1 0,-2-3 0 0,1 2 2 15,1-2 2-15,0 0 5 0,-1 1 2 0,1 0 6 16,0-2 1-16,0-1 1 0,-2 1-4 15,1-2-6-15,2 1-3 0,0-2-4 0,1-2 0 16,0 0 0-16,0-2-1 0,0-3-1 0,0-2-1 16,0-5 0-16,0-2-2 0,0-4 2 0,2-3-1 15,-2-3-2-15,1-3 4 0,1 1-2 16,-2-2 9-16,0 0 9 0,3 0 9 0,-3 0 15 16,1 0 6-16,-1-2 5 0,0-2-2 0,1-3-9 15,-1-4-11-15,1 0-10 0,0-4-4 0,0-2-4 16,-1-3 0-16,0-2-3 0,0-2-5 0,0-1 1 15,0-2-4-15,0-2 2 0,0 0-1 16,0-2 0-16,0-2-1 0,0-1-2 0,0-1 0 16,2-3-2-16,1 2 2 0,-1-3-1 0,0 1-2 15,0 1 3-15,0-2-4 0,2 1 2 0,-2 1 1 16,1-2 1-16,2 4 2 0,-2 1-2 16,-1 0 0-16,2 3-2 0,-3 1 1 0,1 2 1 15,-1 3 3-15,1 3-1 0,-1 1 3 0,1 4-2 16,-2 2 0-16,0 3-1 0,1 0 0 0,-1 3 1 15,0 2 1-15,0 1 3 0,0 1 6 16,0 2 3-16,0 0 4 0,0 2-3 0,0 1-2 16,0 0-5-16,0 0-10 0,0 0-15 0,0 0-22 15,0 0-13-15,0 3-2 0,-1 2 9 16,-1 5 12-16,-1 3 0 0,3 4-31 0,-2 2-64 16,1-4-43-16,1-3-157 0</inkml:trace>
  <inkml:trace contextRef="#ctx0" brushRef="#br0" timeOffset="31631.94">19055 15157 224 0,'0'0'58'15,"0"0"-35"-15,0 0-17 0,0 0-5 0,0 0 0 16,0 0 15-16,0 0 12 0,0 0 15 15,0 0 13-15,0 0 3 0,0 0-3 0,0 0-6 16,-8-29-13-16,8 29-13 0,0 0-16 0,0 0-12 16,0 0-12-16,0 0-2 0,0 0 8 0,0 0 13 15,0 1 14-15,1 2 14 0,3 0 13 16,-1 2 3-16,-2 2 2 0,4 2-5 0,0 2-11 16,0 2-5-16,-1 3-9 0,3 0-3 0,-1 1-2 15,1 2-5-15,4-2-1 0,-1 0-5 0,0-1 1 16,2 2-3-16,-1-3 0 0,4 1 2 0,-2-1 1 15,-1-1 0-15,2-1 1 0,-1-1-3 16,-1 0 0-16,0-1-2 0,-3 1-1 0,3-3 0 16,-3 0-5-16,-1 0-7 0,0-2-4 0,-3 0-7 15,1-2-10-15,-2 0-14 0,1 0-30 16,-3-3-35-16,-1 2-41 0,-1-2-7 0,0 0-21 16,0-1-19-16</inkml:trace>
  <inkml:trace contextRef="#ctx0" brushRef="#br0" timeOffset="32009.34">18985 15566 553 0,'0'0'62'0,"0"0"-28"16,0 0-5-16,0 0 9 0,0 0 18 16,0 0 19-16,0 0 5 0,0 0-13 0,0 0-16 15,0 0-20-15,0 0-14 0,0 0-11 0,0 0 0 16,0 0 4-16,-10-30 3 0,16 23-4 16,-3 0 2-16,-1-2-2 0,4 0-2 0,-2 0 2 15,2 0 2-15,-2-4 2 0,5 2 3 0,-1-2 7 16,0 0-1-16,3-3 1 0,-1 0-4 15,4 0-3-15,1-2-3 0,-1 0-6 0,4 0-4 16,-3 1-3-16,4 0-1 0,1-1-1 0,-2 2-1 16,1 1-1-16,-3 2-5 0,2 1-4 0,-3 2 0 15,-1 1-3-15,-3 0-2 0,0 2-5 0,-1 2-15 16,-1-1-20-16,0 2-42 0,-4 1-79 16,1 2-66-16,-4-1-372 0</inkml:trace>
  <inkml:trace contextRef="#ctx0" brushRef="#br0" timeOffset="34654.94">19572 14973 81 0,'0'0'59'0,"0"0"-50"0,0 0-3 15,0 0 9-15,0 0 14 0,0 0 19 0,0 0 16 16,0 0 5-16,0 0-6 0,0 0-13 0,0 0-7 16,0 0-3-16,-37 10 1 0,36-10 2 0,1 0 3 15,-1 0-1-15,1 0-3 0,0 0-10 0,0 0-11 16,0 0-14-16,0 0-3 0,0 0-2 16,0 0 3-16,0 0 5 0,0-2 3 0,0 0 0 15,0-3-3-15,1 0-4 0,3-2-3 0,-1 0-6 16,0 0-4-16,3-1-4 0,-2-1 0 0,3 1 3 15,1-2 1-15,-3 1 5 0,3-1-4 0,0 1-1 16,1 1-4-16,-3 0-4 0,3 3 0 16,1-1 0-16,-2 1 0 0,-2 2 2 0,0 0-3 15,2 2-1-15,-3 0-1 0,1 1-5 0,-3 0 3 16,2 0 5-16,-3 5 8 0,0-1 11 0,-2 1 8 16,0 2 2-16,0 0 3 0,0 2 0 15,0-1-2-15,-1 1-2 0,-2 0 4 0,-1 1-3 16,2-2 2-16,1-1 0 0,-1-1 0 0,1-1-4 15,1-2-4-15,0-2-8 0,0 1-15 16,0-2-5-16,0 0-1 0,0 0 6 0,0 0 12 16,2 0 11-16,0-2 8 0,4-1 5 0,-2-2-1 15,3-1-7-15,-1-1-10 0,2-2-7 0,1-1-7 16,1 0-4-16,1-1 2 0,-1 1-5 16,1 1-4-16,-2 1 0 0,1 0-5 0,-1 2 2 15,-1 1 3-15,-3 2-1 0,3 1-2 0,-5 0 6 16,3 2 7-16,-2 0 9 0,1 0 13 0,-3 4 7 15,0 1 11-15,-1 0 13 0,3 4 5 16,-4-1 4-16,0 2-1 0,0 0-3 0,0 0-2 16,0 1-8-16,0-2-5 0,0-1-16 0,0 0-7 15,0-1-8-15,0-1-4 0,1 0 0 0,1-2-4 16,-1 1-2-16,1-1-8 0,2 0-9 0,-3-1-13 16,2 1-14-16,-2-2-28 0,4 1-45 15,-3-2-42-15,-1 0-13 0,0-1-108 0</inkml:trace>
  <inkml:trace contextRef="#ctx0" brushRef="#br0" timeOffset="34947.15">19774 15123 680 0,'0'0'36'15,"0"0"-71"-15,0 0-29 0,0 0 5 0,0 0 22 16,0 0 63-16,0 0 27 0,0 0 7 0,0 0-8 16,0 0-15-16,0 0-9 0,0 0-11 0,0 0-6 15,137-130 0-15,-111 110 2 0,-2-2-4 16,3 0-2-16,1-1-4 0,-2 0-10 0,3 0-11 15,-2 1-13-15,-2 1-45 0,1 2-74 0,-9 5-27 16,-4 5-212-16</inkml:trace>
  <inkml:trace contextRef="#ctx0" brushRef="#br0" timeOffset="35333.18">20183 15011 796 0,'0'0'72'16,"0"0"-75"-16,0 0-53 0,0 0-11 0,0 0 3 15,0 0 22-15,0 0 37 0,0 0 2 16,0 0 0-16,0 0-2 0,0 0-3 0,0 0-2 15,0 0 5-15,47-19-3 0,-41 19 1 0,1 2 6 16,-4 3 1-16,3 2 7 0,-4 1 5 0,-1 1 6 16,-1 2 5-16,0 0 4 0,-1 2 3 15,-5 1 3-15,0 1 1 0,-3 0 12 0,0-1 20 16,-1-1 25-16,0-1 23 0,4-3 18 0,-2-2-6 16,2-2-22-16,3 0-37 0,2-2-47 15,1 1-33-15,0-2-25 0,0 1-2 0,3 0 8 16,3 2 16-16,0-2 10 0,3 2 6 0,4-2 1 15,0 0-4-15,1-2-9 0,4-1-20 0,1 0-44 16,0 0-79-16,-4-2-147 0,-5 0-505 0</inkml:trace>
  <inkml:trace contextRef="#ctx0" brushRef="#br0" timeOffset="37150.46">21250 15386 31 0,'0'0'105'15,"0"0"-92"-15,0 0-11 0,0 0-7 0,0 0-1 16,0 0-1-16,0 0 2 0,0 0-2 16,0 0-2-16,0 0-1 0,0 0-1 0,0 0 3 15,0 0 2-15,0 0 7 0,47-60 2 0,-41 57-1 16,0 0 1-16,-1 3 0 0,2 0 0 0,-4 0 4 16,1 0 2-16,-2 0 0 0,-1 3 8 15,1 1 13-15,-2 1 15 0,0 0 20 0,0 2 11 16,0-1 9-16,0 1-5 0,-3-1-3 0,0-1-5 15,-1-1-9-15,1 1-2 0,-1-2-4 16,-1 0-3-16,3-2-3 0,-1-1-3 0,-2 0-9 16,4 0-5-16,-1 0-10 0,0 0-8 0,0 0-5 15,-1-1-8-15,3-2-5 0,-1 1-4 16,0-1-7-16,1-2-2 0,0 0-11 0,0 1-2 16,0-2-2-16,0 0-3 0,1 0 1 0,2 1-1 15,1 1-2-15,-1 1-3 0,-2 1-3 0,4 0-1 16,-4 2 6-16,0 0 9 0,0 0 12 0,-1 0 19 15,0 3 15-15,0-1 9 0,0 2 8 16,0 1-5-16,-2 1 3 0,-2 1-2 0,1-2 10 16,-1 2 9-16,-1-2 5 0,2 0 9 0,-2-1-4 15,0 0-6-15,0-1-9 0,2-1-12 0,1 0-13 16,1-2-19-16,0 2-32 0,1-2-49 0,0 0-24 16,0 0-18-16,4 0-33 0,-1-2-61 15,1 0-373-15</inkml:trace>
  <inkml:trace contextRef="#ctx0" brushRef="#br0" timeOffset="38079.25">22386 15234 359 0,'0'0'108'0,"0"0"-66"16,0 0-18-16,0 0 6 0,0 0 10 0,0 0 12 15,0 0 7-15,0 0-4 0,0 0-4 0,0 0-5 16,0 0 2-16,0 0-1 0,0 0 1 0,-10-14-1 16,10 14-10-16,0 0-13 0,0 0-13 15,0 0-15-15,0 0-11 0,0 0-4 0,0 0-3 16,0 0 4-16,0 0 12 0,1 1 14 0,1 1 9 15,0 2 9-15,2-1-2 0,1 3-2 0,2 0 0 16,0 1-1-16,1 1-3 0,0 1-3 0,3 0-6 16,2 0 2-16,-2 2-1 0,4 1 8 15,0-2 4-15,1 3-3 0,5-1 3 0,-2 1-11 16,4 0-4-16,2 1 2 0,0-1-9 0,0 1 0 16,0 0-1-16,-1-1-9 0,-1-2-8 0,-3 0-5 15,0 1-1-15,-1-2-3 0,-3 1 5 16,3-2-2-16,-6 1-10 0,2-2-10 0,-3 1-14 15,-2 0-17-15,-2-2-28 0,-2 0-49 0,1 0-64 16,-6-1 7-16,0 0-106 0,-1-3 315 0</inkml:trace>
  <inkml:trace contextRef="#ctx0" brushRef="#br0" timeOffset="38385.17">22436 15537 1002 0,'0'0'29'0,"0"0"-23"0,0 0-16 16,0 0-1-16,0 0 0 0,0 0 1 0,0 0-2 16,0 0 3-16,0 0 9 0,0 0 17 0,0 0 12 15,0 0 12-15,0 0 5 0,0 0 4 16,-6-13-5-16,12 5-6 0,2-3-7 0,0 0-12 15,3-4-1-15,1-1-4 0,2-2-4 0,0 0-6 16,4-2-1-16,-2-1-6 0,4 0 3 0,1-1-4 16,1-1 2-16,1 1-2 0,-2 1-4 15,-1 2 2-15,1 1-6 0,-1 0-8 0,-1 4-10 16,-2 2-26-16,-2 0-27 0,0 3-48 0,-2 2-73 16,-5 1-57-16,-2 3-278 0</inkml:trace>
  <inkml:trace contextRef="#ctx0" brushRef="#br0" timeOffset="39292.61">22993 14866 365 0,'0'0'46'16,"0"0"-37"-16,0 0-17 0,0 0 1 15,0 0 6-15,0 0 8 0,0 0 5 0,0 0 4 16,0 0 6-16,0 0 1 0,0 0-2 0,0 0-1 16,0 0-3-16,0 0 2 0,68-87-2 15,-61 84-1-15,0 0 0 0,-2 1 1 0,0 1-3 16,0 0 1-16,-3 1 4 0,1 0 7 0,-1 0 18 16,1 2 18-16,-3 2 10 0,0 0 4 0,0 2-4 15,0 0-13-15,0 1-10 0,0 0-12 0,0 0-10 16,0-1-7-16,0 0-6 0,0 0-2 15,0-2-2-15,0 0-3 0,0-2-5 0,0 1-11 16,0-1-5-16,0-1-5 0,0 0-2 0,1 0 7 16,4 1 7-16,0-2 7 0,-1 0 3 0,2 0 2 15,-1 0 0-15,2-2-1 0,2-2-4 16,1-2-10-16,0-1-13 0,1-2-15 0,0 0-19 16,-1 0-10-16,3-2-5 0,-2 2 6 0,0 0 13 15,-2 2 17-15,0 0 12 0,-2 3 9 0,1 0 7 16,-5 3 5-16,1 0 5 0,-1 1 12 15,-2 0 16-15,0 0 22 0,-1 3 27 0,1 2 15 16,-1 1 6-16,2 2-13 0,-2 3-23 0,0-1-22 16,0 3-19-16,0-2-11 0,1 0-6 0,0-1-2 15,2-2-2-15,-2-1-4 0,1-2-1 16,2 0 1-16,-3-3-2 0,2 0 0 0,-2 0-1 16,1 0-6-16,0-1-8 0,0 1-9 0,1-1-24 15,-2 0-37-15,0 1-57 0,2-1-91 16,-2 1-39-16,0-2-182 0</inkml:trace>
  <inkml:trace contextRef="#ctx0" brushRef="#br0" timeOffset="39554.15">23252 15037 403 0,'0'0'49'15,"0"0"-42"-15,0 0-20 0,0 0-6 16,0 0 9-16,0 0 30 0,0 0 30 0,0 0 27 16,0 0 9-16,0 0-4 0,0 0-5 0,0 0-7 15,0 0-5-15,78-51-7 0,-59 38-14 16,2-1-12-16,0 0-14 0,3-1-6 0,-3-1-3 16,4 0-3-16,1 0 0 0,-2-1 0 0,1 0-2 15,-3 1-6-15,2 1-9 0,1 0-17 0,-3 3-24 16,-2 1-48-16,1 2-113 0,-10 3-93 15,-2 3-121-15</inkml:trace>
  <inkml:trace contextRef="#ctx0" brushRef="#br0" timeOffset="39982.54">23662 14994 783 0,'0'0'183'0,"0"0"-268"0,0 0-43 15,0 0-5-15,0 0 37 0,0 0 36 16,0 0 9-16,0 0-14 0,0 0 2 0,0 0 5 16,0 0 12-16,0 0 26 0,0 0 14 0,122-21 6 15,-113 23-1-15,-1 2 3 0,-2 0 2 16,-2 1 0-16,-4 4 1 0,0 0-1 0,-1 4-1 16,-8 1 6-16,0 0 22 0,-4 1 33 0,0 0 47 15,-1 1 43-15,2-3 21 0,1 0 5 0,2-2-20 16,0 0-34-16,4-2-32 0,0-1-41 0,4 0-26 15,1-1-21-15,0 0-7 0,0 0 0 16,4-1 6-16,2-2 7 0,4 0 3 0,1-2-2 16,2-1-11-16,4-1-18 0,4 0-45 0,-1-3-80 15,-1-2-168-15,-8 2-575 0</inkml:trace>
  <inkml:trace contextRef="#ctx0" brushRef="#br0" timeOffset="48462.27">14590 17013 0 0,'0'0'0'0,"0"0"0"16,0 0 0-16,0 0 0 0,0 0 0 0,0 0 0 16,0 0 0-16,0 0 0 0,0 0 0 15,0 0 0-15,0 0 6 0,0 0-4 0,-4 14 1 16,4-14-1-16,0 0 3 0,0 0-1 0,1 0 1 15,1 0-2-15,-1 0 1 0,-1 0-2 0,0 0-1 16,1 0 7-16,-1 0-2 0,0 0 9 16,0 0 0-16,0 0 7 0,0 0 1 0,0 0 4 15,0 0 3-15,0 0-2 0,0 0 5 0,1 0 15 16,1-2 9-16,0-1 9 0,2-2-7 0,-2-1-11 16,2-1-10-16,1-2-12 0,-1 0-6 15,2-3-6-15,-1 0-7 0,2-2-7 0,2 0 0 16,0 0-4-16,0-1 1 0,1 3-3 0,0-1-1 15,-2 3-1-15,3-1-2 0,-2 4 2 0,1 0 0 16,0 3-3-16,0 0-2 0,-1 2-2 0,-2 2 0 16,1 0 2-16,-2 1 5 0,0 6 8 15,-2 4 5-15,1 1 0 0,-1 3 0 0,-1 1 3 16,0 4-5-16,-2-3 10 0,0 0-2 0,-1-3 6 16,0-1 3-16,0-4-1 0,0-2 3 0,0-3 2 15,0-1-8-15,0-2-11 0,0-1-17 16,0 0-20-16,0 0-1 0,3 0 10 0,-2-4 12 15,3 0 20-15,1-3 2 0,-1-2-1 0,1 0-3 16,2-3-11-16,-2 0-1 0,2 0-1 16,0 1 1-16,1-3 0 0,0 3-2 0,1 2-5 15,-2 3 0-15,2 1-3 0,-3 4 4 0,0 1 0 16,-1 0 13-16,0 0 14 0,-1 7 21 0,2 3 13 16,-2 2 7-16,0 5 8 0,1-1 3 15,-2 1 1-15,1 0-4 0,-1-2-12 0,1-3-21 16,0 0-15-16,-1-1-11 0,2-3-12 0,-2 0-5 15,1-2-2-15,0-1-12 0,0 0-6 16,1-1-13-16,0-1-29 0,-2-1-48 0,2-1-66 16,-1-1-62-16,-1 0-32 0</inkml:trace>
  <inkml:trace contextRef="#ctx0" brushRef="#br0" timeOffset="50208.28">15445 16882 0 0,'0'0'0'0,"0"0"0"16,0 0 0-16,0 0 0 0,0 0 0 0,0 0 0 0,0 0 0 16,0 0 0-16,0 0 4 0,0 0 7 15,0 0-7-15,0 0 3 0,0 0-3 0,0 0-5 16,-18 0 6-16,17 1-4 0,1-1-2 0,-2 0 4 15,2 0-3-15,-1 0 5 0,1 0-2 16,-1 0 3-16,1 0 1 0,-2 0 3 0,2 0 1 16,-1 0 7-16,1 0-2 0,-1-1-3 0,0-1-2 15,1-1 7-15,-2 2 10 0,1-2 18 16,0 1 8-16,0 1 0 0,-1-1-11 0,2 0-12 16,-1 0-5-16,1 1-7 0,-1 0 2 0,1 0-2 15,0-1 4-15,-1 1-6 0,1 0 0 0,-2 0-2 16,2 0-1-16,0 1-1 0,0 0 4 15,-2 0 4-15,2 0 7 0,0 0 1 0,-1 0-7 16,1 3-14-16,-1 2-14 0,-1 2-6 0,2 2 3 16,0 1 8-16,0 3 1 0,0 1 3 0,0-1 1 15,0-1-2-15,0 1-5 0,0-4 8 0,0-1-4 16,2-1 1-16,-1-2-2 0,0-3-5 0,1 0-3 16,-2-2 3-16,0 0 5 0,2 0 8 15,-2 0 10-15,0 0 10 0,1-1 17 0,-1-1 14 16,0-4-7-16,0-1-4 0,0-2-13 0,0-3-14 15,-1 2 1-15,-3-1-5 0,0-2 1 16,1 0-1-16,-2 0-4 0,1 2 0 0,-2-2-6 16,2 2 1-16,-2 0-3 0,1 1-1 0,2-1 2 15,-1 4-9-15,2 0 2 0,1 2-4 0,1 2-4 16,0 1-7-16,0 1-11 0,0 1-9 16,0-1-5-16,0 1 4 0,2 0 13 0,4 0 9 15,2 0 6-15,2 0 5 0,0 1 1 0,1 4 6 16,3 1-1-16,-2 2-1 0,4-1-5 0,-2 3 3 15,3-1-3-15,-2 3 1 0,3-2 7 16,-6 2-8-16,3 1 1 0,-3 0 4 0,-4 0-7 16,1-2 8-16,-4-1 8 0,-3 0 7 0,0-1 15 15,-2-1 13-15,0 1 11 0,0 1 4 0,-4 0 4 16,-1 0-8-16,-4 0 4 0,1 1-5 0,-2-1-1 16,-2 0 0-16,2-4 4 0,0 1-14 15,3-1-3-15,-2-1-19 0,4-3-17 0,1 0-15 16,2-1-20-16,1-1-32 0,1 0-56 0,0 0-14 15,0-3-2-15,5-3 15 0,1-1 12 16,4-4-48-16,0-2-73 0,-1 3-158 0,-3 2 244 0</inkml:trace>
  <inkml:trace contextRef="#ctx0" brushRef="#br0" timeOffset="50401.25">15886 16726 0 0,'0'0'511'0,"0"0"-314"0,0 0-50 15,0 0-46-15,0 0-43 0,0 0-19 16,0 0-3-16,0 0-3 0,0 0-6 0,0 0-3 16,0 0-7-16,-12 116-5 0,9-90-2 0,1-3-4 15,-2 3-2-15,3-5-7 0,0-1-1 16,-1-4-7-16,2 0-20 0,0-5-22 0,0-3-33 16,3-1-45-16,2-5-39 0,1-1-41 0,0-1 8 15,-1 0 11-15,0-1 65 0</inkml:trace>
  <inkml:trace contextRef="#ctx0" brushRef="#br0" timeOffset="50726.18">16190 16711 166 0,'0'0'69'0,"0"0"7"0,0 0 9 0,0 0 6 16,0 0 8-16,0 0 3 0,0 0-15 15,0 0-11-15,0 0-14 0,0 0-6 0,0 0 1 16,0 0 10-16,-120 78 18 0,104-61 12 0,0 0 4 15,5-2-13-15,1-2-19 0,1-3-37 0,7-2-35 16,1-1-34-16,1-1-16 0,2 0-4 16,6 2 13-16,1-1 16 0,1 0 7 0,2 0 3 15,1-1 7-15,1 0 0 0,1-1 4 0,0 2-4 16,1-1-5-16,-1 1 0 0,0 0-7 16,-5 0 1-16,0 1-3 0,-1 0 8 0,-6 1 7 15,0 0 7-15,-3 2 12 0,0 1 10 0,-4 1 1 16,-5 0 6-16,1 2-6 0,-4-1 1 15,1 0-3-15,-1-3 5 0,1 1-6 0,-2-3-3 16,3-2-20-16,3-1-22 0,-1-2-43 0,5-3-54 16,0-1-69-16,2 0-93 0,1 0 23 0,0-1-80 15,0-2 344-15</inkml:trace>
  <inkml:trace contextRef="#ctx0" brushRef="#br0" timeOffset="51028.28">16395 17051 810 0,'0'0'201'0,"0"0"-188"0,0 0-23 15,0 0-3-15,0 0 15 0,0 0 23 0,0 0 29 16,0 0 16-16,0 0 2 0,0 0-6 0,-73-127-15 16,72 106-17-16,1 0-12 0,0-2-7 15,0 0 0-15,9 0-7 0,1 1-10 0,2 0-4 16,3 2-6-16,1 1-4 0,4 2-2 0,0 2 1 15,-1 3-7-15,2 2 7 0,-1 3 2 0,-3 1 0 16,1 3 4-16,-1 1 0 0,-4 2 1 16,0 0 3-16,-3 3-5 0,0 3 0 0,-4 3-1 15,-1 2-2-15,-2 1-3 0,-3 3 0 0,0 1 3 16,-4 1-2-16,-3-2 0 0,-2 0-8 0,-3-1-10 16,0 0-30-16,-2 0-37 0,2-2-71 0,2 1-58 15,-1-5-52-15,4-3 80 0</inkml:trace>
  <inkml:trace contextRef="#ctx0" brushRef="#br0" timeOffset="51744.64">16571 17006 0 0,'0'0'149'0,"0"0"-49"16,0 0 27-16,0 0 10 0,0 0 8 0,0 0-4 16,0 0-11-16,0 0-31 0,0 0-25 15,0 0-24-15,0 0-15 0,0 0-7 0,0 0-14 16,0 0-6-16,97-130-6 0,-87 110 0 0,1 1-6 15,0 1 0-15,1 0-4 0,-2 0-4 0,2 3-4 16,-2 2-6-16,2 2-3 0,0 3-5 16,-2 2 3-16,-1 4 4 0,2 2 1 0,-4 0 6 15,2 6-1-15,-1 3 3 0,0 3 2 0,1 0 1 16,-3 5 3-16,2 2 1 0,0 1-2 0,0 1-4 16,-2-1-6-16,0-1-16 0,1-1-21 0,-4-1-34 15,1-2-33-15,-1-3-34 0,-2-1-6 16,-1-2 35-16,0-1 42 0,-3-1 42 0,-2-2 23 15,-3 0 2-15,0-4 19 0,-2 2 0 0,-2-1 0 16,0-1 0-16,1-1 0 0,-1 0 0 0,1 0 1 16,1-1 172-16,0-2-49 0,0-2 12 15,2 1-12-15,1 0-26 0,3 0-12 0,2-1-13 16,-1 2-25-16,1 0-15 0,2 0-24 0,0 0-11 16,0 0-12-16,6-2-1 0,-1 2 5 0,3-2-1 15,2 0-3-15,1 2 2 0,2 0-1 16,1 1 5-16,0-1-2 0,3 2 0 0,0 0 1 15,0 1 2-15,1 0 1 0,0 0-1 0,-3 0 4 16,2-1-2-16,-4 1 6 0,0 0 1 16,-3 0 5-16,-3-1 2 0,0 1 11 0,-5-1 15 15,3-1 29-15,-3 1 38 0,-2 0 41 0,0 0 16 16,0-1-12-16,0-4-43 0,0 0-44 0,0-2-34 16,0-3-21-16,1-1-4 0,1-2-7 0,3-2-2 15,0-3-3-15,3 0 2 0,0-2-4 0,2 0-2 16,3-3-9-16,1 0-3 0,5 1-8 15,0 2 0-15,3 2-1 0,2 2 0 0,0 2-3 16,0 2-5-16,2 1 0 0,-3 4-3 0,-3 2 0 16,1 3 0-16,-1 3 1 0,-5 0 2 0,0 7 5 15,-5 3 8-15,0 3 13 0,-5 3 12 16,0 2 13-16,-5 0 7 0,0 3 13 0,-5 0 9 16,0 0 22-16,-3 1 26 0,-1-3 25 0,3 1 15 15,-2-1 1-15,-1-1-23 0,4-1-28 0,0 0-26 16,-2-1-20-16,3-2-9 0,2 1-7 15,1-1-6-15,-1-3-13 0,2-1-4 0,0-2-16 16,0-2-11-16,3 0-8 0,1-3-8 0,5-1-3 16,1-2 6-16,0 0-2 0,5-2-15 15,1-6-37-15,3-3-53 0,2-2-77 0,-1-4-67 16,-2 4-10-16,-7 5 36 0</inkml:trace>
  <inkml:trace contextRef="#ctx0" brushRef="#br0" timeOffset="51876.01">17724 16652 422 0,'0'0'225'0,"0"0"33"0,0 0 19 0,0 0-6 16,0 0-30-16,0 0-66 0,0 0-78 0,2 125-44 16,-6-84-23-16,-3 0-20 0,0 1-12 0,1-1-11 15,-2-3-23-15,2-5-41 0,-1-2-95 16,1-3-133-16,3-8-177 0,1-7-490 0</inkml:trace>
  <inkml:trace contextRef="#ctx0" brushRef="#br0" timeOffset="59122.18">18893 16651 805 0,'0'0'60'0,"0"0"-42"0,0 0-20 15,0 0-8-15,0 0-3 0,0 0 4 0,0 0 6 16,0 0 5-16,0 0 5 0,0 0 8 16,0 0 9-16,0 0 12 0,-3-8 17 0,11 9 17 15,-2 2 5-15,4 2-5 0,2 2-11 0,2 1-12 16,-1 2-11-16,0 3-7 0,4 0-4 15,-1-1-3-15,0 3-4 0,0 0-6 0,0 2-3 16,1 0-7-16,0 0-2 0,-3 0-6 0,2 0-4 16,-3 0-11-16,0-2-10 0,2-3-11 0,-3 0-15 15,-2-2-25-15,-1-1-29 0,-3 1-51 16,2-3-67-16,-5-3-42 0,1-1-164 0</inkml:trace>
  <inkml:trace contextRef="#ctx0" brushRef="#br0" timeOffset="59339.39">18954 16961 1091 0,'0'0'249'0,"0"0"-196"0,0 0-71 0,0 0-32 16,0 0-14-16,0 0 9 0,0 0 44 15,0 0 31-15,0 0 6 0,0 0 0 0,0 0-4 16,0 0-3-16,0 0-2 0,94-130 0 0,-67 111-3 15,0-2-1-15,-3 0-9 0,8 0-9 16,-1-1-17-16,4 0-25 0,-3 1-48 0,0 3-117 16,-10 4-124-16,-4 6-320 0</inkml:trace>
  <inkml:trace contextRef="#ctx0" brushRef="#br0" timeOffset="59847.25">19683 16838 2013 0,'0'0'68'0,"0"0"-50"16,0 0-45-16,0 0-45 0,0 0-57 0,0 0-13 15,0 0 22-15,0 0 36 0,0 0 45 0,0 0 13 16,0 0-26-16,0 0-40 0,0 0-44 16,-9-12-45-16,15 10-65 0,0 2-36 0,-1 0-189 0</inkml:trace>
  <inkml:trace contextRef="#ctx0" brushRef="#br0" timeOffset="60113.21">20123 16691 734 0,'0'0'-16'0,"0"0"-40"16,0 0 9-16,0 0 24 0,0 0 9 0,0 0 10 15,0 0 1-15,0 0 6 0,70 127-1 0,-59-114 0 16,2 3-5-16,-1-4-2 0,0 0 0 0,-1-2-1 16,1-1-3-16,0-1-9 0,2-2-16 15,-1-1-42-15,-1-3-51 0,-3 2-9 0,-2-4-23 0</inkml:trace>
  <inkml:trace contextRef="#ctx0" brushRef="#br0" timeOffset="60345.96">20105 17039 1163 0,'0'0'59'0,"0"0"-95"16,0 0-43-16,0 0-8 0,0 0 8 0,0 0 60 15,0 0 23-15,0 0 5 0,0 0 0 16,0 0 1-16,0 0-5 0,109-134 3 0,-89 115-5 15,3-1 3-15,1 2-3 0,0-1-1 0,1 1-5 16,0 2-5-16,1 0-14 0,-1-1-28 0,0 3-57 16,-2-1-95-16,-6 4-32 0,-5 3-121 0</inkml:trace>
  <inkml:trace contextRef="#ctx0" brushRef="#br0" timeOffset="60687.24">20986 16633 1215 0,'0'0'10'0,"0"0"-94"15,0 0-20-15,0 0 19 0,0 0 63 16,0 0 34-16,0 0 5 0,0 0-5 0,0 0-2 16,53 116-5-16,-45-98 0 0,2 1-7 0,-1-2-5 15,2-2-7-15,-1 0-5 0,3-1-3 0,2-2-14 16,-3 0-27-16,0-1-55 0,1-2-73 15,1-2-26-15,-5-1-13 0,-5-4 158 0</inkml:trace>
  <inkml:trace contextRef="#ctx0" brushRef="#br0" timeOffset="60929.74">20943 16978 1368 0,'0'0'120'0,"0"0"-146"15,0 0-55-15,0 0-10 0,0 0 16 0,0 0 57 16,0 0 16-16,0 0 0 0,0 0-4 16,0 0-7-16,111-117-11 0,-87 100-3 0,2 1-11 15,-1 0-4-15,-2 0-14 0,3 1-15 0,-2 0-31 16,1 1-58-16,-3 2-65 0,-3 1-33 15,-8 5 87-15</inkml:trace>
  <inkml:trace contextRef="#ctx0" brushRef="#br0" timeOffset="61511.53">20593 16897 1669 0,'0'0'64'0,"0"0"-51"0,0 0-65 16,0 0-54-16,0 0-7 0,0 0 22 0,0 0 39 15,0 0 34-15,0 0-12 0,0 0-39 0,0 0-48 16,0 0-43-16,0 0-46 0,85-38-42 16,-74 36 10-16,-2 1-8 0</inkml:trace>
  <inkml:trace contextRef="#ctx0" brushRef="#br0" timeOffset="61786.41">21851 16784 1357 0,'0'0'495'16,"0"0"-576"-16,0 0-172 0,0 0-66 0,0 0-6 15,0 0 33-15,0 0 62 0,0 0-122 0,0 0 352 0</inkml:trace>
  <inkml:trace contextRef="#ctx0" brushRef="#br0" timeOffset="62859.59">22423 16848 0 0,'0'0'0'0</inkml:trace>
  <inkml:trace contextRef="#ctx0" brushRef="#br0" timeOffset="62994.96">22707 16794 0 0,'0'0'0'0,"0"0"0"16,0 0 0-16,0 0 0 0</inkml:trace>
  <inkml:trace contextRef="#ctx0" brushRef="#br0" timeOffset="63204.21">23131 16795 196 0,'0'0'105'16,"0"0"-26"-16,0 0-16 0,0 0 7 0,0 0 19 15,0 0 0-15,0 0-16 0,0 0-25 16,116 29-33-16,-96-27-4 0,5-1-9 0,-4-1-2 15,4 1-7-15,1-1-24 0,-1 0-27 0,1 0-57 16,-2 0-78-16,-5-1-20 0,-6 1-10 0</inkml:trace>
  <inkml:trace contextRef="#ctx0" brushRef="#br0" timeOffset="63765.42">23960 16698 153 0,'0'0'25'0,"0"0"-46"0,0 0 4 16,0 0 22-16,0 0 31 0,0 0 38 0,0 0 9 15,0 0 0-15,0 0-11 0,0 0-3 0,0 0 1 16,0 0 4-16,0 0 4 0,0 0-3 0,15 15-12 15,-11-7-13-15,1 1-17 0,1 2-16 16,1 0-6-16,1 2-9 0,1 1 1 0,1 0 0 16,0 1-1-16,-1-2-4 0,1 1 1 0,1-1-7 15,-3 0-7-15,1 0-4 0,-2 0-15 16,1-1-23-16,1 2-24 0,-4-2-38 0,0-3-44 16,3-1-55-16,-4-3 9 0,-2-2 92 0</inkml:trace>
  <inkml:trace contextRef="#ctx0" brushRef="#br0" timeOffset="63970.17">23892 17012 1008 0,'0'0'145'0,"0"0"-148"16,0 0-46-16,0 0-21 0,0 0 15 15,0 0 44-15,0 0 23 0,0 0 7 0,0 0-2 16,0 0 0-16,0 0-4 0,127-126-5 0,-100 105 2 15,3-1-4-15,0-1-2 0,1 1-5 16,0-1-8-16,-1 2-10 0,1-3-42 0,1 2-58 16,1 1-113-16,-8 3-48 0,-10 7-70 0</inkml:trace>
  <inkml:trace contextRef="#ctx0" brushRef="#br0" timeOffset="83099.28">19787 16945 211 0,'0'0'50'0,"0"0"-54"16,0 0-16-16,0 0 1 0,0 0 17 0,0 0 22 16,0 0 15-16,0 0 1 0,0 0-2 15,0 0-5-15,0 0-8 0,0 0 0 0,-13 39 4 16,15-33 5-16,4 0 0 0,-2 3 8 0,2-1-12 16,-1 2-2-16,3 0-12 0,-2 2-5 0,1-1-2 15,2 3 1-15,-2-1-4 0,3-2 1 16,-5 1 4-16,4 0 3 0,-2 0 0 0,3-1 5 15,-3 0-11-15,1 0-1 0,0-1 3 0,3 1 1 16,-1-2 3-16,-1 0 5 0,1 1 7 0,-1-3-2 16,3 0 2-16,-2 0-5 0,1 1-2 15,-1-2-2-15,2 1 3 0,1-1 7 0,0-1 10 16,-1-1 2-16,0 1 3 0,4-2-7 0,-2-1 5 16,3 2-3-16,-3-2 6 0,2 0 0 15,-3 2-5-15,5-2-3 0,-5 0-1 0,6 1-1 16,-2-3-5-16,-2 1 4 0,1-1 2 0,-2 1 1 15,3-1-4-15,-3 1 0 0,5-1-5 0,-2 0 4 16,3 0-2-16,-3 0 2 0,6 0-6 16,-2 0-5-16,-1-1-4 0,1-1 2 0,1-1-9 15,-2 2 2-15,1 0-1 0,1-1-4 0,-1 1 1 16,-1-1 0-16,1 1 1 0,0-1 2 0,1 0-4 16,-1 0-2-16,2 0 4 0,-2 1-5 0,0 0-3 15,0-1 3-15,-1 1 3 0,2-1-3 16,-1 0 11-16,3 0-6 0,-1 0 0 0,0-2-2 15,-1 1 4-15,3-1-1 0,-2 1-2 0,0-2-1 16,3-1 2-16,-1 1 2 0,0-2-1 0,-1 0 0 16,0 1-2-16,2 1 0 0,-3-1-4 0,2 0 4 15,-4 1-1-15,0 1 1 0,0 0-4 16,-1 2 8-16,0-2-8 0,0 1 5 0,-1 0 0 16,2 1 4-16,-1 0-7 0,1 1 6 0,0 0-3 15,0-1-2-15,-1 1 4 0,1 0-3 16,-2 1 2-16,1 0 2 0,1 0-4 0,-2 0 2 15,1-1 0-15,-1 1-1 0,0 0-3 0,2 0-1 16,-2 0 10-16,-1 0-7 0,2 0 9 0,-2 0-4 16,0 0 1-16,-1 0-3 0,-1 0 6 15,0 0-4-15,0 0 2 0,1 0 3 0,-1 1-3 16,0-1 6-16,-1 0-1 0,3 0-2 0,-4 0 9 16,3 1-6-16,-4-1-7 0,2 0-1 0,-1 0-5 15,-1 0 3-15,0 1-4 0,-2-1 2 16,4 2-1-16,-2-2 2 0,0 1-6 0,-2-1 6 0,1 1-6 15,1 0 2-15,0 0 2 0,0 0-2 16,-1 2-4-16,-1-2 0 0,3 1-1 0,-3 2 1 16,1-2-4-16,-1 1 5 0,0 2 3 0,1-1-2 15,-2 1 2-15,-1 1-5 0,3 1 6 16,-3-2-3-16,2 2 0 0,-1 0 0 0,-1-1 2 16,-1 0-4-16,1-1 7 0,0-2-5 0,0 2 2 15,-1-2-4-15,2 2 5 0,-2 0-2 0,2 0 1 16,-2-1-3-16,0 1 8 0,-1 0-1 15,1-2-2-15,-2 2 3 0,-1 0-4 0,1-1 6 16,-1 2-7-16,0-1 4 0,-1-1 0 0,3 2 2 16,-3-1 0-16,0 1 3 0,1 0 1 15,-3 1 0-15,2-1 0 0,0 0 4 0,0-1-6 16,0 1 2-16,-1 1-5 0,2 0 1 0,-1 0-9 16,-2-2 3-16,2 1 1 0,0-1 0 0,0-2-1 15,0 1-5-15,-1-2 3 0,-2 0-5 16,3 0 4-16,-2-1-2 0,1 0 5 0,-1-1 0 15,2 0 2-15,-1 0 0 0,-1 0 9 0,2 0-1 16,2-1 7-16,-4-3 0 0,3 1 3 0,-1-3-5 16,2-2 9-16,0-3-4 0,1 0-6 0,0 0-1 15,1-1-4-15,-1-1-4 0,2 1-4 16,0 0 0-16,1 0-3 0,1 1 0 0,0 2-1 16,1 0 3-16,3 0-2 0,-2 1 4 0,3-2-5 15,-2 0 1-15,2 1-1 0,-2 1-7 0,3-1 1 16,-3 4 9-16,3 1-10 0,-3-1 5 15,2 3 3-15,-2-1-4 0,2 0 1 0,-2 2 6 16,-1-2-4-16,1 2 0 0,1 1 1 0,-4 0-4 16,2 0 8-16,0 0-4 0,0 2 2 0,-1 1 0 15,1-2 2-15,-2 1-4 0,3 1 8 16,-4-1-6-16,0-1-1 0,1 1-2 0,-2 1-1 16,1-1 3-16,1 1-1 0,-1-1 3 0,1 2 1 15,0-1-2-15,2 0 0 0,-1 0 2 16,0-1 0-16,1 2 2 0,1-1-7 0,-2 0 2 15,3-2-3-15,-3 1 2 0,2-1 1 0,0 0 3 16,-3 2-2-16,4-2-1 0,-2 1-2 0,0 1 5 16,1-1-6-16,1 0 9 0,-2 1 3 0,4-2-8 15,-4 0 0-15,6 1-2 0,-3-2-7 16,2 3 11-16,-2-2-4 0,3 1 4 0,-6 0 0 16,6 1-4-16,-2 1 0 0,-1-2 1 0,2 0 4 15,-2 2-3-15,0-1 5 0,1 1-6 0,0-1 2 16,-2 1-4-16,4-1 4 0,-5 1-1 0,4 0 0 15,1 1-1-15,-5 0 0 0,4-2-1 16,-3 1 4-16,1 0-6 0,-2-1 6 0,1 0-7 16,-3-2-2-16,3 1 7 0,-1-1-1 0,-2 0 0 15,5 1 1-15,-5-1 3 0,4 0-5 16,-2-1 4-16,1 0-5 0,0 0 1 0,-1 0 0 16,3 0 8-16,-2 0-6 0,1 0 5 0,-1 0-5 15,-1 0 0-15,0-1 0 0,0-2 2 0,-1 2-4 16,0-1 0-16,0-2 2 0,1 1-3 0,-2 0 3 15,1-2 4-15,0 0-1 0,1 0-5 16,1-2 4-16,-1-1-7 0,-1 0 2 0,2-2-3 16,0 0-2-16,2 1-4 0,-2-1-2 0,2 0-5 15,-1 1 3-15,1-1 3 0,-2 2 5 16,1-1-2-16,3 0 10 0,-1 0-5 0,-2 1 3 16,2 0 4-16,1 0 0 0,0 1-1 0,1-1-4 15,-3 1 4-15,2-1-4 0,-2 0-2 0,2-1-4 16,-3 0-3-16,0-1-6 0,2 0 4 0,-4 1-11 15,3 1-2-15,-6 0-14 0,0 1-25 0,0 0-22 16,-2 0-28-16,-1 2-33 0,-4-1-25 16,0 0-47-16,-3 0-99 0,-1 3-200 0,0 0 384 15</inkml:trace>
  <inkml:trace contextRef="#ctx0" brushRef="#br0" timeOffset="83995.95">21615 17783 0 0,'0'0'10'0,"0"0"-20"0,0 0 10 16,0 0 0-16,0 0 0 0,0 0 0 15,0 0 51-15,0 0 34 0,0 0-29 0,0 0-1 16,0 0-10-16,0 0 14 0,0 0-8 0,24 110 8 15,-19-95-14-15,-1-1-12 0,1 0-20 0,1-2 3 16,0 1-21-16,-1-3 5 0,1 0 14 16,0 0-9-16,-2-3 1 0,1 0 5 0,0-3-10 15,-2 0 14-15,0-1 0 0,-1-2 3 0,0 1 26 16,-1-2 13-16,-1 0 14 0,0 0 14 16,0-4 14-16,0-2-33 0,0-1 7 0,0-1-35 15,0-3-4-15,0-2-15 0,0-1 18 0,-2-2-2 16,0-2-1-16,1-3 10 0,-1-7-9 0,2-6 4 15,0-4-17-15,6-1-4 0,1 4-13 0,5 5-10 16,0 3-10-16,3 2-8 0,0 4-6 16,2 3-1-16,-1 3-5 0,0 4 9 0,-1 0 4 15,1 4 8-15,-2 1 1 0,2 2 8 0,-2 2-10 16,-2 2 6-16,-1 0 2 0,-2 1 6 0,0 4 14 16,-2 1 11-16,-2 2 13 0,-1 3 9 0,-2 0 1 15,-2 3-2-15,0 1-7 0,0 1-1 16,-4 2-2-16,-3-1-1 0,-2-2 13 0,1-1-3 15,-2-2 0-15,-1-1 0 0,2-2-6 0,2-2-16 16,0-2-6-16,2 0-22 0,-1-1-23 16,5-3-24-16,0 0-38 0,-1-1-50 0,2 0-52 15,0 0-51-15,0 0-39 0,0 0-22 0,3 0-10 16,-2 0 110-16,1 0 205 0</inkml:trace>
  <inkml:trace contextRef="#ctx0" brushRef="#br0" timeOffset="84322.02">21934 17900 751 0,'0'0'414'15,"0"0"-351"-15,0 0-111 0,0 0-50 0,0 0 18 16,0 0 25-16,0 0 59 0,0 0 18 0,0 0 5 16,0 0-14-16,0 0 8 0,0 0-12 15,0 0 5-15,0 0 1 0,50-63-14 0,-31 41 4 16,1-3-17-16,2-1-6 0,-3 5-4 0,-4 4 6 15,-1 3-3-15,-1 1 6 0,1 3 0 0,-4 3 3 16,0 1 6-16,-3 2 1 0,0 3-3 0,-1 0 8 16,0 1 2-16,-4 0 23 0,3 6 5 15,-1 1 12-15,1 5-10 0,-1-1-9 0,1 5-8 16,0-2-7-16,-3 0-3 0,2-2-7 0,-2-1-1 16,1-1-7-16,-2-1-4 0,2 2-8 15,-1 1 8-15,0-2-18 0,1 2-21 0,1-2 3 16,0 0-26-16,-2-1-27 0,4-2-8 0,-2 0-38 15,3-2-35-15,-1-2-55 0,0 0 125 0,-4-3 112 16,2 1 0-16</inkml:trace>
  <inkml:trace contextRef="#ctx0" brushRef="#br0" timeOffset="84824.6">22219 17839 0 0,'0'0'392'0,"0"0"-129"16,0 0-62-16,0 0-33 0,0 0 7 0,0 0-29 15,0 0 2-15,0 0-28 0,0 0-55 0,0 0-37 16,0 0-49-16,0 0-23 0,0 0-5 15,-53-1 21-15,55-1 19 0,5-1 15 0,0 1-1 16,2-2-11-16,1 1-4 0,3-2 4 0,1 2-26 16,5-2 10-16,1 0-15 0,8 0-8 0,2 0 6 15,-1 0 0-15,-3 4-3 0,-4 1 7 16,-4 0 5-16,-2 0 7 0,-1 0-1 0,0 0 13 16,-3 0 8-16,2 1 12 0,-4 0-2 0,-1 2 4 15,2-2 1-15,-2 1 1 0,-3-1 3 16,0 2 5-16,-1-2 27 0,0 0 18 0,-2-1 29 15,-1 0-9-15,-2 0 2 0,1 0-21 0,-1 0-9 16,0 0-15-16,0 0-19 0,0 0-22 0,0-3-9 16,2-2 3-16,-1-1 1 0,1-4 4 15,3-1 2-15,3-2-10 0,2-1-9 0,2 1-5 16,2-3 2-16,1 0 3 0,2 1-8 0,1 2 4 16,0 0-8-16,1 1 3 0,1 2-1 0,0 2 9 15,-3 1 5-15,2 3 3 0,-1 1-2 0,-4 1 0 16,1 2-8-16,-2 0 3 0,-2 0-5 15,-2 2 9-15,-2 3 7 0,-3 0 10 0,-2 4 17 16,0 1 12-16,-2 3 0 0,0-1 7 0,0 2 7 16,-4 0 2-16,-1-2 9 0,-1 2-7 0,0-1 2 15,1-1-12-15,-1-1 0 0,3-2-8 16,1-1-5-16,1-2-22 0,0 0-2 0,0 0-20 16,1 1 13-16,0 0-11 0,0 1 10 0,0-1-10 15,1 0-22-15,3-1 1 0,1 0-11 0,2 0 5 16,3-3-29-16,0 0-18 0,3-2-46 15,2-1-55-15,-2 0-61 0,3-2-70 0,-1-3-83 16,-1 0 8-16,-5 1 394 0</inkml:trace>
  <inkml:trace contextRef="#ctx0" brushRef="#br0" timeOffset="84986.93">23263 17647 1314 0,'0'0'357'0,"0"0"-241"0,0 0-79 15,0 0-6-15,0 0 33 0,0 0 9 0,0 0-8 16,0 0-43-16,1 119-16 0,2-101-27 0,-1-1-9 16,2 2-9-16,-3 0-22 0,3-1-51 0,1-1-121 15,1-1-141-15,-2-6-175 0,-3-4-117 0</inkml:trace>
  <inkml:trace contextRef="#ctx0" brushRef="#br0" timeOffset="86173.12">18656 17792 528 0,'0'0'86'0,"0"0"-90"16,0 0-61-16,0 0-31 0,0 0-5 0,0 0 11 16,0 0 48-16,0 0 36 0,0 0 20 0,0 0 6 15,0 0-13-15,0 0 12 0,0 0 1 0,0 0 9 16,8 9 18-16,-3-7 6 0,-2-1-3 0,4 1-9 15,0 1-10-15,-2 0-2 0,4 2-18 0,1 0 16 16,0 0-7-16,1 2 6 0,-2 1-4 16,3 2 12-16,2 1 0 0,-2 3-3 0,0 0 3 15,2 0-7-15,2 0-11 0,1 1-10 0,-3 2 1 16,3-3-9-16,-3 1 15 0,4-2-12 0,-4 0 3 16,3-2-7-16,-5-2-3 0,4 0-18 15,-5-2 9-15,1-1-22 0,-3-1-14 0,0-2-38 16,-4 1-76-16,3-3-89 0,-6 0 17 0</inkml:trace>
  <inkml:trace contextRef="#ctx0" brushRef="#br0" timeOffset="86427.21">18633 18176 911 0,'0'0'-27'0,"0"0"-45"0,0 0-6 0,0 0 27 15,0 0 62-15,0 0 30 0,0 0 29 0,0 0 16 16,0 0 10-16,0 0-12 0,99-128-5 0,-79 107-23 16,5 0-11-16,-1-1-16 0,3-1 6 0,-1-1-25 15,2 0-3-15,2 2-36 0,2-7-42 16,7 1-65-16,-2 0-122 0,-9 7-88 0,-10 9-146 0</inkml:trace>
  <inkml:trace contextRef="#ctx0" brushRef="#br0" timeOffset="86723.06">19430 18001 2283 0,'0'0'74'0,"0"0"-87"16,0 0-68-16,0 0-47 0,0 0-20 0,0 0 11 16,0 0-86-16,0 0-159 0,0 0-647 0</inkml:trace>
  <inkml:trace contextRef="#ctx0" brushRef="#br0" timeOffset="88203.7">19665 17798 615 0,'0'0'8'0,"0"0"-65"0,0 0 3 0,0 0 5 15,0 0 34-15,0 0 12 0,0 0-6 0,0 0 10 16,0 0-5-16,0 0 10 0,-21 124-2 0,28-106 7 16,-2 2-7-16,3 0 5 0,0 2-13 0,0 0 6 15,3 0-4-15,-1 1 4 0,0-2-13 16,0-2 9-16,-3-2-11 0,1-3 6 0,0-1 1 15,-3-4 19-15,0-2-6 0,-3-2 27 0,0-3 53 16,2 1 28-16,-4-3 20 0,0 0-18 0,0 0-32 16,0-5-51-16,0-2-16 0,-5-2-15 15,3-3 10-15,-1-3-8 0,-4-2 11 0,3-3-13 16,-1 0 7-16,0-3-5 0,0-3 5 0,0 0 1 16,-1-1 3-16,2-3-9 0,2-7 9 15,-1-10-5-15,3-1-27 0,0 1 14 0,0 9-15 16,8 5 10-16,1 8-6 0,1 1-3 0,2 3-2 15,1 4-2-15,3 1 4 0,-1 2 2 0,3 2-2 16,1 4 2-16,1 0-3 0,-1 3 1 16,0 3-6-16,1 2 3 0,-5 1 1 0,4 6 7 15,-6 3 6-15,3 2 7 0,-5 5 5 0,-2 0 6 16,-2 2 3-16,-4 3 2 0,-2 2 3 0,-1-3-1 16,-1 1 1-16,-6-4 7 0,3-4 3 0,-4 0 3 15,0-3 3-15,-3 0 3 0,1 0 1 0,-1 1-16 16,-3-2 9-16,-1 1-17 0,0-3-1 15,0 0-31-15,3-3-32 0,0-1-74 0,2-2-82 16,-1-1-116-16,4 1-135 0,4-2 368 0</inkml:trace>
  <inkml:trace contextRef="#ctx0" brushRef="#br0" timeOffset="88527.33">20113 17991 1316 0,'0'0'18'0,"0"0"-54"0,0 0-11 0,0 0 32 16,0 0 31-16,0 0 41 0,0 0-8 0,0 0-10 16,0 0-16-16,0 0-22 0,0 0-8 0,0 0 1 15,0 0-18-15,0 0-6 0,-98-100-7 16,98 95 9-16,1 2-7 0,2 0 20 0,4 2-9 15,-2 1 4-15,2 0 1 0,-1 0 13 0,0 4 15 16,4 3 8-16,-5 2-4 0,1 1 4 0,0 1-12 16,-3 2-2-16,-1 2 2 0,-2-1 9 0,0 1 15 15,-2-1-14-15,-2 0 7 0,-3-3-10 16,-1 0-5-16,-1-1-18 0,3-2-29 0,-2-1-54 16,0-1-45-16,-1-2-46 0,5-1-33 0,-2-2-70 15,5-1 19-15,-1 0 175 0</inkml:trace>
  <inkml:trace contextRef="#ctx0" brushRef="#br0" timeOffset="88953.97">20366 17716 1078 0,'0'0'59'0,"0"0"-83"16,0 0-19-16,0 0 34 0,0 0 35 0,0 0 32 15,0 0 11-15,0 0-14 0,0 0-18 0,0 0-7 16,0 0-4-16,0 0 19 0,0 0-9 0,-94 130 9 16,86-113-8-16,3 3-6 0,-1 1-13 0,-1 1-12 15,4 1 1-15,0 1-17 0,-1 0-2 16,2-2-5-16,2-3 6 0,0-2-13 0,2-2 6 16,3-4-5-16,-1-1 9 0,3-4-1 0,0-2 16 15,-2-3-1-15,5-1 7 0,-2 0-16 0,1-2 9 16,0-4-19-16,0-3-27 0,2-1-23 15,-1-3-22-15,1-1-23 0,-3 0-17 0,0 0 10 16,1 1 6-16,-2-1 35 0,-4 2 25 0,2 1 36 16,-4 2 32-16,0 2 13 0,-1 1 5 0,0 4 6 15,-2 1-12-15,-3 1 13 0,2 2 0 16,-3 5 40-16,3 2-4 0,-4 2 20 0,4 2-2 16,0 2-20-16,-2 0-13 0,4 2-15 0,1 0 7 15,0-1-17-15,0 0-1 0,1-2-16 16,6-2-3-16,-2 0-8 0,4-3-11 0,0-1-12 15,1-4-3-15,1 0-33 0,-1-3-33 0,0-1-80 16,1 0-83-16,-2 0-162 0,-4-2-40 0</inkml:trace>
  <inkml:trace contextRef="#ctx0" brushRef="#br0" timeOffset="92559.56">20102 16686 353 0,'0'0'69'0,"0"0"-149"16,0 0-40-16,0 0 29 0,0 0 26 0,0 0 35 15,0 0 32-15,0 0 1 0,0 0 2 0,132-105-1 16,-112 93-2-16,1 1 3 0,2-2-2 0,1 1 1 15,0-1 2-15,2 1 5 0,-1 2-2 16,0-1 2-16,0 2-2 0,3 1-1 0,-2 1 1 16,2 0 6-16,2 2 5 0,2-1 9 0,2 0 3 15,0-1-2-15,1 2-3 0,2 0-9 0,3 1-3 16,-1-2 0-16,1 1 1 0,2 0 2 16,1 2-4-16,1-3 0 0,1 0-6 0,1-1 1 15,2-1 6-15,2 0 3 0,-2-1 11 0,2 1-2 16,-2-1 7-16,3 0-4 0,0-1-1 0,-1 1-4 15,1-1-7-15,1 0-3 0,1-1-5 16,0 1 0-16,1-1 2 0,1 2-3 0,-3 0 2 16,3 0 0-16,-2 1-3 0,1 0-3 0,-3 1-2 15,0 1 3-15,0 0-6 0,-2 0 2 16,2 2 2-16,-4-1 0 0,5 2 5 0,-2 0 13 16,1 0 2-16,1 1 4 0,1 1-1 0,-3 0-7 15,3 1-5-15,-2 0-6 0,-1 0-2 0,2 0-1 16,-2 2-3-16,-1 0-2 0,0 1-1 0,0-1 1 15,-2-1-4-15,-1 1 1 0,0-1 0 16,-3 1-3-16,-1-2 4 0,-3 1 0 0,1-1 4 16,-3 0-1-16,0 0 4 0,-2 1 0 0,0 0-1 15,-4 1 0-15,1 0-1 0,1 1-1 0,-2 0-1 16,0 1 0-16,0 0 1 0,-1 1-1 0,1-1 0 16,1 2 2-16,0 0-1 0,1 0 2 15,4 0-4-15,1 1 0 0,-2-1-8 0,3 1-3 16,-3 0-5-16,1 0-3 0,2 0-1 0,-5 1 6 15,3-1 2-15,-5 0 9 0,-1-1 1 16,2 1 2-16,-1 2 4 0,-1-2-2 0,2 0-4 16,-2 1 0-16,-2-1-3 0,-2 1-1 0,0-1 1 15,-2 0 1-15,-1 0 1 0,-3 1 3 0,0-1 3 16,-2 0-6-16,-3 2 3 0,0-2-2 16,-4 4-1-16,0 0 4 0,-1 2 1 0,-4 1-2 15,2-1 3-15,-3 4-5 0,-1 0-3 0,2 0-8 16,-3 0-8-16,3 1-20 0,0-2-51 0,-2 1-85 15,2-5-47-15,-4-4-73 0</inkml:trace>
  <inkml:trace contextRef="#ctx0" brushRef="#br0" timeOffset="96655.52">18781 15852 1451 0,'0'0'37'0,"0"0"-17"16,0 0-21-16,0 0-12 0,-136-101-7 0,116 77 2 16,4-2 3-16,1-1 0 0,4-3 7 0,2-1-1 15,2-4-1-15,5-2-3 0,2-2-2 0,0-5-6 16,8 1 1-16,2-3-2 0,3-3-4 16,2 1 4-16,2-1-4 0,4 1-2 0,-1 0-4 15,0 2-2-15,2 3 3 0,3 2 6 0,-3 4 4 16,1 5 6-16,3 1 2 0,-1 3 2 15,3 3 0-15,2 0 3 0,0 5-1 0,1 0 5 16,1 3 1-16,0 1 2 0,5 1 4 0,2 1-1 16,2 0 4-16,1 1 0 0,1 0-4 0,5 0 1 15,-1 3 2-15,3 1 1 0,6 3 1 16,-1 1 2-16,5 2-2 0,1 2-1 0,2 1-4 16,2 0-4-16,-2 0-2 0,-1 0-7 0,0 3 1 15,-2 3 1-15,-2 2 0 0,-3 0 4 16,0 2 3-16,-3 1 2 0,-1 2-2 0,-6 1 5 15,1 1-2-15,-2 3-1 0,-4 1 3 0,-3 2-3 16,-5 3 8-16,-2 2 3 0,-6 3 6 0,-3 3 4 16,-4 6-1-16,-4 2 2 0,-6 7-7 0,-4 2-3 15,-3 4-5-15,-2 2-5 0,-6 2-1 0,-4-1 2 16,1-1 0-16,-3-1 3 0,0-1 2 0,1-2-1 16,-4-2-2-16,1-2-2 0,0-1-6 15,-2-3-8-15,-3 2-12 0,-1-3-14 0,-3-2-11 16,-2-2-10-16,-5-4 2 0,-3-5 6 15,1-4 15-15,-5-3 16 0,-4-4 16 0,-5-4 10 16,-2-5 5-16,-6-3 0 0,-4-4-2 0,-8-2 1 16,-3-2 1-16,-3-6 5 0,-6-5 14 0,0-3 22 15,-1-1 34-15,0-2 32 0,7 2 30 0,5-1 3 16,5-1-24-16,7 2-35 0,8 0-44 16,14 1-38-16,7 0-42 0,8 1-61 0,12 0-92 15,8-6-114-15,5 4-105 0,0 5-375 0</inkml:trace>
  <inkml:trace contextRef="#ctx0" brushRef="#br0" timeOffset="97464.17">22392 15748 982 0,'0'0'404'16,"0"0"-350"-16,0 0-19 0,-149-2-12 0,117-3-9 15,2 1 6-15,1-3 13 0,0-1 4 16,1-1 0-16,2-3-6 0,-1-1-10 0,2-1-12 16,-2-2-7-16,4-4-3 0,-2 0 0 0,2-4 2 15,0-1-1-15,0-3-1 0,1-1-5 0,1-3 0 16,4-1-6-16,2-2 1 0,4-1 6 0,4 0 8 16,1-1 11-16,5 0 7 0,1 0 1 15,4-1 1-15,9-1-4 0,2-1-5 0,6-3-6 16,4 2-7-16,4 1-5 0,4 2-5 0,2 3-2 15,0 4-6-15,3 1-5 0,2 3-3 16,1 2-4-16,1 1 2 0,6 3 2 0,-2-2 7 16,5 3 2-16,1 0 8 0,4 2 1 0,2 1 0 15,2 2 6-15,0 1-5 0,4 2-1 0,1 3-4 16,-2 2-4-16,2 3 2 0,-1 3 0 16,-2 1 2-16,0 1 8 0,-1 6 1 0,0 4 2 15,-1 3 3-15,0 1-1 0,-1 4 2 0,-4 2 1 16,0 2-1-16,-1 2 1 0,-6 1 0 0,-1 5 2 15,-1 2 2-15,-4 2 1 0,-5 1-2 16,-2 3-6-16,-3 2 0 0,-3 4-7 0,-2 1-3 16,-4 1 0-16,-6 2-1 0,-2 1 1 0,-6 1 3 15,-4-2 2-15,-4-1 3 0,-1 0 5 0,0-3-5 16,-5 1 0-16,-4-6 1 0,-1-2-4 0,-2-6 8 16,-3-3 9-16,-2-6 8 0,-6-5 6 0,-2-2 5 15,-6-3 0-15,-9-2-8 0,-2-2-2 16,-9-4-8-16,-7-1-2 0,-4-3-5 0,-1-1 5 15,-6-3 2-15,-1-3-4 0,-2-2 2 0,3-3-10 16,1-1-23-16,1-2-61 0,2-3-149 16,17 3-261-16,17 3-462 0</inkml:trace>
  <inkml:trace contextRef="#ctx0" brushRef="#br0" timeOffset="106229.34">9153 13251 0 0,'0'0'0'0,"0"0"0"16,0 0 0-16,0 0 0 0,0 0 0 0,0 0 20 16,0 0 21-16,0 0-27 0,132-7-2 15,-110 3 1-15,0 2 5 0,0-2 7 0,3 2 9 16,0-1 5-16,-3-1 6 0,5 1 2 0,-2 0-1 15,3 1 4-15,1 0-2 0,1 0-3 0,0 1-8 16,0 0-9-16,2-2-8 0,0 2-9 16,-1 0-3-16,6 0-1 0,-3 1-3 0,3-1 3 15,2 1-3-15,-1 0 0 0,2-1-3 0,0-1-2 16,2 0 1-16,2 1-1 0,-1-1 0 16,-2 0-1-16,-1 0 2 0,2 1-1 0,-2 0-1 15,1 0 3-15,0-1-1 0,0 2 1 0,-1-1 5 16,1 0-2-16,-1 0 4 0,1 0 1 0,1 0-1 15,-1-1 1-15,0 2-2 0,4-1 2 16,-3 1-1-16,0-1 3 0,1 1 5 0,-1 0 1 16,3 0 4-16,-3 0 2 0,0 0-3 0,1 0-2 15,2 0-5-15,-2 0-4 0,-1 2-3 0,-1 1-2 16,0-1-2-16,-1 0-2 0,0 1-1 0,-3-1-2 16,-1 0 0-16,-3 2 2 0,1-3 1 15,-4 1 2-15,-3 0-2 0,-1-1 2 0,-3 0 1 16,-2 0 2-16,-3 0 7 0,-1 1 4 0,-3 1 13 15,-3-1 12-15,0-1 6 0,-1 1 1 0,-1-1-10 16,-1 2-15-16,-1-2-9 0,-2 0-10 16,1 0-9-16,-2 0-12 0,-3-1-33 0,1 1-101 15,2-1-227-15,-4 0-147 0</inkml:trace>
  <inkml:trace contextRef="#ctx0" brushRef="#br0" timeOffset="108635.98">3487 13346 361 0,'0'0'55'0,"0"0"-17"16,0 0-11-16,0 0-16 0,0 0-7 15,0 0 2-15,0 0 1 0,0 0 1 0,0 0-3 16,0 0-1-16,0 0-2 0,0 0-2 0,-46-42 2 16,46 39-4-16,2 1-2 0,1 1-3 0,3-1-1 15,-1 0 1-15,4 2 3 0,1 0 3 16,-1 0 2-16,5 0 2 0,2 0 2 0,3 3 0 16,2 0 3-16,1 0-1 0,5 0 1 0,3-1 1 15,3 1 0-15,-2-3-1 0,2 0 1 0,4 0-3 16,-4 0 1-16,3 0-1 0,-2 0 1 0,-2 0 3 15,-1 0-1-15,-1-2 2 0,0-1-2 16,-4 1 0-16,-3-2-2 0,-4 1 1 0,-3-1 0 16,-2 2 1-16,-3 0 2 0,-5-1 6 0,0 2 8 15,-5 0 24-15,0 1 29 0,-1-1 17 16,0 1-14-16,0-1-43 0,-1-1-63 0,1 0-95 16,-2 1-118-16,1 0-448 0</inkml:trace>
  <inkml:trace contextRef="#ctx0" brushRef="#br0" timeOffset="109462.97">8106 14615 788 0,'0'0'119'0,"0"0"-54"0,0 0-9 15,0 0-40-15,0 0-25 0,0 0-8 0,0 0-11 16,0 0-5-16,0 0 1 0,0 0 8 0,0 0 6 15,0 0 5-15,0 0 4 0,0 0 9 0,-26-37 11 16,31 37 11-16,0 0 9 0,1 0 7 16,2 0 0-16,3 0 0 0,1 0-3 0,2 0-7 15,1-2-9-15,1 1-6 0,2-3-6 0,0 2-1 16,0-2-1-16,1 0 1 0,1 0-3 0,-2 1 1 16,2-1-2-16,-3 1 1 0,0 0 0 15,1 1-2-15,-2 0 1 0,-1-1 0 0,1 1 0 16,-2 1 1-16,0 0-2 0,-2 1 0 0,1 0-3 15,-4 0-5-15,-1 0-6 0,-1 0-14 16,0 0-22-16,0 0-35 0,-3 0-79 0,0 0-82 16,1 1-207-16,-4 0 309 0</inkml:trace>
  <inkml:trace contextRef="#ctx0" brushRef="#br0" timeOffset="109983.18">9186 14624 513 0,'0'0'52'16,"0"0"-16"-16,0 0-29 0,0 0-24 16,0 0 8-16,0 0 16 0,0 0 13 0,0 0 11 15,0 0 1-15,0 0 6 0,0 0-1 0,0 0 9 16,0 0 10-16,26-15 2 0,-19 14 1 0,2-2-3 16,-1 2-8-16,4 0-4 0,-1 0 0 0,4-1-3 15,2-1-3-15,3 2-7 0,0-2-8 16,4 0-9-16,1 0-5 0,-1-1-8 0,3 0-2 15,-5 0-3-15,5-1-4 0,-4 1-6 0,-1 1-6 16,-2 1-5-16,0-1-4 0,-3 2-2 0,-3 0-4 16,-1 0-18-16,-2 1-29 0,-2 0-59 15,-3 0-88-15,1 0-20 0,-6 0-145 0</inkml:trace>
  <inkml:trace contextRef="#ctx0" brushRef="#br0" timeOffset="147052.67">5407 10735 160 0,'0'0'56'0,"0"0"7"0,0 0 0 0,0 0-16 16,0 0-17-16,0 0-14 0,0 0-11 15,0 0-7-15,0 0-2 0,0 0 0 0,0 0 1 16,0 0 6-16,-98-51 12 0,91 49 22 0,-1-1 24 15,4 1 19-15,-1 0 2 0,3-1-11 0,0 2-19 16,-1 1-22-16,3 0-16 0,0 0-24 0,0 0-25 16,0 0-30-16,0 0-9 0,0 0 9 0,2 0 22 15,2 4 28-15,2 0 15 0,0 0 2 0,5 0 2 16,0 1 0-16,2-1-1 0,0-1 0 16,-1 0 1-16,4-1-2 0,-3 1 0 0,0-2 0 15,2 0-2-15,-3-1 2 0,0 0 0 0,-2 0 0 16,-1 0 0-16,-1 0 1 0,-4 0 1 15,1 0 7-15,-4 0 20 0,-1 0 26 0,0 0 7 16,-3 0-7-16,-2 0-30 0,-3 0-29 0,-3 2-11 16,0 1 3-16,-4-1 9 0,0 3 3 0,-2-1-2 15,2 0 1-15,-4-1 0 0,3 2-3 16,-1-2 4-16,1 1-2 0,2-1 3 0,3 0 0 16,-3-1 2-16,8 0-1 0,-1-1-1 0,4-1-4 15,0 0-19-15,3 0-55 0,0 0-22 16,4 0-1-16,4 0 8 0,2-2 37 0,3-2 2 15,2-1-15-15,3-1 2 0,3-1 15 0,1 1 17 16,2-2 21-16,-1 2 8 0,-1-1 2 0,2 2 1 16,-1-1 2-16,0 2 0 0,-2-1 1 0,-2 0 1 15,1 2 1-15,-3-1-1 0,-2 2 2 0,-2 0-2 16,0-1 4-16,-5 2 1 0,-2 1 3 16,-1 0 16-16,-4 0 50 0,-1 0 58 0,0 0 18 15,-6 0-15-15,-4 1-53 0,-2 3-62 0,-3 1-18 16,-3 0 3-16,-1 2 5 0,-2 1 5 0,-2-1 0 15,0 1 1-15,1-1-3 0,-1 2-6 16,-1-2-5-16,2 1-4 0,1-2-4 0,3 1 1 16,1-3-2-16,0 1-5 0,5 0-6 0,0-2-10 15,3 1-12-15,2-2-12 0,3 0-11 16,-1-1-5-16,4-1-8 0,1 1-18 0,0-1-26 16,0 0 9-16,0 0 19 0,0 0 35 0,6 0 47 15,-1 0 2-15,3 0 3 0,2 0-1 0,-1-2 0 16,0 1 1-16,1-1-4 0,-1 1-20 15,-5 1-109-15</inkml:trace>
  <inkml:trace contextRef="#ctx0" brushRef="#br0" timeOffset="153703.63">16052 7575 1068 0,'0'0'36'15,"0"0"-36"-15,0 0-33 0,0 0-75 16,0 0-91-16,0 0-39 0,0 0-288 0</inkml:trace>
  <inkml:trace contextRef="#ctx0" brushRef="#br0" timeOffset="153818.54">15905 7547 0 0,'0'0'119'0,"0"0"-115"16,0 0-6-16,0 0-5 0,0 0 2 15,0 0-1-15,0 0-2 0,0 0-25 0,0 0-29 16,0 0 62-16</inkml:trace>
  <inkml:trace contextRef="#ctx0" brushRef="#br0" timeOffset="154202.51">16164 7644 433 0,'0'0'159'0,"0"0"-51"0,0 0-32 0,0 0-40 15,0 0-28-15,0 0-10 0,0 0-7 0,0 0-14 16,0 0-6-16,0 0-13 0,0 0-16 16,0 0-14-16,0 0-22 0,-66-7-10 0,66 7 15 15,0 0 24-15,1 0 30 0,2 0 29 0,1 0 13 16,-2 0 6-16,5 0 10 0,-3 0 10 16,1 1 9-16,0 1 6 0,0 1 9 0,1-2-2 15,0 1-2-15,-2-1-6 0,1 2-7 0,-1-2-6 16,-2 1-5-16,1-1-3 0,-2 1 6 0,-1-1 20 15,0 0 27-15,-1 0 11 0,-4 0-8 16,-3 0-21-16,-2 2-30 0,-1-2-5 0,-1 1-5 16,-2 0 4-16,1-1 3 0,2 0-2 0,1 0-4 15,4-1-7-15,0 0-7 0,2 0-8 0,2 0-6 16,-1 0-10-16,3 0-20 0,0 0-23 0,0 0-12 16,0 0 8-16,7 0 19 0,-4 0 25 15,4-1 16-15,-1-1 3 0,-1-2 0 0,6 2-1 16,-1-3 1-16,0 0 0 0,1 1 0 0,-2-1 0 15,0 0-2-15,0 1-10 0,0-1-36 0,-1 2-85 16,-2 0-78-16,0 1-362 0</inkml:trace>
  <inkml:trace contextRef="#ctx0" brushRef="#br0" timeOffset="155635.34">8154 14812 1017 0,'0'0'11'0,"0"0"-9"16,0 0-12-16,0 0-25 0,0 0-31 0,0 0-27 15,0 0-8-15,-119-141-6 0,114 106-18 0,3-4-1 16,-2-3 9-16,-1-2 26 0,0-1 51 16,-3 0 41-16,1-2 30 0,-3 0 31 0,0-1 32 15,0-1 27-15,0 1 11 0,1-1-6 0,2 1-16 16,2-1-36-16,4 2-27 0,1-2-22 16,0 2-12-16,2 1 4 0,7 1 2 0,-2 2-2 15,3 3-3-15,4 3-5 0,3 2-6 0,5 0-4 16,-1 2-2-16,9 0 1 0,3 2-1 0,0 4 1 15,4 0-4-15,2 3-6 0,-2 1-4 16,0 3-10-16,3 3-13 0,-1 4-10 0,-2 2-7 0,-1 3-3 16,1 2 7-16,-3 4 11 0,0 1 11 15,-3 1 10-15,-4 2 7 0,-3 6 2 0,0 5 5 16,-7 4 4-16,-3 5 6 0,-1 7 6 0,-3 6 3 16,-1 5 0-16,-1 7 0 0,-4 4-4 0,0 1-2 15,-1 4-1-15,-2 0-1 0,0 4-1 16,-1 1-2-16,0 2-1 0,0 2 0 0,-2 1 1 15,-2 0-2-15,-3-2-5 0,-2 0-1 0,-3-5-5 16,-5-4 4-16,-2-5 6 0,-4-4 11 16,-3-5 12-16,-3-3 12 0,-1-9 15 0,-1-3 7 15,3-6 1-15,-1-8-8 0,5-6-10 0,2-6-18 16,0 0-31-16,5-10-62 0,5-8-102 0,3 5-65 16,4 1-248-16</inkml:trace>
  <inkml:trace contextRef="#ctx0" brushRef="#br0" timeOffset="156302.21">9158 14922 343 0,'0'0'37'16,"0"0"-32"-16,0 0 8 0,-62-131-5 0,52 88-2 16,2-1 2-16,4-2 0 0,0-3 8 15,2-1-2-15,1-2 7 0,1-1 4 0,0-1 18 16,0-2 14-16,3 1 18 0,1 2 15 0,-2 1 2 15,5 1-3-15,-4 5-11 0,7 2-11 0,0 2-17 16,0 4-16-16,3 2-13 0,3 2-10 0,1 2-7 16,3 1-4-16,4 1-2 0,0 2-1 0,5 2-2 15,1 2 0-15,3 3-4 0,1 2 3 16,0 3-2-16,1 4 2 0,2-1 5 0,-1 2-2 16,-1 4 1-16,3 2-2 0,-5 3 3 0,0 2-5 15,-1 4 2-15,-5 5 2 0,2 5 3 16,-5 4 9-16,2 2 5 0,-5 6 7 0,0 3 3 15,-1 5 1-15,-4 5 0 0,1 4-4 0,-2 6-1 16,-1 2-6-16,-4 2-4 0,0 3-2 16,-1-1 0-16,-3 3-1 0,-2 1 3 0,-3 1-8 15,-1 1-6-15,0 0-5 0,-8-1-2 0,-4 1 2 16,-3-4 8-16,-6-3 3 0,-4-3 7 0,-6-6 6 16,0-4 9-16,-6-6 15 0,1-4 11 0,-3-8 9 15,-1-3-2-15,1-7-11 0,3-5-17 16,2-6-23-16,4-2-44 0,6-8-88 0,7-2-160 15,6 2-910-15</inkml:trace>
  <inkml:trace contextRef="#ctx0" brushRef="#br0" timeOffset="161074.54">17747 7882 181 0,'0'0'121'15,"0"0"-21"-15,0 0-15 0,0 0-20 0,0 0-25 16,0 0-34-16,0 0-42 0,0 0-31 16,0 0 0-16,0 0 18 0,0 0 28 0,0 0 22 15,-4-1 1-15,12 1 2 0,-3 0 1 0,4 0-2 16,-1 0-1-16,2 0-1 0,-1 0-3 0,0 0 4 16,3-1 2-16,-1 0 2 0,1 0 1 15,6 0-1-15,-3-1-4 0,3 2 2 0,2-1-2 16,0 1 3-16,0 0 0 0,3 0-3 0,2 0 1 15,-3 0-3-15,2 0-2 0,4 0 2 16,-1 0-3-16,0 0-1 0,3 0 1 0,0 0-1 0,1 0 0 16,-1 0-1-16,0 0 1 0,0 0-4 15,2 0 0-15,2 0-1 0,-1 0 2 0,-1 0-2 16,4-1-3-16,-2 0-4 0,-2-1 0 0,4-1 0 16,-1 2 4-16,-2 0 4 0,3 0 2 0,-3 0 3 15,3 1 0-15,-3 0 2 0,0 0 2 0,3 0-2 16,-2 1 1-16,4 1 0 0,-4 0 1 15,2 0 0-15,-1 0-1 0,2 0 0 0,-4-1-2 16,7 1 2-16,-2-1 1 0,-3-1-2 0,4 0-1 16,-6 0 0-16,7 0 0 0,-3 0 2 15,-2 0 0-15,3 0 1 0,-1 0 0 0,-1 0 1 16,1 0-2-16,-2-1 0 0,3 1-1 0,0-2 1 16,-3 2 1-16,1 0-4 0,-3 0 2 15,-1 0-1-15,0 2-3 0,2 0 0 0,-3 0-3 16,2 0-1-16,-2 1 3 0,-1-1 0 0,0-1 3 15,-1 2 1-15,-1-1 3 0,0-1 0 0,1 0 0 16,0 0 1-16,-1 0 0 0,-3 0-2 0,4-1 1 16,-1 0-2-16,-3 0 1 0,4 0-1 15,0 0 2-15,1 0-1 0,-1-2 2 0,-1-1 0 16,0-2 0-16,0 2 2 0,-3 0-3 0,1 1 1 16,0 1-2-16,-1 0 1 0,1 0-2 0,-3 1 3 15,2 0 0-15,0 0 0 0,-1 0-4 16,1 0 4-16,-1 1-3 0,1 0 2 0,2 0 1 15,0 0-1-15,0 0-2 0,1 2-2 0,1-2 0 16,0 0 1-16,0 0 0 0,-1-1 2 0,4 0 2 16,-1 0-2-16,1 1 0 0,1-1-2 0,0 2 3 15,-1-2-2-15,2 1 0 0,-2-1 0 16,0 0-4-16,0 1 1 0,-1-1-1 0,2 0-3 16,-2 0 5-16,-1 0-2 0,-2 0 2 0,0 0 1 15,3 0 0-15,-1 0-4 0,2 0-8 16,-1 1-6-16,1-1-3 0,1 0 4 0,-1 0 9 15,1 0 5-15,1-2 2 0,2-1 2 0,2 0 0 16,-2-1 0-16,-1 1-1 0,1 0 1 16,-4-1 0-16,3-1-1 0,-1 1 2 0,2-2 0 15,-2 1 0-15,-1 1 2 0,-1 0 2 0,1 1 5 16,-1-1 2-16,2 1 3 0,-2 1 2 0,3-2-2 16,-1 2 0-16,2-1-3 0,1 0-3 0,-1 0-2 15,2 0-3-15,-1 1 0 0,0 0-1 16,1-1 2-16,-2 2 1 0,0 0-2 0,0 0 1 15,1 0-2-15,-2 1 0 0,1 0-2 0,-2 0-5 16,1 0 0-16,0 0 2 0,-3 0 6 0,4 1 11 16,-2 0 1-16,3-1 2 0,-1 0-1 15,0 0-2-15,2 0-4 0,-2 0-3 0,5 0-2 16,-2 0-2-16,-2-2 1 0,-1 0-1 0,3-1 5 16,-3 0 3-16,1-1 6 0,-1 2 3 0,-1 0-1 15,1-1 0-15,-1 2-2 0,-2 1 1 0,1 0 0 16,-1 0 1-16,-1 0-4 0,0 0-2 15,2 1-4-15,-3 0-8 0,0 2 1 0,1-2-3 16,-1 1-2-16,-1-1 0 0,-2 1-4 0,-2-2-2 16,-1 1-1-16,-1-1 5 0,-4 0 1 15,-2 0 2-15,-3 0 4 0,0 0 0 0,-2 0 4 16,-3 0 4-16,-1 0 2 0,-4 0 3 0,1 0 0 16,-3 0 3-16,0 0 3 0,-2 0 11 0,1 0 4 15,-2 0 0-15,1 0-8 0,-1 0-12 0,1 0-9 16,0 0-6-16,-1 0-3 0,0 0-3 15,2 0-12-15,0 0-22 0,0 0-54 0,0 0-78 16,-2 0-165-16,1 0 268 0</inkml:trace>
  <inkml:trace contextRef="#ctx0" brushRef="#br0" timeOffset="163179.41">10395 3834 777 0,'0'0'356'16,"0"0"-345"-16,0 0-12 0,0 0-1 0,0 0-11 15,0 0-17-15,0 0-27 0,0 0-28 16,0 0-6-16,0 0 10 0,0 0 31 0,0 0 35 15,-19-29 23-15,22 34 12 0,5 3 10 0,-2 4 8 16,-1 1 8-16,4 4 0 0,1 3 0 0,0 3-3 16,0 2-6-16,2 2-5 0,1 0-4 15,3 1-8-15,0-3-9 0,-1 0-2 0,4-5-3 16,0-2 1-16,0-2-3 0,3-4 2 0,-1-1-2 16,-1-3 1-16,1-1-8 0,-1-3-11 15,-1 0-26-15,-4-3-31 0,1 0-31 0,-4-1-28 16,-2 0-34-16,-3-1-31 0,-4-4 9 0,0 2-44 15,-1 0 200-15</inkml:trace>
  <inkml:trace contextRef="#ctx0" brushRef="#br0" timeOffset="163390.74">10377 4267 887 0,'0'0'202'0,"0"0"-156"0,0 0-5 0,0 0 5 0,0 0-6 16,0 0-5-16,0 0-13 0,0 0-27 15,0 0-19-15,0 0-1 0,0 0 14 0,0 0 17 16,0 0 5-16,0 0 0 0,16-46-3 0,5 27 0 16,3-2-1-16,5-1 0 0,1-3 0 0,2 1-7 15,1-1-6-15,4 0-11 0,-4 0-17 16,-2 3-26-16,-1 4-26 0,-3 3-54 0,-3 2-70 16,2 4-55-16,-10 2-29 0,-6 4 87 0</inkml:trace>
  <inkml:trace contextRef="#ctx0" brushRef="#br0" timeOffset="163631.34">11078 4098 1588 0,'0'0'32'0,"0"0"-75"0,0 0-33 0,0 0-28 15,0 0-20-15,0 0 23 0,0 0 25 16,0 0-5-16,0 0-64 0,0 0-122 0,0 0-336 0</inkml:trace>
  <inkml:trace contextRef="#ctx0" brushRef="#br0" timeOffset="163887.72">11646 3926 999 0,'0'0'412'0,"0"0"-444"0,0 0-50 16,0 0 0-16,0 0 12 0,0 0 40 0,0 0 26 16,0 0 4-16,0 0 5 0,0 0-2 0,0 0-7 15,0 0-15-15,0 0-33 0,0 0-47 16,121 83-49-16,-104-69-46 0,-2 0-28 0,3-1 37 16,-6-2-11-16,-1-5 196 0</inkml:trace>
  <inkml:trace contextRef="#ctx0" brushRef="#br0" timeOffset="164153.34">11700 4200 983 0,'0'0'87'0,"0"0"-53"0,0 0-28 0,0 0-29 16,0 0-15-16,0 0 11 0,0 0 22 0,0 0 19 16,0 0 7-16,0 0-2 0,0 0-10 0,0 0-4 15,102-123-8-15,-82 105-3 0,3-2-7 16,-1 2-7-16,-2 0-10 0,1 1-20 0,-1-1-23 16,-1 1-27-16,2 1-39 0,0 1-47 0,-1 4-2 15,-5 1-16-15,-5 6 131 0</inkml:trace>
  <inkml:trace contextRef="#ctx0" brushRef="#br0" timeOffset="164389.5">12385 3882 408 0,'0'0'416'0,"0"0"-344"15,0 0-65-15,0 0-8 0,0 0 23 0,0 0 39 16,0 0 23-16,0 0-8 0,0 0-20 0,0 0-16 16,0 0-12-16,0 0-13 0,0 0-13 0,91 111-14 15,-78-94-17-15,-1 0-14 0,4-1-17 16,-4 2-26-16,1-2-33 0,2-1-41 0,-2-2-65 16,-1-2-2-16,-2-4-69 0,-2-2 267 0</inkml:trace>
  <inkml:trace contextRef="#ctx0" brushRef="#br0" timeOffset="164628">12330 4202 711 0,'0'0'50'16,"0"0"-22"-16,0 0-2 0,0 0-8 0,0 0-2 16,0 0-2-16,118-85-3 0,-95 71-13 0,4 2-13 15,-1-2-26-15,0 1-38 0,-1 1-66 16,0-3-56-16,-3 1 9 0,-3 4-7 0,-8 3 199 0</inkml:trace>
  <inkml:trace contextRef="#ctx0" brushRef="#br0" timeOffset="165063">12128 4086 1133 0,'0'0'169'16,"0"0"-256"-16,0 0-26 0,0 0 16 0,0 0-33 15,0 0-109-15,0 0-136 0,0 0 114 0</inkml:trace>
  <inkml:trace contextRef="#ctx0" brushRef="#br0" timeOffset="165529.31">13032 4103 1395 0,'0'0'566'0,"0"0"-559"16,0 0-73-16,0 0-36 0,0 0-14 0,0 0 21 16,0 0 32-16,0 0-7 0,0 0-74 0,0 0-140 15,0 0-149-15,0 0-162 0</inkml:trace>
  <inkml:trace contextRef="#ctx0" brushRef="#br0" timeOffset="165841.62">14182 4047 1226 0,'0'0'-3'0,"0"0"-117"15,0 0-20-15,0 0 10 0,0 0 30 0,0 0 34 16,0 0 9-16,0 0-19 0,0 0-55 0,0 0-15 16,0 0-111-16,0 0 257 0</inkml:trace>
  <inkml:trace contextRef="#ctx0" brushRef="#br0" timeOffset="166009.6">14760 3993 562 0,'0'0'112'0,"0"0"-42"0,0 0-20 0,0 0-35 15,0 0-17-15,0 0-4 0,0 0-5 16,0 0-22-16,119-9-47 0,-101 7-90 0,-3 1-37 16,-6 1-93-16</inkml:trace>
  <inkml:trace contextRef="#ctx0" brushRef="#br0" timeOffset="166175.37">15328 3963 1358 0,'0'0'91'0,"0"0"-124"0,0 0-11 16,0 0 1-16,0 0 18 0,0 0 31 0,0 0-1 15,0 0-10-15,0 0-24 0,0 0-56 0,0 0-100 16,0 0-133-16,0 0-257 0,0 0 457 0</inkml:trace>
  <inkml:trace contextRef="#ctx0" brushRef="#br0" timeOffset="166725.59">16899 3713 1311 0,'0'0'103'0,"0"0"-162"0,0 0-32 16,0 0-5-16,0 0 17 0,0 0 44 16,0 0 24-16,0 0 7 0,0 0 4 0,24 123 0 15,-11-96-3-15,3-1-9 0,-1 2-5 16,3 0-8-16,4-1-5 0,-1 0 0 0,3-3 2 0,-1-2-2 15,6-1-1-15,-1-2-16 0,1-2-17 16,-1-2-33-16,1-2-44 0,-1-2-21 0,-5 0 16 16,0-2 34-16,-6-1 48 0,-3-3 64 0,-7-2 0 15</inkml:trace>
  <inkml:trace contextRef="#ctx0" brushRef="#br0" timeOffset="166922.29">16930 4248 691 0,'0'0'252'0,"0"0"-235"0,0 0-35 16,0 0-18-16,0 0-19 0,0 0-19 15,0 0-7-15,0 0 9 0,0 0 13 0,0 0 35 16,0 0 26-16,0 0-2 0,0 0-8 0,54-70-4 16,-23 46-3-16,3 0-4 0,1-3-11 15,4 1-23-15,2-4-26 0,0 1-20 0,1-1 2 16,1 0 13-16,-10 7 37 0,-10 8 47 0</inkml:trace>
  <inkml:trace contextRef="#ctx0" brushRef="#br0" timeOffset="170297.27">10100 4461 0 0,'0'0'0'0,"0"0"0"0,0 0 0 0,0 0 0 16,0 0 0-16,0 0 0 0,0 0 0 0,0 0 0 16,0 0 0-16,0 0 0 0,0 0 0 0,0 0 0 15,-29 2 0-15,29-2 0 0,0 0 0 16,0 0 0-16,0 0 0 0,0 0 0 0,0 0 0 15,0 0 0-15,0 0 0 0,0 0 0 0,0 0 0 16,0 0 1-16,0 0 4 0,0 0 1 0,0 0 1 16,0 0-1-16,0 0 0 0,0 0-2 0,0 0 0 15,0 0 0-15,0 0 1 0,0 0 2 16,0 0-2-16,0 0-2 0,0 0-2 0,0 0-3 16,0 0 0-16,0 0 1 0,2 1 1 0,2 3 1 15,0-1 1-15,-1 3 0 0,3 0 0 0,-3 1 0 16,4 2-2-16,-1 1 2 0,1-1-1 0,2 2-1 15,1-1 2-15,0 1 0 0,1-1-1 16,-1 1 1-16,2-1 1 0,1-1 6 0,2-1 0 16,-3 1 2-16,5 0-2 0,-3 0-3 0,3-2-1 15,-3 0 1-15,3 0-2 0,-3-1 2 16,3 0 3-16,-4-1 7 0,4-2 4 0,-4 1 7 16,5-2 6-16,-5-1 2 0,4-1 13 0,-3 0 2 15,4 0-1-15,0 0 2 0,1-1-11 16,1-3-6-16,2 0-4 0,0-2-9 0,1-2-3 15,2 0-4-15,-3-2 0 0,0-3-2 0,0 0 0 16,-2-2-1-16,1-2-4 0,-1-1-1 0,-1-2-3 16,1-2-1-16,-3 4-4 0,-2-1 0 0,0 2 4 15,-4 3 0-15,-2 3 0 0,-5 1 3 16,1 5 3-16,-4 2 22 0,-1 3 25 0,0 0 18 16,0 0-4-16,-1 0-32 0,-4 0-43 0,0 3-39 15,-3 2-24-15,-1 2-11 0,-1 4-16 0,0 2-42 16,0 0-38-16,2-1-70 0,5-5 115 0</inkml:trace>
  <inkml:trace contextRef="#ctx0" brushRef="#br0" timeOffset="172983.99">10175 5636 57 0,'0'0'20'0,"0"0"-3"0,0 0 1 0,0 0 8 16,0 0 13-16,0 0 13 0,0 0 10 0,0 0 4 15,0 0-4-15,0 0-8 0,0 0-15 0,0 0-19 16,-38-25-22-16,38 25-28 0,0 0-9 0,0 0 8 16,5 0 20-16,2 3 27 0,-2 2 21 15,5 2 1-15,2 3-3 0,2 2-5 0,0 3-6 16,3 1-4-16,-2 3-3 0,3 0-8 0,1 3-1 16,-1 0-1-16,-1 1-2 0,3 1 1 0,0 0-5 15,1 0 3-15,-1 1-1 0,0-2-1 16,-1 2 1-16,1-2-2 0,-1 1-3 0,0-3-3 15,-1-2-7-15,-3 0-10 0,1-4-13 0,-3-2-12 16,-3-4-13-16,-1-2-8 0,-4-1-9 0,1-2-3 16,-4-2 6-16,-2-1 15 0,0-1 16 15,0 0 10-15,0 0-35 0,-2 0 68 0</inkml:trace>
  <inkml:trace contextRef="#ctx0" brushRef="#br0" timeOffset="173209.23">10188 6178 929 0,'0'0'52'0,"0"0"-24"0,0 0-45 16,0 0-49-16,0 0-13 0,0 0 9 0,0 0 29 16,0 0 32-16,0 0 13 0,0 0 3 0,0 0 2 15,0 0-1-15,88-132 0 0,-59 102-3 16,2-3-3-16,1-3-2 0,5-2 0 0,1-1-2 15,0-2-2-15,2 0-9 0,-1 2-17 0,2 3-40 16,-2 1-66-16,-5 6-32 0,-6 8-79 0,-12 9 147 16</inkml:trace>
  <inkml:trace contextRef="#ctx0" brushRef="#br0" timeOffset="175777.25">11434 3478 0 0,'0'0'0'16,"0"0"0"-16,0 0 0 0,0 0 0 0,0 0 0 16,0 0 0-16,0 0 12 0,0 0-5 15,0 0 3-15,0 0-3 0,0 0 3 0,0 0-1 16,-10-48 0-16,9 47 0 0,1 1 5 0,0-1 9 16,-1 1 7-16,1 0-1 0,0 0-6 15,0 0-14-15,0 0-20 0,0 0-15 0,0 0 1 0,0 2 8 16,0 3 13-16,1 5 16 0,1 2 4 15,2 5 2-15,-1 5-5 0,-1 5-2 0,0 6-2 16,3 6-3-16,-3 2 1 0,-1 5-2 16,1 2-1-16,1 4-1 0,-2 1-3 0,1 2-2 15,-1 1-6-15,-1 0-1 0,0 1-6 0,1-4-3 16,-1-3-4-16,0-3 0 0,0-4 4 0,0-6 5 16,0-9 6-16,-1-7 1 0,1-9 1 0,0-7-3 15,0-4-61-15,0-1 69 0</inkml:trace>
  <inkml:trace contextRef="#ctx0" brushRef="#br0" timeOffset="177175.7">11354 3442 0 0,'0'0'41'0,"0"0"-41"0,0 0 1 15,0 0 0-15,0 0 1 0,0 0-1 0,0 0 0 16,0 0 0-16,128-9 0 0,-98 7 1 16,2 0 0-16,2 0-2 0,5 0 0 0,1 0 1 15,0 1-1-15,7 0 1 0,-2 1-2 0,4 0-1 16,0 0 1-16,3 0-1 0,1 0 2 0,4 0 1 15,-2 0-2-15,5 0 1 0,1-1 0 16,1 1-2-16,4-1 1 0,0-2-1 0,1 2 0 16,-1-1 0-16,4-2-2 0,3 2 1 0,2-2 1 15,0 1 1-15,2-1 2 0,0 1 2 16,3 1-2-16,1-1-2 0,-2 1 1 0,1 0-4 16,-2 0 3-16,1 0 0 0,-1 0 3 0,0-1 4 15,-1 2-2-15,2 0 1 0,-4-2 1 16,2 2-1-16,-2-1-2 0,-1-1-2 0,0 2 4 15,0-1-1-15,-1-2 8 0,-1 1 10 0,3-1-1 16,-3 1 6-16,0-2-7 0,0 2-1 0,-2 1-3 16,-1 0-7-16,1 1 0 0,-1 1-4 15,1 0-1-15,-3 0 1 0,2 0 1 0,-1 0-2 16,0 3-1-16,0 0 4 0,-2 2-7 0,-1-1-2 16,2 1 1-16,-3 0-3 0,2-1 6 0,-2 0-2 15,1 0 0-15,0-1-1 0,-1-2 0 0,1-1-2 16,0 0 1-16,-2 0 0 0,1-4-2 0,-1 0-2 15,0-2 1-15,-1 0 0 0,-2-1 1 16,-2 1 5-16,3 1 1 0,-5-1-1 0,2 1-1 16,-4 2 1-16,1-1-1 0,-4 1 0 0,2 1 1 15,-4 1 0-15,1 0-1 0,-2 1 1 0,2 0 0 16,-2 0 3-16,0 0-2 0,-2 0 3 16,2 0-6-16,-4 1 0 0,5 0-1 0,-5 0-4 15,4-1 2-15,-5 0-1 0,2 0 0 0,-2 0 0 16,-1 0-2-16,-1 0-3 0,-1-1-5 15,0 0-3-15,-1 0 3 0,-6-1-1 0,4 2 6 16,-4 0 0-16,-2 0 5 0,0 0-1 0,-2 0 2 16,-5 0 4-16,2 0-3 0,-4 0 1 0,-1 3 1 15,-3-2-3-15,-3 0 3 0,1 0 0 16,-4 0 0-16,-2 0 0 0,-1 0-1 0,-1 0 5 16,-4 0 3-16,1 1 6 0,-3-1 5 0,0 0 9 15,0 1 4-15,2-1 0 0,-1 3-2 0,-1-1-8 16,6 3-3-16,-6 1-2 0,2 1-2 0,0 3-3 15,-2 1-7-15,0 2-11 0,2 2-11 0,-2 2-15 16,0 1-13-16,0 1-6 0,-2 2 4 16,4 2 12-16,-4 0 14 0,1 1 9 0,-1 3 3 15,0-1-3-15,0 1 14 0,-1-1 0 0,-3 4 0 16,1-2 0-16,-2 3 0 0,1 0 0 16,0 1 0-16,-2 4 10 0,3 1 9 0,-5 4-3 15,4 0 0-15,-2 3-4 0,3 1 0 0,-3-1-4 16,4-1-6-16,0 0 0 0,-3-1-3 0,3-1 0 15,2-2 0-15,0-2 0 0,0-4 0 16,0-3 0-16,0-2 0 0,0-4 1 0,0-1 0 16,0-2 3-16,0-3-2 0,0-2 6 0,0-3 2 15,0-1 2-15,-2-3 4 0,-2-1 2 16,0 0-2-16,-4-2-4 0,-2-1-4 0,-2 1-8 16,-1-2-6-16,-5-2-3 0,-4-1-4 0,-2-1 0 15,-3-1 4-15,-4 0 7 0,-6 0 14 0,1-4 8 16,-4-2 15-16,-5-1 15 0,0-1 13 0,-4 0 8 15,-1-2 10-15,-2 1 2 0,-2-1-4 16,-3 1-4-16,1-1-9 0,-1 1-19 0,-3-2-18 16,0 1-8-16,0-1-16 0,0 1-2 0,-2 0-2 15,-1 2 2-15,1-1 2 0,-5 2 1 0,1 1-4 16,-4 1 0-16,-2 2-3 0,-2-1-1 0,-3 3-2 16,-2 0 2-16,-2 1-1 0,-1 0 5 15,0 0 3-15,-7 3-1 0,-1 2 3 0,-3 0-6 16,-1 2 2-16,-3-2 1 0,-3 1 9 0,1 0 17 15,-1 0 26-15,0-1 19 0,3 1 12 16,-1-3 2-16,7 1-7 0,-3-1-15 0,7 0-9 16,3-1-19-16,-1 0-13 0,4 0-9 0,0-2-9 15,1 0-9-15,2 0-3 0,0 0-7 0,3-2-4 16,-2-1 4-16,2 1-3 0,-1-2 2 16,-2 2-5-16,2 1-3 0,-2-1-6 0,-3 2 3 15,-1 0 0-15,1 3 3 0,-2 3 8 0,-1-1 7 16,-1 4 6-16,1 0 4 0,-2 0 3 0,0 0 4 15,2 0-1-15,0 2 6 0,5-3 6 0,2 0 0 16,4-1 3-16,3-1 1 0,5-2-6 16,-1-2-2-16,6-1-5 0,3-1-3 0,0 0-2 15,5 0-4-15,2-2-1 0,0-1-1 0,7-2-4 16,-3 0-1-16,5 0 1 0,4 1-3 0,0 1-3 16,3 1-2-16,-2 0 1 0,6 1-4 0,5 1 2 15,-1 0-14-15,5 0-24 0,7 0-39 16,3 1-82-16,3 2-120 0,3-1-134 0,4-1 41 0</inkml:trace>
  <inkml:trace contextRef="#ctx0" brushRef="#br0" timeOffset="182045.39">14434 2313 0 0,'0'0'0'0,"0"0"0"0,0 0 0 0,0 0 0 16,0 0 0-16,0 0 0 0,0 0 0 0,0 0 0 15,0 0 0-15,0 0 0 0,0 0 0 16,0 0 0-16,-12 33 0 0,10-23 0 0,-2 0 0 16,1 2 0-16,0 1 0 0,2 1 0 0,-1 2 0 15,-1 2 0-15,1 2 0 0,-1 0 0 0,1 2 0 16,-2 0 0-16,1 0 0 0,-1 2 0 0,0 0 0 16,0 2 0-16,-1 0 0 0,3 0 0 0,-3 1 0 15,1 0 0-15,1 0 0 0,-1-1 0 16,1 1 0-16,0-2 4 0,2 0 0 0,0-2-4 15,0 2 0-15,1-3-2 0,-1 3 4 0,1-2-2 16,0 1-2-16,-2 0 2 0,0 0 0 0,0 1 0 16,0 0 0-16,0 0 1 0,-2 0 0 15,1 0 1-15,-2 1 0 0,2 1 1 0,-1 0 0 16,0-2 1-16,2 2 1 0,-1-2-2 0,1 1-1 16,-2 0 0-16,2 1 1 0,0-1 2 0,-1 2-4 15,1-1 3-15,0-1-2 0,0 0-1 16,1-2 0-16,0 2 2 0,1-3 1 0,0-1-4 15,0 1 3-15,0-2-2 0,0 1-1 0,0 0 2 16,0 0-3-16,0-1 0 0,0-1-3 16,0 2 1-16,0-1 1 0,0 0 0 0,0 0 0 15,0 0 2-15,-1 0-1 0,0 0 1 0,-1-1 1 16,1 1 1-16,0-2-1 0,1-1 0 0,0-1-1 16,0 1-2-16,0 0 4 0,0-1-2 0,2 1 1 15,1-1-1-15,-1 2 1 0,-1 0-1 0,1 2 0 16,0-1-1-16,-2 2-2 0,0 2 1 15,0 2-2-15,0-1-1 0,0 1-1 0,0 1 0 16,-2-1 1-16,0 0 1 0,0-1 0 0,0-1 2 16,-1-1 1-16,0 0 0 0,2-1 1 0,-1 1 1 15,1-2-2-15,-1-1-1 0,1 1-4 16,1 0 3-16,-1 1 3 0,1 1 0 0,-2 0 0 16,0 1 0-16,-1-1 0 0,0 0 0 0,2-2 0 15,1 0 0-15,-3-2 0 0,2 1 0 16,-1-2 0-16,0 2 8 0,1-2 1 0,0 1-5 15,1-1 0-15,-3 2-2 0,2 1-2 0,-3 0 1 16,1 2-1-16,1 0 0 0,-1 0 0 0,-1 0 0 16,1 1-1-16,0 1 1 0,0-1 1 15,0-1 0-15,0-1 0 0,0-1 0 0,1-1 2 16,0-1-1-16,1 0-4 0,1 0 4 0,-1-3-1 16,1 0 1-16,0 0 1 0,0 0 0 0,1-1-1 15,2 0-1-15,-2 1-1 0,2 0 1 16,-2 1-1-16,1 2 0 0,-1-1-1 0,-1-1 1 15,2 1-1-15,-2-1 0 0,0 0 5 0,0 2-5 16,0-2 1-16,0 2 0 0,-2-2 0 0,2 1 0 16,-2 0 1-16,1-2 0 0,-2 2 1 0,2-1-2 15,0 0 2-15,-1-1-2 0,0 1-2 16,-1-1 4-16,1-1-3 0,0-2 3 0,-1 1-3 16,2-1 3-16,0-2 0 0,0 1-1 0,-1 0-1 15,2-2-2-15,0 0-1 0,0-1-3 0,2 0-7 16,-1-3-23-16,0-1 36 0</inkml:trace>
  <inkml:trace contextRef="#ctx0" brushRef="#br0" timeOffset="188585.4">11791 5943 296 0,'0'0'50'16,"0"0"-22"-16,0 0-19 0,0 0-15 0,0 0-5 15,0 0 1-15,0 0-1 0,0 0-1 16,0 0 2-16,0 0-1 0,0 0-3 0,0 0 1 15,-3-122 2-15,11 110 3 0,2 3 3 0,-1 1 2 16,1 0 5-16,2 2 4 0,-1 0 5 0,-1 3 2 16,3-2 1-16,-1 3-5 0,3 1 4 15,-3 1-1-15,-1 0 2 0,2 0 4 0,2 6-2 16,-2 2 0-16,-2 1-1 0,-1 1-4 0,1 2-4 16,-2 0-1-16,-1 1-6 0,-1 1-6 15,-3 1-3-15,-3 2-11 0,0 0-8 0,-1 2-7 0,0 0-8 16,-2 1 0-16,-6 2 6 0,2-3 10 15,-3-1 14-15,-1 0 13 0,-2-2 12 0,-1-1 15 16,-1-1 17-16,4-2 19 0,-2 1 11 0,0 0 0 16,3-2 1-16,0 1-10 0,1-1-15 0,1 0-13 15,3-1-20-15,1 1-17 0,0 1-12 0,3 1-6 16,0 0 1-16,5-1 0 0,0 1 3 16,4-1-1-16,5 1 2 0,-1-2 2 0,2 0 4 15,3-2 4-15,2 0 2 0,0 1 0 0,0-4-3 16,1 1-7-16,-1-1-11 0,0-1-11 15,0-2-14-15,-1-1-10 0,-5-1-11 0,3-1-3 16,-5 0 1-16,4-1 13 0,-5-4 14 0,-2 1-33 16,-5 1 46-16</inkml:trace>
  <inkml:trace contextRef="#ctx0" brushRef="#br0" timeOffset="189609.63">12040 5599 823 0,'0'0'41'0,"0"0"-17"16,0 0-14-16,0 0-21 0,0 0-28 0,0 0-39 15,0 0-6-15,0 0 6 0,0 0 30 0,0 0 42 16,0 0 6-16,0 0-3 0,0 0-15 0,0 0-9 15,21-53-7-15,-13 42 3 0,-2 1 6 16,4-2 9-16,-1 1 7 0,-1 0 5 0,1-3 0 16,-2 2 2-16,-1 0-1 0,2 2-3 0,-1 2 1 15,-2 1-3-15,-2 3-6 0,1 1-5 0,-3 2 8 16,0 1 10-16,-1 0 19 0,0 0 15 16,0 5 2-16,1 2-7 0,-1 3-10 0,1 1-14 15,-1 3-2-15,1 3-6 0,0-4-3 0,3 1 0 16,-2-2-7-16,-1-2-7 0,1-2-8 0,4-2-8 15,-3-3-6-15,1-1 4 0,2-2 6 16,0 0 10-16,-1-4 8 0,4-3 0 0,-1-2-3 16,0-2 3-16,0 0-1 0,1-2 7 0,0 1 2 15,0-3 3-15,2 1 2 0,-1 0 0 16,-1 0 2-16,1 0-1 0,-2 2 0 0,1 0 1 16,-3 3 2-16,3 1 3 0,-2 2 4 0,-1 4 6 15,-1 0 13-15,-2 2 15 0,2 0 16 0,-1 1 11 16,-2 3 2-16,3 2-13 0,-2 2-10 0,-1 1-16 15,3 2-13-15,-2 0-7 0,2 2-7 0,0-1-4 16,-3 1-2-16,3 1-7 0,-1-2-4 16,-1 0-13-16,2-2-22 0,0-3-31 0,2-1-30 15,1-5 4-15,-4 0-47 0,2-1 100 0</inkml:trace>
  <inkml:trace contextRef="#ctx0" brushRef="#br0" timeOffset="189815.69">12572 5420 839 0,'0'0'278'0,"0"0"-247"0,0 0-75 16,0 0-45-16,0 0-10 0,0 0 17 0,0 0 51 15,0 0 19-15,0 0 5 0,0 0 0 0,0 0-6 16,0 0-26-16,0 0-54 0,79-4-56 0,-68 0-16 15,0-2 12-15,-2 3-12 0,-3 0 165 0</inkml:trace>
  <inkml:trace contextRef="#ctx0" brushRef="#br0" timeOffset="189995.95">12833 5282 111 0,'0'0'43'0,"0"0"4"0,0 0 33 16,0 0 13-16,0 0 8 0,0 0 2 0,0 0-34 15,0 0-26-15,0 0-18 0,0 0-15 0,0 0-12 16,1 130-2-16,-1-109-3 0,0 0-6 16,0 0-5-16,0-1-13 0,0-3-16 0,0-4-28 15,1-3-36-15,1-3-16 0,3-2 17 0,-2-3 25 16,2-1-8-16,-2 0 91 0</inkml:trace>
  <inkml:trace contextRef="#ctx0" brushRef="#br0" timeOffset="191236.86">12246 5208 183 0,'0'0'-6'0,"0"0"-27"0,0 0 7 16,0 0 9-16,0 0 12 0,0 0 2 0,0 0 2 16,0 0 3-16,0 0-1 0,0 0 2 15,0 0 3-15,0 0 4 0,0 0-1 0,0 0-5 16,10-29-3-16,-16 29-4 0,0 4 3 0,-3 2 9 16,-2 0 10-16,0 2 10 0,-4 2 5 0,2 1 0 15,-1 4-4-15,-3 3-7 0,-2 1-2 16,6 3 1-16,-6 1 3 0,1 2-2 0,0 2-1 15,1 2-1-15,-1 1-6 0,-2-1 1 0,7 3 1 16,-3-2 2-16,5-5 3 0,2-5-2 0,7-2-12 16,2-5-19-16,0-3-11 0,9-1-10 0,2-2-18 15,10-1-40-15,-9-2-17 0,2-1-135 0</inkml:trace>
  <inkml:trace contextRef="#ctx0" brushRef="#br0" timeOffset="191695.02">13141 5162 183 0,'0'0'-11'0,"0"0"-27"0,0 0 15 0,0 0 11 16,0 0 6-16,0 0 3 0,0 0 4 0,17 136-1 15,-15-111 1-15,-1 2 1 0,-1 0-3 16,0 0 2-16,0 2-1 0,0-1 2 0,0 2 3 16,-2-5 1-16,-4-3 2 0,1-2 6 0,-3-3-1 15,2-1 7-15,-5-5 2 0,4-1 1 0,-3-1 0 16,1-2-4-16,-1-1-9 0,1-1-13 15,0-2-22-15,-1 1-21 0,3-2-8 0,2 0-77 16,2-2 131-16</inkml:trace>
  <inkml:trace contextRef="#ctx0" brushRef="#br0" timeOffset="192086.99">13170 5756 798 0,'0'0'-21'16,"0"0"-27"-16,0 0-2 0,0 0 21 0,0 0 20 15,0 0 7-15,0 0 1 0,0 0-1 0,0 0 2 16,0 0-3-16,106-124 1 0,-86 99 1 0,3 2 1 15,0-3 0-15,1 0 0 0,3-3-2 16,1-1-13-16,2-1-45 0,1 0-78 0,-7 6-45 16,-9 10-49-16</inkml:trace>
  <inkml:trace contextRef="#ctx0" brushRef="#br0" timeOffset="192501.75">13598 5591 725 0,'0'0'97'0,"0"0"-130"16,0 0-9-16,0 0 1 0,0 0-1 0,0 0 10 15,0 0 7-15,0 0-14 0,0 0-40 0,0 0-50 16,0 0-6-16,0 0-90 0,0 0 225 0</inkml:trace>
  <inkml:trace contextRef="#ctx0" brushRef="#br0" timeOffset="192646.77">13644 5728 0 0,'0'0'333'0,"0"0"-179"15,0 0-41-15,0 0-49 0,0 0-35 16,0 0-21-16,0 0-6 0,0 0-2 0,0 0 1 16,0 0 1-16,0 0 0 0,0 0-2 0,0 0 1 15,0 0 1-15,44 97 2 0,-30-94 1 0,3-2-6 16,-1-1-19-16,-1 0-31 0,1 0-46 0,-2-5-41 16,-3-2-9-16,3-1 15 0,-6 2-2 0,-2 2 134 15</inkml:trace>
  <inkml:trace contextRef="#ctx0" brushRef="#br0" timeOffset="196181.48">13571 5589 152 0,'0'0'15'0,"0"0"-3"0,0 0 3 16,0 0 5-16,0 0 6 0,0 0 6 0,0 0-2 15,0 0-9-15,0 0-13 0,0 0-19 0,0 0-9 16,0 0-7-16,-16 0 2 0,16 0 10 0,0 0 8 15,0 0 14-15,0 0 13 0,0 0 12 16,0 0 12-16,0 0 15 0,0 0 7 0,0 0 3 16,0 0 5-16,0 0 1 0,0 0-6 0,-1 0-7 15,0 0-18-15,-2 0-14 0,2 0-9 0,-1 0-4 16,1 0-3-16,0 0-4 0,1 0-5 16,0 0-5-16,0 0-3 0,0 0-5 0,0 0-4 15,0 0 0-15,0 0 3 0,0 0 3 0,0 0 5 16,0 0 1-16,0 0 2 0,0 0-3 15,0 0-6-15,0 0-7 0,0 0-6 0,1 0 2 16,0 0 6-16,5 0 10 0,-2 0 8 0,3 0 2 16,-1 0 0-16,1-1-2 0,4 0-2 0,-1 0 0 15,-1 0 0-15,3 1-2 0,0-1-1 16,0 1 1-16,0 0-4 0,-1 0-2 0,-2 0-3 16,1 0-5-16,-3 2-2 0,-1 1 1 0,-2 1 0 15,1 1 6-15,-5 0 5 0,0 1 7 0,0 2 3 16,-6 1 2-16,1 1 0 0,-3 2-3 0,-2 0 1 15,0-1 0-15,1 2 1 0,1-2 6 16,0 1 3-16,0-1 1 0,0-1-2 0,0 1-5 16,2-1-6-16,0 1-6 0,2 0-3 0,-1-1-3 15,4 1-1-15,0-2-3 0,0 1-3 0,1-1-1 16,0 0-2-16,5-3 5 0,2 0 6 16,3-1 7-16,1-1 7 0,2-1 3 0,4-2 2 15,-1-1 1-15,3 0-5 0,1 0-7 0,2-5-20 16,0-1-33-16,1 1-58 0,-1-1-78 0,-5 2-31 15,-6 0-129-15</inkml:trace>
  <inkml:trace contextRef="#ctx0" brushRef="#br0" timeOffset="198062.23">16303 5107 203 0,'0'0'6'0,"0"0"-10"0,0 0-8 15,0 0-2-15,0 0-1 0,0 0 4 0,-119 1 3 16,98 4 1-16,-1 0 1 0,0 2-1 0,0 2 1 16,-5-1 2-16,3 0 3 0,-4 2 2 15,2-1 4-15,-1 1 0 0,-1 2 3 0,3 0 0 16,0 0 6-16,3 2 6 0,2 1 10 0,0 1 3 15,4 1-1-15,-1 1-4 0,1 1-5 0,2 3-6 16,0 2-3-16,-1 4-5 0,4 1-2 0,-1 3 1 16,0 4-1-16,3-2 3 0,2 1 3 0,-1 3 0 15,5-1-3-15,2 1-4 0,1-1-4 16,0 0-4-16,1-2 4 0,4-3 0 0,3-1 0 16,0-1 1-16,2 0-2 0,1-2-1 0,-1 1 2 15,1-1 0-15,3-2 1 0,-2 2 8 0,3-2 6 16,3-2 8-16,0-1 6 0,3 0-2 15,1-3-1-15,4-1-3 0,2-3-3 0,4-2-1 16,3-5-2-16,-1-2-4 0,3-2 0 0,0-4 0 16,0-1 0-16,1 0-4 0,0-6-1 15,3-3-4-15,-1-4-3 0,1-3-2 0,2-2-4 16,-2-4 1-16,0 0-6 0,0-1 1 0,-2-2 2 16,-5 3 2-16,-1-4 3 0,-5 0 6 15,1-3 4-15,-6-2 6 0,-1-2 8 0,-2-1 7 16,-3-1 5-16,-2-1 6 0,-3-2-2 0,-4 0-1 15,-3-1 2-15,-1 0-3 0,-3 0-3 0,-1-3-1 16,0-2-4-16,0-1 1 0,-5-1 1 0,-2 0-1 16,-2 1-2-16,-3 2-1 0,0 1 2 0,-1 2-1 15,-3 3 0-15,-1 2-6 0,0 2 1 0,-3 4-5 16,-4 3-8-16,-2 2-3 0,-3 3-7 16,-2 1-6-16,-3 6 1 0,-4 2-4 0,0 3 1 15,-1 4 0-15,0 4 3 0,3 1-2 0,0 3-3 16,1 7-7-16,4 3-16 0,1 2-49 15,4 8-80-15,6-5-130 0,9-6-568 0</inkml:trace>
  <inkml:trace contextRef="#ctx0" brushRef="#br0" timeOffset="200481.56">11861 6456 0 0,'0'0'36'0,"0"0"-58"15,0 0 8-15,0 0 14 0</inkml:trace>
  <inkml:trace contextRef="#ctx0" brushRef="#br0" timeOffset="201243.54">11861 6456 0 0,'52'77'0'0,"-37"-74"0"0,-4 1 0 16,0-2 0-16,6 2 0 0,-3-2 0 0,3 0 0 15,3 2 0-15,0-2 0 0,3 2 0 16,1-3 10-16,4 1 1 0,1 0-4 0,1 0-2 16,2 0-3-16,0 0-1 0,1 1-2 0,5-1-4 15,-1 0-8-15,-1-1-4 0,3-1 17 16,0 0 0-16,0-2 0 0,1-5 0 0,1-1 0 15,0-2 0-15,1-2 10 0,0-2 32 0,-1 1-14 16,0-3-6-16,3 3-2 0,-2-3 6 0,-2 2 14 16,0-2 10-16,2-2 14 0,-3 2 8 0,2-2 3 15,-1-2 2-15,0 1 0 0,-1-3-7 16,1-1-5-16,-1-1-15 0,2-3-14 0,-3 0-12 16,-1-2-11-16,0-1 0 0,-2-1 0 0,0-1 0 15,-2 0-3-15,-3 1 0 0,-3-2 0 0,-3-1 3 16,-1-1 3-16,-2-1 2 0,-5-1-1 0,2 1-3 15,-6-1 2-15,-1-1-2 0,-1 1 0 16,-2-1 0-16,-3 1-4 0,1 2 3 0,-5 0 0 16,-1 2 2-16,0 0 3 0,-1 0-1 0,-7 2 2 15,1 0 1-15,-3 2 3 0,-4 1 1 0,1 3 0 16,-6 0-2-16,-4 0-7 0,1 0-1 16,-4 1 2-16,-3-1 1 0,-1-2 5 0,2 2-4 15,-2-2-3-15,2 2-5 0,-1-1 0 0,-1 1-1 16,0 0-2-16,-2 1-2 0,1 2-5 15,-3 0-2-15,1 2 2 0,0 1 3 0,-2 2-2 16,-1 1 1-16,-4 2-2 0,1 0-1 0,-2 3 1 16,1-1-1-16,-2 2 1 0,1 0 0 0,-3 2 0 15,-1 1 2-15,0 0-2 0,1 1 0 16,-1 1 0-16,0 2 0 0,-3-1 0 0,1 3 0 16,2 1 1-16,-1 0-2 0,2 1-2 0,-4 5-1 15,5 2-1-15,-5 3-2 0,5 2-2 0,-1 3 0 16,1 4-1-16,0 1 1 0,1 4 1 0,1 2-4 15,-1 2 2-15,2 3 1 0,0 4 0 0,-1 1 5 16,3 1-3-16,4 4 2 0,1 1-3 16,-1 3-3-16,7 2 0 0,-2 4 2 0,1 2 0 15,4 3 2-15,-1 1 0 0,3 2 1 0,3 0-3 16,6 1 3-16,-2 1-3 0,6 0 2 16,1 1 1-16,1-2-3 0,4-1 1 0,3-2-1 15,0 0-2-15,2-1 0 0,2-1 1 0,5-2 0 16,0-1 1-16,6-2 1 0,-2-1 2 0,2 0-2 15,2-2-1-15,4-2 0 0,1-4-4 16,4-1 1-16,2-7 1 0,5-3 0 0,5-4 6 16,5-7 1-16,7-3 4 0,5-8 7 0,13-6 0 15,5-3-5-15,9-4-25 0,8-8-102 0,-19 1-151 16,-20 2-364-16</inkml:trace>
  <inkml:trace contextRef="#ctx0" brushRef="#br0" timeOffset="208577.71">12585 6584 851 0,'0'0'50'0,"0"0"-22"16,0 0-6-16,0 0-11 0,0 0-21 16,0 0-13-16,0 0-28 0,0 0-19 0,0 0 5 15,0 0 10-15,0 0 23 0,0 0 19 0,-23-45 3 16,40 37 1-16,-3-1-1 0,5 1-3 0,2 0 2 16,-2-1 1-16,2 3 3 0,1-1 4 0,2 0 4 15,0 1-2-15,1 1 1 0,0 2-1 16,-3 0-1-16,0 0 2 0,0 1-1 0,-4 0 0 15,1 1 1-15,0 1-3 0,-6 0-1 0,0 0-3 16,-3 0-1-16,-4 1 2 0,0 1 1 0,-5 2 9 16,-1 0 3-16,0 1 2 0,-8 2 3 15,-3 0-6-15,-4 2-3 0,0-1 5 0,-4-1 6 16,-1-3 6-16,0 1 1 0,-1-3-2 0,1-1-7 16,0 1-3-16,-1-2-5 0,1 0-2 15,3-3-2-15,0-1 0 0,2-2 8 0,3-1-1 16,2 0 4-16,3-1 5 0,2-2-7 0,1 1-6 15,2-1-7-15,2-1-11 0,0-1-3 0,5-3 0 16,3 1 4-16,0 1 2 0,6-1 0 16,-2 1 3-16,0 1-2 0,5 3-1 0,-4 1 1 15,4 4-3-15,-4 0 3 0,1 3 1 0,0 1 3 16,-1 0-1-16,-2 1 3 0,2 3 1 0,-5 1 0 16,1 1 5-16,-2 2 4 0,-4 0 1 0,1 2 2 15,-2 2 3-15,-2 1 0 0,0 0-1 16,-6 0-4-16,-3 3 1 0,-1-3-5 0,-2 1 4 15,-1-2 0-15,-4 0 3 0,2-2 2 0,-2-2 2 16,-2-1 2-16,2-1 0 0,1-2-1 0,-2-1-5 16,2-1 2-16,1-1 1 0,2-1 2 0,-2 0 4 15,4 0 0-15,1-1-1 0,-1-1-3 16,6-1-6-16,0-1-5 0,2 1-15 0,3-1-15 16,0 0-13-16,0-2-1 0,4-1 6 0,5-1 14 15,2 1 7-15,-1-1-1 0,-1 2 0 16,1 3-1-16,1 1 2 0,-3 0-1 0,2 2 4 15,-4 0 1-15,1 0 3 0,-1 2 4 0,-3 1 5 16,-1 1 5-16,0 1 8 0,-2 1 9 16,0 2 8-16,-2 0 1 0,-2 1-1 0,-4 2-1 15,-3-2-4-15,-1 3 1 0,-4-1 1 0,2-2 4 16,-3-1 12-16,-2-1 14 0,4-1 22 0,-1-3 7 16,5-2-1-16,0-1-9 0,6 0-20 0,0 0-16 15,3-1-19-15,1 0-17 0,0 0-23 16,1-1-15-16,0-1-9 0,0 0 1 0,0-3 6 15,1 0 10-15,1 0 4 0,-1-1 5 0,1 0 4 16,2 2 1-16,-3 1 5 0,0 1 3 0,0 1 4 16,-1 2 11-16,0 0 2 0,0 0 3 0,0 0 2 15,0 0-1-15,0 0 3 0,0 0 0 16,0 0-4-16,-1 0-7 0,0 2-4 0,0-1-2 16,1-1 1-16,-1 1 2 0,1-1-6 0,0 0-13 15,0 0-13-15,0 1-7 0,0 1 5 0,0 2 13 16,2 1 8-16,-1 0-1 0,1 2-14 15,-2-1-28-15,3-1-45 0,-1-1-56 0,0 1-78 16,2-3-5-16,-3 0-150 0,3-1 331 0</inkml:trace>
  <inkml:trace contextRef="#ctx0" brushRef="#br0" timeOffset="-213461.36">11921 5824 202 0,'0'0'623'0,"0"0"-573"0,0 0 1 0,0 0-5 16,0 0-13-16,0 0-11 0,0 0-4 15,0 0-6-15,0 0-2 0,0 0-4 0,0 0 0 0,0 0-3 16,-63-125 0-16,63 115-3 0,0 3 2 15,0 0-1-15,0 0 0 0,0 3 2 0,0 1 0 16,0 1 2-16,0 0 6 0,-1 2 4 0,1 0 3 16,-1 0 4-16,1 0-1 0,0 0-4 0,0 0-5 15,0 0-6-15,0 0-13 0,0 0-17 16,0 2-20-16,0-1-18 0,0 1 2 0,0 3 16 16,2 3 25-16,3 3 25 0,3 3 9 0,1 3 1 15,2 2 1-15,4 4-1 0,0 0 0 0,1 4 1 16,4 0 0-16,0 4 0 0,4-1-4 15,-1 4-2-15,4 1-2 0,-3-1-9 0,3 1 2 16,-3-3-4-16,1 0-4 0,-3-2 2 0,-3-1-10 16,-3-2 1-16,1-2 0 0,-4-4 3 0,-3-3 5 15,-1-3 1-15,-2-5 5 0,-4-3 7 16,-2-2 34-16,-1-4 38 0,0-1 16 0,-2 0 2 16,-7-1-28-16,-2-6-35 0,-1-1-16 0,-6-6-13 15,-3-4-4-15,0-3-5 0,-3-6-1 16,-3-3 2-16,-1-2 3 0,2-4 1 0,-3 1 0 15,1-2 0-15,5 0-4 0,-2 0 0 0,4 3 1 16,1 2 1-16,5 3 9 0,-3 4 5 0,4 4 6 16,-4 4 9-16,8 5-6 0,0 2-1 0,-1 4-3 15,4 1-10-15,4 4-4 0,1 0-13 16,-1 1-31-16,3 0-48 0,0 0-48 0,0 3 1 16,5 4 24-16,-1 6 52 0,5 3 49 0,2 5 8 15,4 3 6-15,-1 6-1 0,2 3 3 0,-1 3 1 16,3 3-2-16,0 1 1 0,2 1-3 0,-3-2-2 15,4 0 0-15,3-2-6 0,-2-3 3 16,0-5 0-16,-1-4 2 0,-1-5 1 0,0-4 4 16,0-3 1-16,-4-4 2 0,-2-2 3 0,-3-3-3 15,-1-1 2-15,0-2 1 0,-4 0 0 16,-1-1 2-16,0 0 1 0,-1 0 0 0,-2-5-3 16,5 0-10-16,-5-2-25 0,0-4-44 0,2 0-59 15,-3-2-81-15,-1-1-50 0,0 4-125 0,0 3 184 0</inkml:trace>
  <inkml:trace contextRef="#ctx0" brushRef="#br0" timeOffset="-212898.72">11784 6418 978 0,'0'0'19'16,"0"0"-18"-16,0 0 8 0,0 0-1 0,0 0-5 15,0 0-1-15,0 0 2 0,127-116 0 16,-105 96 1-16,3-2 1 0,-4 0 1 0,2-2 2 16,0 0-1-16,3-1 1 0,-4 1 1 0,0-1 1 15,3 1-2-15,-4 2 2 0,-1 1 2 0,1 0 4 16,-3 2 0-16,-1 1-3 0,2 2-5 16,-1 2-7-16,-4 2-4 0,1 2-2 0,-4 3-4 15,-6 4-3-15,1 1-1 0,-5 0 13 0,-1 2 20 16,0 0 7-16,-8 4-4 0,-3 3-14 15,-2 2-20-15,-5 5-6 0,-2 1 8 0,0 1 5 16,-2 2 4-16,0 1 0 0,-3-1 1 0,2 1-1 16,1-4 1-16,0 2 1 0,-1-1 2 0,1-3 0 15,5 1 2-15,-1-2 1 0,1-2 1 16,6 0 4-16,1-3 0 0,5-2 0 0,-2-2-7 16,7-1-17-16,0-1-21 0,0-1-10 0,0 0 6 15,2 1 18-15,6 0 26 0,-1 0 19 0,0-1 2 16,8-1 0-16,-2-5-2 0,3-2-4 0,-1-4-8 15,4-2-8-15,-1-1-6 0,-2-1-4 0,2-2-1 16,0 0 4-16,-6 0 2 0,1 1 2 16,-4 0 5-16,-2 3 8 0,-5 3 12 0,-2 3 10 15,0 2 0-15,-4 3-10 0,-6 1-16 0,-6 2-21 16,1 0-4-16,-6 5-4 0,-3 6 0 0,0 5 1 16,-4 2 2-16,-1 4-2 0,2 3 0 15,-1 3 0-15,0 1 2 0,5 1-1 0,1-2-2 16,1-2 0-16,3-6-6 0,7-3-7 0,4-7-17 15,4-4-27-15,3-5 0 0,3-1 11 16,7-5 25-16,8-5 33 0,1-5-3 0,5-4-19 16,7-6-57-16,1-3-87 0,-3 6-37 0,-9 7-255 0</inkml:trace>
  <inkml:trace contextRef="#ctx0" brushRef="#br0" timeOffset="-205317.44">5054 13394 0 0,'0'0'88'0,"0"0"-75"0,0 0-7 0,0 0-5 16,0 0 2-16,0 0-1 0,0 0 3 0,0 0-2 16,0 0 1-16,0 0 0 0,119-13-2 15,-99 9 1-15,1 0 3 0,-1 0-2 0,2 0 2 16,2-1 1-16,0 2 0 0,-2-1-1 0,6-1 1 16,0 2 0-16,-2-1 1 0,3 2 5 15,2 0 0-15,-1 1 0 0,1-1 0 0,2 2 0 16,0-1 0-16,0 1-3 0,-1 0 2 0,2 0 2 15,-1 0 2-15,0 0 8 0,-1-1 2 0,5 1 4 16,-2-1-3-16,2-1-4 0,0 1-3 0,0-2-5 16,3 0 1-16,-2 0-4 0,2 0-1 15,-2 0-5-15,2 1-1 0,-2-1 0 0,2 0-1 16,0 1 1-16,-2-1-2 0,-1 2-1 0,-1 0-1 16,-3 1-2-16,1 0 1 0,-2 0 0 0,-1 2 1 15,2 2-3-15,-1-1 3 0,1 2 0 0,-1-1-1 16,2 1 0-16,-1 1 0 0,0-2 1 15,1 2 1-15,1-3 3 0,-1 2-3 0,2-2-1 16,-2 0-2-16,2 0-3 0,-2-2-1 0,1 2 1 16,-2-2-1-16,-1-1 1 0,0 0 0 0,-1 0 2 15,-1 0 2-15,0 0 2 0,-1 0 0 16,-1 0-2-16,-1-1 0 0,2 1-3 0,-3 0 2 16,0 0-1-16,0 0 1 0,-1 0 1 0,1 0 2 15,-2 1 0-15,1 1-1 0,0 2 1 16,2 0 1-16,-1 0 1 0,2-1 3 0,-1 0-1 15,0-1 6-15,0-2 1 0,3 0 5 0,0 0 5 16,1 0 1-16,1-4 0 0,2 0-6 0,-2-1-1 16,-1 1-8-16,0-1-2 0,-1-1-3 0,0 1-3 15,2 1 2-15,-2-1-2 0,0 0 0 16,0 2 2-16,-1 0-4 0,-2 1 0 0,2-1 0 16,-3 2 2-16,0 0-1 0,2 0 4 0,-3 1 6 15,3-1 9-15,-2 1 12 0,3-1 4 0,-2 1 2 16,3-2-6-16,0 1-6 0,0 0-8 0,2-1-4 15,-1-1-2-15,0 2-2 0,-1-1-2 16,0 0-2-16,0-1 0 0,-1 1-3 0,1-1-1 16,-1 0 0-16,-2 0-5 0,0 0 4 0,2 1 0 15,-2 0-1-15,-4-1 2 0,3 1-2 16,-1 1 2-16,-3 1 0 0,3 0 1 0,-2 0-1 16,0 0-1-16,-1 0 0 0,-3 0-2 0,3 0 2 15,-2 2 0-15,-1 1 0 0,1-1 2 0,0-1-2 16,0 1 3-16,1 0 2 0,-1-1-2 15,1-1 1-15,1 1-1 0,1-1 1 0,-3 0 0 16,1 0-1-16,0 0 2 0,-3 0 1 0,4 0 0 16,-1 0 0-16,0 0-3 0,0 0 0 0,0 0-2 15,0 0 2-15,0-1-2 0,2 0 0 16,1-2-1-16,-1 2-1 0,-1-1 1 0,1 1 1 16,2-1-2-16,-2 1 1 0,0 1-2 0,3-1 0 15,-2 1 0-15,2 0 0 0,-3-1 2 0,0 1 1 16,3-1 0-16,-3 0-1 0,2-1 2 0,-1 1-1 15,2 1 2-15,0-1 1 0,1-1 1 16,-3 1-1-16,0-1 1 0,1 1-1 0,-3-2 0 16,3 2 0-16,-1-1 0 0,-2 1 2 0,1-2 1 15,4 1 2-15,-1 0 0 0,1-1 1 0,2 1-3 16,1 1-3-16,0-1 1 0,-1 0-1 16,1 1-1-16,3 0 0 0,-2 0-2 0,0 0 0 15,2 0-2-15,-1-1 0 0,-3 2 0 0,3 0 0 16,-3 0 2-16,3 0 0 0,0 0 1 15,-1 0-2-15,-4 0 2 0,1 0-2 0,0 0 0 16,-2 0 1-16,1 0 1 0,-1 0-1 0,-1 0 0 16,-3 0 0-16,5 0 2 0,-3 0 0 0,2 0 0 15,-2 0 0-15,2 0-1 0,-4-1 1 16,1 0 0-16,3 0-1 0,-2 0-1 0,3 0 0 16,-4 0 1-16,4-1-2 0,-3 1 1 0,3 0 0 15,-3 0-3-15,-2 1 2 0,5-1-2 0,-5 1 0 16,4 0 1-16,-4 0-1 0,1 0-1 0,-2 0 2 15,0 1 2-15,-2 0 1 0,1 0 1 16,-1-1-2-16,0 1 0 0,-3-1 1 0,2 0 1 16,2 2-1-16,-2-2 2 0,1 0-2 0,1 0-1 15,-1 0 1-15,2 0 0 0,0-2 0 0,0 1-1 16,0-1-1-16,1 1-1 0,-1-2-2 16,-1 2 3-16,1 0-1 0,0 0 1 0,2 0 0 15,-1 0-1-15,0 1 0 0,-2-1 1 0,1 0 0 16,-1 0 0-16,-3 1 0 0,0-2 1 0,1 2 0 15,-2 0 0-15,-1 0 1 0,-1 0 0 16,2 0 1-16,-2 0 2 0,2 0-2 0,-2 0 2 16,3 2 5-16,-4 0 0 0,3-1 3 0,-1 0 2 15,2 0-4-15,-1-1 2 0,0 0-3 16,4 0-3-16,-3 0 1 0,2 0-4 0,-3-2-3 16,3 0 0-16,-1-1 0 0,-4 1-1 0,4 0 0 15,-3 1 1-15,2-2-1 0,-2 2 3 0,1-1 0 16,-1 1 1-16,1-2-2 0,0 2 0 0,-2 1 0 15,1-1 2-15,0 1-3 0,1-1 3 0,-1 1-3 16,1-1 1-16,-1 0 5 0,1-1-4 16,-2 0 1-16,2 1-2 0,-2 0-1 0,1-2 0 15,-2 2 2-15,-1-1 0 0,2 0 3 0,-1-1-1 16,-1 2 0-16,0-1 3 0,-1-1 1 0,2 2-2 16,0-1 2-16,-1 0-4 0,0 0-2 15,-1 1 0-15,3 0-1 0,-1 1 0 0,-1-2 2 16,0 1-3-16,0 1 1 0,-2 0-1 0,-1 0-2 15,0 0 1-15,-2 0 2 0,-1-1 1 16,1 1-3-16,-1 0 4 0,-2 0 1 0,0 0 2 16,1-1 4-16,-2 1-3 0,3 0 0 0,-3 0 1 15,0-1-5-15,0 1 4 0,0 0-1 0,-2-1-1 16,2 1 0-16,0 0-1 0,-1 0 2 16,0-2-2-16,-2 2 3 0,0 0 0 0,2 0 3 15,-2 0 6-15,0 0 3 0,0 0 6 0,0 0 2 16,0 0-2-16,0 0-1 0,0 0-7 0,0 0-5 15,0 0-8-15,0 0-4 0,0 0-4 16,0-1-1-16,0 1-3 0,0 0 1 0,0 0-1 16,0 0 2-16,0 0 1 0,1 0 1 0,-1 0 1 15,0 0 3-15,0 0-1 0,0 0 3 0,0 0 0 16,0 0-1-16,0 0 3 0,0 0 2 0,0 0-1 16,0 0 0-16,0 0 3 0,0 0-1 0,0 0 4 15,0 0 0-15,0 0-3 0,0 0-2 16,0 0-5-16,0 0-5 0,0 0-3 0,0 0-4 15,0 0-2-15,0 0 1 0,0 0 2 0,3 0 3 16,-3 0 6-16,0 0 2 0,0 0 0 16,2 0 1-16,-2 0 1 0,0 0 1 0,0 0 0 15,0 0 3-15,1 0 0 0,-1 0 1 0,0 0 2 16,0 0 0-16,0 0-2 0,0 0-2 16,0 0-3-16,0 0-1 0,0 0-4 0,0 0-2 15,0 0-3-15,0 0-7 0,0 0-17 0,0 0-30 16,0 0-40-16,0-1-61 0,0 0-91 0,0 0-127 15,0 0-476-15</inkml:trace>
  <inkml:trace contextRef="#ctx0" brushRef="#br0" timeOffset="-202109.72">7196 14807 82 0,'0'0'347'16,"0"0"-401"-16,0 0-18 0,0 0 14 0,0 0 35 15,0 0 18-15,0 0 4 0,0 0 4 0,0 0-1 16,0 0-1-16,0 0 0 0,0 0-2 16,122-31-1-16,-108 27 2 0,2 0 3 0,-3 0 2 15,5 2 4-15,-5-1 3 0,4 1 1 0,-3-1 1 16,3 2-2-16,-5 0 1 0,4 1-3 15,-3 0 0-15,2 0 2 0,0 0-1 0,1 0 12 16,-1 0 4-16,2 0 12 0,0 1 6 0,1 0 1 16,3 0-2-16,1 1-4 0,1-1-8 0,1-1-5 15,1 0-10-15,0 0-7 0,5 0-3 0,0 0 0 16,1 0-2-16,0-3-2 0,-2 1 0 16,3 0-4-16,-1-1 1 0,-5 2 1 0,3 0-1 15,-3 0-1-15,4 1-3 0,-3 0 1 0,-1 0 2 16,0 0 2-16,-2 2 4 0,1 2-2 0,0-1 1 15,-3 2 0-15,1-1 0 0,2 1 1 16,-1-1-1-16,3 1 0 0,-1 0 0 0,0 0-1 16,-1 1 2-16,2 1 1 0,1 0-3 0,0-1 2 15,2 0-4-15,0 1 2 0,1-1-1 0,0 0 0 16,-1 0-1-16,0 0 0 0,-1-2 0 16,-1 1-3-16,1-3 2 0,0 1 0 0,-2-2 0 15,-1-1 4-15,3 0-1 0,0 0 0 0,-1 0 0 16,-1 0-3-16,1 0 2 0,-3 0-1 0,1 0 0 15,0 0-3-15,-1 0 2 0,0 0-2 16,0 0 1-16,-2 0 1 0,-2 1 1 0,4 0 1 16,-3 1 0-16,0-1-1 0,-1 2 0 0,1-3 0 15,1 3 2-15,0-2 4 0,-3 0-3 0,2-1 2 16,-1 0-2-16,0 0-2 0,3 0 2 16,0 0-2-16,-1-1 0 0,1-1-3 0,3-1-2 15,1-2-1-15,-3 0-1 0,3 1-2 0,0-1-3 16,-4 0-3-16,1 1 0 0,0-1 2 0,2 2 6 15,-4-1 4-15,-2 1 1 0,1 0 3 16,-1 1 0-16,-2 0-1 0,0-1 2 0,0 1 1 16,-4 0 2-16,2 0 3 0,-3-2 1 0,1 1 0 15,-2-2 0-15,5-1 0 0,-3 0 1 0,1-1-1 16,3-2 0-16,0-1-6 0,-4 0 1 0,4-2-2 16,0 1-3-16,-2-2-1 0,-1-1 0 15,2 1-1-15,0-2 1 0,-3-3 0 0,2 1-2 16,-2 0 2-16,1-1 0 0,-4 1 0 0,4 0 1 15,-4 0 1-15,-1-2 0 0,0 1-2 16,0 1 0-16,-1-2 2 0,-1 0-3 0,0-1 1 16,-2-2-1-16,-3-2 1 0,-1-3 6 0,1 0 3 15,-3-3 5-15,-1-1 2 0,0-2 2 0,-1 0 3 16,-5-1 4-16,4-2 6 0,-5-1 3 16,5 0 1-16,-1-3 0 0,0 2-5 0,1 2-5 15,1-2-4-15,1 2-3 0,0-1-5 0,0 2-2 16,1 1-3-16,3 0 3 0,-2 2 4 0,0 1 3 15,-2 2 4-15,2 0-1 0,0 2-5 16,0-2-4-16,0 4-2 0,-1 0 0 0,-1 3 8 16,0 2 2-16,0 1 4 0,0 1 0 0,0 2-3 15,-7 0-1-15,4 2-5 0,-5 0-2 0,4 2 3 16,-3 0 5-16,-2 3 5 0,4 1-3 0,-2 0-4 16,0 1-4-16,3 1-7 0,-4 0-1 0,5 1-4 15,-3-1 0-15,2 1-5 0,-2 1 0 16,3 0 0-16,-5-1-3 0,3 2 0 0,-2-2 0 15,-1 2-3-15,3 0 1 0,-5 1 2 0,0-1 1 16,-3 1 0-16,0 1-1 0,0 0-2 16,-6-1 1-16,-1 2 2 0,0 0-5 0,-3 0 0 15,-4 3-3-15,-1 0 3 0,-2 2 6 0,0-2 3 16,1 1 2-16,-1 0 6 0,2-2-2 16,-4 1 0-16,3-1 0 0,0-1-7 0,1 0 3 15,3-1-2-15,-4 0-2 0,4 0-5 0,-1 0 1 16,0 0-1-16,0 0 0 0,-1 0 3 0,0 0-4 15,0 0-2-15,-2 0 3 0,-1 1-4 16,1 1 5-16,-1 0 4 0,-1-1 2 0,0 1 1 16,-1 1-1-16,-1-1 1 0,-3 2-1 0,3-2 3 15,1 1-1-15,-3 0-1 0,1-1-1 0,2 0 0 16,0 1 0-16,-1-2 0 0,0-1-1 0,4 0 2 16,-3 0-4-16,3 0 1 0,-3 0 1 15,3 0 2-15,0-1 3 0,2-2-1 0,-2 1-1 16,4 0-1-16,-1-2-2 0,0 2-1 0,0-2 1 15,-2 2-1-15,1 0 1 0,2-2 0 0,-4 2-1 16,3 0-4-16,-1-1-1 0,0 1-2 0,0 0 2 16,-1 0 2-16,-2 2 2 0,0 0 2 15,-1 0 0-15,1 0-1 0,-1 3 4 0,1 0-1 16,1 1 2-16,2-1-3 0,1 2 2 0,-2-2-3 16,2 1 1-16,1-1 2 0,0 0-3 15,3 0 0-15,1-2 0 0,-2 2-2 0,2-2-3 16,1 0-6-16,-1-1-8 0,0 0-6 0,0 0-8 15,-2-2-3-15,-2-3-6 0,2-2 1 16,-2 0-1-16,0 0 6 0,0-1 7 0,-1 1 7 16,-2 1 9-16,2 0 5 0,-1 0 8 0,-3 1 6 15,1 1 4-15,2 0 6 0,-1 1 6 0,1 0 0 16,1 2 5-16,0 0-7 0,1 0-5 0,1 1-2 16,1 0-7-16,1 0-1 0,4 0 1 0,-2 0-6 15,4 2-3-15,1 0-3 0,3 2-4 0,0-1-2 16,1 2-4-16,2 1-4 0,-1 1-3 15,0-1-3-15,3 4 5 0,-4 0 5 0,3 1 3 16,1 0 5-16,0 1 2 0,-1-1 3 0,2 0 4 16,-1 1 2-16,1 0 0 0,2-1-1 15,-3 2-2-15,6-1 1 0,-2 2 0 0,1-1-1 16,-1 0 0-16,2 1-2 0,1 1-1 0,0 2 0 16,0-2 0-16,0 4 0 0,0 1 1 0,0 1 1 15,2 5 0-15,1-1 3 0,-1 1-2 16,0 0 1-16,-1 2 0 0,3 1 0 0,-1 1 0 15,-2 4 1-15,1 2 0 0,-1 1-1 0,0 4 0 16,0 0-1-16,-1 2 0 0,0 0 3 16,0 2-3-16,0-3 0 0,0-2 2 0,-2-2-4 15,-1 0 7-15,-3-2 2 0,3-1 4 0,-4-1 2 16,2-2 0-16,-2-2 0 0,2-2-4 0,-1-3-1 16,2-2 0-16,0 0-1 0,2-1 3 0,-1 0-2 15,2-4 4-15,0-3-1 0,1-2-1 16,0-3 0-16,0-2-5 0,0-2-4 0,0-3-2 15,2 1-1-15,1-2-1 0,-2-1 0 0,3 1 2 16,-1-2 4-16,-1 0 3 0,4 0 3 0,-3 0 2 16,-1 0 0-16,0 0-4 0,1 0-3 0,-1 0-3 15,-1-2-2-15,1 0-1 0,-1 1-4 16,0-1-7-16,-1-2-17 0,2 1-38 0,-1-2-85 16,0 0-117-16,0 2-400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12:11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5305 3013 478 0,'0'0'-38'0,"0"0"-67"0,0 0-5 0,0 0 36 16,0 0 12-16,0 0 16 0,31-140 28 15,-23 113 8-15,1 0 4 0,-1-2 4 0,-2 0-1 16,2 2 0-16,-1 1 2 0,-3 3 1 0,0 4 0 15,0 1 0-15,-1 4 0 0,-2 4 0 16,1 2 0-16,-2 4 0 0,0 1 0 0,2 3 3 16,-2 0 5-16,0 0 2 0,0 0 3 0,0 4 2 15,0 4-1-15,0 2 3 0,-2 4 4 0,0 4 5 16,1 3 7-16,0 5 3 0,1 3-4 0,0 6 1 16,0 3-2-16,0 5-1 0,0 5 2 15,1 2-4-15,0 6-2 0,3 2-4 0,-3 6 0 16,1 1-2-16,-1 2 1 0,0 1-3 0,-1-1 1 15,1-2-2-15,-1-1-3 0,2-3-3 0,0-7-1 16,-1-4-4-16,1-6-2 0,-1-6 0 16,1-7-7-16,1-6-2 0,0-9-9 0,0-4-11 15,1-5-5-15,1-4-6 0,-3-1 5 0,4-2 7 16,-3-4 9-16,2-7 3 0,1-6-21 16,-1-7-19-16,-1-8-18 0,-2-7-4 0,2-7 21 15,-3-6 14-15,-1-5 19 0,0-4 9 0,0-3 4 16,-3 0 8-16,-1-2-1 0,-4 2 0 0,0 1 4 15,0 3-2-15,-1 5 8 0,-4 6 13 16,2 6 22-16,-2 8 32 0,2 5 28 0,0 8 19 16,-1 6-5-16,2 5-13 0,0 3-32 0,2 2-23 15,-2 2-16-15,6 1-13 0,-1 1-5 0,4 0-9 16,-1 1-6-16,2 1-13 0,0 0-16 0,0-1-19 16,0 1-25-16,0-1 6 0,2 0 17 15,6 0 22-15,1-2 28 0,2 0-2 0,1-1 4 16,5 0-1-16,-2-2 0 0,5 0-1 0,0 0 0 15,1 0 0-15,4 1-1 0,0-1 0 0,3 0 3 16,1 2-2-16,1-1 0 0,3 2-2 16,0-1 1-16,3 1-1 0,-1 0 1 0,5 0 1 15,4-2 1-15,1 2 2 0,1-2-1 0,3 0 0 16,3 2 0-16,1-2-1 0,3 1 3 0,-1 1 3 16,4-2-5-16,2 0 3 0,1 0-3 15,3-1 0-15,0 0 1 0,2 0-3 0,-2 0 1 16,4-1 0-16,0 2-2 0,2-2 4 0,0 1 0 15,2 2 7-15,2-1-4 0,0 0 2 16,0 3 2-16,2 1 1 0,1 0 1 0,-2 0 6 16,1 1-5-16,0 0 2 0,3 0 2 0,0 0 10 15,2 0 6-15,1 0 2 0,0 0-11 0,0 0-24 16,0 0-15-16,0 0-5 0,0 0 5 0,3-2 7 16,-2-1 6-16,5-3-2 0,-2-1 2 15,1-1 0-15,2-1-1 0,1-3-1 0,0 1 3 16,0-1-2-16,1 1 2 0,-1 1-2 0,1-1 0 15,-1 0 0-15,0 0 0 0,-1 0 0 0,-1 0 1 16,0-2 1-16,0 0 2 0,3 2-2 0,2-2 4 16,-2 3-5-16,3-2 2 0,-1 3 0 15,-2 1-1-15,1 0 2 0,5 1-1 0,-4 0-2 16,4 0 0-16,-3 0-2 0,3 1-1 0,-4 1 3 16,4 0-1-16,-3-1 1 0,4 2 1 15,-4-2 1-15,5 0-5 0,-2 0 2 0,-1-3 0 16,3 1 0-16,0 0-1 0,0 0-1 0,-2 0-3 15,2 2-1-15,-2 1 1 0,-4 2 0 0,-1 1 3 16,-2 0 3-16,2 1 0 0,-3-1 3 16,0 2 0-16,2 0 0 0,-1 0-1 0,0 0 1 15,0 0-4-15,-3 0 2 0,2 0 2 0,2 3 2 16,0 0 2-16,1 0 3 0,1 2-1 0,0 0-4 16,1-1 2-16,-3 1-6 0,1 1 3 15,-1-1 0-15,-2 1 1 0,1 1 0 0,-1 0-1 16,-3 0-2-16,-1 2-3 0,-2 0-3 0,-3 2 2 15,0 1 2-15,0 0 3 0,-4 1 3 0,2 0-1 16,-6 0-1-16,1 1 2 0,-1 1-2 0,-2 1 3 16,-1 0 2-16,5 0 6 0,-6 1 1 0,1 0 3 15,1 0 2-15,-1-1 3 0,-1 1 4 16,1 3-1-16,-1-3-1 0,-2-1-7 0,-2 1-2 16,-2-1-2-16,1-2 1 0,-1 0-1 0,1-2-2 15,-2-1-2-15,-1-2-1 0,0-2-2 16,0-1 0-16,-2-3 0 0,-4 0-3 0,2-2-3 15,-4-1 1-15,-2 0-4 0,0-1 0 0,-1-4 1 16,-2 1 0-16,-5 0-1 0,1 0 1 16,2 0 0-16,-4 1-1 0,-1-1 2 0,-1 0 1 15,-1 0-2-15,2-1 1 0,0 2-1 0,2-2-1 16,-3 1 0-16,2-1-1 0,2 2 1 0,-1 0-1 16,-2 1 1-16,2 0 2 0,-2-1-1 0,-2 1-3 15,4 1 3-15,-2-2-4 0,0 2 4 16,0-2-1-16,0 1-2 0,-3 1 0 0,1 0-2 15,-5 0-1-15,2-2 0 0,-2 1 1 0,-1 0-1 16,1-1-2-16,-3 1 7 0,-1 1-3 0,-3-2 5 16,1 2-2-16,0 1 0 0,-5 0 0 0,-1 0-2 15,2 0 2-15,-4 0 1 0,-5 0 2 16,3 0 2-16,-6 0 2 0,1 0-1 0,0 1-1 16,-2 1 3-16,1-2-1 0,-2 1-1 0,-1-1 1 15,3 0-4-15,-2 1-1 0,0-1-2 0,1 1 3 16,-1 0-4-16,0 0 0 0,1 1-1 15,-1 0-3-15,0 0-3 0,0 2 2 0,0 2 1 16,-1 0 3-16,2 4 7 0,-1 3 1 0,0 5-1 16,1 1 2-16,-2 3-2 0,0 5-1 15,-4 1 3-15,4 3 1 0,-4 3 1 0,-2-1 3 16,-1 1-1-16,-2-1 0 0,0-1 2 0,0 0 0 16,0 0 0-16,0 2 2 0,0 0 0 15,0 3-1-15,-1 4 0 0,-2 1-1 0,-1 3-2 16,2 1-1-16,-1-1-2 0,1 1-5 0,-4-2 1 15,6-2-5-15,0 0 0 0,0-6 0 0,0-2-2 16,0-3 0-16,0-3 1 0,1-2 0 0,4-5-3 16,-3-3 3-16,0-4-2 0,-1-4-3 0,-1-3 7 15,0-2-3-15,0-3 8 0,0 0 8 16,0-1 0-16,-2-1-1 0,-7 1-10 0,0 0-10 16,-3 1-23-16,-7 0-1 0,-4-1 4 0,-5 0 9 15,0 1 29-15,-3-2 11 0,-2 1 5 0,-1-1 0 16,-3 0-10-16,-3 0 3 0,-1 0-3 15,-4 0 4-15,-2-1-3 0,-4-2 1 0,-1-1-5 16,-5 0-3-16,3-1 0 0,-5-1-3 0,-2 0 5 16,-2-1 5-16,1 0 1 0,-2 0 3 0,0-1-4 15,1-1-5-15,2 0-4 0,-1 0-8 16,0-2-6-16,0 1-4 0,-5-1 0 0,2 0 1 16,-3 1 1-16,-3 1 2 0,-1-1 2 0,0 2 1 15,-6 1 2-15,3 2 2 0,-4 0 1 0,-4 2 0 16,-5 1 5-16,0 0-2 0,-4 1 3 15,-3 1-3-15,-1 0 0 0,-2 0 10 0,0 0 8 16,-2 0 10-16,0 0 13 0,2 0 3 0,-4 0 8 16,5 0 2-16,1 0 0 0,1 0-3 0,3 0-7 15,3 0-15-15,-1 0-11 0,1 0-12 16,2 0-8-16,-1 1-4 0,-1 1-5 0,1-1 1 16,-4 2-9-16,-2 1 2 0,0 0 0 0,-6 0-4 15,-3 2 1-15,-1 0 0 0,-4 1 1 0,-3 0-4 16,-1 0 2-16,-4-1-2 0,1 0-3 0,-3-2-1 15,-1 0 1-15,1-3 6 0,-1 2 8 16,0-2 8-16,2-1 5 0,-2 0 5 0,4 0 5 16,2 0 3-16,3-2 5 0,0 0 4 0,6 2-5 15,-4 0-3-15,6 0-9 0,1 0-11 16,0 0-6-16,4 6-8 0,-3 1-6 0,0 0-3 16,-3 1-1-16,1 1 2 0,-4-1 4 0,1-1-1 15,3-2 5-15,-2 1 6 0,-3-2 6 0,4 0 3 16,0-1 1-16,2 0-1 0,1-1-3 15,5 0-1-15,-2 1 1 0,3 0 0 0,3 2 3 16,-1-1 0-16,2 2-1 0,5 1-1 0,-2 0-2 16,4 0 0-16,3 0 2 0,2 0 2 0,1 0 0 15,-1-1 1-15,4 0 3 0,-2 1 1 16,2-2 7-16,2-1 1 0,1-1 3 0,4 0 0 16,2-3-3-16,2 0-1 0,3 0-3 0,0-3-4 15,3-1-3-15,2 0-3 0,2-2-3 0,-1 0 0 16,3 0-3-16,-2 2 1 0,4-1 0 15,-3 2 3-15,2 0 5 0,-3 1 5 0,0 1 4 16,2 1 6-16,-4 0 0 0,0 0 3 0,2 2 3 16,-1 2-3-16,-1 0-4 0,1 1-3 0,-1 1-4 15,1 1 1-15,1 0 0 0,0 0 2 0,0 1-2 16,3-1 1-16,0 0-5 0,1-1 0 16,1-1-1-16,4-1-2 0,0 0 1 0,-1-2-2 15,3 1-2-15,2-3 1 0,0 0 1 0,1 0 0 16,3 0 2-16,1-4 1 0,2 1-2 15,-2-2 2-15,1-1 0 0,2-1-3 0,0 1 2 16,3-1-2-16,-3-1-2 0,3 2-2 0,-3 0 2 16,2 0-2-16,2 0 4 0,0 3 1 0,0-2-2 15,1 3-2-15,2 0-5 0,-2-1-2 0,3 2 1 16,-3 1 0-16,0 0 0 0,1 0 1 16,0 0 1-16,3 0 2 0,1 0 5 0,1 1 1 15,2 2 3-15,0-2 5 0,1 1 1 0,5-1 3 16,-1 0 2-16,2 1 0 0,5-2 2 0,0 1 0 15,2-1-1-15,0 0-7 0,5 0-7 16,-1 0-9-16,1 0-8 0,0 0-5 0,0 0-6 16,0 0 4-16,0 0-1 0,0 0 8 0,0 0 4 15,0 0 4-15,0 0 2 0,0 0 2 0,-1 0-2 16,1 0-5-16,-2 0-7 0,-1 0 0 0,0 0-2 16,-1 1 4-16,-2-1 2 0,2 0 5 15,-3 0 5-15,0 1 3 0,1-1 7 0,-1 0 2 16,-2 1 4-16,5-1 0 0,-3 0-1 0,4 0 3 15,0 0-2-15,1 0-1 0,0 0-4 16,2 0-6-16,0 0-2 0,0 0-4 0,-1 0 4 16,1 0-3-16,0 1 0 0,-1-1-1 0,0 0-2 15,-3 0 0-15,3 1-2 0,-1-1 1 16,1 0 4-16,0 2 3 0,0-2 3 0,0 0 0 16,-2 1-1-16,2-1-2 0,-2 0 0 0,3 0-2 15,-2 1 2-15,1-1-2 0,0 0 1 0,-1 0 0 16,2 0 2-16,-1 0-1 0,-1 0 0 0,2 0 0 15,-1 0-3-15,1 0 0 0,0 0-4 0,0 0 0 16,0 0 2-16,0 0 0 0,0 0 2 16,0 1-2-16,0-1-3 0,0 0-3 0,0 0-8 15,0 0-3-15,0 0-6 0,0 0-5 0,0 0-1 16,0 0-1-16,0 0 3 0,0 0-2 0,0 0 1 16,1 0 6-16,-1 0 5 0,2 1 8 15,-1-1 5-15,1 0 2 0,-2 0 2 0,1 0 3 16,-1 0 3-16,0 0 4 0,0 0 4 0,0 0 3 15,0 0 7-15,0 0-4 0,0 0 1 0,0 1-2 16,0-1-1-16,0 0 4 0,0 0 2 16,0 0-2-16,0 0-1 0,0 0-5 0,0 0-4 15,0 0-4-15,0 0-2 0,0 0-1 0,0 0-3 16,0 0 1-16,0 0-3 0,0 0 0 16,0 0-1-16,0 0-2 0,0 0 2 0,0 0-1 15,0 0 1-15,0 0 3 0,0 0 0 0,0 0 2 16,0 0-2-16,0 0 2 0,0 0-1 15,0 0 0-15,0 0 1 0,0 0-1 0,0 0 4 0,0 0 2 16,0 0 1-16,0 0 4 0,0 0-1 16,0 0 1-16,0 0 2 0,0 0-5 0,0 0-3 15,0 0-3-15,0 0-6 0,0 0 1 0,0 0-2 16,0 0-1-16,0 0-2 0,0 0-6 0,0 0-1 16,0 0-3-16,0 0-2 0,0 0-1 0,0 0 1 15,0 0 1-15,0 0 4 0,0 0 5 16,1 0 3-16,-1 0 3 0,0 0 3 0,1 0 1 15,-1 0 4-15,0 0 0 0,0 0 4 0,0 2 2 16,0-2 2-16,0 0 0 0,0 0 0 16,0 0-2-16,0 0-3 0,0 0-4 0,0 0-3 15,0 0-3-15,0 0 1 0,1 0-1 0,-1 0 0 16,0 0 1-16,0 0-2 0,0 0 2 0,0 0-1 16,0 0 3-16,0 0 0 0,0 0 1 15,0 0 0-15,0 0 2 0,0 0 0 0,0 0 2 16,0 0 2-16,0 0 0 0,0 0 0 0,0 0-1 15,0 0-1-15,0 0-2 0,0 0-4 16,0 0-2-16,0 0-2 0,0 0-1 0,0 0-5 16,0 0 2-16,0 0-2 0,0 0 2 0,0 0 4 15,0 0 2-15,0 0 3 0,0 0-4 0,0 0 4 16,0 0 0-16,0 0 1 0,0 0 3 0,0 0-2 16,0 0 2-16,0 0 2 0,0 0-3 0,0 0 3 15,0 0 0-15,0 0-3 0,0 0 1 16,0 0-2-16,0 0 0 0,0 0 1 0,0 0 0 15,0 0-1-15,0 0-1 0,0 0 1 0,0 0-4 16,0 0 5-16,0 0-1 0,0 0 0 0,0 0 4 16,0 0-4-16,0 0 0 0,0 0-1 15,0 0 3-15,0 0 0 0,0 0 0 0,0 0-1 16,0 0 1-16,0 0-1 0,0 0 0 0,0 0-1 16,0 0 0-16,0 0-5 0,0 0 0 15,0 0-4-15,0 0-2 0,0 0-4 0,0 0-5 16,0 0-6-16,0 0-7 0,0 0-9 0,0 0-7 15,0 0-7-15,0 0-8 0,0 0-4 0,0 0-7 16,0 0-16-16,3 1-25 0,1 0-40 16,-1 1-55-16,4 1-43 0,-3-1-17 0,-1-1-227 0</inkml:trace>
  <inkml:trace contextRef="#ctx0" brushRef="#br0" timeOffset="2623.54">9379 2613 87 0,'0'0'-21'16,"0"0"-4"-16,0 0 5 0,0 0 7 0,0 0 5 15,0 0 8-15,0 0 0 0,-89-133 0 16,87 110 0-16,-2 0 0 0,1 2 0 0,1 1 0 16,0 1 0-16,-2 2 0 0,0 2 0 0,2 1 0 15,-1 4 0-15,-1 1 30 0,2 3 26 16,0 0 28-16,-3 3 21 0,3 1-4 0,0 2-16 16,-5 0-28-16,4 0-30 0,-3 7-22 0,2 6-12 15,-3 6 3-15,0 7 10 0,1 10 20 0,-1 8 11 16,3 6 8-16,-3 8-3 0,4 4-5 15,-3 8-9-15,3 1-5 0,3 5-4 0,-1 2-5 16,1 0 0-16,0 0-2 0,1 3-1 0,2-2-2 16,1 2-1-16,0-2 0 0,-2-2-3 0,4-1-1 15,-4-2-2-15,2-4-1 0,1-4 0 16,-3-5 1-16,5-3-4 0,-4-5 1 0,1-4-4 0,0-9-2 16,-2-9-5-16,0-8-13 0,3-12-24 15,-3-7-14-15,-1-4 9 0,3-5 13 0,0-7 22 16,-2-8 1-16,0-5-27 0,-2-6-40 0,0-7-23 15,0-5-3-15,-3-3 25 0,-5-5 39 16,2-3 26-16,-2-3 22 0,0-3 19 0,-2-3 21 16,0-2 21-16,1-2 13 0,-2 1 2 0,2-4-12 15,2 0-12-15,0 0-13 0,-1 0-15 0,2 2-11 16,2 3-8-16,-1 0-9 0,1 3-3 16,3 4-2-16,-1 5 1 0,-1 7 1 0,-2 7 2 15,5 5 2-15,0 7 2 0,0 8 5 0,0 4-2 16,0 3 1-16,0 5-4 0,2 2-6 15,2 0-3-15,0 2-1 0,-2-1 1 0,5 1 2 16,-1 0 4-16,3 0 1 0,2 0 1 0,0 1 3 16,3 0-1-16,-1-2 4 0,5 2 1 0,1-1 3 15,3-1 5-15,3-1 1 0,2 1 0 0,4 0-6 16,5-1-4-16,-3-1-2 0,3 0-7 16,1-1 5-16,2 2-1 0,2-2 0 0,-1 0 0 15,0-2 0-15,2 2-1 0,0-1 1 0,4 0 0 16,-3 1 0-16,-1 1 6 0,5 0-3 0,-3 0 5 15,-1 2 1-15,4-1 2 0,-1 1 2 16,0 0 4-16,0 2 4 0,0 0 1 0,3-1 0 16,-1 2 2-16,0 0 1 0,3 0-2 0,-1-1-6 15,3-1-3-15,1 1-5 0,0 0-1 0,-2-2 0 16,5 2-2-16,-3-2 1 0,3 0-3 16,-5-1-2-16,3 0-1 0,1 1-1 0,-3-1-1 15,-2 1 1-15,0 0 0 0,0 2 1 0,-1 0-2 16,0 1 4-16,-1 1 0 0,1 0 4 0,-2 2-1 15,1 4 4-15,2-1 2 0,0 3 1 16,-2 0 3-16,2 2-4 0,-1-1-5 0,1 1-2 16,0 0-3-16,-2 2 4 0,1-2-2 0,0 1 1 15,-4-1-1-15,3-2-3 0,-1-1 0 16,-3-1-3-16,0-2 3 0,0 0-3 0,-4-1 0 16,-1-2-1-16,-2-1-3 0,-1 0-6 0,-2 0-7 15,-2-1-5-15,-1-2-6 0,0-2-11 0,-3-1-1 16,-1 0 1-16,-5-1 9 0,-2-1 12 0,-2-1 9 15,-1-1 6-15,-1 1 6 0,-4 1-1 16,-1 1 4-16,-3 2 3 0,0 0 2 0,-4 3 4 16,-1-1 8-16,-2 1 6 0,-1 2 3 0,-1 0 2 15,0 0-3-15,0 0-6 0,0 0-5 0,0 0-7 16,0 0-6-16,0 0-4 0,0 0-5 0,0 2 10 16,0 5 8-16,0 4 9 0,0 6 3 15,0 6 4-15,0 5-12 0,0 7-6 0,-2 6-3 16,-2 5-8-16,0 5 0 0,3 5 1 0,0 2-3 15,1 3 3-15,0 1-2 0,0 3-1 16,0-2-1-16,0 2 0 0,0-2 0 0,1 2-2 16,6-2 2-16,-4 2-7 0,-1 1-2 0,3-2 4 15,-3 0-2-15,0-2 8 0,-1-1 5 0,1-2 5 16,0-3 2-16,-1-3-1 0,0-1 1 16,-1-3-3-16,2-1 4 0,-2-1 1 0,0-1-1 15,0-3 1-15,0 1 1 0,0-5-2 0,1-1 2 16,-1-3-1-16,0-2-2 0,0-4-1 0,0-4-1 15,0-4 0-15,0-5 2 0,0-4 0 16,-1-4 3-16,1-4 2 0,-3-1 0 0,0 1-4 16,0-2-6-16,-1 0-11 0,-2 0-6 0,-4-1-3 15,0-1-3-15,-1 0 2 0,-3 0 6 0,-3-5-1 16,-3-2 4-16,0 0-2 0,-3-4-3 0,-5 1 4 16,-3-3 0-16,-3-1 2 0,-5 2 0 0,-1-3-2 15,-5-1-1-15,-3 1 0 0,-4 0 5 16,-3-2 3-16,-1 0 2 0,-1 0 7 0,-2 1 2 15,4-2 6-15,-4 1 3 0,7 2 1 0,-2 0-3 16,-2 1-2-16,2 2-6 0,3 2-2 16,-4-1-4-16,2 3-3 0,0 1-1 0,-3 1-1 15,2 2-3-15,-1-1 2 0,-2 3-6 0,1-1 1 16,-1 3-1-16,-2 0-4 0,-2 0 2 16,0 4-1-16,-1 2 2 0,-2 1 1 0,-4 1 3 15,3 1 2-15,-2 3 2 0,3-1 4 0,-2 0 3 16,3 0 1-16,2-1-1 0,0-2 0 0,2-1 3 15,5-2-4-15,3-3 1 0,1-2-2 16,1 0 0-16,7 0-1 0,1-2 3 0,2-3-3 16,0 0-3-16,6-4-2 0,2 0-4 0,1-1 1 15,1-1 2-15,2 0 1 0,1-1 7 0,2 4 0 16,-1 1 0-16,3 3 3 0,1-1 1 0,1 3-2 16,0-1-5-16,0 2-5 0,1 1-9 15,2 0 1-15,1 0-6 0,-1 0 0 0,4 4 0 16,-2-1 1-16,2 1 6 0,3-1 6 0,2 1 5 15,3-2 7-15,-1-1 1 0,5 0-7 0,0 1-25 16,1-2-29-16,0 0-12 0,2 0 8 0,5 1 24 16,4 1 27-16,-1-1 9 0,6 1 1 15,-1 0-3-15,3-2 0 0,2 1 1 0,1-1-3 16,0 0-2-16,1 0-1 0,2 0 1 0,2 0 0 16,-3 0 2-16,4 0-1 0,1 0 2 15,2 0-1-15,1 0 0 0,2 0 1 0,-2 0-1 16,7-1-1-16,-3 1 1 0,3-2-2 0,2 1 0 15,1-1-3-15,-1 0 0 0,-1-1-1 0,2 0 0 16,-3-2 2-16,0 2 2 0,0-3 2 16,3 0 0-16,-4 0 4 0,-2 0 2 0,2-1 3 15,-4-1 2-15,3 0-1 0,-2-1-3 0,-3 1 0 16,0 0-2-16,-2 1-1 0,-1 1 0 0,-3 0-2 16,1 1-2-16,-3 2 1 0,-2-1-1 15,-3 2-1-15,-4 0-1 0,1 1 0 0,-4 1-1 16,-1 0-1-16,-5 0-2 0,2 0-1 0,-4 0 0 15,2 0-3-15,-2 0 0 0,-3 0 0 0,0 0-5 16,2 1-5-16,3 0-9 0,-4 2-27 0,2 0-47 16,-2 1-62-16,1 1-23 0,1-3-171 0</inkml:trace>
  <inkml:trace contextRef="#ctx0" brushRef="#br0" timeOffset="3136.36">9565 4602 385 0,'0'0'20'0,"0"0"-8"0,0 0-3 16,0 0 15-16,0 0 21 0,0 0 34 0,0 0 21 16,0 0 9-16,0 0 0 0,0 0-15 15,0 0-27-15,0 0-27 0,0 0-28 0,0 0-17 16,-24-5-5-16,24 14 6 0,0 3 9 0,0 0 4 16,1 0-1-16,1 1-5 0,5-2-4 15,0 1-5-15,1-1 2 0,2 0 2 0,5 1 2 16,-2 0 0-16,2-3 4 0,0 1-1 0,4-3 0 15,-2 0 1-15,1-3-2 0,2-1-1 0,-1-2-4 16,3-1-4-16,-1 0-7 0,0-7-10 0,-2-1-15 16,-1-4-19-16,1-2-40 0,-3-4-55 15,-1-1-58-15,-5 3-18 0,-1 5-50 0</inkml:trace>
  <inkml:trace contextRef="#ctx0" brushRef="#br0" timeOffset="3336.99">9671 4335 1320 0,'0'0'79'0,"0"0"-13"0,0 0-22 16,0 0-8-16,0 0-18 0,0 0-15 0,0 0-34 16,0 0-28-16,0 0-3 0,0 0 7 0,0 0 23 15,0 0 13-15,0 0-9 0,-6 7-15 16,22-6-21-16,0-1-25 0,4 0-29 0,1 0-64 15,-3 0-61-15,-7 0-298 0</inkml:trace>
  <inkml:trace contextRef="#ctx0" brushRef="#br0" timeOffset="4159.85">12009 4306 34 0,'0'0'103'0,"0"0"-29"0,0 0 4 16,0 0-13-16,0 0-22 0,0 0-10 0,0 0 7 15,0 0 18-15,0 0 20 0,0 0-1 16,0 0-9-16,0 0-17 0,0 0-16 0,0 0-15 16,102-12-11-16,-83 7-10 0,2-3-7 0,-1 0-12 15,-2-1-13-15,0 1-22 0,0 0-28 16,-3 1-36-16,-3 2-36 0,-3 2 9 0,-3 1-49 16,-4 1 144-16</inkml:trace>
  <inkml:trace contextRef="#ctx0" brushRef="#br0" timeOffset="4413.76">12143 4331 359 0,'0'0'165'16,"0"0"-29"-16,0 0-44 0,0 0-32 0,0 0-15 16,0 0-8-16,0 0 0 0,0 0-4 0,0 0-6 15,0 0-9-15,0 0-6 0,0 0-7 0,-74 126-2 16,76-110-4-16,2 1-2 0,5-1-4 0,0 1-6 16,1 1-3-16,1-2-10 0,-1-1-9 15,0-2-12-15,1 2-23 0,-2-2-25 0,-1 1-22 16,-4-2-26-16,2 1 5 0,-5-1 29 0,-1-2 31 15,-5 1 39-15,-1-1 26 0,-4-2 6 16,-3 1 7-16,-2-2 7 0,-5 0 9 0,2-1 22 16,-1-2 34-16,-3-1 36 0,2-1 25 0,1-2 1 15,2 0-29-15,0 0-35 0,4 0-39 0,1-2-36 16,3-4-43-16,2-2-62 0,-1-3-60 16,6 3-56-16,0 2-1 0</inkml:trace>
  <inkml:trace contextRef="#ctx0" brushRef="#br0" timeOffset="5143.89">10249 2674 0 0,'0'0'0'0,"0"0"0"16,0 0 10-16,0 0 9 0,0 0 18 0,0 0 33 15,0 0 26-15,0 0 22 0,-58-123 3 16,52 117-12-16,3 1-14 0,1 3-19 0,0 2-16 16,0-1-20-16,1 1-23 0,1 0-22 0,0 1-20 15,0 7 0-15,-1 6 3 0,1 7 15 0,-1 8 17 16,0 12 4-16,-1 6 3 0,-4 7-1 0,6 7 1 16,-1 3-3-16,1 4 1 0,0 1-4 0,0 1-2 15,0-1-2-15,0 2 0 0,0-2-2 16,1 0-1-16,2-2-4 0,1-4-1 0,-2-3-2 15,-1-3-4-15,1-5 1 0,0-6-2 16,1-4-2-16,-1-8-4 0,-2-6-11 0,2-7-9 0,1-4-20 16,0-7-25-16,-1-2-29 0,3-3-29 15,1-4-7-15,0-1 20 0,-2 0-52 0,-2-2 176 16</inkml:trace>
  <inkml:trace contextRef="#ctx0" brushRef="#br0" timeOffset="5572.26">11297 2584 650 0,'0'0'85'16,"0"0"-59"-16,0 0-20 0,0 0-9 0,0 0-4 16,0 0 6-16,0 0 21 0,0 0 22 15,0 0 14-15,3 152 0 0,-2-93-12 0,1 9-16 16,4 11-15-16,-3 4-6 0,4 6-11 0,-3 2-5 16,4 2-15-16,1-4-9 0,0-2-18 15,0-6-27-15,1-4-31 0,1-9-51 0,-2-5-18 16,-4-20 1-16,1-17-22 0</inkml:trace>
  <inkml:trace contextRef="#ctx0" brushRef="#br0" timeOffset="8842.99">10972 10279 1031 0,'0'0'1'0,"0"0"-83"16,0 0-37-16,0 0 1 0,0 0 29 0,0 0 67 16,0 0 22-16,0 0 5 0,0 0 2 0,0 0-2 15,0 0-1-15,0 0 0 0,62-8-3 0,-49 6-1 16,5 1 0-16,-3 0 2 0,5 0 1 16,0 1 5-16,0 0 2 0,2 0 1 0,2 0-4 15,-1 0 1-15,3 0-5 0,-1 0 1 0,3 0 1 16,1 1-1-16,-3-1 3 0,4 0 3 15,-1 0 3-15,1 0 6 0,2-2 4 0,-1-2 4 16,2 1 0-16,2-1-4 0,-2 1-1 0,0-1-6 16,3 2 2-16,-3-1 1 0,3 1 1 15,-2 2-1-15,4 0 1 0,-3 0-7 0,3 0 2 16,-4 4 1-16,3 1-2 0,3-1 3 0,-1 2 4 16,-1 1 5-16,-1 0 2 0,5 1 11 0,-1-1-8 15,3 1-7-15,0-1-3 0,-1-2-16 0,3 0 3 16,-2 0-3-16,-1-3-4 0,3 0 2 0,-2 1-4 15,0-2-1-15,0 0 0 0,0-1-2 16,-3 1 0-16,3-1 0 0,-2 0-1 0,-5 0 0 16,2 0-1-16,1 0 2 0,-3 0 0 0,-2 0 3 15,3 0 1-15,-5 0 2 0,3 0 0 0,-3 2-1 16,-1 1 1-16,-1-1-2 0,-1 2 2 16,1-1 0-16,-1 1 1 0,0-1 2 0,0-1 1 15,-2 1 4-15,1-2 0 0,0 1 2 0,1-2 1 16,0 0-3-16,1 0 1 0,3-2-6 0,-3 0 3 15,-2-3-3-15,2 0 0 0,0 2 0 16,1-1-2-16,-1 1-3 0,-2 0 0 0,0 1-1 16,-2 0 1-16,1 1-2 0,-1 0 2 0,-2 1-3 15,1 0 2-15,-3 0-2 0,4 0 2 16,-2 0 3-16,1 0 0 0,-2 0 0 0,-1 0-2 16,2-2-2-16,-2 0 0 0,2 1-2 0,1-3 6 15,0 2 1-15,1 0 0 0,1-2 4 0,0 2-1 16,-1-2 1-16,0 2-2 0,2 0-2 0,-1 1-2 15,-1 0-1-15,1 0-1 0,0 0 1 16,1 1 0-16,-3 0 0 0,0-1 2 0,-1 1 1 16,1-2-1-16,-1 1 1 0,-1 0 1 0,0 1-2 15,-1-1 1-15,1 0 2 0,-1 1-4 0,-3-1 4 16,1-1 0-16,-2 2 2 0,2-1 5 0,-2 0 6 16,0 1 3-16,0 0 6 0,1 0 7 15,0 0-3-15,1 1 5 0,-2 2-3 0,2-1-4 16,-1 0 1-16,-3 2-4 0,4 0-2 0,-5-1 3 15,-1 1 3-15,2-1 6 0,-3 1 2 16,1-1-1-16,0 1 0 0,-3-1-5 0,3 1-5 16,-1-1-2-16,2 1-6 0,-2-2-7 0,2 0-6 15,-2 1-5-15,-2-1-4 0,1-1 1 0,-2 0-2 16,0-1 0-16,-2 1-4 0,-2-1 4 16,1 0-1-16,-6 0 2 0,2 0 4 0,-3 0-1 15,-1 0 4-15,0 0-1 0,0 0-3 0,0 0-19 16,0 0-20-16,-1 0-37 0,-2 0-47 0,0 0-58 15,-5 0-98-15,6 0-122 0,-2 0-512 0</inkml:trace>
  <inkml:trace contextRef="#ctx0" brushRef="#br0" timeOffset="10667.79">12945 10174 0 0,'0'0'32'0,"0"0"28"0,0 0-41 16,0 0-5-16,0 0-3 0,0 0-1 0,0 0-4 15,0 0 1-15,0 0-4 0,0 0-1 16,0 0 1-16,0 0 3 0,0 0 6 0,-49 18 4 15,46-18 10-15,-2 0 6 0,3 0 2 0,-1 0-1 16,-4-3-9-16,4-1-9 0,-3-1-10 0,2-2-1 16,-3-1 3-16,0-1 10 0,0-2 11 15,-1-1 12-15,-1 1 11 0,-1-3 2 0,3-1-1 16,-3-2-5-16,1-2-10 0,0-3-9 0,0-2-4 16,1-4-7-16,-2-1-4 0,1-2-6 0,2-1-4 15,0-1-3-15,-1 1 1 0,0 1-4 0,4-1 1 16,-2 1-1-16,4 1-2 0,0-1-2 15,1 1 1-15,1 0-1 0,0 1 1 0,0 0 0 16,3 2 3-16,2-1 1 0,1 2-2 0,1-1-1 16,4 1-7-16,-1-1-6 0,0 2-2 0,2 1-3 15,-1 0-4-15,3-1-1 0,0 1 1 16,-1 1-2-16,1 1 5 0,-1 2-1 0,1-1-3 16,-1 0 3-16,1 3 4 0,-2 2 6 0,0 2 10 15,3 2 10-15,-2 2 9 0,1 0 14 16,3 2 6-16,0-2-3 0,1 2-4 0,2 0-11 15,1 0-7-15,-1 2-5 0,1 1-4 0,1 0-4 16,-1 3 0-16,0 2-5 0,-1 0-3 0,1 1-4 16,-2 5-4-16,1 3-3 0,-5 2 4 15,4 3-3-15,-3 4 4 0,0 0-2 0,-1 3-3 16,-2 2-3-16,-1 1 1 0,-1 0 4 0,-1 1 9 16,-2 1 12-16,-3 1 11 0,1 2 4 0,-5 0 8 15,2 1 1-15,-2 2-2 0,-1 0-2 0,0 0-5 16,0 3-4-16,0 0-3 0,0 1 0 15,-4 3 0-15,-3 1 2 0,-1 3 4 0,-4 2 3 16,-3 5 3-16,-3-2 1 0,-1 3-3 0,-4-1-2 16,1-1-2-16,-6-2 8 0,0-2 12 0,-2-4 18 15,0-3 10-15,-3-1-1 0,2-3-17 0,0-2-21 16,1-3-22-16,5-3-26 0,-1-4-33 16,6-6-81-16,8-5-82 0,3-6-237 0</inkml:trace>
  <inkml:trace contextRef="#ctx0" brushRef="#br0" timeOffset="17672.79">3794 11654 880 0,'0'0'139'0,"0"0"-149"0,0 0-73 16,0 0-22-16,0 0 2 0,0 0 35 16,0 0 51-16,0 0 12 0,0 0 5 0,0 0 2 15,0 0 0-15,0 0 2 0,79 8 1 0,-60-8 1 16,0 0 1-16,2 0 1 0,1 2-1 0,4-1 2 16,0 1 0-16,2 0 1 0,3 2-1 15,1 0-1-15,6 1-4 0,-3-1 1 0,2 1 0 16,1 1 1-16,-2 1 1 0,3-1-2 0,1-2-4 15,-1 1 2-15,1-2 4 0,2 0 6 0,-1-1 8 16,1-2 8-16,0 0 5 0,3 0 2 0,1 0-2 16,2 0-5-16,0-1-4 0,1-2-7 0,-1 2-2 15,2 0-2-15,-1 0-1 0,0 1-2 16,1 0 0-16,-4 0-2 0,4 2 3 0,-1 2 2 16,1 0 5-16,1 2 7 0,-2-2-2 0,3 1 1 15,-2 1 6-15,3-2-9 0,-1 1 8 16,0 1-1-16,2-1 5 0,-2-1 9 0,0 0 1 15,-1 0-5-15,0-1-11 0,0 1-13 0,-2-2-10 16,-1 0 1-16,-1 0 0 0,3-2 1 0,-3 0 2 16,-1 0 1-16,4 0-4 0,-2 0 2 15,0 0 0-15,-1-3 1 0,0 2 4 0,-3 0-2 16,5 1 2-16,-4-1 3 0,3 1-6 0,-1 0 5 16,-2 0-2-16,3 0 0 0,-2 0-2 0,1-1-1 15,1-2-3-15,-3 2-3 0,4-2 5 0,-2 1-5 16,0-2 0-16,-4 1-1 0,5-1-2 15,-6 2 4-15,3-1-1 0,-3 0-1 0,2 2 0 16,-3-1-1-16,1 1 1 0,2 1 1 0,-2 0 4 16,0 0-2-16,1 0 2 0,-2 0-3 0,0 0-1 15,1 0-2-15,-1 0 2 0,3 0-1 0,-4 1 1 16,-2-1 0-16,1 0 1 0,0 0-3 16,-1 0 1-16,-1 0 2 0,1 0 1 0,2 0 2 15,-3-1 2-15,2-2-3 0,-1 0 1 0,3-1 1 16,-1 1-4-16,1-2 3 0,0-1-3 15,0 1-2-15,1-1-2 0,0 1 2 0,-1-1-2 16,-2-1 1-16,0 1 1 0,-1 1-2 0,-1 1-1 16,-1 0 2-16,2 1-2 0,-5 0 1 15,5 1 2-15,-6 1 1 0,0 1 2 0,2 0-2 16,-1 0 0-16,-2 0 0 0,1 0 1 0,-1 0 2 16,-1 1 0-16,1 1 1 0,-1-1 0 0,1 2-1 15,1-2 1-15,-1 1-1 0,2-1-3 16,-2 1-1-16,1-1-1 0,-1 0-2 0,1 0 5 15,0-1-6-15,3 0-1 0,1 0 1 0,0-1-2 16,-1-3 1-16,0 0-1 0,1 0-1 0,1 0 2 16,-3-1-2-16,4 1 2 0,-4 0-1 0,-1 1 1 15,2 1 1-15,-2-1 1 0,0 2 2 16,2 0-1-16,-3 0 1 0,0 1-2 0,-2 0 1 16,0 1-1-16,0 1 1 0,0 2 0 0,-1-1 0 15,1 2-1-15,-1-1 0 0,1 2 0 0,2-2 1 16,-3 1 1-16,3-1 1 0,-1-1-2 0,1 1 1 15,1-3-3-15,-1 0 2 0,4-1 1 16,-2 0-1-16,-1 0 1 0,4-2 0 0,-3-3 0 16,3 1-2-16,-3-1 0 0,3 0 0 0,-6-1 0 15,1 2 0-15,-1 1 0 0,-1 0 0 16,0 1 1-16,-1 0-2 0,-1 0 1 0,-3 1 1 16,2 1 0-16,-4 0 0 0,3 0 2 0,-3 3-2 15,0 0 1-15,3 2 2 0,-2-2-3 16,3 0 0-16,-3 1-1 0,5-2-1 0,-2-1 0 15,-2-1-1-15,3 0 1 0,1 0 0 0,-3 0 2 16,3 0-2-16,-1-3 0 0,-1-2 1 0,0 2-2 16,2-2 1-16,-3 2-2 0,-1 1 2 0,2-1-2 15,-4 1 3-15,3 1 0 0,-2 1-2 16,-1 0 4-16,3 0-2 0,-3 1 0 0,3 2 2 16,-1 2-2-16,2 1 1 0,-2 1-1 0,5-1 1 15,0 0-1-15,1-1-3 0,3-2 1 0,-1 0-2 16,0-1 0-16,0-1-1 0,4-1-1 0,-1 0-2 15,2 0 0-15,1 0 4 0,-2 0 1 16,-2 0 1-16,2-2 2 0,-1 1-1 0,2-2 1 16,-3 1-1-16,2 0 0 0,-3 0 0 0,1 1 0 15,-3 1 0-15,-1 0 0 0,0 0 1 0,-1 0 0 16,0 0 2-16,-2 0 0 0,-4 0 0 16,4 1 0-16,-4 2-1 0,4 0 1 0,-1 1 0 15,0-1 1-15,2 1-2 0,0-1 4 0,1 1-4 16,-1-1-2-16,0 1 3 0,1-2-4 15,-2 1 2-15,0-1-1 0,2-1-1 0,-2 0 2 16,0-1 0-16,-3 0 0 0,1 0 0 0,-1 0 3 16,-1 0-2-16,0 0 0 0,-1-1 1 0,0 0-5 15,1-1 5-15,-2 1 0 0,-2 1 1 0,1-1-1 16,-2 1 1-16,-1 0 1 0,-2 0-2 16,1 0 3-16,-2 0-3 0,-1 0-1 0,1 0-2 15,0 0-4-15,-1 0 5 0,-3 0 0 0,3 0-2 16,-2 0 2-16,-2 0-4 0,-1 0 1 15,-1 0-1-15,-1 0 1 0,-3 0-2 0,0 0 2 16,-2 0 1-16,-2 0 4 0,0 0 5 0,0 0 3 16,0 0 7-16,0 0-1 0,0 0-4 0,0 0-5 15,0 0-10-15,0 0-9 0,0 0-18 0,0 1-20 16,1-1-23-16,3 0-29 0,0 0-46 16,1 0-68-16,2 0-103 0,0 0-84 0,-4-2-274 0</inkml:trace>
  <inkml:trace contextRef="#ctx0" brushRef="#br0" timeOffset="30854.21">17570 6205 1074 0,'0'0'89'0,"0"0"-44"0,0 0-24 15,0 0-16-15,0 0-35 0,0 0-34 16,0 0-14-16,0 0 5 0,0 0 25 0,0 0 35 16,0 0 14-16,-29 133 8 0,26-86 0 0,-3 6-4 15,2 3 1-15,-2 5-1 0,4 1-2 0,-1 3-3 16,-1-2-6-16,2 0-14 0,2-4-16 0,-1-3-23 15,1-6-33-15,0-10-44 0,0-9-13 16,0-10 12-16,0-8-82 0,0-9 107 0</inkml:trace>
  <inkml:trace contextRef="#ctx0" brushRef="#br0" timeOffset="31540.23">17407 6784 208 0,'0'0'227'0,"0"0"-108"0,0 0-15 15,-41-130-31-15,35 99-23 0,3 1-12 0,3 2-10 16,0 4-7-16,3 3-2 0,5 2-6 0,3 3-5 15,6 2-5-15,1 2-3 0,7-1 1 16,4 2 1-16,2 0 0 0,3 1-1 0,5 3-2 16,2 0-1-16,7 1 0 0,0 1-1 0,5 2 0 15,1-1 0-15,3 2-3 0,2 0 1 0,4 1 3 16,0 1-1-16,2-2 4 0,3 1-3 16,3 0-1-16,1-1 1 0,-1-1-2 0,1 0 1 15,5-2 1-15,-3 1 0 0,6 0 2 0,-1 0-2 16,4 1 2-16,1-1-1 0,3 1 0 0,-2 0 0 15,4 0 2-15,0 0 1 0,0 1 0 16,5 0 3-16,-1-1-4 0,1 0-2 0,-1 1-1 16,-1-2-1-16,4 2-1 0,-5 0 4 0,0-1-2 15,-1 1 3-15,1 0 0 0,-1-1-1 0,0 1-1 16,0 1-2-16,-1-2 0 0,0 2 0 0,-2 0 0 16,3-1 2-16,-1 0 0 0,0 1-2 15,-1 1-1-15,2-1-2 0,-3 0-7 0,0-2-6 16,-2 1-3-16,2-2-7 0,-2 0-9 0,1-1-5 15,-3-1-8-15,-1-1 1 0,-1 1 6 0,-3 0 11 16,-1-1 11-16,-2 0 7 0,0 1 7 16,-1 2 4-16,-2-1 3 0,2 2 2 0,-3 0 2 15,-3 1 3-15,0 1-1 0,-3 0-1 0,-1-1-3 16,-2 1-2-16,-2 0 0 0,-3 0-4 16,3 1 4-16,-8-1-7 0,1 0-17 0,-2-1-28 15,-4 1-17-15,-4 0-3 0,-3 0 19 0,-1 0 31 16,-5 0 18-16,-1-1 11 0,0 2 5 0,-2 0 4 15,-1 0 3-15,1 0-6 0,-1 0-6 16,0 0-4-16,1 0-4 0,0 0-1 0,0 4-5 0,-2 1-1 16,-1 0-6-16,-3 4 0 0,0 0 0 15,-4 0 2-15,-2 2 1 0,-4 1 1 0,0-1 4 16,-5 2 3-16,-1 0 2 0,-2 2 4 0,-5 0 3 16,1 2 5-16,-2 0 8 0,1 2 12 15,-1 2 6-15,0 0 2 0,3 6-7 0,0-1-8 16,3 3-12-16,-1 2-9 0,4 3-3 0,0 0-5 15,1 1-5-15,-1 1-8 0,0 1-4 0,1 1-4 16,0 1-1-16,-2-1 4 0,0 0 4 0,-1 0 3 16,-4 1 6-16,0 0 1 0,-1-4 3 15,-1-2 0-15,-2 0-1 0,-2-5-3 0,-6-2-8 16,-1-2-25-16,-4-2 30 0,-2-4 14 0,-5-1 0 16,5-8 0-16,3-2 0 0</inkml:trace>
  <inkml:trace contextRef="#ctx0" brushRef="#br0" timeOffset="32298.56">23940 7239 0 0,'0'0'0'0,"0"0"0"0,-158 0 0 0,107-3 0 15,-1-2 0-15,3-2 14 0,-3-2 34 16,0 2-15-16,-3-2 9 0,0-2-7 0,0 0 1 16,-2-1 2-16,0 0-25 0,1 1 2 0,-2 0-9 15,2-1-13-15,-2 0 1 0,1 1-12 0,-2 1-4 16,-2 1-2-16,-1-1-4 0,-3 1 7 0,0 2 5 16,-2 1 9-16,-5 3 5 0,1-1 6 0,-2 3 5 15,0 0 6-15,0 1 7 0,-2 0 5 16,0 0 4-16,-2 0 0 0,2 2 16 0,-4 0 2 15,2 2-2-15,-2-1-6 0,2 2-11 0,-4 0-12 16,6 1-3-16,-4-2-6 0,5 2-2 0,-4 1-1 16,2-1 0-16,-3 0 0 0,0-1 3 15,0 1 3-15,1 0 3 0,-1-1-1 0,-3 0-4 16,1 0-9-16,-2 0-4 0,-3 0-3 0,1 1 1 16,-5 1 4-16,-1-1 0 0,-1 1 4 0,0 1 4 15,-4 1 11-15,0-1 12 0,2-1 15 16,-3 0 8-16,4 0 4 0,1-3-1 0,1 1-3 15,2 0-7-15,5-1-11 0,-4 0-4 0,4-1-9 16,2-1 2-16,1-2 7 0,2 0 5 0,5 0 7 16,1-2-3-16,4-4-3 0,1-1-7 15,4-1-2-15,3 0-7 0,0 0-6 0,1 0-5 16,4 1-10-16,0 1-6 0,5 0-6 0,0 4-7 16,1 1-5-16,6 1 0 0,-1 0 4 15,3 2 2-15,6 3 8 0,0-1 5 0,5 2 1 16,2-1 4-16,6-1-3 0,4 2 0 0,2-2-7 15,5 0-10-15,4-1-14 0,4 0-23 0,3-1-13 16,1 3 5-16,2-1 19 0,8 2 26 0,4 0 23 16,3 1 8-16,3-2-1 0,7-1 2 0,2-1-4 15,3-1-4-15,1-2-3 0,7 0-6 16,1 0-1-16,2 0-1 0,6-2 1 0,1-3 3 16,1 0 2-16,6-1 1 0,-1 1 0 0,5-1 2 15,1 0-2-15,3 1 2 0,0 1 1 16,2 0-1-16,0 0 2 0,5 2-1 0,3-1 1 15,1 1-1-15,2 0-4 0,2 1-2 0,0-2-1 16,2 2-3-16,0-1-3 0,1 1 1 0,1 0-1 16,5-1 0-16,1 1 2 0,3-1-1 15,0 1-1-15,4-2 0 0,-2 1-3 0,4-1 0 16,-4 0-1-16,6 1-8 0,-2 0-11 0,-2 2-15 16,1 0-14-16,-3 0-8 0,-1 0-12 0,1 0-5 15,-3 2 3-15,3 0 13 0,-4 2 24 16,-1-2 23-16,-1 2 19 0,-3-2 8 0,0 1 4 15,-2 2 6-15,0-2 3 0,4 2 5 0,-1 0 0 16,-1-1-5-16,2 2-2 0,-5-3-3 0,3 2 2 16,-1-2 5-16,-1-2 4 0,-1 1 6 15,3-2 5-15,-1-2 1 0,0-2-6 0,0-3-8 16,-2-1-11-16,-1 0-13 0,0-2-20 0,-3-3-26 16,1 0-37-16,-3 0-9 0,-18 1-143 0,-21 4 239 0</inkml:trace>
  <inkml:trace contextRef="#ctx0" brushRef="#br0" timeOffset="33192.18">20549 6425 762 0,'0'0'75'16,"0"0"-58"-16,0 0-10 0,0 0 0 0,0 0 12 15,0 0 11-15,0 0 7 0,0 0 23 16,0 0 0-16,0 0-8 0,0 0-27 0,0 0-46 16,0 0-52-16,0 0-4 0,-11-55 13 0,14 70 36 15,2 7 41-15,-1 10 15 0,1 6-2 0,-1 6-9 16,1 7-2-16,-2 5-14 0,0 2-2 16,3 1-6-16,-2 1-7 0,2-2-10 0,-2-2-20 15,2-4-31-15,-3-6-40 0,2-7-64 0,-1-13-8 16,-1-11-155-16</inkml:trace>
  <inkml:trace contextRef="#ctx0" brushRef="#br0" timeOffset="33750.78">18878 6497 549 0,'0'0'89'0,"0"0"-23"0,0 0-3 0,0 0-8 15,0 0-3-15,0 0-10 0,0 0-5 0,0 0-7 16,0 0-15-16,0 0-14 0,0 0-20 0,0 0-21 16,0 0-11-16,0 0 0 0,-45 10 14 15,44 7 18-15,-2 5 14 0,-2 3 9 0,2 5-1 16,2 5 2-16,-1 4-1 0,0 3-1 0,-1 5-1 15,2 4 2-15,0 4 1 0,1 5-3 0,0-1-4 16,0-1-5-16,0-2-18 0,6-8-29 16,-2-5-61-16,5-10-39 0,-5-11-266 0,2-10 388 0</inkml:trace>
  <inkml:trace contextRef="#ctx0" brushRef="#br0" timeOffset="34367.33">22315 6361 771 0,'0'0'28'16,"0"0"-92"-16,0 0-8 0,0 0 3 0,0 0 33 15,0 0 45-15,0 0 10 0,0 0 7 16,15 148-2-16,-7-110-5 0,-2 2-5 0,0 2-9 15,2-1-7-15,0-1-1 0,-1 0-5 0,0-4-8 16,0 0-10-16,0-2-30 0,0-1-59 16,-3-8-20-16,0-8-178 0</inkml:trace>
  <inkml:trace contextRef="#ctx0" brushRef="#br0" timeOffset="35194.85">19551 6371 771 0,'0'0'33'0,"0"0"-22"16,0 0-8-16,0 0-17 0,0 0-18 0,0 0-14 16,0 0 0-16,0 0 18 0,0 0 19 0,0 0 19 15,0 0 1-15,-27 137 0 0,27-98-4 16,2 3-3-16,2 5 1 0,-1 5-5 0,2-1-1 16,-2 3-6-16,0 2-9 0,3-3-6 0,-3-1-15 15,4-3-27-15,-1-6-36 0,2-4-13 16,-3-13-137-16,-1-10 169 0</inkml:trace>
  <inkml:trace contextRef="#ctx0" brushRef="#br0" timeOffset="35725.07">21474 6348 1063 0,'0'0'104'16,"0"0"-159"-16,0 0-38 0,0 0 3 0,0 0 20 15,0 0 46-15,-13 118 19 0,14-75 4 0,2 2 1 16,2 1 0-16,1 3-13 0,0 1-15 15,-1 1-36-15,0-2-68 0,-1 2-36 0,-1-15-200 16,-1-9 312-16</inkml:trace>
  <inkml:trace contextRef="#ctx0" brushRef="#br0" timeOffset="36404.61">18039 6497 437 0,'0'0'39'0,"0"0"-27"0,0 0-1 16,0 0 3-16,0 0 4 0,0 0-1 0,0 0-4 15,0 0-4-15,0 0-10 0,0 0-18 0,0 0-10 16,0 0 8-16,0 0 18 0,0 0 24 16,-1 24 13-16,8 4-4 0,-1 7-13 0,4 8-2 15,0 6-7-15,1 6-13 0,4 6-17 0,-1 1-43 16,1 4-43-16,-4-18-171 0,-1-16 136 0</inkml:trace>
  <inkml:trace contextRef="#ctx0" brushRef="#br0" timeOffset="37106.28">22968 6391 724 0,'0'0'690'0,"0"0"-739"16,0 0-43-16,0 0 10 0,0 0 12 0,0 0 47 16,0 0 21-16,0 0 3 0,-15 145 5 0,20-114-7 15,-3-2 0-15,3 4-2 0,-1 1-6 16,1 4-2-16,-1 6-3 0,-1 4-7 0,0 6-4 15,-2 6-14-15,-1 5-32 0,0 0-44 0,-1 2-54 16,-5 0-33-16,3-17 0 0,1-17-18 0</inkml:trace>
  <inkml:trace contextRef="#ctx0" brushRef="#br0" timeOffset="42168.01">17445 8024 768 0,'0'0'135'0,"0"0"-99"16,0 0-19-16,0 0 9 0,0 0 8 0,0 0 11 15,0 0 11-15,0 0 13 0,0 0 9 0,0 0 1 16,0 0-14-16,0 0-28 0,-75-89-40 0,75 89-41 15,0 0-34-15,0 0-5 0,3 6 13 16,4 3 31-16,2 6 28 0,1 6 11 0,0 4-1 16,2 6-2-16,-1 5-4 0,4 2-11 0,-3 1-14 15,0 0-22-15,0-3-35 0,4-8-39 0,-4-5-36 16,3-11-8-16,-1-8 34 0,-2-4 42 16,5-11 31-16,-6 0-85 0,-5 0 150 0</inkml:trace>
  <inkml:trace contextRef="#ctx0" brushRef="#br0" timeOffset="42626.49">17649 7875 201 0,'0'0'93'0,"0"0"2"0,0 0 5 0,0 0-13 16,-30-136-14-16,24 118-8 0,3 2 0 0,-1 4-2 15,0 4-1-15,3 4-14 0,0 1-14 0,0 2-16 16,1 1-18-16,0 0-15 0,0 0-17 16,0 0-15-16,0 0-15 0,0 0-11 0,0 0 6 15,0 0 12-15,0 0 21 0,2 2 16 0,0 0 6 16,4 0 4-16,-3-1 3 0,5 0 3 0,-1-1 1 15,-1 0 2-15,3 0-1 0,0 0 1 16,0 0-2-16,-1 0 2 0,1-2-3 0,-1 2 2 16,1-1-2-16,-1 1 0 0,-4 0 0 0,3 0 2 15,-4 1 1-15,2 1 4 0,-3 2 2 0,-1-2 4 16,0 2 4-16,-1-1 3 0,0 2 3 16,0-1 1-16,0 1 1 0,0 0-3 0,0-1-5 15,-1 0-6-15,1 1-8 0,-1 1-10 0,1-2-9 16,0 2-2-16,0 0 0 0,1 1 6 0,3-1 6 15,2 1 3-15,0 1 1 0,0-2-1 16,2 3 0-16,0-1-4 0,1 0 1 0,-3 0 0 16,2 0-1-16,-1-1 1 0,-3-1-1 0,3 1 0 15,-5-2-1-15,5 0-2 0,-3-3-3 0,-2 3 1 16,4-4 0-16,-3 1 1 0,2-2-5 16,-2 1-3-16,-2-1-1 0,2 0 3 0,0 0 8 15,-2 0 9-15,0 0 8 0,-1-1 9 0,0 0 7 16,0-1 5-16,0 1-2 0,0-4-7 0,0 3-8 15,0-2-5-15,-2-1-1 0,-2 2-5 0,0-2-7 16,-2 2-14-16,2 0-25 0,-3-1-25 16,2 2-10-16,-3 0 1 0,3-1-74 0,1 2 95 0</inkml:trace>
  <inkml:trace contextRef="#ctx0" brushRef="#br0" timeOffset="43582.25">17497 7744 62 0,'0'0'345'0,"0"0"-308"16,0 0-34-16,0 0-24 0,0 0-20 0,0 0-2 15,0 0 6-15,0 0 17 0,0 0 14 0,0 0 12 16,0 0 3-16,0 0 3 0,0 0 3 0,-7-5 4 16,9 6 7-16,6 2 12 0,-1-1 10 15,3 2 5-15,1-2 3 0,2 0-3 0,5 1-3 16,1-2-8-16,2-1-6 0,2 0-12 0,-1 0-6 15,6 0-7-15,-2-3-5 0,1 1-3 16,2 0-3-16,-1 1-3 0,-5-1-1 0,6 2-1 16,-6 0-1-16,1 0-3 0,0 0-3 0,-4 0 0 15,-1 0 1-15,-4 0 1 0,2 2 1 0,-5-2 1 16,-1 0 0-16,-2 0 0 0,-2 0 4 0,-5 0 6 16,0 0 11-16,-1 0 26 0,-1 0 27 15,0 0 15-15,0-2-5 0,0 2-16 0,-3 0-22 16,2 0-12-16,-4 0-2 0,3 0-6 0,0 0-11 15,0 0-18-15,-2 5-17 0,2 3-11 0,2 4 2 16,-2 5 10-16,1 6 15 0,1 4 8 16,0 7 2-16,0 1-1 0,0 5 2 0,0-1 0 15,0 2 2-15,2-1 1 0,-1 0 0 0,3-1-3 16,0-1 0-16,-2-1-1 0,4-3 4 16,-4-1 0-16,6-4 0 0,-4 0 3 0,0-5-5 15,1-2-1-15,-2-5-1 0,3-2-1 0,-5-2 2 16,1-5 1-16,-1-1 3 0,2-3 7 0,-3-3 12 15,0 0 1-15,-3 0-9 0,-1 0-10 16,-4-1-16-16,-3 0-4 0,-2 0 3 0,-4 0 8 16,-3 0 1-16,-3-4 11 0,-5-2 8 0,1-1 10 15,0-1 13-15,-4 1 8 0,-1 0 3 0,-1 0-1 16,0 1-3-16,2 1-13 0,-2-1-7 0,0 0-11 16,0 2-5-16,2-1-2 0,1 0-1 15,4 1-2-15,0-2-1 0,3 1 1 0,2-1 0 16,3 1-4-16,1-1 3 0,5 0-1 0,2-1-2 15,6 3-1-15,-1 0-11 0,3 2-12 0,2 0-13 16,0-2-11-16,0 2-4 0,0 0 2 0,2-1 7 16,5 1 6-16,-2 0 8 0,3-1 2 15,0 3 1-15,1 0 3 0,1 0 0 0,-3 0 3 16,0 0 2-16,1 4 2 0,-2-1 4 0,-2 1 2 16,-1-2 6-16,2 0 2 0,-4 1 5 15,-1-3 10-15,1 0 10 0,-1 0 13 0,0 0 8 16,0 0 1-16,0 0-8 0,0 0-6 0,0-3-7 15,-2 1-2-15,1-3 1 0,-1 0-8 16,2-2-6-16,0-2-7 0,0-4-4 0,0-1-3 16,0-3-2-16,3-1-5 0,-1-3-5 0,3-3-2 15,0-2-2-15,0-4-1 0,1-2 0 0,-2-3-4 16,1-3 0-16,-4 1-5 0,1-2-1 0,-2-1 0 16,0 4 6-16,0 0 8 0,-1 4 11 0,-2 3 10 15,-4 5 8-15,2 2 7 0,-2 6 9 16,0 3 7-16,4 5 1 0,-2 3-6 0,1 2-11 15,3 3-12-15,-3-1-11 0,1 1-12 0,2 0-14 16,0 0-11-16,1 2-7 0,0 4 8 0,0 3 9 16,1 1 19-16,3 3 8 0,0 1 4 15,1 1 1-15,0 0-4 0,2 0 0 0,1 1-1 16,0-1-3-16,2-1 1 0,4-3-3 0,-1-1 1 16,0-2 1-16,5-3 1 0,0-1 1 0,0-4-4 15,4 0-11-15,-1-5-25 0,2-2-31 16,0 0-36-16,4-1-14 0,-3 0 15 0,-6 2-112 15,-5 2 192-15</inkml:trace>
  <inkml:trace contextRef="#ctx0" brushRef="#br0" timeOffset="45122.78">23517 7732 863 0,'0'0'81'0,"0"0"-49"15,0 0-9-15,0 0-11 0,0 0-12 16,-120-22-4-16,108 22-7 0,1 2-9 0,0 1-8 16,1 3-15-16,0 1-17 0,1 2-14 0,-1 3-4 15,2 0 7-15,4 1 16 0,-3 1 14 0,5-2 16 16,-1 1 9-16,2-1 5 0,1-1 6 0,0-1 0 15,5 1 1-15,3 2 3 0,3-3 1 16,0 0 2-16,0 0 4 0,7 0 0 0,-5 0 1 16,6-1 2-16,0 1 0 0,-3 0 0 0,2 0 3 15,0 1-4-15,2 0 1 0,-3 1-1 0,2 1-3 16,-2-1-2-16,1 2-3 0,-1 0 0 16,-3 0 1-16,1-1-2 0,-4 2 1 0,-1 1-2 15,-3 1 0-15,0-2 2 0,-5 3 3 0,-1-1 4 16,-1-1 2-16,0 1 2 0,-4 0 0 15,-4-1 4-15,-3 1 1 0,0-2 1 0,-3 1 6 16,-1-1 1-16,-3-1-1 0,2-2-1 0,-2 0-6 16,-1-3-4-16,-1-1-1 0,0-1 4 0,3-2 3 15,-2-2 6-15,2-2 8 0,-1-1 0 16,3 0-3-16,0-2-5 0,4-5-11 0,-3-1-6 16,4-2-8-16,3-3-3 0,-1-1-7 0,4-1 0 15,1-2-4-15,2-1-1 0,1-3 2 0,0 0-2 16,5 0 0-16,5-1 4 0,1 2 0 0,0-2 0 15,8 2 4-15,-2-3 0 0,3 0-2 16,3 0-3-16,-1-3-10 0,4-3-24 0,1-3-38 16,3-3-77-16,-6 8-53 0,-9 8-36 0</inkml:trace>
  <inkml:trace contextRef="#ctx0" brushRef="#br0" timeOffset="90732.48">19015 6392 261 0,'0'0'1'0,"0"0"0"16,0 0 6-16,0 0-4 0,0 0-6 0,0 0-3 16,0 0-2-16,0 0-1 0,0 0-1 0,0 0-9 15,0 0-22-15,0 0-21 0,-45-73-9 0,41 65 27 16,3-1 44-16,-1-1 0 0,0-2 45 16,-4-1 13-16,4 0-6 0,-6 1-12 0,4-2-11 15,-2 0-8-15,2 0 0 0,-3-2 4 0,4 0 8 16,-5 0 22-16,4-1 12 0,-3-1 14 0,0 0 7 15,4 0-6-15,-4 0-5 0,3-1-2 16,-3-1-1-16,5 2-1 0,-2 0 3 0,-1-1-1 16,4 0-5-16,-1 4-6 0,0 2-11 0,-1 2-17 15,0 4-10-15,2 3-15 0,0 3-21 16,1 1-31-16,0 0-42 0,0 0-23 0,-2 3 13 16,-3 6 32-16,2 7 38 0,-5 4 23 0,0 8 2 15,0 4-5-15,-4 6 2 0,2 6 2 0,-3 4 2 16,3 7 1-16,-3 4 1 0,1 4 2 0,-3 3-2 15,2 6-3-15,1 1 3 0,-4 2 0 16,5 3 0-16,-2-1 0 0,3 0-1 0,1-2 0 16,1-1 2-16,4-6-1 0,2-4 0 0,2-5 0 15,0-5-3-15,7-6 1 0,2-2-3 0,2-6-3 16,4-4-4-16,-1-4-11 0,2-6-14 0,-2-6-19 16,-1-5-32-16,-2-8-11 0,1-6-8 15,-4-1 11-15,0-8 24 0,0-11 7 0,-1-6 1 16,-2-9-10-16,2-7 6 0,-4-7 16 0,0-6 22 15,1-3 21-15,-2-6 4 0,-1-1 3 16,-1-5 1-16,1 0 1 0,0-2 4 0,2 3 9 16,-2 0 25-16,0 4 40 0,1 2 16 0,-1 2 6 15,2 2-12-15,3 4-37 0,-4 4-15 0,5 4-11 16,-4 5-7-16,5 5-1 0,-6 6-2 16,5 5-1-16,-3 4-7 0,2 3-4 0,-3 2-6 15,4 2-6-15,-1 4-3 0,2 0-1 0,2 3-5 16,0 0 3-16,6 1-2 0,-2 0 2 15,5 3-1-15,1-1 0 0,2 2 0 0,0 1 0 16,4-2 1-16,3 2 3 0,-2 0 2 0,4 0 3 16,5 0-1-16,-2 1 0 0,5-2-1 0,2 2 1 15,0 0 1-15,0-1 4 0,5 1-1 0,-2-1 1 16,6-1 0-16,-1-1-1 0,1 1-1 0,2-1 2 16,-3 0-1-16,4 0 0 0,-2 0 2 0,-1-1-2 15,1 1 2-15,-1-1 0 0,-4 1 1 16,3 0 0-16,0-2 3 0,0 1 0 0,-2 0 4 15,2-1-2-15,1 0 1 0,0 2 0 0,1-2 0 16,-1 2 3-16,-1 0-5 0,1-2-1 16,-3 2-2-16,2 0-3 0,-1 1 0 0,2 0-1 15,-5-1 0-15,2 2-3 0,-1-1 3 0,-1 1-1 16,-2 0 0-16,-1-1 3 0,1 1-3 16,-3 0 0-16,1 1-1 0,-1 0-1 0,-2 0-1 15,0 0 1-15,-4 0 1 0,-1 0 0 0,1 0 0 16,-3 0 1-16,1 0 0 0,-1 1 1 0,-1-1-1 15,0 0 0-15,0 0-3 0,-1 0 1 16,1 0-1-16,-2-1 1 0,0 0 3 0,1-1 0 16,0 0-1-16,-1 0-1 0,-1 0 0 0,0 1 0 15,1-2 0-15,-2 2-3 0,0 1 1 0,0 0-5 16,1 0 1-16,-3 0 0 0,2 0 1 0,-2 0 0 16,1 0 3-16,-3 0-1 0,1 1 2 15,0-1 1-15,1 2-2 0,-2-2 1 0,1 1 0 16,-1-1 1-16,2 0 0 0,-2 0 2 0,1 0 0 15,-2 0-2-15,-1 0 2 0,1-3 2 0,-1 1-1 16,0-1 1-16,0 0-3 0,1-1 2 0,-4 1-1 16,2 1 1-16,-3 1-1 0,2 0-2 15,-4 0 0-15,0 1-3 0,-1 0 0 0,0 0 1 16,-1 0 0-16,0 0 1 0,2 0 1 0,-3 1 1 16,3 1 0-16,-1 0 0 0,2-1-1 15,0 2-2-15,0 1 2 0,1-1-2 0,1 0 0 16,-2 0-10-16,1-1-10 0,-1 0-10 0,-2 0-4 15,1 0 0-15,0-2 4 0,-2 0 8 16,1 0 5-16,0 0 3 0,-1 0 4 0,0 0 0 16,-1 0 4-16,-1 0 3 0,3 0 1 0,-3 0 2 15,-2 0-2-15,2 0 1 0,-2 0 0 0,1 0-1 16,-3 0 1-16,1 0-1 0,-1 0 1 0,-1 0 0 16,2 1 2-16,-4 0 1 0,4 0-1 0,-3 0 2 15,2 0 0-15,-3-1 0 0,4 2 4 16,-2-1 3-16,1 0-1 0,4-1 1 0,-3 1-1 15,3-1-2-15,3 0-1 0,-2 0-1 0,0 0-4 16,1 0-2-16,1-1-1 0,1-1-1 0,-2-1 2 16,2 2 2-16,-1-2 3 0,0 0 0 15,1 1 5-15,-2-1 4 0,2-1 8 0,-2 1 6 16,3-2 8-16,-1 0 7 0,-2 2 0 0,5 0-2 16,-4 1-6-16,3-1-10 0,3 1-7 0,-3 1-5 15,4 1-3-15,0-1-2 0,4 1-4 16,2 0 0-16,-1 0 0 0,1 0 0 0,0 0-2 15,0 2-1-15,2 0-5 0,-4 2-3 0,4-1-3 16,-2 1-1-16,-1-3-1 0,1 1 0 16,-1-1 3-16,1 0 3 0,-1-1 3 0,-3 0 5 15,0 0-1-15,-1-1 2 0,-3 0 4 0,0-2 5 16,1 1 8-16,-4 0 9 0,1 0 5 0,-5 0 6 16,1-1 5-16,-2 2-1 0,-1 1-5 15,0 0-8-15,-2 0-13 0,-1 0-10 0,1 0-4 16,-2 4-2-16,1 0 4 0,0 1 0 0,-1 2 0 15,2 3-2-15,-3 0 0 0,2 3 0 0,1 2 3 16,-1 2 0-16,-2 3 1 0,2 2-1 0,-2 5 1 16,1 2-1-16,-3 1-1 0,3 2-1 0,-2-1 0 15,-1 0 1-15,0 0-2 0,1-2 2 16,-1 0-1-16,0-2 3 0,-2 1 0 0,0-2-1 16,0 1-1-16,0-1 1 0,0 0-1 0,0-1 4 15,0 2-1-15,-1-2 0 0,0 0-3 16,1 1 1-16,0-1-2 0,0 0 2 0,1 1 5 15,2 1-5-15,5 1 1 0,-3-1-1 0,1 2-4 16,2 1 3-16,-1 0-2 0,-1 0-1 0,3 1 0 16,-3-3-5-16,0-2-3 0,1-2 0 15,-4 0 1-15,2-4 0 0,-2 0 1 0,-2-3 3 16,-1-2-3-16,0-1 4 0,-4-2 3 0,-4-1 2 16,3-2 7-16,-1 0 0 0,-2-2 6 15,0 0 2-15,3-1-1 0,-2 0-1 0,-1-1-5 0,2 0-6 16,-1 1-5-16,-1 1-1 0,4-2-1 15,-4 2 1-15,3 0 0 0,0 1-1 0,-1-1 1 16,2-1 1-16,-2 1-1 0,2-1 2 0,-2-1 1 16,-1 0 1-16,-1-2 1 0,-1 1 1 0,-2-2 1 15,1-1 3-15,-2-1 3 0,-5 0 1 16,4 0 3-16,-6 0 0 0,1-2 2 0,-2-3-2 16,-1 2 0-16,0-2-2 0,-2 1-2 0,-4 0-2 15,0 0 0-15,-3 0 6 0,0 1 1 0,-1-1 2 16,0 1-3-16,-1 0-11 0,-1 1-3 15,1 1-4-15,-4 1-3 0,1 0-5 0,-5 0-2 16,1 3-4-16,1 1 1 0,-1-1 2 0,-3 0 0 16,1-1 4-16,0 0 1 0,-3-2-2 15,1 0 4-15,-3 0 0 0,-1 0 1 0,-2-4 2 16,-5-1-3-16,2 0 3 0,-4 1 0 0,-4-1 4 16,1 0 2-16,0 1 5 0,0 0 1 0,1 1 2 15,1 1-2-15,3 1 0 0,-1 0-2 0,0 1-2 16,3 0-1-16,-4 1-3 0,0 2 0 15,0 0-2-15,0 2 0 0,-4-2 0 0,0 2 0 16,1-1-1-16,0-1 0 0,-4-1-2 0,3 2-1 16,-6-2-1-16,1 1-2 0,-3 0-5 15,-3 1-6-15,-2 0-4 0,-3 0 0 0,-2 0 6 16,-2 0 9-16,-1 0 7 0,1 1 5 0,2-2 6 16,1-1 9-16,1 1 8 0,3-2 9 0,0 1 8 15,2 0 3-15,0 1-5 0,1 0-4 0,2 1-5 16,2 2-5-16,0-1-2 0,0 2-3 0,2 0-10 15,-5 1-4-15,6-1-6 0,-3 1-4 16,3 0 0-16,0 0-5 0,-4-1-3 0,4 0-2 16,-1 0-4-16,-2-3-1 0,2 1 3 0,-4-3 4 15,5 1 5-15,-5-2 2 0,1 0 3 16,-1 0 4-16,-1 0 1 0,5 0 0 0,0 1 4 16,3-1 3-16,3-1 7 0,6 1 4 0,3-1 3 15,6 0-2-15,2 0-1 0,5 0-3 16,5-1-6-16,4-2-1 0,4 2-3 0,3 0-2 15,7 1-3-15,0-1-1 0,3 1-3 0,3-1 0 16,1 1-2-16,3-1-6 0,3 1-6 0,0-2-13 16,0 2-16-16,0 0-3 0,1-2 7 15,7 1 12-15,0-4 18 0,1 1 9 0,1-4-2 16,2 0 1-16,-1-1 2 0,1-1-1 0,-2 1 3 16,0-1 3-16,1 0 5 0,-1-2 4 15,1 0 5-15,1 1 1 0,2-3 1 0,0-1 1 16,-2 0-2-16,3-2-3 0,-1-1-5 0,5-2-6 15,-2 0-5-15,0 0-3 0,2-1-1 0,0-1-1 16,2-1 0-16,-4 1-4 0,2-1-3 0,-4 0-4 16,4-1-2-16,-2-1 0 0,-3-1 0 0,1 0 6 15,-3-2 2-15,-1 3 5 0,-1 0 2 0,-2-1 0 16,-3 3 4-16,1 0 3 0,-3 0-1 16,-1-1 4-16,-1 1 1 0,2-1 4 0,-2 1 6 15,-1 0 10-15,0 0-3 0,0 0 4 0,0 0 3 16,-4-1-5-16,3 3 1 0,0-3-4 15,1 1-10-15,0-2-2 0,0 0-6 0,0 1-5 16,0 1-1-16,0 0 0 0,5 0-3 0,-1 1 0 16,0 0 0-16,2 1 0 0,-3 2 3 15,3 1-2-15,-4 0 3 0,3 1-2 0,-3 1-1 16,1 1 0-16,0 1-1 0,2 1 1 0,-3 4 1 16,-1 1 1-16,0 1 0 0,0 4 0 0,2-1-3 15,-2 2-4-15,1 1-6 0,0 0-10 16,3-2 0-16,-1 2-1 0,7-1 2 0,-1 1 2 15,6-1 3-15,-2 2 1 0,4 0 0 0,0 0 1 16,0 2-6-16,6 0-1 0,-3-1-1 0,2 1-4 16,-1 0 1-16,4-1 2 0,-3-1 3 0,3 0 5 15,0 0 3-15,1 0 4 0,-1-4 2 16,2-2 4-16,2 1 2 0,-1-3 0 0,0 0-1 16,-2 0 4-16,1 0 4 0,3 0 4 0,0-1 2 15,4 2-1-15,0 2-3 0,2-1-5 0,-2 2-2 16,4 0-4-16,0 2 0 0,3 1-1 0,-1 0-2 15,5 1 0-15,-3 0 2 0,0 0-1 16,6 1-1-16,-1 2 1 0,-2 0-4 0,4-1-1 16,0 0-1-16,2-1 1 0,-1 0 0 0,4-1 1 15,-2 0-2-15,1 0-3 0,0 0 1 16,-1 0 0-16,0 0 3 0,-1 0 2 0,-2 0-1 16,0-1 2-16,0 1-2 0,-2-1 2 0,2 1 1 15,-2 0 1-15,3 0 2 0,0 0 0 16,0 1-1-16,-1 1 0 0,2 0-1 0,0 1 0 15,2 0 2-15,0 2-2 0,-1 0-1 0,2-1 3 16,1 1-2-16,3-2-7 0,1 0-8 0,2-2-16 16,0-1-15-16,0 0-10 0,0 0-4 0,-1-1 3 15,0-3 2-15,-3 1 4 0,-3-1 7 16,-1 0 10-16,-6 0 12 0,2 1 10 0,-6-1 7 16,0 1 6-16,-3-1 10 0,-1 1 7 0,1 0 7 15,0-1 7-15,1 2 0 0,0 0-2 0,0 0-5 16,2 1-4-16,2 1-5 0,1 0-3 0,0 0-4 15,3 1-3-15,-1 2-4 0,2 0-5 16,-2 1-12-16,0-1-22 0,-2-1-21 0,1 1-14 16,-3-1-11-16,-2-1-1 0,-1 0 3 0,-3-1 8 15,-4 0 16-15,-1 0 22 0,-3 0 20 0,-3 0 16 16,0-2 15-16,-7 0 21 0,0 0 25 16,-2 0 22-16,-3 1 12 0,0 0 1 0,-1 0-10 15,1 0-14-15,1 0-14 0,0-1-11 0,1 2-10 16,1-1-10-16,2 1-8 0,0 0-6 15,1 0-7-15,-1 0-4 0,1 0-1 0,-1 0-5 16,-2 0 2-16,-1 1-4 0,-1 1 0 0,-2 0 3 16,0 0-2-16,-4 0-1 0,0-1 1 0,-3 1-2 15,-3 0-2-15,-1-1-2 0,-3-1-1 16,-1 1 4-16,0-1 4 0,0 0 10 0,0 1 3 16,0 0-1-16,0 2-1 0,0 1 1 0,-1 3 0 15,-2 4 3-15,1 1-1 0,-2 5-4 0,3 4-3 16,0 4 0-16,-1 3-1 0,2 4 1 0,0 0 1 15,0 3 0-15,0 1 2 0,3 2-5 16,0 1-1-16,3 1-4 0,-3 2-3 0,2-1-3 16,1-1-2-16,0-1-4 0,-3-3-5 0,-1 0 0 15,1-3-1-15,0-1 0 0,-3-1 11 0,0-4 1 16,0 1 6-16,0-3 4 0,0 2 2 16,-3-1 4-16,0 2 1 0,2 1 1 0,1-2-2 15,0 2-1-15,0 1 1 0,1 1-1 0,5 0-2 16,-3 2-2-16,4 1-4 0,-1 0-6 0,-1 1-18 15,0-2-19-15,1-2-23 0,-1-2-18 16,0-2-9-16,0-3 6 0,-1-5 12 0,-2-2 15 16,-2-4 20-16,0-4 10 0,0-3 17 0,-2-2 24 15,-7-2 22-15,-1-2 21 0,-1 0 12 16,-7 0 6-16,2 0 0 0,-4-4-1 0,-2-1-5 16,-1-1-4-16,-1-2 7 0,-4-3-11 0,-3 2-9 15,0-1-10-15,-5 0-15 0,-1-2 4 0,-2 1 9 16,-2 2 8-16,0-3 6 0,-3 1-6 0,0 2-10 15,-1 1-11-15,-2 0-12 0,1 1-8 16,-1 2-1-16,-2 0-4 0,3 2 0 0,-4-1-3 16,0 2 1-16,0-1 2 0,-4 2 0 0,1 0 3 15,-2 1-3-15,0-1 0 0,-1 0-3 0,-4 1 1 16,0-1 1-16,1-1-3 0,-2 1 2 0,-2-1 0 16,0 1 0-16,0 0 8 0,0-1 2 15,0 1 3-15,-1 0 0 0,2 1 0 0,-1-1-2 16,1 0 0-16,1 1-2 0,0 0-3 0,1 0 1 15,0 0-2-15,-1 3-1 0,2 1 0 16,-1 0-1-16,-1 2 2 0,2 1-1 0,-3-1 0 16,1 1-1-16,-1-2-1 0,-1 1 1 0,1 0-3 15,1-2 2-15,-1 1 1 0,0 1 1 0,-1-1 2 16,0-1 0-16,-1 2 4 0,0-1 3 16,-1-1 4-16,0 0 4 0,-1 1 4 0,0-1 6 15,4 0 3-15,0 0 2 0,2 0-7 0,0 0-1 16,0-1-3-16,5 2-4 0,-4-2 0 0,0 2-4 15,-1 0-1-15,3 1-4 0,-2-1-1 16,-1 2-1-16,1-1-1 0,-1-1-1 0,4 1-1 16,0 1 0-16,0-1 0 0,0-1 2 0,4 1 1 15,1-2 0-15,0 1-2 0,1-1-2 0,1 2 0 16,-1-2-3-16,5 2-1 0,-3 0-4 0,7 0-1 16,-1 0 2-16,4-2 1 0,5 0 4 15,1-3 0-15,4 0 2 0,4-1 0 0,4 0-2 16,2 0-1-16,5-1-1 0,1-1-3 0,4-1-5 15,1 1-13-15,3 0-26 0,0-1-53 0,4 1-129 16,0 1-63-16,0-2-317 0</inkml:trace>
  <inkml:trace contextRef="#ctx0" brushRef="#br0" timeOffset="97950.19">20613 6518 0 0,'0'0'0'15,"0"0"6"-15,0 0 15 0,0 0 0 0,0 0-9 16,0 0-14-16,0 0-7 0,0 0-10 0,0 0-11 16,0 0 30-16,0 0 0 0,0 0 0 15,-15-41 0-15,13 38 0 0,-1 0 0 0,0-1 0 16,2 1 0-16,-1-1 0 0,0-1 0 0,-2-1 0 15,3 2 107-15,-2-1-42 0,2-1-38 0,0 0 7 16,-2 0 13-16,1 1 3 0,2 0 13 0,-1 0 16 16,1-1 1-16,0 0 2 0,0-1-23 0,0-1-29 15,0 0-10-15,0-1-8 0,0 0 18 16,3 2 34-16,0 1 14 0,-3 1-2 0,0 2-22 16,0-1-41-16,1 1-20 0,-1 1 1 0,1 0 4 15,-1 2 2-15,0 0-11 0,0 0-13 0,0 0-13 16,0 0-13-16,0 0-12 0,2 0-4 15,-2 0 10-15,1 3 10 0,0 0 18 0,3 4 9 16,-3 1 1-16,1 3 11 0,-1 3 4 0,-1 4 11 16,0 2-1-16,0 1-4 0,0 5-4 15,0-1-3-15,0 0 3 0,0 0-2 0,-1 1 2 16,-1-3-1-16,1 0 0 0,-1-3 0 0,0-2 0 16,1-2 0-16,1-1 1 0,0-1-1 15,-1-2 2-15,1 0-2 0,0-2-1 0,0 1 2 16,0-3 1-16,0 0 2 0,0-2 0 0,1 0 0 15,0-1 2-15,4-3 5 0,-2 0 2 0,1 0 4 16,1-2 3-16,0 0-3 0,2 0-2 0,-2-3-7 16,-1-2-7-16,0-2-2 0,0-1-1 0,-1-4 1 15,-3-2-4-15,0-3 1 0,0-1-2 16,0-2 1-16,0-2 1 0,-1-1-1 0,-1-1 7 16,-2 0 7-16,1 1 6 0,2 0 4 0,-1 0-2 15,0 1-8-15,-2 2-1 0,3 1-4 0,-2 0 6 16,0 5 0-16,1 2-2 0,0 3 3 15,1 2 10-15,0 2 10 0,1 3 3 0,-1 1-7 16,1 1-26-16,0 0-32 0,0 0-28 0,0 0-5 16,2 0 9-16,2 1 17 0,3 4 22 0,0 2 5 15,1 3-7-15,-2 3-1 0,4 2 3 16,0 6 4-16,-1-1 6 0,3 2 6 0,0 1 0 16,2-2 2-16,-2 0 0 0,0 0 2 0,5-2-2 15,-3 0 0-15,2-1 1 0,-4-4 0 16,-1 0 2-16,0-2-2 0,-2-2 0 0,-3-2-1 15,-3-1 1-15,-1-3-1 0,1-1-1 0,-2-1 3 16,-1-1 6-16,0-1 17 0,0 1 16 0,0-1 15 16,0 0-3-16,-1 0-13 0,-3 0-11 0,3 0-8 15,-2 0 5-15,-2-2 3 0,4-3-7 0,0-1-25 16,1-6-48-16,0-2-49 0,0-5-43 16,7-3-16-16,-2-4 28 0,6 0 12 0,-2 0 40 15,0 2 39-15,0 2 24 0,-5 3 46 0,2 5 14 16,-3 5-2-16,-3 5-14 0,2 1-12 0,-2 3-11 15,0 0-5-15,0 4 2 0,0 4 6 16,-2 3 4-16,-1 4 2 0,-3 4 3 0,3 2-1 16,-5 4-3-16,4 3 0 0,-3 2-6 0,1 2 0 15,0 1 0-15,-2-1 2 0,1-1 1 16,2-3-6-16,-3-2 5 0,1-3-4 0,0-3 3 16,-1-3 4-16,0-2-2 0,4-5 7 0,-3-2 9 15,3-3 16-15,4-3 24 0,-1 0 23 0,1-1 17 16,0-1 5-16,0 0-10 0,0-3-33 15,1-5-35-15,6-5-30 0,1-3-33 0,2-5-14 16,5-5-2-16,-3 0 0 0,0-1 8 0,0 0 11 16,0-1-1-16,2 1-9 0,-1 1-8 15,-2 3 1-15,2 4 11 0,-3 3 21 0,-3 6 23 16,2 4 5-16,-6 2-2 0,3 3-5 0,-3 1-6 16,3 0 0-16,-2 0 1 0,4 3 1 0,-3 3-1 15,2 2-2-15,-1 3 2 0,-1 5-4 0,3 2 5 16,-4 3 2-16,1 3-1 0,-2 1 4 0,-3 2-8 15,2-1-1-15,-2 1-1 0,0-2-1 16,0-2 0-16,-3-2 1 0,0-2 2 0,-3-4-1 16,4-2 4-16,-1-5 6 0,-3-2 13 0,6-3 19 15,-4-3 9-15,1 0 4 0,0 0-6 0,-1 0-11 16,-1 0-4-16,1-3-3 0,-3-4 1 16,5-1-5-16,-3-3-6 0,2-2-12 0,3-3-10 15,0-3-5-15,2-3-8 0,4-2-1 0,6 0-5 16,-1-1-4-16,6-2-5 0,-1 3-10 15,2 0-16-15,0 0-4 0,2 4 3 0,1 1 11 16,-1 4 15-16,0 4 7 0,1 3 3 0,-2 3 2 16,0 4 1-16,-2 1 0 0,0 1 1 0,-2 6 0 15,-3 5 4-15,-1 3 5 0,-1 3 4 16,-3 4 4-16,-1 2 5 0,-2 2-1 0,-1 1 5 16,-2 2-2-16,-1-2-1 0,0 0 1 0,-5-2-1 15,-1-2 3-15,-2-1 1 0,-3-5 4 0,1-3 6 16,-1-2 6-16,-3-5 5 0,1-3-1 0,-1-2-4 15,-3 0-7-15,0-2-5 0,1 0-1 16,-2 0-3-16,0-5 2 0,3-3 6 0,-1-3 9 16,4-3 6-16,2-3-1 0,2-2-5 0,4 0-15 15,3-4-10-15,1 1-8 0,1-2-11 0,6 2-5 16,0-3-14-16,3 0-8 0,1 0-4 0,4-1 0 16,-1 1 13-16,2 1 15 0,-2 5 10 15,-2 1 10-15,-1 5 2 0,1 5 0 0,-2 2-4 16,-3 3-4-16,1 3-2 0,2 0 0 0,-2 0-1 15,-2 2 4-15,0 5-3 0,2 1 0 16,-5 5 3-16,2 2 3 0,-3 4 6 0,-2 5 1 16,0 2 3-16,0 2-2 0,-4 0 3 0,-2 3 0 15,-3-4-1-15,-1 1 3 0,-2-4-1 16,-3-3 4-16,1-3 5 0,-4-3 8 0,4-4 9 16,-3-3 6-16,2-3 4 0,-2-3-4 0,1-2-5 15,2 0-7-15,0-1-7 0,-2-6-5 0,0-2-8 16,1-3-8-16,-1-3-9 0,1-4-11 0,2-1-9 15,-3-5-2-15,5 0 0 0,-1-1 10 0,2-4 9 16,2 1 9-16,4 0 5 0,2-1-1 16,2-1-5-16,5 1-9 0,4 2-7 0,1 0-8 15,4 2 1-15,2 5 0 0,0 1 3 0,1 5 6 16,2 5 5-16,0 1 2 0,0 4 1 0,1 3-4 16,-2 2-4-16,0 0-2 0,1 5-3 15,-3 5-1-15,-2 3 0 0,-3 6 3 0,1 4 3 16,-3 2 4-16,0 4 4 0,-3 1 2 0,-3 3 3 15,-3 2 0-15,0-1 5 0,-2 0 0 0,-5-1 1 16,-2-3 3-16,-4-3 2 0,-1-2 6 16,-2-5 4-16,-2-2 8 0,0-3 5 0,-3-5 6 15,1-1 2-15,-3-3-2 0,3-3-5 0,-4-2-6 16,0-1-4-16,1 0 1 0,0-4-3 16,4-3 4-16,0-2 5 0,6-3 3 0,1 1 1 15,5-1-12-15,5 0-22 0,2-2-35 0,0-1-38 16,7-1-38-16,6-1-37 0,0 0-19 0,2 0 0 15,0 3 21-15,0 3 36 0,-2 3 43 0,-2 3 35 16,0 2 21-16,-2 0 11 0,0 3 7 16,-1 0 9-16,-1 0 13 0,2 0 12 0,-3 0 6 15,-1 0 5-15,3 1-9 0,-3 2-7 0,0-1-4 16,-2-1-9-16,2 2-1 0,-2-1-2 0,-1-1-1 16,0 0-4-16,1 0 4 0,-3 1-3 0,1-1-1 15,-1-1 0-15,0 1-5 0,1-1-2 16,-1 0-1-16,0 1-6 0,0-1 4 0,0 0 0 15,0 0 0-15,0 0 2 0,0 1 0 0,0-1-2 16,0 0-1-16,0 0 0 0,0 1 3 16,-1 1 1-16,-3 0 3 0,2 0 3 0,-2 0-2 15,0-1-1-15,1 1-3 0,1 0 0 0,-2 0-4 16,1-1-4-16,2 0-1 0,-1 0-2 0,0 1-2 16,-2 0 0-16,2-1-1 0,0 1 1 15,0 1-1-15,-1-1 3 0,0 0 1 0,1 1 1 16,0-1 2-16,-2 0 0 0,1 2-1 0,0-2 0 15,0 1 2-15,-1-2 3 0,2 1 0 16,0-1 3-16,-1 0-2 0,1 0 3 0,1 1-1 16,0-1-4-16,1-1 1 0,-1 1-4 0,1-1-3 15,0 0-2-15,0 0-2 0,0 0-1 0,0 0-3 16,0 0 1-16,0 0 0 0,0 0 1 0,0 0 5 16,0 0 2-16,0 0 4 0,0 0 2 0,0 0 3 15,0 0 6-15,0 0 0 0,0 0 3 16,0 0-2-16,0 0 1 0,0 0-2 0,0 0-3 15,0 0-2-15,0 0-3 0,0 0-5 0,0 0-3 16,0 0-3-16,0 0-4 0,0 1-4 0,0-1-3 16,0 0-1-16,0 0 0 0,0 0 2 15,0 0 5-15,0 0 4 0,0 0 3 0,0 0 4 16,0 0 1-16,0 0 2 0,0 0 1 0,0 0 1 16,0 0 0-16,0 0-1 0,0 0-4 15,0 0-1-15,0 0-2 0,0 0-2 0,0 0-4 16,0 0-1-16,0 0 0 0,0 0 3 0,0 1 1 15,0 0 4-15,0 1 0 0,0-1 0 0,0-1 1 16,0 2 0-16,0-1 1 0,0-1 1 16,0 0 1-16,1 1 1 0,-1-1-1 0,0 0 2 15,0 0 0-15,0 0-1 0,0 0 1 0,0 0-1 16,0 0 1-16,0 0-2 0,0 0-1 0,0 0-1 16,0 0-2-16,0 0-1 0,0 0 0 0,0 0 1 15,0 0-1-15,0 0-1 0,0 0 0 16,0 0-1-16,0 0 1 0,0 0 1 0,0 0 1 15,0 0 0-15,0 0 3 0,0 0-1 0,0 0 2 16,0 0 0-16,0 0 0 0,0 0 1 0,0 0-1 16,0 0-1-16,0 0-3 0,0 0-3 0,1 0-2 15,-1 0-5-15,0 0 1 0,0 0-1 16,0 0 3-16,1 0 4 0,-1 0-1 0,2 1 3 16,-1 0-1-16,1 0 0 0,-1-1 1 0,-1 2 0 15,0-2 0-15,1 0 0 0,-1 0 1 16,0 0 0-16,0 0 0 0,0 0 0 0,0 1-4 15,0-1 4-15,0 0-1 0,0 0 2 0,0 0 3 16,0 0-4-16,0 0 1 0,0 0 1 16,0 0-2-16,0 0 1 0,0 0 1 0,0 0 0 15,0 0 1-15,0 0-3 0,0 0-2 0,0 0-5 16,0 0-5-16,0 0-8 0,2-3-15 0,-2 0-17 16,1-1-24-16,2 0-10 0,0-2 2 15,-2 2 10-15,0-1 11 0,-1 1-9 0,1-2 3 16,-1 0-18-16,1 0-50 0,-1 3-41 0</inkml:trace>
  <inkml:trace contextRef="#ctx0" brushRef="#br0" timeOffset="99030.8">20400 5754 0 0,'0'0'0'0,"0"0"0"0,0 0 0 16,0 0 0-16,0 0 7 0,0 0 124 0,0 0-85 16,0 0-34-16,0 0-9 0,0 0-1 0,0 0 0 15,0 0-2-15,0 0 7 0,0 0 5 16,46-26 10-16,-45 26 16 0,-1 0 4 0,0 0 1 15,0 0-11-15,0 0-18 0,0 0-14 0,0 0-12 16,0 0-8-16,0 0 3 0,1 4 10 0,1 2 21 16,0 3 26-16,-2 4 20 0,0 4 3 0,0 6-6 15,-4 5-18-15,1 4-19 0,-2 4-3 16,1 7-1-16,-1 7 4 0,0 3 2 0,-3 5-3 16,5 6 1-16,-2 3-3 0,1 1-4 0,1 5 0 15,-2 3-4-15,3-2-1 0,-2 3 1 0,-2-1-3 16,4-1 3-16,-1-2 0 0,-2-1 2 0,5-3-2 15,-1-4 2-15,1-4 0 0,0-2-3 16,0-2-1-16,2-5-3 0,4-2-2 0,-3-4 3 16,2-3 0-16,-1-4 2 0,-2-4-2 0,3-5-1 15,-2-6 0-15,-2-5 0 0,0-8 2 16,-1-4 21-16,1-4 38 0,-1-3 37 0,0 0 22 16,0-1-8-16,0-5-32 0,-1-2-38 0,-1-5-23 15,0-3-12-15,-3-4-5 0,3-4-2 0,-2-3 0 16,-1-3 1-16,3-5-2 0,0-2 7 15,0-1 2-15,0-1-1 0,0-1-4 0,1-3-3 16,1-2-4-16,0-2 0 0,0-2 0 0,1-1 2 16,4-3-2-16,-2-2 3 0,2 0-3 0,0-2 6 15,-2 1-2-15,4-2-1 0,0-1 5 16,-2 0-4-16,5-1-1 0,-2-1-1 0,0 3 1 16,-1 3-2-16,1 2 4 0,-2 4-2 0,-2 3 0 15,1 2 2-15,-3 4 3 0,-1 5-1 0,0 2 3 16,-1 5-5-16,0 1 2 0,0 1 1 0,0 4 3 15,0 3 1-15,0 1-2 0,0 6 0 16,0 1-3-16,-1 3-3 0,1 4-3 0,0 3-12 16,0 0-18-16,0 1-21 0,0 0-21 0,0 0-18 15,0 0 6-15,0 2 18 0,2 7 22 0,0 1 25 16,2 6 10-16,0 5 3 0,-3 7 2 16,1 5-1-16,-2 9-3 0,0 5 2 0,0 4-1 15,0 7 2-15,-3 4 0 0,0 4 1 0,-1 2 0 16,0 3-1-16,1 5 0 0,-2-1-2 15,4 3 1-15,-2-1 0 0,1 2 2 0,0-3 0 16,0 2-2-16,1-4 0 0,1-5 2 0,0-1-7 16,0-2-5-16,0-6-7 0,3-4-6 0,0-4-8 15,0-7-16-15,-1-6-33 0,5-8-57 16,0-6-54-16,1-9-9 0,-1-6-31 0,0-6 38 0</inkml:trace>
  <inkml:trace contextRef="#ctx0" brushRef="#br0" timeOffset="99950.2">21641 5859 716 0,'0'0'297'16,"0"0"-212"-16,0 0 13 0,0 0 9 0,0 0-24 16,0 0-28-16,0 0-35 0,0 0-39 15,0 0-44-15,0 0-54 0,0 0-13 0,0 0 14 16,0 0 33-16,0 0 50 0,-19-58 29 0,20 82 10 15,-1 6 10-15,0 9 4 0,0 8 3 0,-1 8-3 16,-4 7-2-16,1 5-4 0,-2 7-3 16,1 4-4-16,-1 1 4 0,1 5-1 0,-1-2-1 15,4 3 1-15,-1-1-3 0,-2-1-3 0,4-3 5 16,-1-2-4-16,1-5 0 0,-1-5-2 16,2-5-2-16,0-5 0 0,-1-5-1 0,1-8 0 15,0-6-1-15,-1-8 2 0,-1-6-1 0,2-9 3 16,0-5 18-16,-1-8 33 0,1-3 31 0,-2 0 8 15,2-8-21-15,0-6-40 0,0-9-46 16,0-6-22-16,3-8-12 0,1-9-1 0,2-7 7 16,3-8 12-16,-1-5 8 0,3-5 7 0,-1-4 7 15,1-3-3-15,1-3 6 0,0 1-2 0,2 1 2 16,-3 2 4-16,0 2 1 0,-1 3 0 0,-2 5 3 16,-3 6 3-16,0 7 9 0,-4 7 8 0,-1 6 9 15,0 9 7-15,0 8 6 0,-3 7-4 16,0 6-8-16,0 4-12 0,1 5-25 0,0 1-34 15,1 1-52-15,-1 0-14 0,-1 7 3 0,-5 4 25 16,2 6 42-16,1 4 15 0,-1 4 1 16,3 2 2-16,2 2-2 0,1-1-9 0,3 1-25 15,3-2-42-15,4-4-52 0,3-2-18 0,0-3 21 16,2-4 28-16,0-6 21 0,2-5 16 0,0-3 78 16,0-2 0-16,0-8 0 0,3-3 0 15,1-2 3-15,-1-3 77 0,7-2-12 0,1-2-35 16,2-3-8-16,4-2-3 0,1 0 2 0,2-3-5 15,2 0-1-15,-1 0 0 0,5 1-1 16,-2 1-1-16,0 3 14 0,-1 2 12 0,1 0 12 16,-1 5 8-16,2 3-8 0,3 2-16 0,0 3-15 15,2 2-13-15,4 3-7 0,0 2-3 0,4 0-2 16,2 3-2-16,3 0-3 0,-2 2-5 0,3 2-9 16,2 2-9-16,-1 2-8 0,1 1-10 15,3 1-19-15,-1 1-12 0,4 0-2 0,-3 1 13 16,1 0 8-16,-18-4-51 0,-17-3 80 0</inkml:trace>
  <inkml:trace contextRef="#ctx0" brushRef="#br0" timeOffset="100104.04">24076 5988 0 0,'0'0'21'0,"0"0"42"15,0 0-48-15,0 0-4 0,0 0-2 0,0 0 1 16,0 0 1-16,0 0 2 0,119 58 9 0,-115-47 5 16,2 0 2-16,-2 4-4 0,3 5-8 15,-4 2-8-15,1 7-4 0,-3 6-3 0,-1 4-6 16,0 5-4-16,-5 5-8 0,-4 5-6 0,-3 5-10 15,0 3-2-15,-6 1 3 0,2 1-7 0,-4-1-66 16,5-15 104-16,6-17 0 0</inkml:trace>
  <inkml:trace contextRef="#ctx0" brushRef="#br0" timeOffset="100312.22">23633 7597 66 0,'0'0'27'0,"0"0"-9"0,-155-60-4 16,87 37-2-16,-1 2-5 0,-4 0-3 15,-4 2 2-15,1 1 12 0,-2-1 41 0,4 3 67 16,3-2 64-16,6 3 30 0,6 1-9 0,11 1-54 16,8 1-58-16,8 4-56 0,7 3-60 0,4 3-67 15,7 2-90-15,3 2-112 0,5 1-430 0</inkml:trace>
  <inkml:trace contextRef="#ctx0" brushRef="#br0" timeOffset="108132.11">18057 9257 1127 0,'0'0'-24'0,"0"0"-37"0,0 0-22 0,0 0-1 15,0 0 25-15,0 0 29 0,-29 147 17 0,27-93-1 16,2 7-13-16,0 5-34 0,0 4-45 0,-1 2-23 16,1 3-1-16,-4-2 33 0,3-3 38 0,-2-4 27 15,3-7 13-15,-3-7 4 0,-2-7 10 16,2-9 4-16,-3-7 4 0,1-5 4 0,-2-8 2 15,-1-5 4-15,2-2 6 0,-1-6 5 0,-2-3 3 16,4 0-2-16,-2-6-6 0,-1-7-12 0,4-4-7 16,-3-7-6-16,1-6 3 0,1-7 0 15,-2-5-1-15,3-6 1 0,-3-5-4 0,3-4 0 16,-2-7-2-16,2-1 0 0,-2-3 4 0,3-2 2 16,-3 2 6-16,2 3 8 0,-1 7 25 15,1 6 37-15,1 9 42 0,-2 11 35 0,3 10 0 16,0 7-25-16,1 6-46 0,1 4-49 0,0 3-54 15,0 2-24-15,2-1-7 0,5 0 9 0,4 1 24 16,3 0 14-16,3 0 5 0,5 0 1 16,2 0 4-16,4 0 2 0,4 1 0 0,4 0 5 15,3-1 0-15,5 0 0 0,2 0 2 0,7 0-3 16,1 0-2-16,-1 0-3 0,6 0-2 0,2 0-4 16,1 0 2-16,4 1-1 0,1 1 3 15,3 0-2-15,2-1 4 0,5 0-1 0,-3 0 0 16,6 0-2-16,-1 2 0 0,1-1 1 0,-3 0-4 15,5 1 5-15,3-1-4 0,0-1 5 0,-1 1-2 16,5 1-4-16,0-2 1 0,1 1-5 0,2-1-2 16,0 2 5-16,1-2-6 0,1-1 5 0,5 1-3 15,-1-1-4-15,1 0-1 0,1 0-9 16,0 0-5-16,1-2-5 0,1 1-7 0,-2 1-1 16,1 0-1-16,-3 0-2 0,1 0 0 0,-1 0 0 15,-3 0 4-15,0 0 0 0,-1 1 5 16,-1-1 7-16,-2 0 1 0,-1 1 4 0,-2 0 5 15,0 0-2-15,-3 0 2 0,-1-1 1 0,0 0 4 16,1 0 4-16,-4 0 3 0,2 0 1 16,-1-2-3-16,-2 0-6 0,0-1-4 0,-4 1-37 15,-19 0 28-15,-19 1 26 0</inkml:trace>
  <inkml:trace contextRef="#ctx0" brushRef="#br0" timeOffset="108989">23853 9317 0 0,'0'0'0'0,"0"0"27"0,0 0-7 15,123-17 5-15,-96 15-5 0,-6 2-4 0,0 0-8 16,-1 0-13-16,-2 3-1 0,-2 2-2 0,0 1 3 16,-4 1 1-16,2-1 2 0,-3 2 0 15,-3 1 0-15,1 0 2 0,0-1 0 0,-3 0 0 16,-2 0 0-16,0 0-1 0,-1 1 2 0,-2-1-1 16,-1 3 4-16,0-2 0 0,-6 3 9 0,0 1 4 15,-3 1 10-15,-1 3 15 0,-2 2 7 0,0 3 10 16,-1 2-2-16,0 2-6 0,4 4-4 15,-1 2-3-15,1 4 1 0,5 1-4 0,-1 2-6 16,5 5-12-16,0 0-13 0,2 1-7 0,4-1-9 16,3 1-4-16,0-1-8 0,-1-1-4 15,5-2-10-15,-2 0-5 0,-1 0-3 0,2-2 0 16,-3-1 1-16,0-3 8 0,-3-3 10 0,-1-3 8 16,-4-3 9-16,-1-3 12 0,0-4 13 15,-2 0 16-15,-8-2 29 0,-1 0 23 0,-5-4 23 16,-1 1 16-16,-1-3 10 0,-4 1 3 0,-2-3 5 15,1 0-14-15,-3-1-17 0,1-2-28 0,1-1-29 16,-2-1-22-16,1-1-20 0,-2-1-18 0,-3-1-15 16,0 0-17-16,-3-1-12 0,-4 0-8 0,0-2 3 15,-5-3 7-15,-2 1 11 0,-2-3 12 0,-4 0 7 16,-4-3 11-16,0 2 6 0,-5-2 4 16,-1 0 5-16,-4 0 5 0,-2-2-1 0,-2 1 9 15,-1 0 4-15,-5 0 1 0,0 0 5 0,-4 2-1 16,-1 0-5-16,-4 0-2 0,-1 1-6 15,0-1-5-15,-2 0-7 0,-2 1-9 0,1 0-6 16,-2 0-4-16,-1 2-2 0,-4-1-1 0,2 2 1 16,1 0-6-16,-5 1-1 0,1 0-3 0,0 2-2 15,-3 0-1-15,-1-1 0 0,-5 1 1 16,2 1 6-16,-2-2 0 0,-5 1 8 0,0 0 5 16,-6-1 6-16,-1 2 7 0,-4 0 4 0,-2 1 6 15,0 0 2-15,-2 0 8 0,0 0 8 16,0 0 10-16,2 0 3 0,1 1-5 0,6 2-9 15,1-2-12-15,4 1-13 0,5-1-3 0,0 0-6 16,11 1-1-16,0-1-3 0,12-1 1 0,3 0 1 16,9 0 3-16,6 0 7 0,7-4-1 0,6 0 3 15,8-3 1-15,5 0-4 0,8 0 1 16,7 0-3-16,3 0-12 0,4 1-1 0,3 1-14 16,5 0-12-16,3-1-15 0,-1 2-16 0,4-3-8 15,1 2-5-15,1 0 4 0,0-1 9 0,0 1 9 16,1 1 14-16,0 0 12 0,3 2 13 0,-1-1 8 15,-1 2 7-15,-1 1 5 0,0 0 0 16,2 0-1-16,-1 0-3 0,0 0 1 0,0 0 2 16,0 0 0-16,2 0 1 0,-1 3 4 0,-1-2-1 15,4 1 8-15,-3 0 3 0,4 1 5 16,-3-1-7-16,5 0 1 0,-2 1-9 0,-2 0-5 16,3 2-3-16,1-1-2 0,-4 1-3 0,2 2-2 15,1-2-4-15,-4 2 0 0,4 0-3 0,-5 1-3 16,4 1 0-16,-5 0-6 0,4 0-7 15,-3 1-9-15,-2 2-11 0,3-1-20 0,-4 1-35 16,0-1-44-16,0-1-49 0,0-1 3 0,-4-5-67 16,3 0 148-16</inkml:trace>
  <inkml:trace contextRef="#ctx0" brushRef="#br0" timeOffset="109666.83">18404 9930 151 0,'0'0'17'0,"0"0"-31"0,0 0 4 16,0 0 4-16,0 0 0 0,0 0 5 0,0 0-1 15,0 0 2-15,0 0 0 0,21-128-2 0,-11 118 0 16,2 0-3-16,5 4-2 0,-3-1-3 0,4 1-40 16,-6 1-3-16,-3 3 53 0</inkml:trace>
  <inkml:trace contextRef="#ctx0" brushRef="#br0" timeOffset="110050.21">19406 9513 714 0,'0'0'96'0,"0"0"-68"16,0 0-7-16,0 0 0 0,0 0-3 0,0 0 10 16,0 0 4-16,0 0 13 0,0 0-5 15,0 0-18-15,0 0-24 0,0 0-19 0,0 0-7 16,-34-63 8-16,31 92 17 0,-1 7 12 0,-2 8 4 15,-1 7 0-15,4 3-3 0,-3 4-9 0,2 2-4 16,3 0-4-16,0 0-3 0,0-4-5 16,1-2-2-16,0-2-9 0,0-8-3 0,2-5-9 15,0-5-12-15,6-7-15 0,-1-7-20 0,-2-8-10 16,5-3 4-16,0-8 11 0,0-1 16 0,0-10 4 16,3-2-5-16,2-6 4 0,-4 1-35 15,-6 6 16-15</inkml:trace>
  <inkml:trace contextRef="#ctx0" brushRef="#br0" timeOffset="110340.23">19837 9506 0 0,'0'0'42'0,"0"0"-4"0,0 0-24 0,0 0-9 16,0 0 1-16,0 0 3 0,120 6 4 0,-105-1 7 16,1-2 6-16,0 2 2 0,-2-2 0 15,-1 1 0-15,-2-1 0 0,2 1 1 0,-1-1 11 16,-2-1 10-16,0 2 15 0,-4-2 5 0,3 1 2 15,-2-2-6-15,-1 2-7 0,1 0-8 0,-3 1-2 16,2 3 12-16,-4 3 9 0,4 5 13 0,-4 7-1 16,4 6-12-16,-3 7-19 0,-1 8-14 15,-1 4-13-15,1 4-8 0,1-1-11 0,-1 0-1 16,0-2-8-16,-1-3-2 0,4-2-9 0,-1-5-6 16,-1-3-6-16,3-1-6 0,-1-6-4 15,0-2-9-15,-2-5-9 0,4-2-24 0,-3-6-28 16,3-5-31-16,-1-3-29 0,-1-4-12 0,2-1 28 15,2-4 30-15,-5-2-32 0,2 3 153 0</inkml:trace>
  <inkml:trace contextRef="#ctx0" brushRef="#br0" timeOffset="110682.43">21358 9673 634 0,'0'0'261'0,"0"0"-144"0,0 0-46 0,0 0-30 15,0 0-34-15,0 0-11 0,0 0-10 0,0 0-12 16,0 0 3-16,0 0 13 0,0 0 14 16,0 0 10-16,0 0 4 0,4 92-12 0,-4-46-9 15,0 3-11-15,-1 3-10 0,-2 0-11 0,-1-2-9 16,2-4-13-16,1-3-12 0,1-4-15 0,0-5-20 16,0-2-15-16,0-3-21 0,1-2 5 15,2-5 17-15,0-7-32 0,-2-5 150 0</inkml:trace>
  <inkml:trace contextRef="#ctx0" brushRef="#br0" timeOffset="111090.06">22416 9631 102 0,'0'0'51'0,"0"0"7"0,0 0 8 16,0 0 3-16,0 0 14 0,0 0 7 0,0 0-3 15,0 0-12-15,0 0-28 0,0 0-20 0,0 0-21 16,0 0-15-16,0 0-13 0,0 0-9 0,62-44-1 16,-59 44 3-16,1 0 9 0,0 6 14 0,-2 2 10 15,-1 4 8-15,0 4 10 0,-1 6 8 0,0 6 6 16,0 4 5-16,0 5-2 0,-1 5-3 16,0 4-7-16,1 0-11 0,-2 2-5 0,2 1-11 15,0-2-6-15,0-1-8 0,0 0-6 0,2-5-14 16,-1-2-19-16,3-4-28 0,-1-6-52 15,1-4-43-15,1-9-25 0,-2-8 5 0</inkml:trace>
  <inkml:trace contextRef="#ctx0" brushRef="#br0" timeOffset="111456.52">23051 9417 41 0,'0'0'225'0,"0"0"-189"16,0 0-21-16,0 0-9 0,0 0-3 0,0 0 13 15,0 0 13-15,0 0 11 0,0 0 7 16,0 0-7-16,-23 147-4 0,26-105-10 0,3 6-12 16,1 5-5-16,-1 5-7 0,-2 5-5 0,2 1-10 15,-4-1-11-15,2 0-23 0,0-3-21 0,-3-2-36 16,3-4-12-16,-3-4 14 0,0-14-6 15,-1-13 108-15</inkml:trace>
  <inkml:trace contextRef="#ctx0" brushRef="#br0" timeOffset="112129.83">18654 9413 322 0,'0'0'71'16,"0"0"-1"-16,0 0 17 0,0 0 1 0,0 0-1 15,0 0-13-15,0 0-22 0,0 0-27 0,0 0-31 16,0 0-26-16,0 0-9 0,0 0 8 0,0 0 16 15,0 0 21-15,-50 116 6 0,45-65 4 16,4 5 1-16,1 4-6 0,0 5-5 0,0 2-8 16,0-2-16-16,0 2-22 0,0-3-55 0,0-16-71 15,0-16-304-15</inkml:trace>
  <inkml:trace contextRef="#ctx0" brushRef="#br0" timeOffset="115500.23">23182 9495 0 0,'0'0'15'16,"0"0"13"-16,0 0-7 0,0 0 5 0,0 0 2 15,0 0-1-15,0 0-8 0,0 0-7 16,0 0-9-16,118-44-3 0,-100 40-1 0,0 1 0 16,2 1 3-16,-1-1 1 0,2 0 2 0,-1 1 5 15,-1-1 1-15,2 0-3 0,0 0 1 0,-1 0-4 16,1 1-4-16,0 0 1 0,-2-1-3 16,2 1-4-16,-1 0-1 0,-4-1-4 0,0 2 2 15,1 0 2-15,-4 0 2 0,0 0-1 0,-3 0 2 16,0 1 0-16,-3 0 1 0,1 0 2 0,-3 0 0 15,1 0 5-15,-4 0 0 0,1 0-1 16,-2 0 3-16,0 0-4 0,1 0 0 0,-1 0 1 16,-1 0-3-16,0 0 2 0,0 0 1 0,0 0 9 15,0 0 4-15,0 0 7 0,0 0-1 16,0 0-8-16,-4 0-6 0,0 0-5 0,-2 0-1 16,0 0 4-16,0 0 1 0,-2 0 1 0,-1 0 1 15,0 0 0-15,-3 0 0 0,-1 0-1 0,3 0 1 16,-3 0 2-16,0 0 3 0,-1 0 2 0,-1 0 2 15,1 0-3-15,-3 0-1 0,3 0-2 0,-1 0 1 16,3 0-1-16,-2-2 2 0,4 2 1 16,3 0-5-16,-1-1-1 0,2 1-6 0,2 0-6 15,3-1-10-15,0 1-23 0,1 0-23 0,0 0-25 16,0 0-4-16,1 0 15 0,4-1 21 0,1 1 28 16,2-1 5-16,-1 0 11 0,0-1-1 15,3 2 5-15,0-1 9 0,1 0 0 0,3 0 2 16,-1 0 4-16,0 0-6 0,1 0 1 0,1-1-8 15,-1 2-2-15,2-1-4 0,0 1-2 16,0 0-3-16,-1 0-5 0,1 0-6 0,0 0-4 16,-3 0-3-16,-2 0-17 0,-2 0 47 0,-2 0 0 0</inkml:trace>
  <inkml:trace contextRef="#ctx0" brushRef="#br0" timeOffset="117868.15">23448 9889 397 0,'0'0'142'16,"0"0"-103"-16,0 0-21 0,0 0-11 0,0 0-8 16,0 0 11-16,0 0 24 0,0 0 32 0,0 0 21 15,0 0 10-15,0 0-21 0,0 0-24 0,0 0-28 16,0 0-18-16,65-3-7 0,-49 7-4 15,3 0-3-15,1 2-3 0,-1 1-4 0,-1 0-5 16,1 1-11-16,-4-1-10 0,-1 1-10 0,-1 0-4 16,-4-1-6-16,-3-2-4 0,-3 0 2 0,2-3 1 15,-4 1 20-15,-1-2 21 0,0-1 19 0,-6 0 15 16,-3 0 8-16,-1 0 7 0,-4 0 8 16,2-1 6-16,-3-3 8 0,0 1-6 0,3-2-7 15,-3 1-14-15,1-2-12 0,0 0-10 0,3 0-4 16,-2 1-3-16,4-1-7 0,0 0-2 0,-1 1-7 15,4 1 0-15,1 0 9 0,1 2 3 16,3 0-1-16,0 2-11 0,1-2-26 0,0 2-8 16,1 0 5-16,4 0 16 0,1 3 21 0,4-1 8 15,0 0-2-15,1 1 0 0,1-1-2 0,1 0 3 16,1 1 0-16,-3-1 5 0,-1 0-2 16,2 2 0-16,-3-2 1 0,0-1-2 0,1 2 0 15,-5-1 0-15,-1-1 1 0,-2 0 4 0,-2-1 10 16,0 1 19-16,0 1 18 0,0 0 8 15,-5 0 2-15,-1 1-8 0,-4-1 1 0,1 0-4 16,3 1 3-16,0-1-12 0,-2-1-12 0,6-1-13 16,-1 0-14-16,2 0-22 0,1 0-42 0,0 0-44 15,0 0-35-15,0-3-5 0,3-2 22 16,-1-2 37-16,3 0 40 0,0 1 24 0,-3 1 21 16,-1 2 19-16,1 2 22 0,-1 0 41 0,-1 1 28 15,0 0 21-15,0 0-3 0,-1 0-20 0,-3 0-22 16,2 0-15-16,-5 0-13 0,3 0-9 0,-3 1-4 15,2 0-9-15,-1 1-10 0,1-1-11 16,-1 2-14-16,2-2-23 0,-1 0-50 0,1 0-118 16,0 0-225-16,2-1 181 0</inkml:trace>
  <inkml:trace contextRef="#ctx0" brushRef="#br0" timeOffset="118835.83">18218 9863 749 0,'0'0'4'0,"0"0"-13"0,0 0-4 0,0 0-6 15,0 0-9-15,0 0-18 0,0 0-5 0,0 0 0 16,0 0 9-16,0 0 15 0,0 0-1 0,0 0 1 16,0 0-3-16,12-39 1 0,-10 37 7 0,4 1 4 15,-5 1 7-15,1 0 3 0,0 0 7 16,-2 0 2-16,1 0 1 0,0 0 4 0,-1 0 0 15,3 0 1-15,-3 2 4 0,0-1 2 0,0 0 6 16,0 0 5-16,0 1 7 0,0-1 8 16,0 0 5-16,0 0 5 0,0 0 2 0,0 0-2 15,-3 1-1-15,2-2 0 0,0 0-6 0,1 0-6 16,0 0-13-16,0 0-21 0,0 0-24 0,0-2-16 16,2-1-10-16,4-2-4 0,-2-2-5 15,4 0-6-15,2-1-19 0,-2 0-6 0,-2 0 7 16,0 3 12-16,2-1 25 0,-5 2 19 0,-1 1 14 15,1 2 10-15,-3-2 21 0,0 3 32 16,0 0 17-16,0 0 9 0,-4 0-1 0,2 4-13 16,-5-1-1-16,1 2 3 0,-1 0-2 0,-1 0-17 15,3 2-13-15,-3-1-15 0,0 1-9 0,4 0-7 16,-3 0-5-16,3 0-2 0,-3 1-2 0,3-1-1 16,-2 0-2-16,4 1 0 0,-2 1-6 15,0-2-4-15,3-2-7 0,-1-1-10 0,-3-2-4 16,5-2-4-16,0 1 8 0,0-1 12 0,0 0 15 15,0 0 14-15,0 0 7 0,0-1 3 0,-2-2-5 16,2-3-4-16,0-1-2 0,-1 0 3 0,0-1 7 16,-1 0 11-16,-2 0 8 0,1 1 3 15,2 0 6-15,-1 1 2 0,-2 2 6 0,2 0 4 16,0 2 5-16,0 1-7 0,-3 0-8 0,3-1-16 16,0 2-13-16,0 0-16 0,-2 0-10 15,2 0-14-15,1 3-10 0,0-1-9 0,0 1-12 16,1 2-2-16,0 0-4 0,3 1-8 0,5-1-23 15,-2-1-68-15,1-2-321 0</inkml:trace>
  <inkml:trace contextRef="#ctx0" brushRef="#br0" timeOffset="140478.07">19675 10069 371 0,'0'0'163'0,"0"0"-95"15,0 0-9-15,0 0 0 0,0 0-16 16,0 0-12-16,0 0-8 0,0 0-14 0,0 0-8 16,0 0-9-16,-84-125-6 0,84 104-5 0,2-2-5 15,4-1-6-15,-1-2-11 0,3 1-4 0,0 0-1 16,2-1 5-16,-2-1 10 0,2 3 8 0,2 0 7 16,-2 1 7-16,0 3 7 0,2 1 2 15,-1 3 2-15,0 2 0 0,1 1-2 0,3 0 2 16,0 3-4-16,-1 1 4 0,3 3-3 0,-1 1 2 15,-1 3 2-15,1 2 0 0,0 1 2 0,1 6-1 16,-2 4-1-16,-1 3-4 0,1 4-2 0,-2 2-4 16,-1 2-2-16,-3 4 0 0,-4 0 0 15,4 1 1-15,-7 0 3 0,3 1-5 0,-4-2 5 16,-1-2-1-16,0-1 3 0,-7-2 12 0,2-4 15 16,-3-3 17-16,-2-1 10 0,-3-4-2 15,-2 1-9-15,-5 0-15 0,-1-1-11 0,-1-1-2 16,-5 0-3-16,2-4 2 0,-4 0-1 0,-2-3 2 15,0-1-4-15,-1-2 1 0,-1-4 0 0,0-1 6 16,2-2 9-16,2 0 8 0,4-2 11 16,-1 0 7-16,5-1 2 0,1-2 0 0,6-1-11 15,1-3-14-15,4-2-15 0,2 0-12 0,3-4-8 16,4-1-5-16,0-3-2 0,5 0 1 0,5 0 0 16,0 2 1-16,3 1 2 0,3 1 0 15,1 3 1-15,-2 1-2 0,4 2 5 0,0 3-3 16,2 1 1-16,1 4-2 0,0 0 1 0,3 3 3 15,-1 3 1-15,-1 2 4 0,3 2-3 0,-4 0 1 16,1 3 0-16,2 5 0 0,-4 2 6 0,-2 4-3 16,-3 3 1-16,1 2 0 0,-4 4-2 0,1 2 2 15,-3 2 2-15,-5 1 2 0,2 3-3 16,-6-2-1-16,2 1-2 0,-4 1 2 0,0-2-2 16,0 0 6-16,-6-2 1 0,2-4 3 0,-4 1-2 15,-3-5 5-15,1-2 1 0,-1-2 0 16,-4-1 6-16,3-2-1 0,-3-2 0 0,-1-2 0 15,-3-2-6-15,4 0-4 0,-5-3 0 0,-1-2-3 16,1-1 5-16,-1 0 3 0,2-1 2 16,1-5-2-16,0-1 1 0,7-3-5 0,0-1-9 15,1-3-7-15,3-2-8 0,5-2-8 0,0-3 3 16,2-4 1-16,0-1 2 0,0-1 1 0,2 0-1 16,5 0 2-16,-3 3 1 0,5 0 3 0,0 3 2 15,0 3 3-15,1 2 1 0,2 2 3 16,-1 0 1-16,5 4 8 0,-2 1-1 0,3 2 3 15,-4 1 1-15,4 4-4 0,-4 2-4 0,0 0 0 16,2 4-3-16,-3 5 3 0,0 3 2 0,-2 3 1 16,-1 1-2-16,1 4 1 0,-2-1-1 0,-3 2 0 15,3 3 4-15,-2-1-3 0,-3 0 2 16,-1 2-1-16,-2 1 0 0,0 0 2 0,-1-1 1 16,-8 1-2-16,2-3 3 0,-3-2 0 0,-2-2 8 15,0-3 3-15,0-2 7 0,-5-3 0 0,5-3 0 16,-3-3-5-16,-1 0-9 0,-2-4-10 15,3-1-6-15,-3 0-9 0,-1-6-2 0,-1-2 3 16,0-1 3-16,5-3 4 0,-3-2 3 0,2-1 3 16,3-4-1-16,3-2-1 0,5-1-3 15,0-5 0-15,2-2-5 0,3-1 1 0,0-1-2 16,8 0 0-16,-3 0-3 0,5 2 2 0,2 3-1 16,-1 0-1-16,4 5 2 0,-1 1-1 15,2 3 2-15,1 3-1 0,0 3 2 0,1 2-1 0,1 4 1 16,-5 2-2-16,4 3 1 0,-5 0 2 15,3 6 4-15,-4 3 1 0,-1 4 4 0,0 2 2 16,-3 2 5-16,-1 4-1 0,-2 1 4 0,-1 2 0 16,-1 2 1-16,-2 3 1 0,-1 2 0 0,-2 2-1 15,-6 0 0-15,0 0 1 0,-3-1-2 16,-1-1 0-16,-2-4 4 0,1-5 3 0,-1-4 6 16,-1-3 5-16,1-3 0 0,-3-2-1 0,2-2-8 15,-2-1-8-15,0-1-5 0,0-2-6 0,0-1-6 16,1-2-1-16,1-1 1 0,1-1 2 15,-1-5 4-15,4-2 3 0,0-1-2 0,4-3 2 16,3 0-2-16,1-5-4 0,0-1-9 0,3-3-3 16,5-3-4-16,3-1 2 0,0-3 2 0,6 0 2 15,-1 0 2-15,4 0 0 0,-2 4-1 16,4 2-3-16,2 3 1 0,-2 2-1 0,3 5 2 16,0 2-3-16,-1 3-2 0,-2 3-4 0,0 3-1 15,-1 1 2-15,-1 1 3 0,-3 7 3 16,1 2 4-16,-2 4 1 0,-3 2 6 0,3 5-1 15,-3 0 3-15,-2 3 1 0,-1 0-2 0,-2 3 4 16,-3 0 0-16,-1 0 5 0,-1-2 0 0,0 0-2 16,-3 0 2-16,-5-3-2 0,3-1 3 0,-2-3 5 15,-2-4 2-15,4-2 6 0,-4-3-1 16,2-2 4-16,-2-1-6 0,2-2-3 0,1-1-7 16,-3-3-6-16,0 0-7 0,1 0-4 0,1-2 2 15,-1-5-1-15,0-1 1 0,-1-4 2 0,3-2 2 16,0-1 2-16,-1-2-1 0,5-2 0 0,-1 0-3 15,2-2-2-15,1-2 1 0,0 0-5 16,1-2 4-16,3 0-3 0,3-1 1 0,0 2 2 16,0 2 1-16,1 4-1 0,1 0-1 0,0 5-1 15,-1 0-4-15,-2 4 0 0,3 2 1 16,-1 2 1-16,-2 2 7 0,0 2 1 0,1 1 3 16,-4 0 6-16,4 1 4 0,-4 4 7 0,3 4 4 15,-3 1 2-15,-1 5-2 0,0 0 1 0,1 2-4 16,-2 3-1-16,-1-1-1 0,0 1-3 15,0 1-3-15,-6-2 0 0,3-2 0 0,-5 1 5 16,0-3 1-16,2-4 5 0,-2 0 9 0,-2-3 8 16,1-4 5-16,0 0-2 0,-2-3-7 15,2-1-9-15,-1 0-10 0,1-5-10 0,-2-2-5 16,2-1-7-16,2-2 0 0,-3-1-1 0,3-3 5 16,-1-1-2-16,3-2 2 0,-3 0 1 0,2 0-3 15,3 0 0-15,0 1 1 0,-1 2-3 0,4 0-3 16,0 2-7-16,0 2-5 0,6 2-6 0,-3 1-12 15,5 0-18-15,0 4-33 0,-1 1-60 16,-1-1-102-16,0 2-401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16:32.6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15080 6440 366 0,'0'0'69'16,"0"0"-17"-16,0 0-2 0,0 0-27 0,0 0-21 16,0 0-14-16,0 0-11 0,0 0-7 15,0 0 4-15,0 0 8 0,0 0 8 0,0 0 6 16,24-18-2-16,-16 17 3 0,-1 0 2 0,-1 1-1 15,2 0 1-15,-2-1 1 0,-1 1 0 16,0 0 2-16,-1 0-2 0,3 0 4 0,-3 0 1 16,2 0 4-16,-1 0 4 0,1 0 0 0,2 0 0 15,-1 0-5-15,1 0-6 0,2 0 0 0,2 0-1 16,2 0 0-16,1 0 2 0,1 0 1 0,3 0-3 16,1 0 1-16,1 0 0 0,2-1 0 0,1 1-2 15,0-1-2-15,2 1 1 0,3-1 1 0,-1 1-2 16,3-2 3-16,1 1 0 0,0 1-3 15,-1-1 2-15,1 1-2 0,3-1 0 0,0-1 4 16,0 0 1-16,1 1 0 0,2-2 2 0,-1 1-1 16,0 0 3-16,3-1 8 0,-1 1 5 15,-1 0 5-15,3 1 1 0,-1-2-4 0,-1 2-5 16,-1 0-5-16,0 1-4 0,-1 0-2 0,-2 0-2 16,1 0 1-16,-1 0 1 0,-3 0-6 0,-1 0 1 15,-1 0 1-15,-1 1-5 0,-1 0 6 16,-1 2 0-16,-2-1 2 0,-3 0 1 0,-2 2 4 15,0-2 0-15,-3-1-1 0,-2 1 2 0,-1 0 0 16,0-2 7-16,-3 1 5 0,-2-1 3 16,-1 0 1-16,-2 0 1 0,2 0-3 0,-4 0 0 15,3 0 1-15,-5 0-7 0,4 0-1 0,-4-1-4 16,2-1-8-16,0 0-13 0,-2 1-33 0,0-1-74 16,0 0-98-16,-1 2-432 0</inkml:trace>
  <inkml:trace contextRef="#ctx0" brushRef="#br0" timeOffset="7719.06">2603 9665 110 0,'0'0'7'0,"0"0"-6"16,0 0 1-16,0 0-2 0,0 0 3 0,0 0 5 15,0 0 7-15,0 0 10 0,0 0 9 0,0 0-2 16,0 0-11-16,0 0-25 0,-17 8-15 0,19-7-5 15,1 0 10-15,3 2 10 0,0 0 8 16,3 2 0-16,-1-1-2 0,3 2 1 0,-1 0 2 16,1 1-2-16,3 1 1 0,2 1 0 0,0-1-1 15,-1 1 2-15,4-1 4 0,0 1 4 0,-1-1 6 16,4 0 6-16,0-2 1 0,-1 0-2 16,8-1-2-16,-3-1-1 0,3 1-4 0,1-1-2 15,3-1-4-15,1 0-1 0,-2 0 1 0,0-1-1 16,2 0-2-16,3 1 3 0,-3-1-7 15,4-1 5-15,1 2-2 0,0-2 0 0,3 1 3 16,-1-1-1-16,2 0 2 0,2 2-3 0,-1-2 1 16,0 0 0-16,1-1 4 0,1 0 3 15,2 0-2-15,0 0 6 0,-2 0 2 0,4 0 2 16,1 0 0-16,-1-2-2 0,1-1 2 0,1 0-7 16,-1-1 5-16,6 0-4 0,-4 0-4 0,1 1-1 15,1-2-1-15,-1 2-4 0,1 0-1 0,1 0-1 16,-2 2-1-16,2-2 2 0,-1 2-1 0,3-1 1 15,-2 1-2-15,0 1 0 0,0-1 0 16,0 1-2-16,-1-2 3 0,0 2-2 0,-1-1 0 16,-2 1 4-16,3-1 0 0,-2 1 7 0,-1-1 6 15,-2 0 8-15,2 0 2 0,-2-2-4 0,2 3-2 16,-1-3-11-16,0 1-1 0,2 0-3 16,-1-2-4-16,1 1 1 0,-2-3-2 0,1 1-3 15,0 2 0-15,-1-2 0 0,0 2-2 0,1-2 5 16,-2 1 2-16,1 0 1 0,1 0 3 0,-2 1 3 15,1 0 0-15,2-1-2 0,-4 1-1 16,1 1-5-16,-3-1 0 0,1 2-2 0,-2 0-2 16,0 0 3-16,0 0-4 0,-2-2 4 0,1 1 2 15,1 0-1-15,-3-2 4 0,4 1-1 0,-3-1 1 16,5 0 0-16,-4-1-1 0,1 0 1 16,-1 2 0-16,0-1 5 0,-3 1 6 0,0 1 3 15,-1 0 8-15,-1 1-1 0,0-1-3 0,0 2-3 16,-3 0-3-16,0 0-6 0,2 0 1 15,1 0 1-15,0 2-1 0,-3 0-1 0,0-1-1 16,1 1-2-16,2 0-3 0,-3-1 0 0,0 2 3 16,1-2 0-16,-5 1 7 0,3-1 6 0,-2 0-1 15,2 1 2-15,-2-2-1 0,2 0-8 0,0 0 1 16,3 0-2-16,-3 0-9 0,2-2 4 0,0 0-7 16,3-1 2-16,-3 0 0 0,0 0-3 15,-2 1-1-15,4 0 1 0,-4-1-2 0,1 1 2 16,2 1-2-16,-2 0 1 0,0 0-3 0,1-2 3 15,-1 1-1-15,0 0 0 0,2-2 2 16,1 2-3-16,-1-1-2 0,-2 0-1 0,-1 1-2 16,2-1 2-16,-5 2 1 0,3 0-1 0,-1 0 0 15,-3 1 2-15,1-1 2 0,-1 1 1 0,1 0 2 16,-2 0-4-16,0 0 3 0,0 0-2 16,0 0 0-16,0 1 2 0,0 1-1 0,0 1-1 15,2-1 2-15,0 1-2 0,1 1 0 0,-1-2 0 16,3 0-1-16,-3 1 2 0,2-2 2 0,1 0-1 15,1 0 0-15,-2 2-2 0,3-2 1 0,-3 0 0 16,2 1-1-16,-2 1 0 0,1-1-2 16,2 0 1-16,-3 1-2 0,1-2 1 0,-2 2-1 15,-3 0 0-15,1-1 3 0,1 2-2 0,0-1 2 16,-2 0 2-16,1 0-3 0,-1 0 2 0,0 0-3 16,0 1 1-16,-1 0-1 0,1 0 4 15,1-1-2-15,-1 1 0 0,4-1 3 0,-3 1-1 16,-1-1-3-16,0 1 2 0,2 0-1 0,2-1-1 15,-1 1 1-15,-1-1-2 0,3-1-2 0,-3 1 4 16,1 0-2-16,0-2 4 0,0 2 1 16,-2-2-4-16,5 0 3 0,-5 0-1 0,1 0 2 15,2-1 3-15,-3 2 0 0,0-1-3 0,0 1 3 16,-1-1-7-16,3 3 1 0,-3-3 2 16,-1 1-2-16,0 1-2 0,-2-2 4 0,1 0-5 15,0 1 2-15,-1-1 0 0,-3-1 3 0,1 0 1 16,-3 0 1-16,-2 0 2 0,-2 0-1 0,0 0 2 15,-4-1-2-15,-1 0 3 0,-4-1-1 16,-1 1 2-16,-3-1-1 0,1 1-4 0,-4 0-5 16,2 0-10-16,-2 0-25 0,-2-2-51 0,2 2-115 15,0 0-179-15,-2 1-990 0</inkml:trace>
  <inkml:trace contextRef="#ctx0" brushRef="#br0" timeOffset="11605.5">5315 10844 72 0,'0'0'33'0,"0"0"-41"16,0 0-1-16,0 0-2 0,0 0 2 15,0 0-10-15,0 0-27 0,0 0 43 0,0 0 3 16,0 0 0-16</inkml:trace>
  <inkml:trace contextRef="#ctx0" brushRef="#br0" timeOffset="12314.54">5405 10850 0 0,'0'0'0'0,"0"0"80"0,0 0-47 0,0 0-20 15,0 0-5-15,0 0-1 0,0 0-4 0,0 0-1 16,0 0-2-16,0 0 2 0,0 0-2 0,0 0 1 16,0 0 2-16,0 0-3 0,122 3 0 15,-111-2 1-15,3-1 0 0,0 1-1 0,-1-1 1 16,4 2-1-16,-3-1-2 0,4 1 1 0,-2-1 0 16,0 2 1-16,1-2 2 0,-3 0-1 15,4 0 0-15,-5 0-2 0,5 0 0 0,-5 0-1 16,3 0 2-16,-3 0 1 0,2 2 0 0,-1-2 0 15,0 1-1-15,3-1-1 0,-3 3 1 0,3-2 0 16,0 2 2-16,-2-2-2 0,5 1 0 0,-2 0 1 16,1 0-1-16,-2 1 0 0,0-2 0 15,2 0 0-15,-2 0 0 0,0-1 1 0,1 0-1 16,2-1 1-16,0 0 0 0,0 0 0 0,1 0 0 16,0 0 0-16,-2 0 0 0,2 0-1 0,-2-1 0 15,0 0 0-15,-2-1-2 0,1 2 1 0,0 0-1 16,0 0 2-16,-1 0-1 0,2 0 3 15,-3 0 0-15,0 0 0 0,0 0 1 0,0 0-1 16,-2 2 0-16,3 0 0 0,-3-1-2 0,4 0 1 16,-3 0-1-16,2 2-1 0,0-1 1 0,-2 0 0 15,2 1 1-15,-1-2-1 0,0 1 0 16,1 0-1-16,-3-1 1 0,3 1-2 0,-3 0 0 16,3-1 2-16,-4 0-1 0,4 0 1 0,-3 0 1 15,0-1-1-15,0 0 1 0,-1 1 1 16,3-1 0-16,0 0-1 0,-4 0 2 0,3 0-3 15,-3 0 3-15,4 0-1 0,-4-1 0 0,1 0 2 16,-3 0-2-16,3 1 0 0,0-1-1 0,-2 1-2 16,0 0-3-16,0 0 2 0,-1 0 0 15,0 0 0-15,1 0 6 0,-2 0-4 0,1 1 1 16,0 0 2-16,0-1-3 0,0 0 6 0,1 1-1 16,-1-1 5-16,0 0 1 0,2 0 6 0,0 0 1 15,-2 0-2-15,2 0 0 0,-1 0-7 0,-1 0-5 16,3-1 0-16,-4-1-5 0,-2 1 1 0,4-2-1 15,-4 2-3-15,0 1-1 0,0-1 2 16,-1 1-2-16,-2 0 3 0,0 0 2 0,0 0-2 16,-3 0 2-16,3 0-2 0,-3 0 5 0,-1 0 9 15,1 0 10-15,-1 0 15 0,0 0 12 16,0 0 6-16,0 0-1 0,0 1-9 0,0 0-11 16,0 0-12-16,0 1-5 0,-1-1-5 0,0 1 1 15,-3-1 0-15,3 0-2 0,-1 1-3 0,1-1-2 16,1 0-7-16,-1 0-6 0,1-1-8 15,-1 0-16-15,1 0-23 0,0 0-45 0,0 0-27 16,0 0 4-16,0 0-117 0,0 0 239 0</inkml:trace>
  <inkml:trace contextRef="#ctx0" brushRef="#br0" timeOffset="13908.08">6569 11693 125 0,'0'0'0'15,"0"0"-6"-15,0 0 1 0,0 0-1 0,0 0 1 16,0 0 1-16,0 0 1 0,0 0 1 0,0 0 2 16,0 0 0-16,0 0 0 0,0 0 3 15,94 12-1-15,-83-12 1 0,1 0 0 0,1 0-1 16,-1-1-1-16,3-2 0 0,-2 2 0 0,2-1 0 15,-2 1 2-15,2-2-2 0,-1 2 1 0,0 0 1 16,1 1 0-16,-2 0-1 0,1 0 0 16,0 0 2-16,0 0 1 0,0 1 3 0,2 2 3 15,-2-1 4-15,2 0-2 0,-1 1-3 0,3-1-2 16,-1-1-3-16,2 0 1 0,0 0 1 16,1 1-1-16,2-1-1 0,1-1-2 0,-1 0 0 15,2 1-2-15,0-1-1 0,-1 0 1 0,1 0-4 16,-1 0 1-16,1 0 0 0,-2 0-4 0,1 0 3 15,1 0-3-15,1 0 0 0,0 0-1 16,0 0 2-16,-1 0 2 0,1 0 0 0,-2 0 3 16,2 0-1-16,-1 1 2 0,0 0-1 0,1 2 2 15,-2-1-3-15,1 1 0 0,0 1 1 0,-2-1 2 16,2-1 0-16,-1 0-1 0,0 0 1 0,2-2-3 16,1 0 4-16,0 0-1 0,0-2-1 0,3-2 2 15,-3 1-3-15,0-3 1 0,1 1 0 16,-2 1 0-16,0-1-2 0,-1 0-1 0,-2 2 1 15,2-1-3-15,-3 2 1 0,-1 0 2 0,-4 1 2 16,0 1 1-16,-3 0 1 0,-2 0 4 16,0 0 2-16,-3 0 11 0,-3 0 22 0,-1 0 23 15,-3 1 31-15,0-1 19 0,0 0 14 0,-1 1-8 16,0-1-27-16,0 0-31 0,0 0-35 0,0 0-21 16,0 0-11-16,3 0-3 0,-3 1-1 15,2-1-8-15,-2 0-12 0,1 1-35 0,1-1-64 16,-2 1-77-16,1 1-122 0,-1-1 109 0</inkml:trace>
  <inkml:trace contextRef="#ctx0" brushRef="#br0" timeOffset="35586.68">14666 12411 0 0,'0'0'266'0,"0"0"-220"16,0 0-31-16,0 0-27 0,0 0 2 0,0 0 7 16,0 0 1-16,0 0-6 0,0 0-3 15,0 0-2-15,0 0 4 0,0 0 5 0,-13-7 8 16,17 4 5-16,1 2 8 0,-1 0 12 0,1 0 14 16,-2 0 15-16,0 1 7 0,1-1 0 0,-1-1-5 15,0 1-3-15,1 1-7 0,0-1 2 16,2 1-2-16,0-1-5 0,1 0-2 0,1 0-5 15,4-1-6-15,-1 0-8 0,3 0-6 0,0-1-5 16,2 1-4-16,0-1-4 0,3-1-5 16,-4 2-5-16,2-2-1 0,-2 1-4 0,1-1 3 15,-2 1-2-15,1 1 2 0,-2 0 0 0,-3-1 0 16,1 2 3-16,-3 1 4 0,-1-1 2 0,-2 1 5 16,0 0 4-16,-3 0 9 0,-2 0 10 15,1 0 9-15,-1 2 3 0,0 2-5 0,0 4-11 16,2 3-12-16,-2 3-11 0,0 5-8 0,0 1-5 15,0 2-5-15,0 1-5 0,0 1-9 0,0 3-11 16,1 0-9-16,0 4-15 0,0-1-16 0,2 4-7 16,-1-1 0-16,1 1 4 0,-2 1 15 0,0 0 16 15,1 0 11-15,-2 1 18 0,1 1 13 16,-1-1 8-16,0 0 5 0,0 2 0 0,0 1-8 16,-1 0 8-16,-2 0 0 0,2 0 2 0,-2-1 5 15,1 0-6-15,1-1-3 0,-1 1 4 16,2-2 2-16,0 1 2 0,0-2 0 0,0-2-3 15,0-1-7-15,2-1-6 0,0 1-2 0,2-3 0 16,-2 2-1-16,1-3 4 0,-1-1-1 0,-1-2-4 16,1-1 3-16,-1 1 0 0,0 0 1 15,-1-1 6-15,0 0-1 0,0 0 2 0,0-1 0 16,0 0-3-16,0-1 3 0,0-1-3 0,0-2 2 16,0-2 3-16,-1-3-2 0,0-1 3 15,-1-2-2-15,1-3-2 0,-1 0 0 0,-1-2 0 16,1-2 4-16,-2-1 3 0,0 1 6 0,1-2-5 15,-5 0 0-15,2 2-1 0,0-2 6 0,-2 2 6 16,2 0 6-16,-3 1 10 0,2 1 4 0,-1 0 0 16,1-1-1-16,0 0-5 0,-2 1-5 0,2-3-14 15,1 1-9-15,-1 0-6 0,2-1-6 16,0 1 5-16,-4-2 0 0,2 1 2 0,-3-1 1 16,1 0 2-16,-2-1 4 0,-2 0 5 0,1-1 4 15,1 0 3-15,-2 0 1 0,-1 0-5 0,1 0-4 16,0 0 0-16,0-2-1 0,-1 1-1 15,2-1-2-15,-2-1-3 0,1 0-2 0,0 1-3 16,1-2-2-16,0 1 2 0,-3 0 2 0,4 1 2 16,-3 1 5-16,3 1 2 0,-1 0 5 15,0 0 3-15,2 0 1 0,0 0-1 0,2 0-4 16,-1 2-5-16,0 0-8 0,2 0-8 0,2-1-6 16,0-1-11-16,2 1-2 0,1-1-13 0,1 0-8 15,1 0-12-15,0 0-10 0,0 0-6 16,0 0 9-16,0 0 16 0,0-1 21 0,0-2 14 15,1 1 7-15,1 0-1 0,1-1-1 0,-2 3-3 16,3-1 1-16,-1 1 4 0,0-1 0 0,1-1-5 16,0 1-23-16,2-1-24 0,-3 1-74 0,-2 0 41 15</inkml:trace>
  <inkml:trace contextRef="#ctx0" brushRef="#br0" timeOffset="37284.01">4606 12600 322 0,'0'0'69'0,"0"0"-3"0,0 0-5 15,0 0-12-15,0 0 1 0,0 0 5 16,0 0 16-16,0 0 8 0,0 0-1 0,0 0-2 16,0 0-16-16,0 0-17 0,-62-53-15 0,62 53-12 15,0-1-7-15,0 1-9 0,0 0-4 0,0 0-7 16,0-1-2-16,0 1 2 0,1-2 3 16,5-1 9-16,-2 1 4 0,5-1 5 0,-1 0 0 15,2 1 1-15,1 0 2 0,2 0-4 0,3 1 1 16,-2-1 1-16,4 2-3 0,1-1 1 0,1 1-2 15,-1 0-2-15,2-1-2 0,0 1 0 16,1-1 0-16,-1 1 0 0,3-1 1 0,0 0-1 16,-2-2 0-16,0 1 0 0,-1-1-2 0,-3-2 1 15,0 1 1-15,-5 0 0 0,-2 0-1 0,-2 1-2 16,-2 0 0-16,-4 1 0 0,-2 1 4 16,-1 0 6-16,0 0 8 0,0-1-11 0,0 0-31 15,-5-1-44-15,-3-1-42 0,-3 0-23 0,-5-1-2 16,2 2 13-16,-6 1 17 0,-1-1 33 0,-2 1 28 15,-1 1 32-15,-1 1 18 0,-1 0 10 16,5 0 9-16,-2 0 1 0,0 0 4 0,2 0-4 16,0 0-9-16,2 0-6 0,1 2-11 0,1-1-6 15,2 2-2-15,0-1-6 0,3 3-9 0,1-1-12 16,1 1-8-16,0 4-8 0,1 1 0 16,0 1 7-16,1 1 10 0,1 1 13 0,0 0 12 15,-1 3 6-15,3-1 5 0,-3-2 1 0,0 2 5 16,2 0 7-16,0 2 7 0,-1-2 1 0,3 3 4 15,-1 0-3-15,3 2-3 0,1 3-1 16,1 1-1-16,0 2-1 0,0 3 0 0,0 2-4 16,1 3-1-16,1 1-2 0,3 1-1 0,-2 1-2 15,-1 0-3-15,0-1-4 0,0 3-1 0,-1 1 0 16,-1-2 1-16,0 1 2 0,0-1-1 16,0-1 0-16,0-1 0 0,-1-2-1 0,-3 0 2 15,2-2 0-15,-1-2 1 0,2 2 0 0,-4-1 0 16,3 0-1-16,2 3 0 0,-1 4 0 0,-1-2-2 15,1 2 0-15,-3-1 0 0,3 0 2 0,-1-1-2 16,0 0 3-16,-2 0 0 0,2-2 2 16,-1 0 0-16,1-2 2 0,-3-1-1 0,4-1 0 15,-1 0-1-15,0-4 0 0,-2-1 1 16,2-3 3-16,1-1 2 0,-1-2 4 0,1-3-2 16,1-2-5-16,0-4-3 0,0 1-4 0,0-3-6 15,0-1-2-15,2-1 1 0,0 1 2 0,4 0 0 16,-3-1 1-16,-1 0 2 0,3-1 0 15,-1 1 2-15,-3 0 0 0,4 0 2 0,-4-1 1 16,1 0 4-16,-1-1 5 0,-1 1 6 0,0-1 10 16,0-2 14-16,0-1 14 0,0 0 8 0,0-1-2 15,0 0-14-15,0 0-16 0,0 0-12 0,0 0-15 16,1 0-1-16,0 0-1 0,0-1 7 16,4-1 7-16,-3-1 3 0,0 0-2 0,4 1-7 15,-3-2 0-15,4 1-10 0,-3 0-1 0,3-1-2 16,-3 2-5-16,5-2 9 0,-2 2 2 0,-2 0 4 15,3-1 5-15,1 1-5 0,3 1 2 16,2-1-3-16,1 0-1 0,1 0 0 0,0 1-1 16,3 0-1-16,1-2-2 0,2 2-1 0,-3 1 1 15,1-1-2-15,0 1 0 0,-3-1-8 16,-3 0-9-16,-2 0-7 0,1 0-12 0,-5-1-8 16,0 1-7-16,-1-1-6 0,-4 1-4 0,-2 0-7 15,-1-1-9-15,0 1-16 0,0-2-41 0,0-2-39 16,0 1-110-16,-1-1 35 0</inkml:trace>
  <inkml:trace contextRef="#ctx0" brushRef="#br0" timeOffset="39573.67">8975 13260 827 0,'0'0'272'0,"0"0"-267"15,0 0-24-15,0 0-31 0,0 0-33 0,0 0-5 16,0 0 20-16,0 0 19 0,0 0 34 0,0 0 8 15,0 0 4-15,0 0-1 0,26-2-5 16,-14 1 2-16,-1-1-2 0,1 1 4 0,2 1 2 16,1 0 1-16,0 0 1 0,1 0 2 0,0 4 0 15,3-1 0-15,-1 2-1 0,0-2 1 16,3 1-2-16,-2 1 2 0,2-1-1 0,0-1 0 16,-1-1 0-16,3 1 0 0,0-3-1 0,-3 0 1 15,1 0-2-15,-1 0 1 0,-3-5-1 16,2-2-1-16,0-2-1 0,-3-1-2 0,0-2 3 15,1-1 3-15,-3 1 1 0,2-1 4 0,-2 1 3 16,3-1 4-16,-2 0-3 0,2 0 3 0,1 1-2 16,-1 0-6-16,1 0 2 0,0 0-6 15,1-1-2-15,-4 0-3 0,2-1-6 0,-1 1-7 16,-1-1-8-16,1 1-13 0,-3-2-18 0,-2-2-17 16,-1 2-8-16,-2-4 7 0,-5 1 25 0,-1-2 24 15,0 1 26-15,-2 0 23 0,0 1 21 0,-5 1 25 16,-3-1 19-16,-1 2 10 0,-1 0 4 0,0-1-4 15,2-1-11-15,-2 0-14 0,3-2-19 16,-1-2-21-16,1 0-14 0,2-2-10 0,-2-1-4 16,3 0-1-16,-2 0 0 0,2 2-1 0,-4-2 0 15,0 2-2-15,1 0 1 0,-1 2 4 0,-5 1 2 16,0 0 12-16,0 3 11 0,-4 0 9 16,1 2 12-16,-3 2 7 0,-1 3 7 0,-4 1-1 15,1 2-7-15,0 1-13 0,-4 4-15 0,3 1-13 16,-4 1-11-16,3 0-5 0,-2 5-7 15,-1 3-3-15,1 4 5 0,1 0 0 0,3 3 8 16,0 2 1-16,3 1 1 0,3 1-4 0,-1 2-6 16,2 2-4-16,1 3-8 0,2 2-2 0,-2 5-5 15,2 1 0-15,3 6-2 0,-1 1 1 16,0 2 3-16,2 5 7 0,0-1 4 0,4 2 5 16,0 0-1-16,5-3 1 0,0-3-2 0,0-1-1 15,0-2-2-15,9-2-3 0,-1-5-9 0,0-1-12 16,5-5-15-16,-2-3-11 0,0-3-5 0,7-3-1 15,-5-1-2-15,7-3-8 0,1-3-18 16,-1-2-31-16,5-3-31 0,1-2-7 0,-6-2-38 16,-6-1 37-16</inkml:trace>
  <inkml:trace contextRef="#ctx0" brushRef="#br0" timeOffset="40709.83">12177 12489 309 0,'0'0'98'16,"0"0"-40"-16,0 0-28 0,0 0-16 0,0 0-11 15,0 0 1-15,0 0-2 0,0 0 1 16,0 0 8-16,0 0 3 0,0 0 2 0,0 0-3 16,0 0-3-16,0 0-8 0,-64-18-2 0,62 18-7 15,-3 2-5-15,3 2-3 0,0 1-1 0,-4 2 2 16,3 2 4-16,-1 3 6 0,-3 1 4 0,-2 4 5 16,3 3 2-16,-1 2 0 0,-2 2 0 0,0 4-3 15,1-1-2-15,3 3-4 0,-2 1-2 16,3 3-1-16,-2 0 0 0,5 1 3 0,0 1-3 15,1-2-1-15,0 0-1 0,0-2-6 0,2-2-4 16,4 1-5-16,-2 0-7 0,-1 0 0 16,2 1 2-16,-2-1 9 0,3-2 10 0,-3 0 6 15,5-3 4-15,-4 0 5 0,3-4 2 0,1-2 1 16,-2-3 2-16,4-3-1 0,0-3 2 0,-1-1 5 16,5-3 6-16,-1-3 6 0,1-1 4 15,1-3 3-15,0 0-1 0,3-3-4 0,0-4-10 16,-2-2-5-16,4-3-4 0,0-1-7 0,-1-4 1 15,1-3-4-15,-1-2-1 0,-5-3-2 16,3-4 0-16,-5-4-5 0,0-4-1 0,2-7-3 16,-6-1-5-16,0-4 3 0,1-2 0 0,-7-1 5 15,2 2 8-15,-4 3 4 0,0 4 12 0,0 6 15 16,-6 6 22-16,-1 3 18 0,2 4 9 0,-3 2 0 16,0 1-13-16,1 3-14 0,-2 0-14 15,0 1-9-15,0 2-4 0,-2 1-6 0,1 0-4 16,0 2-1-16,-2 2-6 0,1 1-3 0,-3 1-5 15,1 0-6-15,-1 2-8 0,-2 0-2 0,3 4-8 16,-3 0-5-16,5 2-11 0,-1 0-31 0,2 1-50 16,1 2-96-16,0 1-90 0,6-2-159 0</inkml:trace>
  <inkml:trace contextRef="#ctx0" brushRef="#br0" timeOffset="48757.35">11714 15152 1005 0,'0'0'-5'0,"0"0"-86"15,0 0-21-15,0 0-3 0,0 0 8 0,0 0 37 16,0 0 21-16,0 0 1 0,0 0 10 16,0 0 14-16,0 0 6 0,0 0 11 0,-41-15 12 15,44 14 13-15,0-1 13 0,2 1 10 0,-1-2 6 16,3 2-1-16,-2 0-6 0,4-1-4 0,0 1-5 15,1-2 0-15,3 2 0 0,2-1-6 16,-2-1-10-16,6 2-5 0,1-1-4 0,1 0-1 16,1-2-2-16,5 2-3 0,-2-1 1 0,4-2-2 15,1 1-1-15,2-1-1 0,3-1-7 16,-1 1-3-16,-1 1-2 0,3-1-2 0,-2 2 2 16,4 0 2-16,-4 0 2 0,4 1 2 0,-1-2 1 15,-3 2 1-15,-2-2 5 0,1 2 1 0,0-1 3 16,-2 1 1-16,1-2 1 0,-1 2-2 15,2-2-1-15,-3 2-2 0,-1-1-3 0,0-1-7 16,0-1-18-16,-4 2-25 0,3 1-20 0,-5 0-18 16,1 1 4-16,-5 1 16 0,-2 0 22 0,-3 0 26 15,-1 0 26-15,-6 0 31 0,-2 0 38 16,-3 3 32-16,1-1 11 0,-1-1-14 0,0 1-44 16,-1 1-60-16,2-1-81 0,3 0-60 0,-4 0-229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18:06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13062 10547 336 0,'0'0'75'0,"0"0"-43"0,0 0-2 16,0 0-23-16,0 0 1 0,0 0 10 0,0 0 2 15,0 0 5-15,0 0 0 0,0 0 2 0,0 0 0 16,0 0-1-16,-45-12 3 0,45 12 0 16,0-1 1-16,0 1 2 0,0-1-2 0,2-3 2 15,5 0 2-15,2-2-3 0,1-2 1 0,2-2-5 16,3-1 1-16,2 0-2 0,5-1-3 0,5-4-5 15,1-1-8-15,1-2-8 0,4 0-4 16,0-1-8-16,1-2-1 0,1 2-6 0,-2-1 1 16,-3 2 3-16,-1 0 4 0,-5 4 6 0,-1 2 4 15,-6 2 4-15,1 3 1 0,-7 4-2 0,-3 1-1 16,-1 2-4-16,-3 1 2 0,-1 0 5 0,-3 6 11 16,3 3 10-16,-3 3 2 0,0 5 1 15,0 1-9-15,0 4-6 0,0 2-6 0,-3 2-7 16,1 3-4-16,0 0-7 0,-1 1-5 0,0-1-6 15,-1 0-5-15,-1-2-3 0,1-1-2 16,-1-3 6-16,0-3 5 0,-2-2 11 0,2-4 11 16,-1-3 8-16,-1-2 7 0,1-3 7 0,-1 0 1 15,-3-3-5-15,2 1-3 0,-2-2-8 0,-3 0-6 16,3-1-4-16,-4-1-5 0,-2 0 0 16,0 0 2-16,-3-3 0 0,-2-2 7 0,-3-1 3 15,3 1 5-15,-1-2 8 0,2-1 3 0,0 0 0 16,2 1 1-16,3 0-9 0,0 0-5 0,2 0-12 15,2 1-2-15,5 0-6 0,0 3-1 16,2 1-2-16,1 0-9 0,2-1-11 0,1 1-18 16,0 0-4-16,1-3 5 0,7 1 7 0,0-1 22 15,4 0 7-15,0-1 3 0,7 2 9 0,0-1-2 16,3-1 2-16,3 2 3 0,5-3 0 0,3 1 1 16,1-1 0-16,3 0-4 0,0-1-2 0,7 1 3 15,-1 0 1-15,4-1 1 0,3 2 2 16,3-2-2-16,0 0-1 0,3-1 1 0,1 1-3 15,0-1-2-15,-1 1-1 0,5-1-2 0,-3 1-4 16,-1 0-10-16,0 1-6 0,-4 0-9 16,2 1-3-16,-7 1 4 0,-2 2 4 0,-4 1 10 15,-5 0 10-15,-4 2 5 0,-4 0 9 0,-7 0 5 16,-3 0 7-16,-6 2 11 0,-2-1 11 16,-5 1 16-16,-2-1 13 0,-3-1 3 0,0 1-6 15,1-1-16-15,-2 2-18 0,2-1-16 0,-2 1-15 16,0 2-14-16,2 3-44 0,1 1-101 0,-3-1-158 15,0-3-195-15</inkml:trace>
  <inkml:trace contextRef="#ctx0" brushRef="#br0" timeOffset="1074.43">13914 11438 582 0,'0'0'20'16,"0"0"-25"-16,0 0-30 0,0 0-12 0,0 0 19 15,0 0 23-15,0 0 6 0,0 0 5 0,0 0-4 16,0 0 1-16,0 0 1 0,0 0 2 0,126-91 3 16,-105 72 3-16,1 1 2 0,0-2-2 0,1-1-4 15,2 1-2-15,-1-2-3 0,4 0-2 16,-4-1-1-16,3 2-3 0,-2 1-3 0,-2 1 2 15,-6 4 3-15,-1 2 1 0,-5 4 5 0,-3 2 0 16,-2 2 1-16,-2 3 1 0,-2 0 6 0,-2 2 6 16,0 0 1-16,0 0-1 0,0 6-2 15,0 4-4-15,-3 4 3 0,-1 6-2 0,-5 4-2 16,4 4-4-16,-3 3-10 0,2 1-1 0,0 2-4 16,-1 1-5-16,1 2-3 0,2 0-3 0,-2-2-3 15,0-3 2-15,0 0 4 0,0-5 5 16,1-1 6-16,1-4 9 0,1-2-1 0,-1-4 5 15,1 0 0-15,-1-5 1 0,1-2-1 0,2-2 2 16,-1-2 3-16,0-2 2 0,-2-1-6 0,2-2-13 16,-2 0-13-16,-3 0-10 0,-2 0-2 15,0-4 9-15,-1-3 7 0,-2-3 9 0,-2 1 16 16,-1-3 14-16,0-2 21 0,-1 1 19 0,0-1 10 16,-1 2 2-16,0 0-8 0,2 2-9 15,2 1-10-15,1 0-11 0,5 2-11 0,0 2-16 16,5 2-18-16,1-1-25 0,1 0-17 0,0 0-6 15,3-2 4-15,5 1 14 0,2-1 13 0,2 0 3 16,-1 1 7-16,6 1 3 0,-1 0 3 0,2 1 8 16,4 0 2-16,0-1 4 0,6 2 9 15,1-2 6-15,3 1 8 0,3 1 4 0,2-1-1 0,3 1-2 16,2-2-4-16,4 2-10 0,3 0-6 16,-1-1-4-16,2 0-6 0,0 1 1 0,1-1-4 15,-2 1 0-15,3 1 0 0,-3-1 0 0,-2-1 2 16,-1 1 0-16,-5 1 2 0,-2 1 0 15,-1 0-2-15,-6 0 0 0,-3 0-3 0,-5 0 3 16,-3 2-2-16,-4 0 3 0,-4 1 2 0,-4 0 2 16,-4-2 9-16,-2 0 11 0,-2 1 10 15,1-2 1-15,-2 1-9 0,0 0-17 0,0 1-31 16,0 4-38-16,0 1-83 0,0-1-151 0,-2-1-563 0</inkml:trace>
  <inkml:trace contextRef="#ctx0" brushRef="#br0" timeOffset="2243.17">15033 12996 1043 0,'0'0'68'0,"0"0"-9"0,0 0-51 16,0 0-36-16,0 0-31 0,0 0-4 0,0 0-1 15,0 0 12-15,0 0 34 0,0 0 15 16,0 0 4-16,0 0 2 0,0 0-1 0,0 0 0 16,53-91 2-16,-39 72 2 0,1-2 6 0,3-2 6 15,1-1 2-15,2-1-1 0,0-1-3 0,-1 0-7 16,2 1-2-16,-3 3-1 0,-2 1 0 16,-3 3 4-16,-4 5 2 0,-3 4 8 0,-3 3 1 15,0 1 6-15,0 4 2 0,-4 1 3 0,1 0 1 16,-1 2 1-16,0 9 3 0,0 1-7 0,0 9-7 15,0 5-11-15,0 4-19 0,0 6-20 16,0 1-21-16,0 1-13 0,0-1-10 0,0-1 9 16,1-4 11-16,0-3 13 0,0-3 13 0,1-3 10 15,-1-1 4-15,0-4 5 0,-1-3 0 16,2-1-1-16,-2-3-5 0,0-3-5 0,0-2-8 16,0-2-12-16,-6-1-16 0,3-2-20 0,-7 1-15 15,1-2-8-15,-2 0 9 0,-1 0 25 0,-5-5 31 16,-1-1 43-16,-1-2 42 0,-4-2 30 0,1-2 19 15,0 1 13-15,2-1 5 0,0-1 0 16,0 2-3-16,5 1-20 0,-1 1-26 0,5 2-29 16,2 1-25-16,3 1-23 0,0 0-33 0,6 2-23 15,0 0-10-15,2-2 6 0,8 1 23 0,0-2 22 16,5-1 14-16,1 1 5 0,5 2 4 0,3-2 2 16,1 1 3-16,6 2 3 0,1-2 7 15,4 1 12-15,-1 3 10 0,3-2 9 0,-2 2 4 16,1 0-1-16,3 0-1 0,0-1-2 0,1 0-2 15,-1 1-2-15,-3 0-3 0,-1-1-1 16,2 1-5-16,-6 1-1 0,-1 0 0 0,-2 0-3 16,-6 0 3-16,-2 0 4 0,-4 3-3 0,-4-1 3 15,-4 1 3-15,-1 0 1 0,-5 0 5 0,1-2 3 16,-1 0 1-16,-2 2-6 0,-1-2-11 16,1 1-12-16,1 1-12 0,0-1-7 0,-1 0-20 15,0 1-33-15,0-1-46 0,1 0-71 0,-2 1-74 16,0-2-118-16,1 1-104 0,-1-2-315 0</inkml:trace>
  <inkml:trace contextRef="#ctx0" brushRef="#br0" timeOffset="24835.57">4428 12723 672 0,'0'0'113'0,"0"0"-88"16,0 0-34-16,0 0-21 0,0 0-6 0,0 0 11 15,0 0 17-15,0 0 10 0,0 0 2 0,0 0 0 16,1 131-4-16,2-90-3 0,2 5-5 15,-3 6-11-15,1 3-12 0,-2 6-10 0,-1 2-7 16,0 5-1-16,0 4-1 0,0 3 1 0,-1 3 3 16,-3 3 8-16,-1 0 8 0,1 1 6 0,-3-4-2 15,3-2-3-15,-3-7 2 0,-1-9 3 16,3-11 7-16,-3-10 10 0,5-14 1 0,-3-10 2 16,3-12-11-16,2-3-106 0,1 0 121 0</inkml:trace>
  <inkml:trace contextRef="#ctx0" brushRef="#br0" timeOffset="26262.47">4458 12748 1134 0,'0'0'7'0,"0"0"-33"16,0 0-52-16,0 0-42 0,0 0-3 0,0 0 13 15,0 0 41-15,0 0 17 0,0 0-13 16,0 0-18-16,0 0-14 0,0 0 15 0,0 0 23 16,84-11 28-16,-67 8 25 0,0-2 3 0,2 2 4 15,0-1 2-15,2 2 2 0,3 0-2 0,-2-1 1 16,1 1 0-16,-1 1-4 0,4 1 5 15,-2 0 1-15,4 0 0 0,2 0 3 0,1 0-2 16,3 0 0-16,-1 0 1 0,5 0 0 0,-1 0 2 16,2 0 0-16,4-3-2 0,0 1-3 15,5-1 0-15,1-1-4 0,2-1-1 0,1-1 0 16,2-1-1-16,1-1-1 0,2-1-3 0,3 1-2 16,-2-2-1-16,-3 2-1 0,3-1 0 0,-1-1 1 15,-1 1-1-15,-1 1 2 0,0-1 1 0,-2 2 0 16,1 1 3-16,1 0 3 0,-1 2 0 0,-1-1 3 15,0 1-3-15,1 3 0 0,0 0 1 16,-3 1-1-16,0 0 0 0,-2 4-1 0,0 0 0 16,1 1 0-16,-2 2 1 0,1-2 3 0,1 2 2 15,0-1 4-15,1 1-1 0,-1-1-3 0,1-2-1 16,2 1-2-16,1-3 0 0,0-2-4 16,0 0 1-16,0-1-1 0,1-5 2 0,-4 0-1 15,2 1 2-15,-1 0-2 0,-2-1 1 0,1 3 1 16,0-1 0-16,-4 3 0 0,3-1 0 15,-3 1-1-15,2 1-2 0,-1 0 4 0,0 0-1 16,-2 1 0-16,1 2 1 0,-3 2-3 0,4 0 2 16,-4 0 0-16,2 2 1 0,-1 0 0 0,-1 0 0 15,3 1 2-15,-3-2-2 0,3-1 1 16,-2-2 0-16,2-1 0 0,1-2 1 0,1 0 1 16,-1 0 2-16,0-4-3 0,2-2 0 0,-2-1-2 15,-1 0-1-15,3 0-2 0,-2 0 1 0,2 2 0 16,-5-1 0-16,4 2 0 0,-3 1 2 0,-1 2-3 15,0 1 2-15,0 0 0 0,-3 0 1 16,2 0 4-16,-2 3 4 0,-2 1 8 0,2 1 6 16,-4 1 5-16,2 1-1 0,0 0-2 0,0 1-3 15,-1-1-5-15,1-1 0 0,3-2-3 0,-2 0-2 16,4-3-1-16,0-1-1 0,1 0-2 16,0-1-1-16,4-5-3 0,-1-1-4 0,1-1-1 15,-5-2-3-15,6-1-1 0,-1 2-1 0,-3 0-4 16,-1 1 0-16,1 2 5 0,-4 1-1 0,-1 1 6 15,1 1-1-15,0 1-2 0,-2 1 1 16,-2 1 1-16,-4 0 4 0,5 0 2 0,-3 3 0 16,-1 0 4-16,3 2 2 0,-2-2 2 0,-2 2 2 15,2-2 2-15,-2-1-6 0,4 0-1 0,1 0-2 16,0-2-5-16,1 0-2 0,1-2-2 16,0-2-4-16,1-1-1 0,2-2-4 0,-2-2-1 15,0 1 0-15,3 0-1 0,-2 1-1 0,-3 0 1 16,1 3 1-16,-1-1 2 0,-1 1 3 0,-2 1 2 15,1 1 3-15,-4 1 1 0,2 1 3 16,-5 0 3-16,4 0 4 0,-4 0 3 0,1 0 2 16,-1 2-4-16,3-1-1 0,-1 2-2 0,-1-2-4 15,4-1 0-15,-3 0-1 0,3 0-3 0,-3 0-3 16,5-1 0-16,0-3-3 0,-1-1 1 16,-2-1-3-16,1-2-1 0,-2 1-1 0,3 0 0 15,-3-2 2-15,0 2 1 0,-2 0 0 0,-2 0 1 16,0 1 1-16,-1 1 3 0,0 2 1 0,-1 1 3 15,-1 1 1-15,-4 1 1 0,5 0 2 0,-7 0 2 16,4 0 1-16,-2 1 0 0,-3 2-2 16,5 1 3-16,-2-1-2 0,3 1 1 0,-2-1-1 15,4-1 1-15,-2 1-2 0,-3-1-3 0,5-2 0 16,0 0-6-16,-2 0-2 0,1-1-2 16,2-3-3-16,-1 0-5 0,0 0-3 0,0 0-1 15,-3 0 0-15,2 2 2 0,-2-2 2 0,0 2 0 16,2 0 6-16,0 1-1 0,-2-1 2 0,2 1-2 15,0 0-5-15,-3 1-2 0,0 0-1 16,-1 0 0-16,-2 0 4 0,4 0 0 0,-4 0 3 16,0 1 3-16,2 0 1 0,-1 1 4 0,-2-1 2 15,-1 1 0-15,0-1 1 0,-2 0 6 0,4 1 3 16,-3-1 2-16,3 1 2 0,-1-1-2 0,2 1-3 16,0 0 1-16,2-2-4 0,-1 0-1 15,4 0-1-15,-2 0-4 0,1 0 0 0,1-2-1 16,-2-1-2-16,3 0-2 0,-3-1 2 0,1 2-1 15,0-2 1-15,-1 1 1 0,-2-1 0 16,-3 1 0-16,3 0-1 0,-1-1-2 0,-3 2-2 16,1 0-2-16,-1 1-2 0,-3-1-2 0,0 2-3 15,-4 0-3-15,1 0-5 0,-4 0-5 0,-3 0 2 16,2 2 1-16,-4 0 8 0,0-1 9 0,-1 1 9 16,-2 0 1-16,2-1 2 0,-3 0-1 15,2 0-4-15,0 0 2 0,-1 1-2 0,2-1-1 16,1 0-1-16,-2-1-16 0,2 1-24 0,-1-1-10 15,0 0-20-15,-2 0-48 0,0 0 121 0</inkml:trace>
  <inkml:trace contextRef="#ctx0" brushRef="#br0" timeOffset="27822.72">14554 12432 0 0,'0'0'0'0,"0"0"16"15,0 0 16-15,0 0-14 0,0 0-2 16,0 0 9-16,0 0 7 0,0 0 7 0,0 0 2 16,0 0-7-16,0 0-3 0,0 0 6 0,0 0 15 15,-10 5 13-15,11 4 4 0,3 4-11 0,-1 4-18 16,0 4-19-16,2 4-14 0,-1 4-8 0,0 3-4 16,1 0-1-16,-1 3 0 0,1-1 1 15,-2 0-1-15,-1 1 4 0,2 0 2 0,-1 2 4 16,-2 1 5-16,2 0 1 0,0 2 0 0,1 1-2 15,-2 0-2-15,1 1-3 0,0 3-6 0,-1-1-1 16,0 1-4-16,1-1-8 0,-1-1-6 16,-1 0-13-16,1-1-8 0,-2-2 2 0,0-1 9 15,0-2 14-15,-2-1 10 0,-1 1 8 0,-1 0 0 16,0-2 2-16,-2-2-1 0,0 0 0 16,0-2-2-16,-3 1-1 0,3-3-1 0,-3 2 0 15,1-2 2-15,0 0 0 0,2-1 3 0,-3-2-3 16,1-1 0-16,1 0-1 0,-1-3-3 15,0-2-2-15,0-1-2 0,-1-2 0 0,-1-2 2 16,-1-2 1-16,1-3 1 0,-2-1-6 0,1-3-2 16,0-1-12-16,-3-2-1 0,1-2 3 0,-3 1 4 15,1-2 10-15,-4 0 5 0,1 0 2 0,-2-2 1 16,-3-1 1-16,1-1 1 0,-6 0-3 0,0 0 3 16,-2 0 2-16,0 0 2 0,-2 1 6 0,-1 0 6 15,-1 2 9-15,-2 0 1 0,0 0 3 16,-2 1-2-16,2-1-1 0,2 1-3 0,0 0 0 15,-3 0-7-15,4-1-8 0,-4 1-11 0,4 0-14 16,-2-2-11-16,0 1-9 0,1 1-11 16,-4 0-1-16,-1 0 1 0,2 0 1 0,-3 0 7 15,0 0 6-15,-2 0 9 0,-2 1 14 0,0 2 10 16,-2-1 7-16,0 2 8 0,-1 0 11 0,-3 1 11 16,2-1 13-16,1 0 10 0,-1 1-2 15,-2-3-6-15,4 0-11 0,0-2-17 0,0 0-9 16,1 0-8-16,1 0-9 0,2-1 0 0,-3-4-4 15,2 1 4-15,2-2 1 0,-2 1 1 0,1 0 2 16,-2 0 1-16,1 0 4 0,-1 1 5 16,-4 0 5-16,4 1 6 0,-4 0 3 0,0 2 5 15,1-1 5-15,-3 2 5 0,-1 0 17 0,-3 0 17 16,1 4 21-16,2 0 18 0,-2 1 8 0,0 0-9 16,2 1-16-16,-4 1-23 0,3-1-26 0,2-1-19 15,0-1-13-15,3 0-14 0,0-1-6 16,4-2-5-16,-4-1-1 0,6 0-10 0,-2 0-4 15,1 0-8-15,1-4-9 0,-4-1 2 0,3-2-2 16,-1 0 2-16,1 0 10 0,-6 0 5 0,3-1 9 16,-5 1 9-16,1 0 4 0,-2 1 9 15,-1 0 5-15,-3 2 2 0,2 3-2 0,1 0 2 16,-2 1 0-16,-1 0 1 0,2 2 10 0,-1 2 1 16,-3 2 2-16,5-2 2 0,-1 1-8 15,-1 0-4-15,4-2-4 0,-1 0-7 0,3 1-4 16,1-2-2-16,3 0-2 0,-4-1-2 0,5-1 3 15,1 2-4-15,-3-2 0 0,2 0 0 0,2 0-2 16,-1 0 0-16,-1 0 1 0,0 0 1 0,-2 0 0 16,3 0 6-16,-3 0 2 0,0 0 1 15,2 0 5-15,-3 0-1 0,3 0 2 0,-2 0 0 16,0 2 2-16,1-1-2 0,-1 0 1 0,0 2-2 16,2-1-4-16,-2 0 0 0,1 0-3 15,0 0-1-15,1-2 0 0,-1 0 1 0,3 0 2 0,-1 0 0 16,2 0 3-16,0-2-3 0,0 0-3 15,1-1-2-15,1 0-4 0,1 1 4 0,-3 0-1 16,1-1 2-16,0 1-3 0,1 1 1 0,-3-1-1 16,0 0 0-16,0 2 2 0,-2 0-2 15,0 0-3-15,-1 0 3 0,-2 2-2 0,2 0 3 16,-3 0 2-16,2 1 1 0,1 0 0 0,0 1 0 16,0-2 1-16,2 0 1 0,-1 0 0 0,3 1-1 15,0-1-1-15,-1 0 0 0,3 0 1 16,1 0-1-16,2-1 0 0,-2-1-3 0,3 0 0 15,-1 0-3-15,2-1-2 0,1-4-1 0,0 1-3 16,1-2-1-16,1 0-4 0,-1-1-2 16,0 1 0-16,0 0 1 0,0-1 3 0,-2 1 1 15,2-1 3-15,-1 2 3 0,0 3 3 0,1 0 3 16,-1 1 0-16,-1 1-1 0,0 0-2 0,0 0-2 16,2 3-3-16,-2 2-1 0,1 2 1 0,-2-1 3 15,0 1 5-15,-2-2 9 0,2-1 7 16,3 1 4-16,1-1 2 0,2-1-2 0,1 1-3 15,1-2-6-15,1-1-4 0,-1 0-5 0,1-1-4 16,0 0 1-16,4 0-6 0,-2 0 0 0,1-3-4 16,-2-1-3-16,1 1-3 0,-3-1 2 15,1 1 0-15,-2 0 2 0,0 1 3 0,0 1 2 16,-3 0 2-16,5 1 1 0,-4 0 3 0,-1 0 0 16,0 2 0-16,-2 2 0 0,-2 0 1 0,0 1 6 15,1 1 4-15,-2-1 4 0,1 0 7 0,3 0 0 16,-1 1 2-16,0-3-3 0,1 2-5 15,-1-1-5-15,3-1-7 0,0 0-3 0,0-1-4 16,-1 0 0-16,0-1 1 0,1-1-1 0,3 0 6 16,-1 0-2-16,-1 0-1 0,4 0-1 15,-3 0-3-15,3-1 0 0,-4 0-1 0,6 0 1 16,-6 0-2-16,3 0 2 0,-3 1 3 0,0 0 3 16,3 0 4-16,-2 0-1 0,4 2 1 15,-4 3 2-15,2-1-2 0,-1 1 7 0,-3 1 2 16,5 0 1-16,-2-2 2 0,3 2 0 0,0 0 1 15,-2-2-2-15,3 1-1 0,1-1-1 0,-1 0 1 16,3-1 0-16,-1-1 1 0,2 1 2 0,5-2-1 16,4-1-3-16,-1 0-9 0,6 0-12 15,1 0-33-15,1 0-42 0,2-4-34 0,4-3-53 0,1-2-110 16,4-2-284-16,-3 3 157 0</inkml:trace>
  <inkml:trace contextRef="#ctx0" brushRef="#br0" timeOffset="41672.78">17896 5821 598 0,'0'0'-9'0,"0"0"-25"16,0 0-5-16,0 0 1 0,0 0 15 15,0 0 9-15,0 0 6 0,0 0 2 0,0 0 2 0,0 0 0 16,-36 122 0-16,33-95-2 0,1 2-5 16,-1 3-7-16,-2 4-6 0,3 2-4 0,-1 2-4 15,-3 1 3-15,4 2-3 0,-4-1 0 0,2-2 4 16,-3 0 8-16,3-2 7 0,-5 0 5 0,1-2 6 15,3-5 1-15,-1-4 0 0,-1-5 4 16,3-6 0-16,-1-6-1 0,2-5 2 0,2-4-4 16,-1-1-6-16,0 0-5 0,0-7-11 0,0 0-81 15,1 2 103-15</inkml:trace>
  <inkml:trace contextRef="#ctx0" brushRef="#br0" timeOffset="42542.68">17807 5835 597 0,'0'0'18'16,"0"0"-38"-16,0 0-6 0,0 0 7 15,0 0 8-15,0 0 14 0,0 0 9 0,0 0 2 16,0 0-1-16,132-42-3 0,-103 42-2 0,1 0-3 16,1 0-3-16,2 3-1 0,4 2-2 0,1 0 1 15,3-1-2-15,2 0-1 0,-1-1-2 0,6 0-1 16,-3-1-1-16,5 1 4 0,2 0 0 0,2-2 0 15,1 0 1-15,2-1-2 0,0 0 1 16,5 0-2-16,2 0 1 0,0-2-7 0,0 1-1 16,5-1-1-16,-2 1-5 0,-1 0 4 0,0 1 2 15,-1 0 5-15,2 0 5 0,-2 0 1 0,3 0 1 16,2 1 0-16,-4 0 3 0,5 1-2 16,-2-1 0-16,2 0 0 0,0-1-1 0,2 0 5 15,-1 0 3-15,-1 0 4 0,3 0 4 0,3-2-2 16,-3-2 0-16,6-1-3 0,-2 1-5 0,2-2-1 15,-3 0-5-15,2-1-2 0,0-1 1 16,-2 0-2-16,1 0-2 0,-1 0 0 0,-2 0-1 16,-1 0-1-16,-4 1 3 0,2 0 2 0,-4 0-1 15,-3 1-1-15,0 2 2 0,-2-1-1 16,-1 2 4-16,-1-1 5 0,2 1-1 0,-2 1 3 16,0-1-3-16,0 2-1 0,-1-1 0 0,1 1-3 15,0-2 1-15,0 1 4 0,0 1 1 0,0-1 0 16,-2 0 3-16,1 0-4 0,0 1-1 0,-1 0 1 15,-2 0-1-15,0-1 2 0,-2 1-1 16,-2 0 2-16,0 1-1 0,-3-1 2 0,1 0 0 16,-4 1-5-16,3-1-1 0,-2-1-4 0,0 2-4 15,0-1 5-15,1 1-10 0,-1-1 2 0,2 0-8 16,-3 0-10-16,2 0-15 0,-1 0-28 0,-4 0-34 16,-2 0-14-16,-2 0 16 0,0-2 28 15,-2 1 40-15,-6 0 26 0,0-2 2 0,-3 1 8 16,1-1 3-16,-4 1 4 0,0-1 4 0,-2 1 2 15,1-1 5-15,-3 1-1 0,2 0-2 16,-3 1-7-16,2 0-6 0,-1-1-5 0,-1 2 0 16,0 1-4-16,3 0-1 0,-2 0-4 0,0 0-3 15,0 0-4-15,-2 0-2 0,-4 0 3 0,0 0 3 16,-2 0 5-16,1 0 1 0,-4 0 2 16,-1 0 0-16,1 0-3 0,-2 1 0 0,-3 1-1 15,-1 0-3-15,1 0 4 0,-2 1 0 0,-2-1 2 16,1 1 4-16,0 0 2 0,-2 0 1 0,0 2 3 15,-1 1 0-15,1 1 0 0,2 2-3 16,-1 2 1-16,2 3-3 0,-3 2 1 0,4 3-1 16,-2 5-1-16,-1 1 2 0,0 2-2 0,3 4 0 15,-2 1-1-15,-1 2 0 0,4 3 0 0,-4 3 1 16,0-1 1-16,4 2-3 0,-5 1 0 0,0 0-1 16,0 1-2-16,-1-2 6 0,0 0 0 15,0-2 0-15,0-2 0 0,-1 0 0 0,-1-3 0 16,0 1 0-16,-2-3 0 0,2 0 0 0,1-4 0 15,0 0 0-15,0-3 0 0,1 1 0 0,0-1 0 16,0-2 0-16,0 0 0 0,0-1 0 16,0-1 0-16,0-2 0 0,0-5 0 0,-2-6 0 0</inkml:trace>
  <inkml:trace contextRef="#ctx0" brushRef="#br0" timeOffset="43232.35">24117 6779 0 0,'0'0'0'0,"0"0"0"0,0 0 21 0,-129-30-8 15,93 21-5-15,-2 0-6 0,1 0 0 16,-4 0-3-16,-1 0 1 0,1 0 6 0,-3 3 11 16,-3-1 16-16,0 0 23 0,-1 2 12 0,-3 0 12 15,0 2 4-15,-2 1-2 0,0-1-9 0,-1 2-14 16,1 0-21-16,3 1-21 0,-1 0-18 0,0 0-21 16,3 0-17-16,0 0-22 0,1 2-35 0,-3 1-17 15,-1-1-1-15,1 0 21 0,-2 1 36 16,-2-2 31-16,-2 1 18 0,-3-2 3 0,1 1 6 15,-2-1 0-15,-2 0 1 0,1 0 3 0,-1 0 4 16,-1-1 9-16,0-1 22 0,-1-1 30 0,0 1 25 16,-2 0 19-16,-1 0 0 0,0 0-11 15,3 1-11-15,-1 1-18 0,2 0-13 0,1 0-13 16,2 0-15-16,2 0-13 0,1 1-10 0,-1 2-10 16,4 0-11-16,-3-1-10 0,2 1-17 15,-3-1-26-15,0-1-32 0,1-1-26 0,-2 1-18 16,0-1 7-16,1 0 29 0,-2 0 35 0,-4 0 40 15,3 0 25-15,-4 0 21 0,-3 0 34 16,3 0 33-16,-3 0 29 0,-1 2 17 0,3 0-8 16,-2 1-24-16,4 2-25 0,0 0-22 0,3-1-20 15,2 2-11-15,0-1-5 0,3 1-8 0,2 0-5 16,1 0-9-16,2 0-11 0,0 0-12 16,1-1-21-16,1 1-14 0,0 1-13 0,-1-2-3 15,3 1 6-15,-2 0 9 0,0-1 17 0,-1-1 15 16,-1 0 16-16,1-1 16 0,-1 0 9 0,0-1 11 15,0-1 16-15,0 0 11 0,0 2 0 0,2-2-4 16,3-1-11-16,0 1-7 0,2-1 6 0,4 0-2 16,1 0-1-16,1 0 2 0,2-1-6 15,0 0 1-15,4-1-3 0,0 1-5 0,2 0 0 16,1 1-1-16,-1 0 4 0,6 0 2 0,-3 0 3 16,4 0-5-16,-1 0-7 0,0 0-11 0,4 2-13 15,-1 1-17-15,2 0-12 0,3 1-12 16,-3-1-12-16,2 0-8 0,-2 2-5 0,2-2 0 15,-2 2 14-15,-5-2 22 0,2 1 29 0,1-1 32 16,-3 0 26-16,-2 0 28 0,2-1 19 16,-3 2 11-16,5-1 0 0,-5 1-5 0,4-1-10 15,-1 1-19-15,2-1-17 0,1 0-16 0,4 1-16 16,1-2-10-16,5 2-4 0,0-2-5 0,5 0-9 16,2-2-13-16,1 1-30 0,1-1-50 0,2 2-60 15,0-2-54-15,0 1 9 0,0 0-101 16,0 0 251-16</inkml:trace>
  <inkml:trace contextRef="#ctx0" brushRef="#br0" timeOffset="43998.48">18467 5983 1111 0,'0'0'28'0,"0"0"-46"0,0 0-7 0,0 0-4 16,0 0-14-16,0 0-10 0,0 0 4 0,0 0 12 15,0 0 9-15,0 0 11 0,0 0-7 16,0 0 1-16,0 0 2 0,22-2 6 0,-16 18 8 16,-3 4 3-16,3 9 2 0,-4 7 0 0,-1 6-2 15,0 7-3-15,1 5-14 0,-2 4-21 16,0 0-31-16,2 3-51 0,-2 1-14 0,1-15-65 15,-1-18 73-15</inkml:trace>
  <inkml:trace contextRef="#ctx0" brushRef="#br0" timeOffset="44286.47">19429 5947 890 0,'0'0'322'0,"0"0"-391"0,0 0-15 0,0 0 43 16,0 0 44-16,0 0 0 0,0 0-1 15,7 152 1-15,-7-114-1 0,0 4 1 0,0 4-4 16,0 1-15-16,0 0-44 0,0 1-68 0,0-2-94 16,1-10-93-16,1-14 23 0</inkml:trace>
  <inkml:trace contextRef="#ctx0" brushRef="#br0" timeOffset="44585.84">20138 6023 655 0,'0'0'165'15,"0"0"-176"-15,0 0-10 0,0 0 23 16,0 0 5-16,0 0 14 0,0 0 9 0,0 0 5 16,0 0-2-16,0 0 1 0,45 152-10 0,-45-109-9 15,0 3-8-15,0 3-7 0,0 4-7 16,0 2-14-16,1 3-26 0,2-2-43 0,1-2-71 16,0-4-46-16,2-13-129 0,-3-16 209 0</inkml:trace>
  <inkml:trace contextRef="#ctx0" brushRef="#br0" timeOffset="44840.66">21331 6167 783 0,'0'0'3'0,"0"0"-17"15,0 0 17-15,0 0 3 0,36 136-4 0,-31-103-13 16,1 1-12-16,1-3-21 0,0-1-41 16,1-2-59-16,0-6-15 0,-1-6-158 0,-2-5 317 0</inkml:trace>
  <inkml:trace contextRef="#ctx0" brushRef="#br0" timeOffset="45096.6">21940 5915 1212 0,'0'0'521'16,"0"0"-611"-16,0 0-39 0,0 0 39 0,0 0 52 15,0 0 37-15,0 0 2 0,23 155 0 0,-18-107 0 16,-2 5-3-16,-1 3-10 0,2 4-31 16,-2 1-39-16,0 1-57 0,0 1-73 0,0-3-72 15,0-15-14-15,-1-16-18 0</inkml:trace>
  <inkml:trace contextRef="#ctx0" brushRef="#br0" timeOffset="45348.55">22735 5893 1296 0,'0'0'-29'0,"0"0"-19"0,0 0 40 0,-4 127 12 16,1-79 0-16,0 4-4 0,2 0-8 0,1 0-20 16,0-2-38-16,0-3-62 0,4-1-86 15,-1-12-51-15,1-13-245 0</inkml:trace>
  <inkml:trace contextRef="#ctx0" brushRef="#br0" timeOffset="45574.75">23426 5759 1326 0,'0'0'51'0,"0"0"-91"16,0 0-4-16,0 0 26 0,0 0 34 0,0 0 15 16,0 0-1-16,30 133-8 0,-25-84-9 15,-1 7-9-15,-2 6-9 0,1 4-17 0,-2 5-38 16,-1 0-68-16,1 0-128 0,-1-20-106 0,0-16-196 0</inkml:trace>
  <inkml:trace contextRef="#ctx0" brushRef="#br0" timeOffset="47130.7">19816 5328 631 0,'0'0'116'15,"0"0"-106"-15,0 0-3 0,0 0 12 0,0 0 3 16,0 0 1-16,0 0-1 0,0 0 0 15,0 0 3-15,0 0-9 0,0 0-14 0,0 0-23 16,0 0-31-16,0 0-10 0,-11-9-2 0,4 15 17 16,4 5 21-16,-4 1 17 0,3 3 11 0,-5 0 3 15,1 3 7-15,3 2 4 0,-2 0 7 16,0 0 3-16,1-1-6 0,2 1 0 0,2-4-7 16,2-1-5-16,0-2 1 0,1-2-6 0,7-2 3 15,2-1 0-15,1-1 0 0,1-2-4 0,4-2-12 16,-1-1-32-16,3-2-56 0,0 0-69 0,0-3-7 15,-4 0-146-15,-5-1 320 0</inkml:trace>
  <inkml:trace contextRef="#ctx0" brushRef="#br0" timeOffset="47327.87">19828 5027 1213 0,'0'0'167'0,"0"0"-241"0,0 0-71 16,0 0-52-16,0 0-23 0,0 0-3 0,0 0 31 16,0 0-137-16</inkml:trace>
  <inkml:trace contextRef="#ctx0" brushRef="#br0" timeOffset="48375.46">19513 5970 1278 0,'0'0'52'0,"0"0"-35"0,0 0-2 0,0 0-6 15,0 0-4-15,0 0-4 0,0 0-3 16,0 0-1-16,0 0-3 0,0 0 0 0,0 0 0 16,0 0-3-16,0 0-2 0,0 0 0 0,-63-76-1 15,62 76-2-15,1 0-3 0,-1 0-5 0,1 0-8 16,-4 1-11-16,2 4-8 0,0 3 2 0,-6 5 18 16,3 4 24-16,-4 8 17 0,-2 3 12 15,1 4 1-15,0 5-9 0,-2 5-2 0,2 0-4 0,0 4-3 16,-2 0-1-16,4 2-2 0,0-1-3 15,1-1 1-15,-1 1 0 0,2-1-2 0,-1-2 3 16,2-5-3-16,0-5 0 0,1-3 1 0,-2-6-3 16,5-5 4-16,-1-4-4 0,1-4-3 15,1-6 0-15,-1-1-3 0,1-4 0 0,0-1 2 16,0 0 4-16,0 0-4 0,0-6-1 0,0-3-4 16,1-8-5-16,2-4 3 0,-1-5 3 15,6-4 3-15,-5-3 3 0,2-4 1 0,-2-1 3 16,2-2 0-16,-2-3 1 0,0-1 1 0,4 1-1 15,-3-1 0-15,3 0-2 0,0 1 0 0,-2 3-1 16,5 5 2-16,-4 2 0 0,-2 6 2 16,3 5 0-16,-4 3 3 0,5 6 0 0,-5 1-1 15,3 3-4-15,-2 1-4 0,3 2-3 0,1-2-5 16,-1 2-1-16,3 1 0 0,3-1 0 0,-1 1 0 16,0 1-1-16,1 0 2 0,2-1 1 0,0 1 2 15,2-1-2-15,1-1-3 0,-1-1-6 16,3 1-4-16,4-2-1 0,-3 0-1 0,2-2 1 15,-1 2 1-15,0 0 0 0,-2 1 2 0,-1 1 0 16,0 1 2-16,-2 0 4 0,-3 1 2 0,-2 1 4 16,2 2 2-16,-3 0 2 0,-5 1-1 0,2 0-1 15,-1 0-2-15,-3 0 2 0,4 2 0 16,-5 3 5-16,3 0 3 0,-2 1 3 0,4 0 4 16,1 2 1-16,1 0-1 0,0 3 2 0,8-1-2 15,-3 2 0-15,5-1-3 0,2 0-10 16,4 1-21-16,-4-1-84 0,3-3-35 0,-7-3-230 15,-7-2 376-15</inkml:trace>
  <inkml:trace contextRef="#ctx0" brushRef="#br0" timeOffset="48799.21">20173 5932 220 0,'0'0'669'16,"0"0"-573"-16,0 0-45 0,0 0-15 0,0 0-25 16,0 0-18-16,0 0-6 0,0 0 0 15,0 0 10-15,0 0-1 0,0 0 4 0,0 0 0 16,-51 137-6-16,48-100-2 0,-3 2-10 0,3 4-10 15,-2 0-7-15,0 0 0 0,-2 0 7 0,2-1-2 16,-1 0-6-16,-3-1-20 0,5-3-25 0,-2-4-16 16,4-6-5-16,0-3 19 0,0-7 31 0,-3-4 26 15,3-3 25-15,1-3 11 0,-1-1 10 16,-3-1 5-16,3-1 6 0,-2-1 2 0,-2 2 3 16,-2-2 6-16,3 0 3 0,-2 1 6 0,-1-2 3 15,3 0-1-15,-4 1-5 0,1-1-8 0,-1 1-11 16,-1-2-5-16,3 2-8 0,-2-2-4 15,-3 0-3-15,-2 2-3 0,2-2 4 0,-7 0 1 16,5 1-2-16,-5 0 2 0,-2-1 0 0,2 0-2 16,-4 1 0-16,-3 0 0 0,2 1 0 15,-5 0 6-15,0 1 5 0,-2 0-1 0,-1-1-1 16,1 1-3-16,-2 0 1 0,4-2 4 0,-1 2 7 16,2-1 6-16,0-1 1 0,4 1-3 15,-1-2-5-15,4 0-11 0,6 2-4 0,-1-3-8 16,5 1-7-16,6 0-8 0,0-1-12 0,3 0-13 15,1-1-30-15,1 0-30 0,0 0 1 0,2 1 14 16,4 0 32-16,4 0 34 0,3-1 2 0,0 0-12 16,7 0-27-16,1 0-41 0,4-1-59 0,-5-1-8 15,-8 0-149-15</inkml:trace>
  <inkml:trace contextRef="#ctx0" brushRef="#br0" timeOffset="58188.84">19247 7367 153 0,'0'0'81'0,"0"0"-19"16,0 0 12-16,0 0 19 0,0 0 4 15,0 0 3-15,0 0-5 0,0 0-10 0,0 0-14 16,0 0-20-16,0 0-19 0,0 0-19 0,-60-74-26 16,60 74-25-16,0 0-26 0,0 0-1 15,0 0 9-15,0 1 24 0,2 1 27 0,3 3 11 16,-2 1 3-16,-2 1 4 0,4 1 0 0,-2 5 2 15,-1 2 1-15,0 3-1 0,2 3-1 0,-2 3-3 16,-1-1-4-16,0 2 2 0,1-1-1 0,-2 1-1 16,0-2 1-16,0 0-2 0,0-1 0 15,0-2 1-15,0-2 3 0,-3-2 1 0,0-3 3 16,-1-1-1-16,2-5 0 0,1-2 1 0,0-2-1 16,0 0 0-16,1-2-5 0,0 0-6 0,0-1-6 15,0 0-8-15,0 0-8 0,0 0-13 0,0-1-13 16,0-3-7-16,0 0-5 0,0-5-1 15,0-3 1-15,2-2-4 0,-1-3-7 0,4-1-7 16,-2-3-8-16,-2-1-4 0,2-2 9 0,2-1 24 16,-3-2 21-16,-1 1 26 0,0-2 7 0,0 2 3 15,2-2 3-15,-3 4 2 0,0 1 7 16,0 1 6-16,0 2 6 0,1 2 6 0,-1 2 5 16,1 3 7-16,-1 3 1 0,1 3-4 0,-1 2-8 15,1 2-16-15,0 0-12 0,0 0-14 16,4 1-4-16,-2 0-2 0,3-1 4 0,0 1 2 15,2 1-1-15,0 1 1 0,2 0 0 0,0 0 2 16,2 0 1-16,1 0 2 0,4 0 3 0,-2-1 0 16,3 1 2-16,3-1 1 0,-1-1 0 15,0 1 3-15,1 0-4 0,1 0 0 0,2 1-4 16,-2 0-2-16,1 0 0 0,0 0-2 0,1 2-1 16,0 2 2-16,3 0-4 0,-3 1 0 0,3 0-3 15,-4 0-2-15,3 2-7 0,-2-1-8 16,-2 0-5-16,2-1-4 0,-2 1 8 0,-1 0 6 0,-1-1-23 15,-5-1 8-15,4 1 40 0,-8-3 0 16,-1 0 0-16,0 0 0 0,-3 0 0 0,-4-1 0 16,-1-1 0-16,1 1 0 0,-3-1 0 0,0 0 56 15,0 0 13-15,0 0-27 0,0 0-2 16,0 0-12-16,0 0-17 0,0 0-23 0,0 0-17 16,0 0-1-16,1 0 4 0,1 1 13 0,0 3 7 15,4-1-2-15,-2 3 0 0,-1 1 2 0,3 2 0 16,-3 0 1-16,3 2 1 0,-3 1-2 15,3 0 0-15,-4 0 0 0,0 2 2 0,-1 0 1 16,0-3 2-16,1 1 1 0,0-3 1 0,-1 0 0 16,0-4 1-16,-1-1 2 0,1 0-2 0,-1-2 3 15,1 1-2-15,-1-1 2 0,0 0 2 0,0 1-1 16,1-1 0-16,0 1-1 0,-1 2-1 16,3-2-3-16,-2 1 1 0,0-2 2 0,0 2 1 15,0-1 3-15,-1 1 5 0,0 0 3 0,0 2 7 16,2 2 4-16,-2 1 1 0,0 3-3 0,1 0-5 15,-1 5-7-15,0 1-1 0,0 4 1 16,0 1 0-16,0 3 0 0,0 3 1 0,0 2-4 16,0 1-3-16,0 1-3 0,0 0-3 0,-1-2-2 15,-1 0-1-15,2 0-2 0,0-2-1 0,-1-3 1 16,0-4 1-16,-1-2 3 0,-1-4-1 16,2-6 3-16,1-3 0 0,0-3 2 0,0-2 1 15,0-2 0-15,-1 0 0 0,1 0-2 0,0 0 2 16,0 0 5-16,0 0 9 0,0 0 12 15,0 0 3-15,-2 0-1 0,0 0-3 0,-3-1-3 16,2-2-1-16,-5 1 6 0,1 0 3 0,0 1 0 16,-2-2 4-16,-2 2-3 0,0 0 5 0,-4 1 6 15,4-1-4-15,-2 1-1 0,-5 0-5 16,5 0-10-16,-5 0-1 0,-1 0-5 0,2 0-3 16,1 0-7-16,-4 0-2 0,0 1-5 0,-3-1-5 15,2 0-2-15,-5 0-2 0,-3 0 2 0,1 0 4 16,-4 0 3-16,1 0 4 0,0 0 7 15,0 0 8-15,1 0 12 0,1 1 5 0,3 0-1 16,-2 2-7-16,3-1-13 0,1 0-11 0,2 2-7 16,2-1-5-16,0 1-1 0,1 0-5 0,4 1 0 15,-3 0 0-15,1-1 4 0,4 1-1 0,1-2 1 16,1 1-5-16,2-1-11 0,1 0-6 16,0 1-10-16,5-1-3 0,-1 0-1 0,-1 0 3 15,4-2 7-15,-1 2 7 0,0-2 10 0,-1 0 13 16,2 0 5-16,1-1 7 0,-1 0 3 0,1 0 6 15,0 0 3-15,0 0 2 0,0 0 1 16,-2 0-4-16,1-1 1 0,-5-1-4 0,4-1 4 16,1 0 0-16,-2-1 4 0,2 0 0 0,-3 0-3 15,4-1-11-15,0-1-8 0,0-2-8 16,1-2-5-16,5-3-1 0,-2-2-4 0,5-2-11 16,-2-3-15-16,-2-1-13 0,4-4-9 0,-1-2-2 15,-2-1 1-15,-1-5 3 0,2 0 5 0,-4-2 9 16,-1-4 14-16,3 0 14 0,-5 0 11 0,1 1 7 15,-1 1 3-15,0 4 4 0,0 3 3 0,0 3 5 16,0 3 3-16,-2 4 4 0,-2 3-4 16,2 3-4-16,2 3-7 0,0 3-7 0,0 2-12 15,0 3-20-15,0-1-22 0,0 2-44 0,6 0-77 16,-4 1-292-16</inkml:trace>
  <inkml:trace contextRef="#ctx0" brushRef="#br0" timeOffset="61566.93">19218 8413 477 0,'0'0'125'16,"0"0"-112"-16,0 0-16 0,0 0-16 0,0 0-20 15,0 0-10-15,0 0 2 0,0 0 17 0,0 0 15 16,0 0 14-16,0 0 4 0,0 0-5 16,-10 58-6-16,10-36-6 0,0 0-5 0,-2 1-1 15,1 0 1-15,-1 0 8 0,-2 0 5 0,3 1 6 16,0-2 1-16,-1 1 0 0,1-1 1 15,-4 0-2-15,3-2 0 0,1-2-1 0,-1-3 0 16,1-2 1-16,0-5 2 0,1-3 0 0,0-2-2 16,0-3-15-16,0 0-19 0,0 0-10 15,0-2 0-15,1-5 6 0,2-5 11 0,4-4-25 0,-3 2-16 16,-2 4 68-16</inkml:trace>
  <inkml:trace contextRef="#ctx0" brushRef="#br0" timeOffset="61904.68">19318 8268 199 0,'0'0'49'0,"0"0"-16"16,0 0-14-16,0 0-14 0,0 0-3 0,0 0 1 15,0 0 0-15,0 0 0 0,132-13 2 0,-109 12-5 16,3 0-4-16,-2 1-2 0,5 0-5 16,0 0 0-16,0 0-1 0,1 0 3 0,0 2 2 15,1 0 4-15,-1 2 1 0,1-1 0 0,0 1 0 16,0-1 0-16,1 2-5 0,0-2-6 0,0 1-7 15,2-1-7-15,-3 0-2 0,-1-1 6 16,1 0 8-16,0 0 8 0,0-2 7 0,1 0 1 16,0 0-3-16,-1 0 2 0,0 0 0 0,2 0-3 15,-2-2 1-15,2 1-2 0,-3-2-1 16,0 0 3-16,-3 1-1 0,0 0 1 0,-4-1 2 16,-2 1 0-16,-2 0-1 0,0-2 0 0,-4 2 1 15,0 0-1-15,-3-2 2 0,2 2-1 0,-2-1 0 16,-3 1 1-16,3 0-3 0,-2-1 2 0,-1 1-1 15,0 1 1-15,1-1-3 0,-1 1 0 16,-1 1-5-16,2 0-6 0,-2 0-34 0,-3 0 41 0,0 0 7 16</inkml:trace>
  <inkml:trace contextRef="#ctx0" brushRef="#br0" timeOffset="62110.85">20765 8256 0 0,'0'0'0'15,"0"0"0"-15,0 0 0 0,0 0 0 0,0 0 0 16,0 0 0-16,0 0 0 0,0 0 0 0,0 0 0 15,0 0 0-15,0 0 0 0,0 0 0 16,0 0 0-16,94-2 0 0,-91-1 0 0,-1 1 0 16,1 1 0-16,0 0 0 0,0 0 0 0,-2 0 32 15,1-2-21-15,1 2-5 0,-1 0-5 0,1 0-1 16,0 0 0-16,1 0-3 0,-1 0-1 16,0 0-1-16,1-1-3 0,-1 2 1 0,1-1-5 15,0 0 1-15,2 1 11 0,-1-1 0 0,-3 0 0 16,1 1 0-16</inkml:trace>
  <inkml:trace contextRef="#ctx0" brushRef="#br0" timeOffset="62883.44">20968 8213 0 0,'0'0'23'0,"0"0"-6"0,0 0-18 16,0 0 0-16,0 0-2 0,0 0 0 0,0 0 1 16,0 0-2-16,0 0-3 0,0 0-11 0,0 0 17 15,0 0 1-15,0 0 0 0,0 0 0 16,18 3 0-16,-16-3 0 0,-2 0 0 0,0 0 0 15,0 0 0-15,0 0 0 0,0 1 0 0,0-1 29 16,-2 1 8-16,0-1 1 0,0 2 3 16,-1-1 3-16,0 1-10 0,2 1-18 0,1 2-13 15,0 3-10-15,0 2-4 0,0 4-4 0,1 4-6 16,4 1-8-16,-3 2-6 0,0 4 4 16,-1 0-7-16,-1 1-17 0,0-1 55 0,0-1 0 15,0 0 0-15,0-2 0 0,0-2 0 0,-3-1 0 16,-1 1 0-16,0-1 0 0,1-1 0 0,-3 1 11 15,4 1 16-15,0 0-15 0,-2 1-2 16,2 1-6-16,-1 0-1 0,1 0-2 0,-1 0 0 16,0-2 1-16,1 1 0 0,1-1-3 0,0-3 2 15,0 0-3-15,-1-3 0 0,2 0 1 0,-1-3-2 16,1 0 2-16,0-2-1 0,0-1 2 0,-2 0-2 16,2-1-1-16,0 0 2 0,0-1 1 0,-1-1 0 15,-1 0 2-15,1 0-1 0,-2-2 2 16,0 1 0-16,1-1 1 0,-1 1 4 0,-3-1 3 15,3 0 6-15,-3-1 8 0,2 1 5 0,-2 0 7 16,2 0-1-16,-3 0-4 0,3-2-5 0,-2 2-8 16,1-1-8-16,0-1-5 0,0 0-3 15,-2 0-4-15,2 1-3 0,0-2 0 0,-3 1-3 16,4-1 0-16,-5 0 1 0,1 0 1 0,1 0 2 16,0 0 1-16,-3 0 0 0,1 0 2 15,0 0 1-15,-2-1 6 0,-2-1 4 0,-1 1 6 16,1-1 5-16,-4 0 0 0,2-1-3 0,-2 1-7 15,-1-2-4-15,0 1-8 0,0-1 0 16,-2 2-7-16,-1-1-1 0,1 0-1 0,-2 0-2 0,-3 2 4 16,4-1 2-16,-4 1 5 0,-2 1 1 15,-2 0 0-15,-1 0 0 0,2 0-1 0,0 0 1 16,-1 0 5-16,0 1 5 0,0-1 5 0,1 0 5 16,1 0 1-16,-2 0-4 0,0 0 3 15,0 0-8-15,0 0 5 0,3-2 0 0,-3-2 2 16,1 2 1-16,-1-2-4 0,3 0-6 0,-3 0-11 15,1-1-7-15,4 2-13 0,-3 1-10 0,2-1-7 16,-2 2-5-16,-1 1 7 0,2 0 8 0,-2 0 9 16,0 1 15-16,-1 3 8 0,3-1 16 15,-1 1 11-15,3-2 14 0,-2 0 7 0,6 1 1 16,-2-2 0-16,1 0-12 0,3 0-12 0,-2-1-11 16,5 1-11-16,-1-1-7 0,3 0-7 0,-3 0-6 15,4 0-7-15,1 0-12 0,1 0-7 16,0 0-7-16,0 0-3 0,6 0-8 0,-2 0-29 15,2 0-24-15,0 0-24 0,2 0-30 0</inkml:trace>
  <inkml:trace contextRef="#ctx0" brushRef="#br0" timeOffset="64188.91">21224 5967 730 0,'0'0'38'0,"0"0"-29"0,0 0 4 15,0 0-7-15,0 0-8 0,0 0-9 0,0 0-7 16,0 0-14-16,0 0-9 0,0 0 2 0,0 0 4 16,0 0 11-16,0 0 6 0,0 0 1 15,18-23 5-15,-14 21 6 0,-2-1 10 0,0 2 11 16,-2 0 5-16,0 1 9 0,0-1 12 0,0 1 10 16,0 0 8-16,0 0 4 0,0 0 0 0,0 0-2 15,0 0-8-15,0 0-9 0,0 0-14 16,0 0-9-16,0-1-8 0,0 1-2 0,0 0-6 15,0 0 0-15,0 0-3 0,0 0 1 0,0 0 2 16,0 0 3-16,0 0 6 0,0 0 7 0,0 0 4 16,0 0 0-16,0 0 1 0,0 0 0 15,0 0 0-15,0 0 1 0,0 0 1 0,0 0-2 16,0 0-1-16,0 0-6 0,0 0-1 0,0 0-1 16,0 0-2-16,0 0-1 0,0 0-1 0,0-1-3 15,0 1-1-15,0-2-1 0,0 1-1 0,0-1-3 16,0-2-1-16,0 1 1 0,0-2 5 15,0 1 2-15,0-2 6 0,-1 1 4 0,0-1 3 16,-1 1 2-16,-1-1-6 0,0 2-4 0,1-1-11 16,0 0-3-16,-2 1-1 0,2-1-2 0,0 2 2 15,0 0 1-15,-2 1 0 0,2 0-2 16,1-1 0-16,0 2 0 0,0 0 2 0,0 0 3 16,0 1-1-16,1 0 2 0,-2 0-1 0,2 0-4 15,0 0-4-15,0 0-8 0,0 0-11 16,0 0-12-16,0 1-13 0,0 2 6 0,-1 6 9 15,-2 2 15-15,1 5 18 0,-2 5 4 0,1 4 2 16,-1 5 2-16,-3 1 0 0,4 4-1 0,-2 1-1 16,0 4-3-16,-2 0 4 0,3 0-5 15,-3-2 2-15,1-2-2 0,1-3 1 0,2-4 1 16,-2-1-1-16,2-4 2 0,-2-1-3 0,3-4 1 16,-1 0-1-16,1-4-1 0,-1-3 1 0,0-5 4 15,2-1 3-15,0-4 5 0,0 0 7 0,0-1 9 16,1-1 3-16,-1 0 6 0,1 0-1 15,0 0 0-15,-2 0-2 0,1 0-11 0,-1 0-9 16,0-1-6-16,0-2-7 0,-2 0-4 0,1-1-5 16,3-2-8-16,-1-2-5 0,0-3 3 0,1-5-4 15,0-3 2-15,0-3 1 0,1-4 1 0,6-2 5 16,-2-4 2-16,2-1 3 0,1-2-2 16,0-4-2-16,0 3-2 0,1-2 0 0,0 3-2 15,0 3 3-15,-4 3 3 0,0 5 0 0,-2 4 5 16,-1 5 13-16,-2 4 4 0,1 5 0 15,-1 3-3-15,0 2-11 0,0 1-12 0,0 0-13 16,0 0-15-16,0 0-19 0,0 0-19 0,0 1-13 16,0 3 14-16,0 3 22 0,2 6 31 15,-2 3 24-15,0 4 7 0,0 4 2 0,0 5-2 16,0 5 0-16,-3 3-1 0,0 3-2 0,0 2 1 16,-3-2-4-16,3 0 3 0,-2-1-2 0,1-2 0 15,-1-2-1-15,1-2-2 0,3-4 2 0,0-4-2 16,0-5 0-16,1-5 1 0,0-3-2 0,0-4 1 15,0-3 1-15,0-3 0 0,0-2 0 0,0 0 5 16,0 0 3-16,0 0 2 0,0 0 1 16,0 0-4-16,0 0-16 0,-1-6-19 0,1-2-35 15,0-3-34-15,-2-5-43 0,2-3-73 0,0 4-71 16,0 4-357-16</inkml:trace>
  <inkml:trace contextRef="#ctx0" brushRef="#br0" timeOffset="64992.88">20010 8277 799 0,'0'0'99'0,"0"0"-99"16,0 0-21-16,0 0 1 0,0 0-4 0,0 0 1 15,0 0 2-15,0 0 4 0,0 0 3 0,0 0 5 16,0 0 0-16,0 0 0 0,0 0-3 0,0 0 3 16,0-5 3-16,0 5 4 0,0 0 5 15,0 0 2-15,0 0 3 0,0 0-2 0,0 0 1 16,0 0 0-16,0 0 1 0,0 0 4 0,0 0 1 15,0 0 0-15,0 0 0 0,-1 0-5 0,0 0-3 16,0 0-1-16,1 0-2 0,-1 0 2 16,1 0 1-16,-2-1 3 0,2 0 5 0,-2 1 4 15,2-1 0-15,-1 0-2 0,1 0-5 0,-1 1-6 16,1-2-6-16,0 2-2 0,0-1-8 16,0 1-2-16,0 0-4 0,0 0-4 0,0 0 5 15,0 0 7-15,0 0 4 0,0 0 10 0,0 0 3 16,0 0 5-16,0 0 7 0,0 0 4 0,0 0 4 15,-1 0 6-15,1 3 3 0,-1 1-3 16,0 4 2-16,-2 6 4 0,0 6 8 0,2 7 4 16,-1 5-1-16,2 5-11 0,0 5-14 0,0 3-10 15,0 1-7-15,-1 2-7 0,1 0-3 0,0 0-7 16,0-5-4-16,0-5-13 0,0-4-9 0,0-6-15 16,1-7-14-16,-1-4 2 0,2-6-2 0,-1-4 1 15,2-2-15-15,0-1-40 0,-2-3-67 16,1 0-8-16,-2-1-153 0,0 0 346 0</inkml:trace>
  <inkml:trace contextRef="#ctx0" brushRef="#br0" timeOffset="67351.6">19137 9490 0 0,'0'0'0'0,"0"0"44"15,0 0-20-15,0 0-5 0,0 0 10 0,0 0 12 16,0 0 11-16,0 0 16 0,0 0 19 0,0 0 18 16,0 0 13-16,0 0 7 0,0 0-6 15,-20-101-13-15,20 101-14 0,0 0-20 0,0 1-19 16,0 5-21-16,0 3-13 0,1 6-8 0,3 4-4 16,-2 5-3-16,-1 3-1 0,0 3-5 15,1 0-3-15,2 0-3 0,-3-1 2 0,0-2-1 16,0-1 1-16,0-3-1 0,-1-4 2 0,0 0 0 15,0-6 2-15,0-1 3 0,0-4-4 0,0-4-9 16,0-2-33-16,0-2-29 0,1-1-6 0,0-7-2 16,4-4 9-16,-1-3 4 0,-2-5-22 0,4-4-10 15,-3-3 7-15,5-2 22 0,-6-2 25 16,3-3 24-16,-2 0 15 0,-2-1 9 0,4-3 6 16,-3 2 11-16,1 1 7 0,-1 4 8 0,5 5 6 15,-3 7-1-15,4 5-1 0,0 3 2 0,3 5 0 16,0 1 2-16,6 3 3 0,-1 1-8 15,7 0-4-15,3 0-6 0,4 1-7 0,2 0-5 16,6 0-5-16,1-1-10 0,3 1-10 0,0 0-18 16,2-1-21-16,3 1-18 0,-1 0-9 15,0-1 2-15,2 1 16 0,-3 0 16 0,3 0 20 16,1 0 14-16,0 0 7 0,-3 0-1 0,3 0 1 16,-1 0 1-16,-2 0-1 0,2 0 4 0,-2 0-3 15,0 0 4-15,-1 0 1 0,-1 1 3 16,-1 0 2-16,-2 0 1 0,-2 0 2 0,-1-1 1 15,-2 1 6-15,2 0 8 0,-3 0 2 0,0 0 5 16,-2 0-1-16,3-1 0 0,-4 2-5 0,1-2 0 16,-1 0-2-16,4 0-8 0,-4 0-4 15,1 0-7-15,-2 0-6 0,0-3-4 0,-1 2-8 16,1-1-13-16,-2-1-11 0,-1 1-9 0,-3-2-8 16,0 2-1-16,-2-2 8 0,-2 2 7 0,-1 0 18 15,1-2 12-15,-1 2 8 0,-1-1 4 0,1 1 0 16,-2 1-3-16,-1-1 0 0,-1 0-5 15,-2 1-1-15,-1 1-6 0,-2 0-2 0,-4 0-2 16,0 0 8-16,-4 0 10 0,-1 0 19 0,-1 0 29 16,-1 0 16-16,0 1 14 0,0-1-9 0,0 0-25 15,1 0-29-15,2 0-14 0,-2 0-13 16,5 0-2-16,-2 2 0 0,4-2-6 0,-1 0-6 16,-1 0-7-16,0 0-8 0,-2-2 2 0,1 0 4 15,-2 1 9-15,-2 0 12 0,1 1 7 16,-2 0 8-16,0 0 13 0,0 0 11 0,0 0 10 15,0 0 8-15,0 0-10 0,0 0-8 0,0 0-13 16,-2 0-8-16,0 1 6 0,-2 0 11 0,1 0 5 16,1 0 1-16,0-1-5 0,1 2-13 15,1-2-21-15,0 0-29 0,0 0-14 0,0 0 0 16,1 0 4-16,2 0 12 0,0 0 3 0,0 0-8 16,-1 0-1-16,0 0 6 0,0 0 11 0,-1-2 11 15,2 1 12-15,-2 0 4 0,0 0 4 0,1 1 5 16,-2 0 3-16,1 0 2 0,-1 0 0 0,0 0-7 15,0 0 0-15,0 0-4 0,0 0 1 16,0-1 5-16,3 1 5 0,0-1 1 0,0-1-6 16,1 1-2-16,1 0-13 0,0 0-6 0,0-1-10 15,1 0-11-15,-1 1-6 0,-1 1-8 16,1-1-3-16,-1 1 7 0,-3 0 7 0,1 0 15 16,0 0 14-16,-2 0 5 0,1 0 2 0,-1 0 2 15,0 0 0-15,0 0 1 0,0 0 2 0,0 0 0 16,0 0 2-16,0 0 1 0,0 0 0 15,0 0 2-15,0 0 1 0,0 0 1 0,0 0 3 16,0 0-1-16,0 0-2 0,0 0-2 0,0 0 0 16,0 0-5-16,0 0 0 0,0 0-6 15,0 0-2-15,0 0-7 0,0 0-1 0,2 0-2 16,-1-1 4-16,-1 1 4 0,3-1 0 0,-2 1 6 16,1 0-2-16,-1 0 6 0,-1 0 3 0,0 0 0 15,1 0 2-15,-1 0 2 0,1 0 0 0,0 0 2 16,1 3-3-16,1 2-3 0,0 1-8 0,1 2-6 15,1 2-8-15,1 2-6 0,-1 1-5 16,0 1-9-16,-1 3-1 0,1-1 5 0,-4-2 9 16,3 3 10-16,-3-1 10 0,0 1 0 0,1 1 4 15,0 2-2-15,0-1 1 0,0 2 3 0,0 0-2 16,-1 0 0-16,-1 1 0 0,1-1-4 16,-1 0 2-16,0 2-3 0,0 0 3 0,0 1 0 15,0 1-4-15,-1 0-1 0,0-1-3 0,-1 0-4 16,0 1-4-16,1-2 3 0,0 0 1 15,-1-4 5-15,0-1 3 0,0-1 0 0,-2 0 0 16,3-1 2-16,-2-1-2 0,1 0 6 0,-1-2-3 16,1 0 1-16,0-4 0 0,0 0 2 0,0-1 1 15,-1-1 1-15,1-2 2 0,2 1-5 16,-1-1-2-16,1 0-4 0,0-1-2 0,0 0 2 16,0 1-3-16,0 0 1 0,0-1-1 0,0 1-2 15,-3 1 4-15,3 0 1 0,-1-1 3 0,-2 1 0 16,0 0 1-16,1 0 0 0,-1 0 4 15,-2 0 1-15,1 1 8 0,0-1 9 0,-1 0 6 16,0-2-1-16,1 1-2 0,-1-2-9 0,1 0-12 16,-2-1-2-16,-1-1-6 0,0 0 0 0,0-1 2 15,1 0 4-15,-2 0 3 0,-2 0 5 0,0 0 3 16,-1 0 8-16,-3-1 9 0,-1-1 6 0,-2 0 4 16,1-1 1-16,-3 0-11 0,-1 0-3 15,0 1 2-15,-2 0 2 0,-1-1 4 0,-3 1 6 16,4 0 3-16,-3-1-2 0,-1 2-3 0,-2-1-6 15,1 0-2-15,-1-2-1 0,-2 2-2 16,1-2-5-16,-1 1-2 0,1 0-8 0,-2-1-1 16,-1 2-5-16,1 1-1 0,-2 0-2 0,-2 1 2 15,2 0 3-15,-2 0 5 0,0 0 4 16,-1 0 3-16,-1 0-1 0,-1 0-6 0,3 0-5 16,-3 0-6-16,0-1-2 0,0-2-4 0,-1 1 2 15,-1 0 0-15,-5-1 3 0,3 2 1 0,1 0 2 16,-3 1 3-16,-2 0 6 0,2 0 3 15,-1 0 10-15,0 2 6 0,2 2-1 0,-3-1 0 16,4 1-3-16,0 0-11 0,1 0-3 0,2-2-8 16,0 0-8-16,4 0-4 0,-2-2-2 0,2 0 2 15,0 0 3-15,3 0 0 0,2 0-4 0,2-3 0 16,3 0-10-16,-3-1-3 0,4 1-5 0,-3 0-3 16,5-1-1-16,0 1 2 0,0-1 3 15,1 1 1-15,3 0-1 0,0 0-7 0,-1 0-6 16,6 0-3-16,-5 1-3 0,3-2 3 0,-2 1 6 15,0 0 7-15,2 0 10 0,-1-1 17 0,2 1 11 16,1 0 15-16,-3-1 17 0,7 1 10 16,0 1 13-16,4-2-5 0,-3 1-12 0,8 0-21 15,-1-1-22-15,1-1-15 0,0-1-8 0,4-2-2 16,4-1-6-16,1 0-14 0,0 0-24 16,2 1-33-16,0-1-40 0,-1 1-53 0,2 0-25 15,-1 2 26-15,-1 0-47 0,-4 2 227 0</inkml:trace>
  <inkml:trace contextRef="#ctx0" brushRef="#br0" timeOffset="68510.45">19855 9503 0 0,'0'0'0'0,"0"0"26"0,0 0-18 16,0 0 0-16,0 0-3 0,0 0 0 0,0 0 0 16,0 0 0-16,10-127 1 0,-7 115 1 15,3 0 2-15,-2 2-1 0,0-1-2 0,2 4 2 16,-1 0-1-16,-2 1 1 0,5 1 4 0,-4 2-3 15,-1 0-1-15,3 1-5 0,-3 0-3 0,3 0-4 16,-3 1-1-16,1 1-1 0,-1 0-1 16,-2 0 2-16,0 0 0 0,0 0 7 0,-1 0 8 15,0 0 6-15,0 0 16 0,0 0 18 0,0 0 12 16,0 0 4-16,0 0-4 0,0 0-6 0,0 0-7 16,0 0-2-16,0 0-3 0,0 0-2 0,0 0-6 15,0 0-2-15,0 0-6 0,0 0-7 16,0 0-13-16,0 0-6 0,0 3-7 0,0-1-4 15,0 1 3-15,0 3 3 0,0 0 6 0,0 2 0 16,2 1 5-16,2 3 2 0,-2 2 5 0,0 3 5 16,-1 2 5-16,4 3 1 0,-1 3 1 15,-4 3-4-15,2 3 0 0,3 3-3 0,-3 1 0 16,-1 2-4-16,0-1-4 0,1-1-6 0,2-1-4 16,-1-2-2-16,1 1-2 0,1-5-9 15,-2-1-8-15,6-1-12 0,-2-3-21 0,-3-2-19 16,4-4-27-16,0-3-27 0,-1-4-25 0,0-1-2 15,2-5 25-15,1-2-4 0,-7-1 76 0</inkml:trace>
  <inkml:trace contextRef="#ctx0" brushRef="#br0" timeOffset="68955.48">20772 9369 521 0,'0'0'168'0,"0"0"-139"16,0 0-35-16,0 0-11 0,0 0-6 0,0 0 2 15,0 0-2-15,0 0 3 0,0 0 3 0,0 0-6 16,0 0-7-16,0 0-4 0,0 0 4 16,0 0 12-16,-11-44 22 0,11 43 23 0,0 1 20 15,0 0 14-15,-1 0 7 0,1 0 0 0,0 0 0 16,-2 0 2-16,2 0 7 0,0 0 2 0,-1 0-8 16,-3 0-4-16,3 1-11 0,1 0-9 15,-1 3-9-15,0 2-10 0,0 3-7 0,1 4-3 16,0 5-1-16,0 5 5 0,0 5-5 0,0 4-2 15,0 4-4-15,0 3-4 0,0 3-3 0,0 1-2 16,0 1-6-16,0-3 2 0,0-2 1 0,0-1-3 16,0-4 2-16,0-2-5 0,0-1-1 15,0-2-2-15,0-4-6 0,0-3-7 0,0-6-21 16,0-4-43-16,2-4-85 0,-1-7-135 0,0-1-101 16,1 0 37-16</inkml:trace>
  <inkml:trace contextRef="#ctx0" brushRef="#br0" timeOffset="75313.43">18151 5513 424 0,'0'0'350'16,"0"0"-295"-16,0 0 1 0,0 0-7 0,0 0-23 15,0 0-5-15,0 0 0 0,0 0 2 0,0 0-7 16,0 0-10-16,0 0-9 0,0 0-11 0,-33-127-7 15,41 118-5-15,2-2-4 0,1 2-4 0,1 2-4 16,-1 0-7-16,1 2-3 0,3 3 1 16,-1 0 3-16,-3 2 1 0,1 0 4 0,-2 2 2 15,-2 3 2-15,-1 2 8 0,-3 2 5 0,-2 2 10 16,3 2 11-16,-5 1 6 0,0 1 9 0,-5-1 1 16,2-2 1-16,-1-2 11 0,-2-2 10 15,3-3 19-15,-2-1 14 0,3-3 3 0,-2-1-3 16,-2 1-10-16,3-1-12 0,-2 0-9 0,3 0-9 15,1 0-8-15,0 0-10 0,-1-2-9 16,0-1-11-16,2 0-7 0,0-1-14 0,0 0-15 16,0-3-1-16,2 0-4 0,2-2 5 0,3 0 6 15,-2 1 1-15,4 1-2 0,-2 2 0 0,-3 3 1 16,2 0 4-16,-3 2 6 0,4 0 8 16,-4 0 3-16,-1 0 1 0,3 3 0 0,-3 1 5 15,-1 1 4-15,1 1 3 0,-2 0 7 0,0 0 2 16,0-1 9-16,0 1 11 0,-1-1 9 0,-1-1 15 15,-3 1 11-15,1-2 4 0,-4-1 3 16,2 1 3-16,-1-1-1 0,-1-1-2 0,4-1 1 16,-2 0-12-16,4 0-13 0,2 0-27 0,0 0-48 15,0 0-65-15,6-1-45 0,1-3-79 0,1 2-140 16,-1 0 4-16</inkml:trace>
  <inkml:trace contextRef="#ctx0" brushRef="#br0" timeOffset="76607.3">23747 5420 1086 0,'0'0'29'0,"0"0"-17"0,0 0-7 16,0 0-21-16,0 0-9 0,0 0-7 15,0 0-17-15,0 0-24 0,0 0-22 0,0 0 2 16,0 0-2-16,0 0 4 0,0 0-1 0,0 0-6 15,29-45 25-15,-21 37 25 0,0 1 36 0,-1-1 19 16,-1 0 8-16,0 0 3 0,1 0 5 0,-2 1 4 16,2 2 5-16,-3-1 7 0,2 2-1 15,-3 2-4-15,1 0-13 0,0 0-17 0,-1 2-11 16,1 0-10-16,0 0-4 0,0 0 1 0,0 3-1 16,-2 1 3-16,0 3 4 0,1 1 2 0,-2 2 5 15,-1 1 2-15,0 0 0 0,0 1-3 16,0-1-11-16,0-2-17 0,3 0-12 0,-1-2-7 15,3-2 3-15,0-1 17 0,4-2 13 0,0-2 12 16,-1 0 4-16,1-1 2 0,1-4-1 0,-2 0 1 16,1-1 0-16,0-1 3 0,1 0 2 15,-2 0 3-15,-2-1 2 0,0 0 1 0,4 0 4 16,-5 0 6-16,1 1 13 0,-2 2 16 0,1 1 11 16,-4 1-1-16,0 2-6 0,1 1-20 15,0 0-13-15,-1 0-9 0,2 0-2 0,-2 0-2 16,2 4 0-16,2 0-2 0,-3 0-4 0,2 0-3 15,0 0-3-15,-2 1-7 0,3-2-1 0,-1 0-1 16,-2 0 0-16,-1-2 8 0,2 0 7 0,-2 0 9 16,0-1 12-16,-1 0 15 0,0 0 10 15,2 0 8-15,-2 0 0 0,0 0-5 0,0 0-7 16,1 0-6-16,0 0-10 0,0 0-8 0,3 0-8 16,-1-1-8-16,0 1-5 0,4-1-9 0,-5 1-10 15,3-1-10-15,-1 1-7 0,-2 0-4 0,1-1 3 16,-1 1 11-16,0 0 18 0,-2 0 20 15,0 0 19-15,0 0 12 0,0 0 3 0,0 0 0 16,0 0-6-16,0 0-4 0,0 0 3 0,0 0-6 16,0 0-4-16,0 0-4 0,0 0-10 15,0 0-6-15,0 0-5 0,0 0-4 0,0 0-5 16,0 0-1-16,0 0-10 0,0 0-7 0,0 0-10 16,0 0-7-16,0 0-9 0,0 0-16 0,0 0-36 15,0 0-11-15,0 2 8 0,0-1-50 16,0 0 159-16</inkml:trace>
  <inkml:trace contextRef="#ctx0" brushRef="#br0" timeOffset="76902.27">24273 5389 1648 0,'0'0'-18'16,"0"0"-46"-16,0 0-27 0,0 0 8 0,0 0 16 15,0 0 29-15,0 0 35 0,0 0 2 16,0 0-16-16,0 0-31 0,0 0-36 0,134 1-30 15,-109-1-27-15,-5 0-11 0,1 0-8 0,-1 0-18 16,-6 0 23-16,1 0 29 0,-5 0 18 0,-5-1 108 0</inkml:trace>
  <inkml:trace contextRef="#ctx0" brushRef="#br0" timeOffset="77061.2">24739 5229 40 0,'0'0'117'16,"0"0"-34"-16,0 0 10 0,0 0-5 0,0 0 3 16,0 0-26-16,0 0-34 0,0 0-15 0,0 0-21 15,-4 129-26-15,4-104-62 0,0-5-60 0,0-7-189 16</inkml:trace>
  <inkml:trace contextRef="#ctx0" brushRef="#br0" timeOffset="86713.96">5203 10919 694 0,'0'0'90'0,"0"0"-39"0,0 0-46 0,0 0-49 15,0 0-12-15,0 0 6 0,0 0 5 0,0 0 7 16,0 0 9-16,0 0 7 0,0 0 9 0,0 0 7 16,-1 2 5-16,3-1 0 0,3 2-1 0,-1-2-1 15,-2 1 3-15,3-1 1 0,-2 1 1 0,-2-1 3 16,2 0 6-16,1 1 4 0,-2 0 9 16,-1-1 13-16,3 0 1 0,-2 2 6 0,2-1-6 15,0 0-6-15,1 1-7 0,-2-1-3 0,3 0-3 16,-1 2 2-16,2-2 4 0,1 1 2 0,1 1-1 15,1-2 0-15,2 2-1 0,0-2-2 16,2 0-2-16,0 1 0 0,-1-1-2 0,1 0-6 16,0 0 1-16,-1 0-4 0,1 1-4 0,2-1 0 15,-5 2-1-15,5-1-3 0,-4 1 5 0,0-1 2 16,1 1 3-16,2 0 5 0,-2 0-1 16,0 0-3-16,1 0-1 0,-1-1-4 0,1 1 1 15,0-1-1-15,-1 0-1 0,5 0 2 0,-4-2-1 16,2 1 2-16,-3-1 2 0,3 0 1 15,-2-1 0-15,0 0 1 0,0 0 3 0,0 0 3 16,2 0 0-16,-3-1 0 0,1 0-3 0,2-1-1 16,-4 1-5-16,4-1-2 0,-3 1-2 0,-2-2 3 15,3 2-4-15,-1-1 0 0,-1 1 1 0,-1-1-5 16,-1 1 3-16,2 1-1 0,0-1 2 16,1 1 1-16,-2 0 1 0,-1 0 1 0,1 0 0 15,-2 0 2-15,0 0-4 0,-1 0-1 0,3 0 2 16,-1 0-6-16,4 0 7 0,-2 0-2 0,0 0-1 15,4 0 3-15,-3 0-3 0,4-1 2 16,-3 0-2-16,4 0-2 0,-2 0 2 0,0-1-1 16,0 1 0-16,0 1 0 0,2-1 1 0,-3 1-2 15,2 0 0-15,0-1 2 0,0 1-1 0,0-1 0 16,3 0-3-16,-2-1 1 0,2 2-3 16,-1 0 2-16,-5 0-2 0,4 0 1 0,-5 0-1 15,1 0 1-15,0 0 2 0,-1 0 1 0,0 0 3 16,1 2 3-16,-1-1 1 0,3-1 1 15,-1 0 1-15,2 0-7 0,0 0 1 0,-1 0-2 16,1 0-2-16,0 0 1 0,-2 0 1 0,1 0-2 16,0 0 2-16,-1-1 0 0,-1-1 0 0,-2 1 0 15,2 0 2-15,-1 1-3 0,0 0 1 0,-2 0-2 16,0 0 2-16,1 0 0 0,-2 0 1 16,-1 0 0-16,0 0 2 0,-1 0 1 0,-2 0 0 0,1 1 4 15,-1-1 3-15,-1 1 6 0,-1 1-1 16,-1-2 3-16,0 0-3 0,-1 1 0 0,1-1-2 15,-1 0-2-15,0 0-1 0,0 0-4 0,0 0-1 16,0 0 0-16,-2 0-3 0,0 0 3 16,0 0 0-16,0 0 3 0,0 0 1 0,0 0-1 15,0 0-3-15,0 0-9 0,0 0-10 0,0 0-20 16,0 0-30-16,-2 0-47 0,0 0-54 16,1 0-72-16,1 0-115 0,0 0-98 0,0-1-362 0</inkml:trace>
  <inkml:trace contextRef="#ctx0" brushRef="#br0" timeOffset="88999.76">19566 5748 1289 0,'0'0'85'0,"0"0"-44"0,0 0 24 15,0 0-17-15,0 0-34 0,0 0-4 0,0 0-6 16,0 0-5-16,0 0-6 0,-109-129-11 0,100 113-12 16,0 0-9-16,-1-3-6 0,1 1 4 15,0-1 7-15,0-2 7 0,4 0 9 0,-1-3 4 16,2 1 10-16,-1-2-1 0,3-1 2 0,0 1 6 16,2-2-2-16,0 1 0 0,0-2 1 0,3 1 0 15,5-2 2-15,1 0-1 0,3 2 8 16,0-2-3-16,5 1 4 0,-2 2 0 0,4 0-5 15,1 2-5-15,5 0-6 0,-1 0-1 0,4 3-3 16,2 2-1-16,1 1-2 0,2 4-2 16,0 2-2-16,4 3-2 0,-1 2 1 0,1 3 4 15,1 3-1-15,-3 1-2 0,4 4-9 0,-2 5-18 16,-3 5-18-16,2 2-14 0,-4 3-15 0,-1 3-7 16,-1 1-5-16,-1 5 2 0,-4-2 13 15,1 2 19-15,-4 2 16 0,-2 1 16 0,-6 1 13 16,0 3 3-16,-7 2 8 0,0 3 5 0,-5 2 0 15,-2 3 5-15,0 4 0 0,-2-1 2 0,-5 0-3 16,0-1 0-16,-2-3 0 0,-3-1 0 0,-2-4 4 16,0-4-1-16,-5-2 15 0,-2-6 17 15,-3-2 19-15,-3-4 27 0,-3-2 10 0,-6-2 6 16,0-1 2-16,-8-2-5 0,-1 0-8 0,-5-4-2 16,-1-2-11-16,1-2-12 0,-3-5-9 0,-1-1-12 15,5-3-8-15,1-9-5 0,6-4-28 16,4-7-47-16,6-6-86 0,4-5-106 0,12 6-130 15,6 9-123-15</inkml:trace>
  <inkml:trace contextRef="#ctx0" brushRef="#br0" timeOffset="107414.6">1210 10448 150 0,'0'0'35'0,"0"0"-34"0,0 0 1 16,0 0-2-16,0 0 2 0,0 0-1 0,0 0 2 15,0 0-2-15,0 0 0 0,0 0 1 0,0 0-3 16,0 0 1-16,67-12-1 0,-55 11 0 0,1 0 0 16,-2 0 1-16,3 0 0 0,1-2 2 15,-1 2 0-15,3-1 3 0,2 1 3 0,-2 0 8 16,3-2 5-16,1 2 7 0,-1 0 1 0,4 0 1 16,-1 0-5-16,2-1-4 0,-1 0-4 15,2 0-7-15,0 1-1 0,3-1-2 0,-1 1-2 16,-2 1-1-16,1-2-1 0,-1 2-2 0,-1 0-1 15,0 0-2-15,-1 3 2 0,-4 0-1 0,1-1 0 16,-3 3-2-16,-2-2 0 0,1 1-2 0,-5-1 1 16,0 1-1-16,-2-2 1 0,-2 0 2 15,-4-1 2-15,0-1 8 0,-3 2 16 0,-1-2 29 16,0 0 18-16,0 0-1 0,-4 0-16 0,-2-3-30 16,-3 1-20-16,-3-3-3 0,-1 1-1 0,-2-2-2 15,2 0 0-15,-4 0 3 0,3 0-4 0,-3 0 4 16,1 0 0-16,-1 2 0 0,1 0 2 15,1 1 2-15,-1 0-1 0,3 2-1 0,-4 0-2 16,4 0-6-16,3 1-4 0,0-1 2 0,2 1-4 16,4-2 6-16,-2 2 1 0,4-1-9 15,1 1-17-15,1 0-27 0,0-1-11 0,0 0 4 16,2-1 19-16,5 0 28 0,-2 0 14 0,2 1 3 16,2 0 1-16,1 0 3 0,0 1 4 0,1 0-3 15,-1 0 8-15,3 1-5 0,0 2-1 16,1 3 1-16,-3 0-3 0,-2 1 3 0,3-1 2 15,-5 1-2-15,-2-3 0 0,1 0 0 0,-4-1 4 16,-2 0 21-16,0-2 29 0,0 1 10 0,0 1 0 16,0 1-19-16,-8 0-27 0,4 1-14 15,-4-1-4-15,-4 0 2 0,4-2 0 0,-3-1-2 16,1 1-4-16,-2-2-4 0,0 0-8 0,1-2-1 16,1-1-1-16,2-2-2 0,-1 0-3 0,3-1-9 15,3-2-13-15,3 0-12 0,0-2-3 0,0-2 2 16,7 0 6-16,2-1 11 0,3 2 2 15,0 1 7-15,1 0 4 0,2 1-2 0,-1 2 6 16,3 2 0-16,-2 2 6 0,3 1 1 0,-2 2-2 16,-1 0 0-16,3 1-4 0,-5 5 2 0,1 1 3 15,-3 0 4-15,1 1 5 0,-6 0 4 16,1 1 9-16,-6 0 9 0,-1 0 14 0,0 1 8 16,-1 0 5-16,-7 1-3 0,-3-2-4 0,1 1-3 15,-2-2 0-15,0 0 3 0,-1-1-1 16,-1-1 0-16,2-1-7 0,0-1-11 0,-2 0-9 15,1-2-8-15,0 0-4 0,4 0-3 0,-1-1-9 16,0-1-7-16,1 0-9 0,3 0-13 0,1-5-14 16,3-1-17-16,0-2-18 0,2 0-1 15,0-2 6-15,4-2 17 0,1 2 25 0,2-2 18 16,1 1 13-16,2 0 9 0,0 3 2 0,-1 1 0 16,3 1 2-16,-2 0 0 0,0 1-1 0,1 3 3 15,-1 0 4-15,0 2-2 0,0 0 5 0,-2 0 2 16,-4 1 1-16,3 2 2 0,-4 2 7 0,1 0 11 15,-1-1 14-15,-3 1 11 0,0 2 3 16,0 0-4-16,-3 0-8 0,-2 3-3 0,-2-1-7 16,0 0-8-16,-2 0-7 0,-2 0-8 0,1 2-5 15,0-2-3-15,-3 0 0 0,3 0-2 0,-2-2 3 16,1-2 4-16,3-1-2 0,1-1 3 16,-1-3-3-16,1 0-4 0,4 0-3 0,-1 0-10 15,3-3-14-15,-1-2-15 0,2-3-10 0,0-2 3 16,7-3 9-16,0-2 9 0,2-1 5 15,0 0 1-15,2 1 2 0,2 2 1 0,-2 2 3 16,0 1 0-16,0 5 2 0,0 0-1 0,-2 3 1 16,1 0-1-16,-1 2 2 0,-1 0 2 15,-3 3 3-15,3 3 3 0,0-1 4 0,-5 4 5 16,1-1 8-16,-3 3 6 0,-1 0 9 0,0 1 5 16,-6 1 4-16,-2-1 0 0,-3 1-2 0,0 0-2 15,1-2 0-15,-5 1-2 0,2-2-7 0,0 0-2 16,1-2-10-16,-1-1-3 0,2-1-5 15,1-2-2-15,3-2-1 0,-1-1-4 0,3-1-7 16,1 0-6-16,2 0-12 0,-1-1-16 0,2-3-12 16,1-3-7-16,0-3 0 0,1-2 10 0,3-2 9 15,1 0 9-15,1-1 7 0,3-1 5 0,-3 1 8 16,1 0 5-16,-1 1 1 0,4 2 3 16,-6 3 4-16,2 3-1 0,-4 2 4 0,0 2 4 15,0 1 19-15,-2 1 25 0,0 0 30 0,0 0 7 16,0 0-17-16,-4 2-30 0,1 3-28 0,-4-1-13 15,2 1 0-15,-2 1-3 0,3 1-4 16,0-1-7-16,2 2-19 0,-1-1-36 0,3 2-43 16,0 0-62-16,0-2-11 0,0-2-207 0</inkml:trace>
  <inkml:trace contextRef="#ctx0" brushRef="#br0" timeOffset="159994.56">4123 12162 0 0,'0'0'0'0,"0"0"0"16,0 0 0-16,0 0 0 0,0 0 0 0,0 0 0 15,0 0 0-15,0 0 0 0,0 0 0 0,0 0 0 16,0 0 0-16,0 0 0 0,85-75 0 0</inkml:trace>
  <inkml:trace contextRef="#ctx0" brushRef="#br0" timeOffset="160163.51">4265 12116 0 0,'0'0'25'15,"0"0"27"-15,0 0-30 0,0 0 2 0,0 0 4 16,0 0 8-16,0 0 12 0,0 0 6 0,0 0 4 16,0 0-2-16,0 0-9 0,-127 64-6 15,118-64-6-15,3 0-4 0,0 0-6 0,4-1-14 16,1-2-22-16,1-2-19 0,0-3-11 0,2-2-9 15,7-4-4-15,1 0-5 0,1-1-10 16,0 0 1-16,6 1 12 0,-4 2 13 0,4 3 6 16,-3 0-38-16,-1 5 75 0,-5 1 0 0</inkml:trace>
  <inkml:trace contextRef="#ctx0" brushRef="#br0" timeOffset="160326.44">4265 12116 23 0,'60'1'74'0,"-74"11"-32"0,2 1 17 16,0 1 19-16,-4-4 17 0,3 0 4 0,-4-2 2 15,4-3-8-15,1 0-17 0,1-3-17 16,1 0-24-16,2-2-16 0,0 2-14 0,5-2-17 16,0 0-24-16,-1 0-38 0,4 0-33 0,0-4-14 15,0-1 4-15,0 0 16 0,6-2 25 0,-2 0 18 16,4 0 11-16,2 0-23 0,-3 2 31 0,-4 2 39 16</inkml:trace>
  <inkml:trace contextRef="#ctx0" brushRef="#br0" timeOffset="160392.34">4265 12116 23 0</inkml:trace>
  <inkml:trace contextRef="#ctx0" brushRef="#br0" timeOffset="160489.6">4265 12116 23 0,'56'46'169'0,"-56"-44"-83"15,-1 2-8-15,1-1-21 0,-2-1-19 0,0 1-15 0,1-1-9 0,1-2-10 0,0 1-16 0,0-1-27 0,0 0-30 16,0 0-15-16,0 0 2 0,0 0 21 16,0 0 26-16,0 0 20 0,0 0 6 0,0 0 1 15,0 0-1-15,0-1-4 0,1 0-18 0,2 1 6 16,-2-1 25-16,-1 1 0 0</inkml:trace>
  <inkml:trace contextRef="#ctx0" brushRef="#br0" timeOffset="175190.27">1446 10358 735 0,'0'0'283'0,"0"0"-231"0,0 0-24 0,0 0-15 16,0 0-25-16,0 0-4 0,0 0-10 0,0 0-2 16,0 0-1-16,0 0 7 0,0 0 13 0,0 0 11 15,-18-48 9-15,31 39 3 0,1 1 3 16,5 0 2-16,1-1 1 0,4 1 6 0,2 1 2 16,3 2 1-16,0-1 2 0,5 1 3 0,2 0 4 15,1 0 2-15,2-1-3 0,0 1-9 16,3 0-8-16,-2-1-12 0,0 1-6 0,0 1-9 15,-6 0-15-15,-3 2-15 0,-2 0-14 0,-6 0-19 16,-3 1-5-16,-2 1-1 0,-8 0 0 0,0 0 2 16,-2 0-2-16,-7 0 0 0,-1 5 3 0,0 1-8 15,-9 3-39-15,-1 4-11 0,-5 1 1 16,4 2-68-16,2-7 198 0</inkml:trace>
  <inkml:trace contextRef="#ctx0" brushRef="#br0" timeOffset="176405.91">1552 10180 0 0,'0'0'0'16,"0"0"213"-16,0 0-111 0,0 0 3 0,0 0-15 15,0 0-25-15,0 0-15 0,0 0-20 0,0 0-10 16,0 0-11-16,0 0-8 0,0 0-4 15,0 0 0-15,0 0 1 0,-17 23 11 0,16-12 8 16,0 3 0-16,1 3 2 0,0 0-3 0,0 4-7 16,0 3 2-16,2 3 2 0,1 1-5 15,3 5-1-15,-2 2-1 0,3 3-2 0,-4 2 3 16,4 2 2-16,-5 4-2 0,4 2 0 0,-4 4-2 16,2 2 1-16,-1 1-3 0,0 2 1 0,-2 3-3 15,0 2 3-15,-1 3 2 0,0 0-2 0,0 3 3 16,0 0-5-16,-3-2 0 0,-3 0 1 15,2-2 2-15,-3-2-4 0,1 0 1 0,-1-3 4 0,-1-1-2 16,-2-1 14-16,2-3 6 0,3-1 6 16,-2-1 5-16,1-1 3 0,1 0-4 0,3 1 0 15,-1 2-1-15,0 3-6 0,3 0-3 0,0 1-5 16,0 0-8-16,0 1-4 0,2 1 0 16,3-1-3-16,-2 0-1 0,4-1-5 0,-1-3-1 15,0 0-7-15,2-3 1 0,-4-1 2 0,4-3 1 16,-3-1 2-16,-1-4 3 0,-2-1 2 15,2-3-1-15,-2 1 2 0,0-2 1 0,-1 2-2 16,0 0 2-16,0 1-1 0,-1-1 0 0,2 1 2 16,-2 1-4-16,1 1-1 0,-1-1 1 0,2 1-1 15,-1 0 1-15,0 3 4 0,3-2-1 16,1 0 3-16,-2 1-2 0,2-2 0 0,0 0-1 16,3 2 1-16,-1-1-4 0,0 2-2 0,2 0-2 15,-1-1-10-15,3 1-5 0,-5-3-6 0,0 0-10 16,1 0-5-16,-3 0-3 0,2 1-5 15,-5 2 4-15,0 1 14 0,-1-3 13 0,0 1 15 16,0 0 11-16,-2-3 12 0,-2-1 10 0,1-1 8 16,1-1 10-16,1-2-3 0,1-1-10 0,0 0-11 15,1-3-14-15,4 1-5 0,0-1-7 0,1-1-2 16,0-1 0-16,2 0-9 0,1 3-1 0,-2 0-13 16,0 0-15-16,1 3-14 0,0 1-18 15,-4 0-11-15,3 2 3 0,-5-3 18 0,-1 2 22 16,0 1 26-16,-1-1 17 0,0 0 5 0,0 1 7 15,-3-2 6-15,-1-1 6 0,-1-1 4 16,0-3 0-16,-1 0-3 0,5-4-7 0,-5 0-8 16,3-1-8-16,2-2-2 0,-2 1-4 0,2-1-5 15,-1 2 0-15,2-2-4 0,0-1 1 16,0 0 2-16,0-1 1 0,0-2 3 0,0 0-3 16,3-2-1-16,-1 2-5 0,-1-1-8 0,0 1-7 15,-1 1-1-15,0 0-6 0,0 1 5 0,0 0 9 16,0 1 17-16,0 0 9 0,-4-1 10 15,-1-1 12-15,2-2 8 0,-5-1 10 0,3-1 1 16,-1-2-4-16,1-2-11 0,0 0-16 0,0-2-8 16,0 0-1-16,1 0-3 0,0-1 10 0,2-2 4 15,1-1 2-15,0-2 2 0,1-1-4 0,0-2-6 16,0 1-8-16,0-3-12 0,0 0-3 0,2 1-3 16,3-2 2-16,0 1 1 0,0-1 4 15,0 1 1-15,-2-2-2 0,4 1 3 0,-2-1 1 16,1 0 3-16,3 0 3 0,-3 0 3 0,1-1 1 15,1-2-1-15,1 2 0 0,0-1 1 0,-2 1-1 16,2-2 3-16,0 2 4 0,1-1 4 16,0 1 2-16,3-2 5 0,0 2-3 0,0-1 0 15,-2 1-8-15,4-1-3 0,-1 1-5 0,-1 0 2 16,3-1-4-16,-3 2 2 0,4 0 3 16,-5 0-1-16,6 0 1 0,-5 0-2 0,5 0 2 15,-4 0-1-15,5 2 0 0,-1-1-1 0,-1-1 2 16,1 0 0-16,1 0 0 0,2 0 2 15,1-3 3-15,0-1-1 0,2-1 3 0,-2 0-7 16,1 0 0-16,-1-2-5 0,2 1-1 0,-2-2 4 16,-1 2-1-16,0 0-1 0,1 1 1 0,1 0-2 15,-2 2-1-15,0-1-1 0,-2 2 1 0,-2 1 1 16,1 1 0-16,-5 0 3 0,3 0-2 0,-5 1 10 16,1 2 2-16,-1 2 5 0,-1 0 7 15,1-1-3-15,-2 0 0 0,-1 1-1 0,-3-1-3 16,0-2-5-16,-2 0 0 0,-2-1-3 0,-1 1-8 15,0-2 7-15,0 0-14 0,0 0-18 0,0 0-32 16,-1 0-71-16,-2-2-105 0,-2-1-94 16,1 2-348-16</inkml:trace>
  <inkml:trace contextRef="#ctx0" brushRef="#br0" timeOffset="176701.25">1872 10768 60 0,'0'0'-60'0,"0"0"60"0</inkml:trace>
  <inkml:trace contextRef="#ctx0" brushRef="#br0" timeOffset="177199.45">1789 10046 1216 0,'0'0'46'0,"0"0"-38"16,0 0-5-16,0 0-5 0,0 0-1 0,0 0-8 16,0 0-7-16,0 0-9 0,0 0-20 15,0 0-16-15,0 0-1 0,0 0 8 0,0 0 19 16,-40 16 18-16,49-8 12 0,2-1 4 0,-1 1 2 16,0-1 0-16,3 1 0 0,2 0 1 0,-2 1-2 15,2-2 2-15,1-1 1 0,2 1 1 16,2-1 1-16,1-2 6 0,-1 1 2 0,2-1 5 15,0-2 3-15,2 0 5 0,0 0 3 0,0 1 4 16,4-1-6-16,0 0-2 0,2 0-8 16,0 0-6-16,1-1-1 0,0-1-3 0,1 0 3 15,-1 0-1-15,0 0-5 0,0-2-2 0,0-3-6 16,0 2-7-16,-1-3-3 0,-1 1-8 0,-1 1-4 16,-3-2-1-16,-1 1 6 0,-1-1 4 15,-2 0 10-15,-2 2 3 0,-4 1 4 0,1 1-1 16,-4 0-1-16,-2 2 2 0,-1 0 4 0,-3 0 0 15,-1 0 5-15,-4 0 4 0,1 2 6 0,2 0 3 16,-3-1 4-16,0 0-1 0,-1 0-1 0,1 1-5 16,-1-1-3-16,0 2-4 0,0-2-2 15,0 1-5-15,0 2-8 0,0-2-16 0,0 3-37 16,0-1-64-16,0 1-103 0,-1-2-32 0,0 1-207 0</inkml:trace>
  <inkml:trace contextRef="#ctx0" brushRef="#br0" timeOffset="182081.87">8400 8074 1084 0,'0'0'367'0,"0"0"-286"15,0 0-17-15,0 0-19 0,0 0-36 16,0 0-5-16,-121-26 3 0,115 16-4 0,1-4-7 15,2-3-9-15,3-3-8 0,0-3-6 0,1-2-2 16,6-3-4-16,3 0-1 0,1 1 0 0,1 2 3 16,6 1 3-16,-3 3 8 0,5 5 3 15,0 0 6-15,2 5 1 0,2 1 4 0,-1 4 2 16,3 1 4-16,-1 3 0 0,3 1-1 0,-1 1-2 16,1 1-5-16,-2 4-1 0,1 5 0 0,-2 2-1 15,-4 4 1-15,0 2 0 0,-1 3 0 0,-3 3 0 16,-6 2-5-16,-1 4 0 0,-8 2-4 0,-2 1-5 15,-3 0-2-15,-11 0-2 0,-4 0 3 16,-4-3 7-16,-5 1 10 0,-3-4 10 0,-5-1 9 16,0-5 11-16,0-2 12 0,2-5 14 0,5-5 10 15,3-4 3-15,6-4-8 0,7-1-21 0,6-3-44 16,3-5-58-16,3-6-59 0,7-4-106 16,0 2-78-16,-1 3-361 0</inkml:trace>
  <inkml:trace contextRef="#ctx0" brushRef="#br0" timeOffset="182447.5">9402 7527 1463 0,'0'0'-10'16,"0"0"-37"-16,0 0-30 0,0 0-16 0,0 0 2 15,0 0 26-15,0 0 16 0,0 0 9 0,0 0-8 16,0 0-25-16,0 0-13 0,0 0-1 16,0 0 17-16,-61 52 36 0,54-43 29 0,-2 1 12 15,1 0 10-15,-2 2 3 0,-5 1 3 0,3 3 6 16,-1 2 6-16,-4 4 8 0,1 2 8 0,0 2-1 15,0 2 1-15,1 3-2 0,0 2-2 16,1 2-7-16,3 2-7 0,3 1-9 0,4 2-10 16,0-1-5-16,2-1-6 0,2-2-6 0,4-4-11 15,4-5-19-15,6-4-24 0,-2-5-35 16,5-4-55-16,-1-4-70 0,0-4-80 0,-8-2 24 0</inkml:trace>
  <inkml:trace contextRef="#ctx0" brushRef="#br0" timeOffset="182698.21">9617 7873 1584 0,'0'0'35'0,"0"0"-75"16,0 0-47-16,0 0-2 0,0 0 17 0,0 0 39 16,0 0 28-16,0 0 1 0,0 0-8 0,0 0-23 15,0 0-32-15,0 0-42 0,0 0-59 0,41 127-59 16,-35-112-8-16,-5-3-130 0,1-4 294 0</inkml:trace>
  <inkml:trace contextRef="#ctx0" brushRef="#br0" timeOffset="182956.54">9800 7743 56 0,'0'0'298'0,"0"0"-178"0,0 0-30 0,0 0-37 16,0 0-14-16,0 0-2 0,0 0-1 15,0 0-3-15,0 0-7 0,0 0-9 0,0 0-7 16,0 0-8-16,119-64-3 0,-107 77-5 0,-1 2 1 15,2 1-6-15,-3 4-3 0,-3 1-2 0,0 0 0 16,-1 4 4-16,-2-1 7 0,-4 1 3 16,0 2 4-16,0-2 5 0,-8-1 2 0,2 0 4 15,-1-2 2-15,-1-2-3 0,0-6-5 0,4-2-7 16,-3-3-21-16,5-2-34 0,-1-1-72 16,-1-4-47-16,3 1-243 0</inkml:trace>
  <inkml:trace contextRef="#ctx0" brushRef="#br0" timeOffset="183587.51">8609 8849 0 0,'0'0'219'15,"0"0"-101"-15,0 0 16 0,0 0-3 0,0 0-23 16,0 0-9-16,0 0-10 0,-116 15-5 0,99-15-3 15,-2 0-2-15,0-4-8 0,3-1-6 0,-1-1-3 16,3-1-10-16,-1-1-15 0,4-1-15 0,3-4-20 16,4 0-11-16,-2-6-11 0,6-2-5 15,0-2-2-15,8-1-2 0,3 0 3 0,4 1-3 16,2 2 2-16,3 3-1 0,0 3-1 0,3 3 3 16,1 3-1-16,-2 3-3 0,4 3 3 0,-2 2 0 15,2 1 2-15,-2 2 2 0,-3 6 3 16,0 3-1-16,-4 3 3 0,-3 4 5 0,-2 1 6 15,-2 4 7-15,-3 2 1 0,-6 3 2 0,-1 0 3 16,0 1 3-16,-10-2 6 0,-1 1 11 16,-4-3 12-16,-2-3 12 0,-1-2 10 0,-3-2 6 15,2-3-3-15,0-2-8 0,3-3-15 0,2-3-22 16,4-1-22-16,5-4-35 0,3-2-78 0,2 0-97 16,0-2-88-16,0-3-59 0,5 2 8 0</inkml:trace>
  <inkml:trace contextRef="#ctx0" brushRef="#br0" timeOffset="183865.84">9129 8540 1066 0,'0'0'45'15,"0"0"-37"-15,0 0-16 0,0 0-10 0,0 0 5 16,0 0 20-16,0 0 7 0,0 0 3 0,0 0-3 16,-115 112-7-16,108-86-6 0,4 3-4 15,-1 4-2-15,0 3-1 0,3 6-1 0,1 0-8 16,0 0-7-16,0-1-12 0,0-2-14 0,0-3-12 16,6-6-13-16,0-4-11 0,3-7-15 15,1-4-16-15,2-4-12 0,0-4 2 0,3-2 24 16,-3-4 23-16,-1-1-60 0,-3 0 138 0</inkml:trace>
  <inkml:trace contextRef="#ctx0" brushRef="#br0" timeOffset="184055.31">9453 8638 494 0,'0'0'163'0,"0"0"-108"0,0 0-62 15,0 0-9-15,0 0 6 0,0 0 17 0,0 0 13 16,0 0-6-16,0 0-7 0,0 0-12 0,0 0-9 16,0 0-10-16,0 0-15 0,27 129-24 15,-24-113-56-15,2-3-23 0,-3-6-179 0</inkml:trace>
  <inkml:trace contextRef="#ctx0" brushRef="#br0" timeOffset="184407.78">9828 8479 1421 0,'0'0'63'16,"0"0"-107"-16,0 0-32 0,0 0 5 0,0 0 25 16,0 0 24-16,0 0 9 0,0 0-2 0,0 0 0 15,0 0-6-15,0 0-5 0,0 0 0 16,123 81-1-16,-107-61 4 0,-4 1 3 0,-1 3 5 16,-2 1 2-16,-1 1 3 0,-5 2 1 0,-3 1 0 15,0 2-1-15,-2 0 3 0,-7 2 6 16,-5-1 14-16,-2-2 11 0,-3-1 14 0,-1-2 16 15,-2-3 2-15,0-4 0 0,2-1-11 0,1-4-20 16,1-3-24-16,7-4-57 0,2-1-117 0,5-2-135 16,1-1-432-16</inkml:trace>
  <inkml:trace contextRef="#ctx0" brushRef="#br0" timeOffset="185447.72">8146 17102 2647 0,'0'0'-9'0,"0"0"-6"0,0 0-5 0,-127-37-25 16,107 22-26-16,6-3-14 0,2-4 9 0,6-7 8 15,2-4 15-15,4-9 23 0,1-1 0 16,9-3-12-16,5-1-17 0,4 1-25 0,3 3-26 16,8 4-12-16,0 3-4 0,5 7 1 0,1 5 12 15,1 7 5-15,-1 4 6 0,2 6 18 16,-4 5 19-16,1 2 23 0,-2 8 14 0,-1 8 16 16,-2 5 8-16,-1 6 13 0,-6 3 10 0,-2 3 14 15,-3 2 9-15,-3 2 13 0,-3 1 7 0,-4 0 5 16,-2 1 2-16,-6 1-1 0,0 0-3 15,-4-2 2-15,-7-2-7 0,-2-2 3 0,-1-4 6 16,-5-4 5-16,-1-5 0 0,-1-4-4 0,0-5-11 16,-2-5-28-16,1-4-11 0,2-3-24 15,3-2-27-15,-1-10-30 0,6-4-36 0,-2-7-42 16,5-6-57-16,3-5-81 0,4 5-134 0,-1 8-368 0</inkml:trace>
  <inkml:trace contextRef="#ctx0" brushRef="#br0" timeOffset="185690.28">9064 16361 2016 0,'0'0'149'0,"0"0"-104"15,0 0-19-15,0 0-27 0,-81 126-14 0,64-86 4 16,5 1 7-16,1 2 2 0,0-3 6 15,2 0-7-15,1-1 0 0,5 0-12 0,2 2-13 16,1 0-10-16,0 1-18 0,2-1-15 0,3-3-18 16,1-2-30-16,2-4-28 0,3-4-36 0,-2-4-28 15,1-5-29-15,2-3-33 0,-1-3-30 0,-1-6 2 16,-1-2 174-16</inkml:trace>
  <inkml:trace contextRef="#ctx0" brushRef="#br0" timeOffset="185892">9442 16711 1308 0,'0'0'91'0,"0"0"-67"0,0 0-16 16,0 0-18-16,0 0 5 0,0 0 0 15,0 0-5-15,0 0-12 0,0 0-13 0,50 131-21 16,-45-115-22-16,0-1-23 0,-2-2-30 0,3-1-38 15,-4-2-50-15,0-1-24 0,0-3-4 16,1-3 147-16</inkml:trace>
  <inkml:trace contextRef="#ctx0" brushRef="#br0" timeOffset="186209.49">9848 16493 1386 0,'0'0'102'16,"0"0"-82"-16,0 0-23 0,0 0-8 16,0 0 5-16,0 0 4 0,0 0 0 0,0 0-7 15,0 0-9-15,133 76-19 0,-107-57-25 0,-2 1-21 16,-1 1-18-16,-3 2-8 0,0 1 3 0,-2 3 17 15,-6 1 18-15,-3 2 25 0,1 2 21 0,-8-1 13 16,-2 6 7-16,0-1 11 0,-10 3 13 16,-1-2 10-16,-2 0 12 0,-6-2 10 0,-2-3 9 15,-1-3 9-15,-4-3 1 0,3-4-8 0,2-5-28 16,2-3-36-16,1-5-72 0,6-3-123 16,2-1-126-16,6-4-233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0:21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18306 9324 274 0,'0'0'265'16,"0"0"-287"-16,0 0-47 0,0 0-12 16,0 0 14-16,0 0 26 0,0 0 30 0,0 0 13 15,0 0 5-15,0 0 6 0,0 0 7 0,0 0 5 16,68-5 10-16,-58 5 12 0,2 0 8 16,2 0 15-16,0 0 7 0,-1 0 4 0,5 0 3 15,-1 0-7-15,4 0 0 0,1 0-6 0,0 0-1 16,7 0-8-16,1 0-10 0,3 2-13 0,7 1-15 15,0-2-6-15,1 2-8 0,6 0-4 16,-1 1 2-16,4 0-4 0,1 0 0 0,1-1-4 16,0 1 1-16,2-1-2 0,-7 0-2 0,3-1-2 15,-2 0-4-15,-1-1-2 0,-4 1-10 16,0-2-14-16,-4 1-32 0,-4-1-52 0,0 0-87 16,-11 0-62-16,-9 0-274 0</inkml:trace>
  <inkml:trace contextRef="#ctx0" brushRef="#br0" timeOffset="64099.95">20061 9383 242 0,'0'0'95'0,"0"0"-38"0,0 0-8 16,0 0-8-16,0 0 1 0,0 0 17 15,0 0 22-15,0 0 27 0,0 0 14 0,0 0-5 16,0 0-28-16,0 0-49 0,-50-29-29 0,50 27-14 16,6 0 4-16,-1-2 18 0,5 1 11 0,5-1 15 15,1 1 13-15,3 0 6 0,7 1 0 0,0 1-14 16,6 1-13-16,2-1-17 0,3 1-7 0,2 0-6 15,5 0-5-15,1 2-7 0,-2 0-11 16,3 1-14-16,-2-1-18 0,0 0-19 0,0 0-24 16,-3 0-20-16,-2-2-31 0,0 0-37 0,-4 0-45 15,-2-5 1-15,-8 2-117 0,-12-1 256 0</inkml:trace>
  <inkml:trace contextRef="#ctx0" brushRef="#br0" timeOffset="64546.45">20410 5828 258 0,'0'0'-29'0,"0"0"-25"15,0 0-121-15</inkml:trace>
  <inkml:trace contextRef="#ctx0" brushRef="#br0" timeOffset="70883.95">13899 6554 0 0,'0'0'0'0,"0"0"0"0,0 0 0 0,0 0 0 15,0 0 0-15,0 0 0 0,0 0 0 0,0 0 0 16,0 0 0-16,0 0 6 0,0 0 47 15,0 0-22-15,-40-60-11 0,38 58-11 0,-1-1 2 16,0 2 6-16,3 0 13 0,-1 0 18 0,0 1 12 16,1 0 0-16,0 0-8 0,0 0-16 15,0 0-17-15,0 0-14 0,0 0-5 0,0 0-1 16,2 0 8-16,4 0 7 0,0 0 3 0,3 1 3 16,4 1-2-16,2 2-1 0,-1-1-1 0,5 2-3 15,0 0 0-15,2-1-1 0,5 1-2 0,-1 1-2 16,2-2-1-16,-1 0 3 0,1 1-7 15,1 0-1-15,-2-1-2 0,0 1-3 0,-1-1-2 16,-1-1-7-16,-2-1-6 0,-2 1-5 0,-5 0-2 16,0-1 3-16,-4 0 3 0,-4 0 5 0,-2-1 8 15,-4 1 10-15,1 2 14 0,-2 1 14 0,0 4 11 16,-3 3 4-16,-2 4-3 0,2 4-5 16,-2 3-14-16,1 2-6 0,3 5-7 0,-2 3-5 15,1 3-1-15,1 4-4 0,1 5-1 0,0 7-6 16,0 5-1-16,0 3-3 0,0 5-6 15,-2 3-1-15,2 3-4 0,0 3-3 0,0 1-2 16,0-2-7-16,0 0-11 0,0-4-12 0,2-2-11 16,-1-6 2-16,1-6 15 0,-1-6 17 0,1-3 16 15,-2-9 11-15,0-5 4 0,0-3 1 16,0-4 3-16,-2-2 3 0,-1-5 4 0,-1-4 10 16,0-3 11-16,-3-3 20 0,2-3 16 0,-2-2 12 15,3-1 0-15,-3-2-8 0,-1 0-17 0,0 0-18 16,0-4-9-16,-4-2-12 0,1-1-7 0,0 0-4 15,-4 0-2-15,-2-1 4 0,2 1 3 16,-2 1 7-16,-3 2 3 0,-3 1 3 0,-4 3 3 16,3 0 2-16,-6 0 12 0,0 3 15 0,-1 2 16 15,2-1 14-15,1 0 1 0,5-2-10 0,2 2-18 16,4-3-25-16,5 0-25 0,3 0-44 0,7-1-102 16,2 0-173-16,0 0-463 0,1 0 535 0</inkml:trace>
  <inkml:trace contextRef="#ctx0" brushRef="#br0" timeOffset="79212.09">13005 8047 500 0,'0'0'47'16,"0"0"6"-16,0 0 5 0,0 0 6 0,0 0 11 15,0 0 13-15,0 0-4 0,-129 6-14 16,120-16-22-16,1-1-25 0,2-4-25 0,-2-5-13 16,2-3-6-16,2-4-1 0,1-2 1 0,2-3 2 15,1-2 0-15,0 1-1 0,1 0-3 0,3 0-2 16,3 2 1-16,2 1-1 0,1 3 7 16,1 1 3-16,2 4 4 0,1 3 3 0,2 3 4 15,1 2 7-15,-1 2 6 0,3 2 6 0,4 2 0 16,0 2-4-16,-1 3-4 0,-1 3-5 0,1 0 0 15,0 6 0-15,3 4 1 0,-3 5 1 16,1 3 1-16,-2 7-1 0,0 3-1 0,1 6-4 16,-2 1-4-16,-3 4-10 0,1 2-10 0,-5 0-16 15,-3 1-9-15,-1-3-1 0,-5-2 11 0,-3-2 19 16,-1-1 15-16,-5-4 12 0,-5-2 11 0,-3-2 11 16,-4-1 9-16,-3-1 2 0,-1-2-5 15,-2 0-5-15,-4-4-8 0,0 0-1 0,0-6-3 16,-3-3 1-16,1-3-1 0,0-4-2 0,-1-2-4 15,5-5-3-15,-1-5-8 0,5-4-10 0,2-5-10 16,6-2-17-16,1-5-21 0,4-3-35 16,3-2-65-16,2-2-16 0,3 6-241 0,0 9 415 0</inkml:trace>
  <inkml:trace contextRef="#ctx0" brushRef="#br0" timeOffset="79635.67">13593 7446 294 0,'0'0'151'0,"0"0"-146"16,0 0-17-16,0 0-2 0,0 0 7 15,0 0 13-15,0 0 17 0,0 0 11 0,0 0 3 16,0 0-2-16,0 0-10 0,0 0-7 0,-117 111-7 15,107-89 0-15,-1 3 2 0,2 0 4 16,2 4 5-16,2 3 4 0,-1 1 5 0,3 3 1 16,3 3-4-16,0 0-2 0,0 5-9 0,2 0-4 15,3-1-7-15,1 1-4 0,0-3 0 0,1-6-2 16,0-2-4-16,1-6-6 0,2-4-14 0,0-4-27 16,0-1-34-16,1-2-62 0,-2-5-17 15,-4-4-203-15</inkml:trace>
  <inkml:trace contextRef="#ctx0" brushRef="#br0" timeOffset="80011.55">13739 7720 1148 0,'0'0'14'16,"0"0"-20"-16,0 0-15 0,0 0-8 15,0 0-8-15,0 0-4 0,0 0-2 0,0 0 1 16,0 0 13-16,0 0 11 0,0 0 13 0,0 0 3 15,0 0 0-15,-23 76 2 0,23-59-2 0,0 3 1 16,0-1 0-16,0 6 1 0,0-3 3 0,0 4 0 16,0 1 0-16,0-2 0 0,-1 0 0 15,-5-2 0-15,4-1 2 0,-3-4 2 0,2-3-2 16,-1-1-2-16,0-4-11 0,2 0-18 0,0-3-38 16,0-2-64-16,2-2-52 0,-2 0-30 0,2-2-95 15</inkml:trace>
  <inkml:trace contextRef="#ctx0" brushRef="#br0" timeOffset="80339.98">13817 7547 1113 0,'0'0'58'16,"0"0"-32"-16,0 0-23 0,0 0-21 0,0 0-13 15,0 0 6-15,0 0 17 0,0 0 16 16,0 0 14-16,0 0 0 0,0 0-7 0,0 0-5 16,0 0-3-16,0 0-1 0,102 86-4 0,-83-54 1 15,-1 7-2-15,2 4-1 0,-2 6-2 0,0 2-7 16,-2 6-8-16,-1 0-11 0,-3 2-13 15,-3-1-3-15,-3-3-2 0,-4-5 13 0,-2-3 13 16,-2-6 14-16,-8-6 14 0,-6-3 1 0,0-6-5 16,-3-1-21-16,-5-4-90 0,5-6-112 15,5-4-427-15</inkml:trace>
  <inkml:trace contextRef="#ctx0" brushRef="#br0" timeOffset="85102.92">22188 9242 476 0,'0'0'91'0,"0"0"-79"0,0 0-17 15,0 0-6-15,0 0-2 0,0 0-1 0,0 0-1 16,0 0 5-16,0 0 5 0,0 0 3 0,0 0 4 16,0 0-3-16,-11 0 0 0,11 0-1 0,3 0 6 15,-1 0 3-15,2 0 3 0,0 0 5 0,2 0 5 16,0 0 4-16,3 2 6 0,-2 0 4 15,2 1 2-15,0-1 1 0,2 0 1 0,-1-1-5 16,2 2-9-16,3-1-9 0,-1-1-6 0,2 0-3 16,0-1-9-16,-1 0-6 0,1 0-20 15,-1 0-32-15,-1 0-63 0,-3 0-40 0,-3-1-290 0</inkml:trace>
  <inkml:trace contextRef="#ctx0" brushRef="#br0" timeOffset="107851.39">22716 9503 263 0,'0'0'14'16,"0"0"-30"-16,-129 36 21 0,81-25 24 0,4 0 48 15,3-3 25-15,-1-1 12 0,4-1-1 0,2-2-24 16,-4-3-31-16,6-1-29 0,-2 0-18 15,1 0-6-15,-2-4 0 0,2 0 3 0,-2-2 6 16,-1-1 6-16,2-1 12 0,0-1 8 0,0-2 0 16,-1-2-3-16,-1-4-11 0,0-1-6 0,0-1-3 15,-2-3-6-15,0 0 3 0,1-2 5 16,0 1 9-16,-2-3 10 0,5 0 14 0,1-2 4 16,2-3 3-16,4-2-2 0,0-4-8 0,4-5-10 15,2-4-10-15,3-5-16 0,0-7-1 16,5-8-8-16,-2-3-2 0,2-9-1 0,3-1-3 15,1-2 1-15,1-1 0 0,0 2 3 0,1 2 2 16,0 2 3-16,-1 3 0 0,3 4 3 0,0 2 3 16,-2 3 4-16,-1 2 1 0,1-1 1 15,0 1-2-15,0 2 1 0,3 2 1 0,0-1 7 0,4 4 7 16,1-1 9-16,1 4 2 0,0-1-3 16,4 0-6-16,5-1-9 0,2 2-4 0,4-1-7 15,1 0-4-15,3 0-4 0,2-2-4 16,3 0-6-16,3-2-2 0,1-1-3 0,3-5-15 0,0 2-3 15,0-1-1-15,0-1-11 0,0-2-3 16,-2 0 5-16,-1-1 0 0,-2 1 11 0,0 0 16 16,-1 1 7-16,-1 2 9 0,-5 2 8 0,4 3 3 15,-2 4 5-15,-1 4 16 0,2 2 5 0,1 6 5 16,2 6-8-16,-2 2-19 0,5 5-17 16,2 2-6-16,1 5-3 0,0 1-2 0,0 3 0 15,0 3 1-15,5 2-2 0,-1 2 1 0,0 2 2 16,2 0-4-16,1 2-4 0,-1 0-5 15,3 2-6-15,-1 0-2 0,2 2 4 0,0 0 3 16,-3 2 6-16,2 0 4 0,-1 0 0 0,-1 3 3 16,1 2-1-16,0 1 1 0,-1 4 3 0,2 1 1 15,-3 4-2-15,2 2 0 0,1 4 1 16,-2 5-2-16,1 2 7 0,-1 6-5 0,-1 3-7 16,-2 4 0-16,0 4-8 0,-3 6-1 0,-2 3 7 15,1 3 1-15,-2 4 6 0,-3 5 1 0,-1 0 1 16,-3 2 2-16,2 4 0 0,-2 1 1 15,1-1-2-15,0 1 0 0,1 2 0 0,0 0 0 16,-3 0 0-16,0 3-2 0,0-2-4 0,-2 2-4 16,-3 2-7-16,-1 1-6 0,-4 3-8 0,-5 3-8 15,-2 1-4-15,-4 1 0 0,-2 1 7 0,-8 2 7 16,-7 1 7-16,-2 0 13 0,-4-3 4 16,-6 0 8-16,-3-4 11 0,-7 0-3 0,-2-5 9 15,-1 0 4-15,-7-4 13 0,2 1 3 0,-5 0 9 16,-2 0 0-16,1 0-1 0,-2-1 2 0,-1-2 1 15,2-3 1-15,0-1-2 0,0-5-8 16,-2-4-8-16,-1-4-10 0,1-5-7 0,0-4-6 16,-1-7-7-16,5-5-16 0,3-7-40 0,2-7-75 15,4-7-121-15,12-7-222 0,12-4-659 0</inkml:trace>
  <inkml:trace contextRef="#ctx0" brushRef="#br0" timeOffset="108970.9">18741 11926 343 0,'0'0'19'0,"0"0"-22"0,0 0-12 16,0 0-5-16,0 0 5 0,0 0 6 0,0 0 6 15,0 0 3-15,0 0 0 0,0 0 0 0,0 0-1 16,0 0 3-16,76-104 5 0,-75 104 25 16,-1 0 52-16,0 0 75 0,0 0 43 0,0 0 10 0,-1 5-33 15,-5 2-51-15,-3 3-33 0,-2 4-9 0,1 3 0 16,-4 4 6-16,-4 4 10 0,0 4 4 16,-3 3-6-16,0 4-12 0,-1 4-22 0,1 3-22 15,-1 5-17-15,2 1-11 0,1 4-12 0,1 4-6 16,7 1-2-16,3 5-3 0,3 1 1 0,5 4-1 15,1 4-1-15,9-2-3 0,2 0-8 16,5-2-7-16,-1-4-11 0,6-3-24 0,4-6-37 16,2-6-48-16,-1-5-52 0,4-8-59 0,2-7-75 15,-12-9-35-15,-5-10-260 0</inkml:trace>
  <inkml:trace contextRef="#ctx0" brushRef="#br0" timeOffset="109807.53">21070 11853 832 0,'0'0'70'0,"0"0"-134"0,0 0-43 15,0 0 4-15,0 0 27 0,0 0 56 16,0 0 30-16,0 0 7 0,0 0 6 0,0 0 1 16,0 0 0-16,0 0-6 0,0 0-1 0,0 0 8 15,64-12 6-15,-56 15 17 0,2 0 10 0,4 3 3 16,-2 2 2-16,2 0-10 0,3 4-9 0,1 0-8 15,0 2-9-15,3 4-7 0,0 0-7 16,-1 3-2-16,3 1-6 0,-1 1 2 0,0 2-1 16,1 3-2-16,-1 3-1 0,-3 1-5 0,-1 5-3 15,-1-1-7-15,-6 4-4 0,0 1-5 0,-3 5-7 16,-5 5-7-16,-3 3-3 0,0 3 7 16,-9 4 13-16,-4 3 16 0,-6 2 24 0,-3-1 19 15,-3 2 26-15,-5-2 24 0,0 1 19 0,0-4-3 16,1-2-18-16,0-4-29 0,4-7-40 0,-1-6-40 15,6-8-73-15,0-8-132 0,9-8-223 0,1-7-345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2:16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4513 15044 0 0,'0'0'52'0,"0"0"-21"0,0 0-2 0,0 0 6 16,0 0 19-16,0 0 19 0,0 0 1 0,0 0-1 15,0 0-7-15,0 0-12 0,0 0-5 0,-45-119-5 16,45 114-5-16,0 1-9 0,0 0-4 0,1 0-7 15,3 1-4-15,2-2-5 0,-2 2-1 16,5-2-1-16,0 2 0 0,2-1-1 0,-1 2-2 16,5 1-1-16,0-1-2 0,2 2-4 0,-2 0 0 15,5 2 1-15,-2 3-1 0,2 2 2 0,2 3 0 16,-4 0 2-16,4 3 1 0,-2 1-1 16,1 4-2-16,-2 2 1 0,0 2-1 0,0 6-1 15,-2 1-1-15,0 3 0 0,5 3 0 0,-3 0-1 16,0 3 2-16,0 2-2 0,-2 3-4 0,1 0 0 15,1 2 0-15,-2 1-2 0,-1-2 1 16,1 4 5-16,1-3-4 0,-5 0 5 0,5-2 0 16,-5 3 2-16,3 0-1 0,-3 3 0 0,-1 1 2 15,0 2 0-15,0 2-1 0,0 2 1 16,-1-2 1-16,1 1-3 0,-1 1 5 0,0-1-6 16,0-2-1-16,0-1-3 0,2-2-2 0,-3-2 2 15,0 1 3-15,-1-3 0 0,-1-1 0 0,1 3-1 16,-2-4-1-16,-2 2-1 0,4-3 1 15,-5 1-2-15,1 1 0 0,-4 1-5 0,0 1 0 0,-1 2-12 16,0 0-18-16,-4 0-12 0,-4 1-13 16,-4 0 0-16,-2 0 13 0,-3 0 17 0,-1 0 16 15,-5 1 25-15,-3 1 17 0,2-5 15 0,-4-2 5 16,-1-4 4-16,4-2 0 0,-4 0 2 0,0-3 2 16,3-5 1-16,2-4-9 0,3-7 15 15,3-1-22-15,-4 1 7 0,0-1-15 0,-3 3-10 16,-2 0-1-16,-2 2-9 0,-2-1 16 0,-2 0-7 15,-4-2 7-15,3 0 6 0,-4-3 10 0,-1-1 8 16,-1-1 30-16,-2-3-5 0,-1-2 10 16,-4-2-16-16,4-3-7 0,-6-2-5 0,4-4-6 15,-4 0-17-15,0-6 3 0,-2-5-6 0,1-1 1 16,1-4 6-16,2-4 7 0,-11-8 2 16,-3-13 3-16,1-7 6 0,-1-10-14 0,17 1-2 15,8 0-16-15,10 1 3 0,0-3-6 0,5-2 3 16,3-3-4-16,4-2 0 0,-2-3-1 15,3 1-2-15,3-2-4 0,-1 0 6 0,0-1-8 16,2-1-4-16,0-4 5 0,-2 2-4 0,4-1 0 16,2-3 4-16,-1 1-2 0,4 0-1 0,2 2 0 15,0 0 0-15,1 3-3 0,5 2 0 0,3-2-6 16,3 2 0-16,0 0 2 0,3-3 1 16,2 1 4-16,3-1-2 0,2 1-1 0,3 1-4 15,-1 1 0-15,5 5 1 0,1-1-1 0,1 6-1 16,1 4 1-16,1 3-2 0,3 5-1 0,-3 2 0 15,4 2 0-15,-3 3-3 0,2 1 0 0,-2 5-3 16,-3 1 0-16,2 7-5 0,-2 2-6 16,0 5-9-16,-2 4-20 0,0 2-34 0,-2 3-48 15,-3 5-60-15,-2 1-91 0,-4 3-89 0,-7 2-440 0</inkml:trace>
  <inkml:trace contextRef="#ctx0" brushRef="#br0" timeOffset="1605.63">9580 17144 146 0,'0'0'65'0,"0"0"-74"0,0 0 9 0,0 0-1 15,0 0 0-15,0 0 9 0,0 0 2 0,0 0 3 16,0 0 11-16,0 0 4 0,126 10 10 0,-107-10 3 15,1 0 10-15,0 0-3 0,1 0 6 0,0 0-5 16,-1 0-1-16,3 0-11 0,0 0-5 16,1 0-3-16,-2 0 3 0,1 0 3 0,4 1 3 15,-1 0 0-15,1 1-2 0,3-1-3 0,-1 0-5 16,1-1 3-16,1 0 0 0,0 0 0 16,2 0-2-16,2-4 8 0,-1 1-9 0,4-2 5 15,-3 2 3-15,4-3-3 0,-1 0-1 0,-1 0 2 16,1-1-5-16,2 2 7 0,0-1 5 0,0 2 1 15,-2-1-2-15,2 0-4 0,-4 2-8 16,3-1-2-16,1 2-8 0,0 0-8 0,-3-1-3 16,-1 2-1-16,2 1 1 0,1 0-5 0,-2 0 3 15,2 0-4-15,2 0 5 0,-1 0-6 0,1 0 5 16,3 0-10-16,-1 0 3 0,-1 0 1 0,1 0 1 16,2-1 4-16,0 0-3 0,-3 0-2 0,3 0 3 15,0-2-4-15,-4 0 3 0,2-2 2 16,-2 2-6-16,-1 0 4 0,0 1 0 0,1 1 0 15,-2-1 9-15,2 0-6 0,-1 1-1 0,0 0 3 16,0 0-4-16,0 1-1 0,0-1-3 0,-1 1 4 16,-1 0-6-16,2 0 2 0,4 0 4 15,-7 0 0-15,4 0-6 0,-2 0 7 0,-2-1-8 16,0-3 4-16,0 0-3 0,-2-1 6 0,-1 0-6 16,-3 0 1-16,-1 1 2 0,-3 0-1 15,-1 0 5-15,-2 1-8 0,-1-1 5 0,-3 2 6 16,-4 1-4-16,2 1 3 0,-4 0-5 0,0 0-2 15,-4 0 4-15,-1 0-9 0,-4 0 1 16,3 2-8-16,-5 2-15 0,2-2-30 0,-3 3-63 16,0-1-131-16,-2 1-150 0,0-2-370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3:14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17442 3257 1466 0,'0'0'28'0,"0"0"-68"0,0 0-24 16,0 0-9-16,0 0 5 0,0 0 25 0,0 0 26 15,0 0 19-15,0 0 6 0,0 0-3 16,0 0-14-16,0 0-26 0,0 0-13 0,0 0 2 16,2 0 11-16,1 0 24 0,0 0 13 0,1 0 7 15,2 0 4-15,-3 0 1 0,4 0 4 0,1 0 1 16,-3 0-1-16,3-1 2 0,2-1-1 0,0 1 1 16,1-3-3-16,1 1-2 0,3-1-2 15,-1 0-3-15,3-1-1 0,-2 0-7 0,2 1 1 16,1 0-3-16,-3 1-3 0,3 0-3 0,-1 1-7 15,-3 0-7-15,3 1-7 0,-3-1-12 0,1 2-19 16,0 0-43-16,-3 0-65 0,1 0-73 16,-4 0-95-16,-3 0 99 0</inkml:trace>
  <inkml:trace contextRef="#ctx0" brushRef="#br0" timeOffset="397.87">17716 3214 1453 0,'0'0'83'0,"0"0"-97"0,0 0-28 15,0 0-9-15,0 0-4 0,0 0 17 0,0 0 11 16,0 0 14-16,0 0 10 0,0 0 5 0,0 0 2 16,0 0 0-16,0 0-3 0,-22 85 0 15,24-67 1-15,3 0 1 0,-2 3 1 0,1 1 3 16,1 1 0-16,1 1-1 0,-1 3 0 0,1 2-2 16,-2 3 0-16,0 1 1 0,-2 3 0 15,0-2-4-15,-2 0 1 0,0-3-1 0,-7-3 3 16,2-5 10-16,-4-2 7 0,-4-3 11 0,1-6 5 15,0 0-2-15,-2-4-4 0,-2-1-7 0,2-1-6 16,-3-2-6-16,3-1-7 0,-2-2-9 16,2-1-11-16,1 0-11 0,-1-4-23 0,3-2-42 15,2-2-68-15,-1 0-107 0,6 0-60 0,-1 3-333 0</inkml:trace>
  <inkml:trace contextRef="#ctx0" brushRef="#br0" timeOffset="728.95">18252 3335 1473 0,'0'0'138'0,"0"0"-129"0,0 0-22 15,0 0-5-15,0 0-6 0,0 0-5 0,0 0-4 16,0 0 11-16,0 0 4 0,0 0 12 0,0 0 7 16,0 0 0-16,0 0 2 0,0 0-4 15,13 24 4-15,-3-19-3 0,2 2-3 0,2-1 1 16,-2-2-2-16,0 0-1 0,7-1-7 0,-4 0-25 15,0-1-61-15,1-1-111 0,-5 0-125 0,-6-1-426 0</inkml:trace>
  <inkml:trace contextRef="#ctx0" brushRef="#br0" timeOffset="943.42">18209 3587 2003 0,'0'0'3'16,"0"0"-79"-16,0 0 6 0,0 0 20 15,0 0 39-15,0 0 8 0,0 0 0 0,0 0 2 16,0 0 6-16,0 0-2 0,133 0-1 0,-112-5-2 16,0-2-12-16,1 0-32 0,3 0-56 15,-4 0-84-15,1 0-131 0,-7 3-94 0,-5 2-329 0</inkml:trace>
  <inkml:trace contextRef="#ctx0" brushRef="#br0" timeOffset="1238.62">18873 3445 1257 0,'0'0'334'15,"0"0"-295"-15,0 0-47 0,0 0 1 0,0 0 10 16,0 0 19-16,0 0 18 0,0 0 15 0,0 0-5 16,0 0-13-16,0 0-20 0,0 0-25 0,0 0-12 15,-19 37-2-15,16-24 4 0,2 5 7 16,-2 0 4-16,0 0 3 0,3 1-2 0,0 1-5 16,0-2-4-16,4-2-4 0,2-1-3 0,2 0-2 15,2-4 0-15,1 0-2 0,5-2-3 16,-2-3-5-16,4-4-13 0,-5-1-6 0,5-1-16 15,-5-3-26-15,3-5-44 0,-3-2-65 0,-2-2-72 16,-1-3 16-16,0 3-115 0,-8 4 354 0</inkml:trace>
  <inkml:trace contextRef="#ctx0" brushRef="#br0" timeOffset="1410.66">18965 3254 0 0,'0'0'9'15,"0"0"-2"-15,0 0-4 0,-39-131 3 0,32 103 10 16,-3 7 49-16,2 5 80 0,0 4 69 15,4 4 48-15,-3 4-4 0,4 2-45 0,2 1-44 16,0 0-45-16,1 1-34 0,0 0-38 0,1 0-30 16,2 0-11-16,5 2-5 0,-2 1 5 0,4 1 8 15,4 2-5-15,0 1-10 0,3 0-42 16,-2 1-110-16,1-2-222 0,-7-2-794 0</inkml:trace>
  <inkml:trace contextRef="#ctx0" brushRef="#br0" timeOffset="5544.17">19460 3427 783 0,'0'0'92'0,"0"0"-35"0,0 0-6 16,0 0-9-16,0 0 13 0,0 0 13 0,0 0 5 15,0 0-3-15,0 0-10 0,0 0-4 0,0 0-1 16,0 0 2-16,-16-3-10 0,16 3-15 0,0 0-21 16,0-1-23-16,0 1-11 0,3 0 2 15,-1-1 6-15,1 1 8 0,-1 0 3 0,4 0-7 16,-3 0-39-16,4 0-61 0,-3 2-92 0,2 1-99 16,-4-1-548-16</inkml:trace>
  <inkml:trace contextRef="#ctx0" brushRef="#br0" timeOffset="5906.66">19443 3871 725 0,'0'0'-11'0,"0"0"-41"0,0 0-3 16,0 0 3-16,0 0 31 0,0 0 17 0,0 0 5 16,0 0 8-16,0 0 14 0,0 0 26 0,0 0 19 15,0 0 13-15,0 0 2 0,0 0-9 16,15 49-9-16,-15-36-7 0,-4 0-7 0,1 1-8 15,-4 4-11-15,2 2-6 0,-5 1-9 0,0 3-5 16,-2 3-3-16,-3-1-3 0,3 1-3 0,-2-1-2 16,-1 1-1-16,3-2-5 0,0 1-12 15,2-4-20-15,1 0-34 0,1-4-44 0,5-4-76 16,1-3-69-16,1-5-285 0</inkml:trace>
  <inkml:trace contextRef="#ctx0" brushRef="#br0" timeOffset="7354.14">20193 3401 185 0,'0'0'124'0,"0"0"-85"16,0 0 0-16,0 0-11 0,0 0-7 0,0 0 2 16,0 0 2-16,0 0 6 0,0 0 5 15,0 0 9-15,0 0 13 0,0 0 0 0,-20-21-4 16,20 21-17-16,-2 1-22 0,-1 4-11 0,-2 1-5 15,1 2 0-15,-2 2 1 0,3 1 5 0,-5 2 4 16,4 1 3-16,-2 2 4 0,2 1 5 16,-2 0 1-16,3 0-1 0,-3-1 1 0,6 0-7 15,-3-1-1-15,3-1 0 0,0-2-3 0,0-3 0 16,0-1-5-16,3-1 0 0,4-3-1 16,-3 2-1-16,4-3 2 0,0 2-3 0,2-3 0 15,-1 1 1-15,1-2-1 0,1-1 1 0,-1 0-2 16,1 0 0-16,0 0-4 0,0 0-12 0,-1-5-24 15,0-1-47-15,0-1-73 0,-3 2-41 16,-3 1-366-16</inkml:trace>
  <inkml:trace contextRef="#ctx0" brushRef="#br0" timeOffset="7544.42">20307 3064 1776 0,'0'0'42'0,"0"0"-38"0,0 0-5 0,0 0-4 16,0 0-5-16,0 0-14 0,0 0-30 15,0 0-30-15,0 0-15 0,0 0 5 0,0 0 19 16,0 0 16-16,0 0-22 0,0 0-83 0,8 5-101 16,-3-1-542-16</inkml:trace>
  <inkml:trace contextRef="#ctx0" brushRef="#br0" timeOffset="7906.42">20560 3347 833 0,'0'0'127'16,"0"0"-121"-16,0 0-20 0,0 0-5 0,0 0 4 15,0 0 13-15,0 0 19 0,0 0 23 16,0 0 7-16,0 0 3 0,0 0-7 0,0 0-13 15,0 0-10-15,5 130-5 0,-5-99-5 0,1 2-3 16,0-3-4-16,0 2-3 0,0-5-7 16,-1-2-9-16,0-5-7 0,1-3-11 0,1-3-11 15,1-3-23-15,-2-5-34 0,0-1-43 0,1-4-38 16,-1 0-70-16,-1-1-69 0</inkml:trace>
  <inkml:trace contextRef="#ctx0" brushRef="#br0" timeOffset="8079.61">20471 3597 1119 0,'0'0'120'16,"0"0"-75"-16,0 0-43 0,0 0-30 0,0 0 5 15,0 0 24-15,0 0 17 0,0 0-1 16,0 0-6-16,0 0-8 0,0 0 0 0,0 0-4 16,0 0 0-16,0 0-2 0,73-21-7 0,-62 23-16 15,0 1-45-15,0 0-70 0,2 0-102 16,-4-1-209-16,-4-1 112 0</inkml:trace>
  <inkml:trace contextRef="#ctx0" brushRef="#br0" timeOffset="8265.08">20897 3430 101 0,'0'0'153'0,"0"0"-128"0,0 0 12 0,0 0 38 16,0 0 34-16,0 0 18 0,0 0 3 0,0 0-32 15,0 0-29-15,0 0-18 0,0 0-14 0,0 0-10 16,-3 131-9-16,3-105-8 0,0-3-8 0,0 1-6 16,6-2-13-16,-1-3-48 0,4-3-82 15,-1-3-64-15,-5-6-414 0</inkml:trace>
  <inkml:trace contextRef="#ctx0" brushRef="#br0" timeOffset="8730.66">21453 3482 1907 0,'0'0'50'0,"0"0"-36"0,0 0-16 15,0 0-23-15,0 0-16 0,0 0 0 16,0 0-4-16,0 0-10 0,0 0-18 0,0 0-27 15,0 0-45-15,0 0-63 0,0 0-94 0,0 0-111 16,30 0-108-16</inkml:trace>
  <inkml:trace contextRef="#ctx0" brushRef="#br0" timeOffset="8939">21599 3837 1218 0,'0'0'606'0,"0"0"-600"16,0 0-28-16,0 0 1 0,0 0 3 0,0 0 11 16,0 0 12-16,0 0 1 0,-55 134-1 0,46-102 2 15,1 3-2-15,0 0-1 0,0 0 0 0,0 0-2 16,0-1 0-16,2-1-4 0,0-1-19 16,2-3-34-16,-1-2-73 0,3-5-85 0,0-3-122 15,2-5-250-15,0-6 122 0</inkml:trace>
  <inkml:trace contextRef="#ctx0" brushRef="#br0" timeOffset="10412.82">22173 3378 0 0,'0'0'41'0,"0"0"90"0,0 0-94 0,0 0-11 16,0 0-4-16,0 0 2 0,0 0 2 0,0 0-2 15,0 0 0-15,0 0 1 0,0 0-3 0,0 0 0 16,0 0-5-16,-2-11-8 0,2 11-6 0,0 0-2 15,0-1-2-15,0 1 0 0,0 0 2 16,0 0 5-16,0 0 5 0,0 0 6 0,0 0 6 16,0 0 4-16,0 0-1 0,0 0 2 0,0-2 3 15,0 2-4-15,-1 0 2 0,1 0-1 0,0-1 0 16,-2 1 0-16,2 0-6 0,0 0-7 0,0 0-6 16,0-1-7-16,0 1-5 0,0 0-3 15,0-1-1-15,0 1-1 0,0-1 4 0,0 1-1 16,0 0 4-16,0 0 0 0,0 0 5 0,0 0 5 15,0 0 4-15,0 0 5 0,0 0 1 16,0 0 2-16,0 0-3 0,0 0-1 0,0 0-1 16,0 0-4-16,0 0-2 0,0 0 0 0,0 0-4 15,0 0 4-15,0 0-2 0,0 0 0 0,0 0-1 16,0 0-2-16,0 0-2 0,0 0 0 16,0 0 0-16,0 0-1 0,0 0 1 0,0 0 2 15,0 0-1-15,0 0 1 0,0 0-1 0,0 0 0 16,0 0 1-16,0 0 0 0,0 0 2 15,-1 0 4-15,1 0-5 0,-1 0-2 0,1 0-4 0,-1 1-5 16,-2 1 0-16,1 2-2 0,-1 0 3 16,0 0 2-16,0 2 2 0,-2 0 1 0,2 1 0 15,0 0 1-15,-1 0 1 0,1 1-1 0,0 1 2 16,0 1 0-16,1 1 0 0,0 0 0 0,1 1 2 16,1 1-1-16,0-1 0 0,0 1 2 15,0-2-2-15,0 1 0 0,1 0-2 0,3-4 1 16,1 2-3-16,0-2-2 0,1 0 4 0,3-1-6 15,-1-2-1-15,0-1 2 0,4 0-1 0,-2-2 4 16,-2-1 0-16,2-1-1 0,1 0 0 16,-2 0 1-16,1-2-1 0,-1-3 0 0,1 1-3 15,0-1-9-15,-2-1-21 0,-1-1-38 0,-1 1-67 16,-1 1-65-16,-1 1-206 0,-4 2 182 0</inkml:trace>
  <inkml:trace contextRef="#ctx0" brushRef="#br0" timeOffset="10667.74">22267 3120 1126 0,'0'0'5'0,"0"0"-60"15,0 0-55-15,0 0-20 0,0 0 2 0,0 0 21 16,0 0 10-16,0 0-3 0,0 0-304 0,0 0 404 16</inkml:trace>
  <inkml:trace contextRef="#ctx0" brushRef="#br0" timeOffset="11905.44">22215 3204 133 0,'0'0'78'0,"0"0"-83"15,0 0 0-15,0 0-2 0,0 0 3 0,0 0 0 16,0 0 2-16,0 0 3 0,0 0-1 0,0 0 2 16,13-124 0-16,-10 118 0 0,-2 2 1 15,1 1-1-15,0 2 0 0,-2 1-1 0,0 0 1 16,0 0-1-16,0 0 3 0,0 0 5 0,0 1 9 16,0 3 7-16,0 0-3 0,0 1-2 0,0 0-10 15,-2-1-4-15,0-1 4 0,1 0 10 0,-2 0 12 16,2-2 1-16,1 0 2 0,-3-1-7 15,2 0-9-15,0 0 0 0,0 0-3 0,-2 0 0 16,2 0 3-16,1 0-1 0,-2 0-1 0,2 0 0 16,-1-1-4-16,1 0-3 0,0-2-8 0,0 0-12 15,0 1-8-15,0-1-3 0,0 0-2 16,0-2 1-16,3 1 2 0,-2 0 2 0,2-1 3 16,-1 2-1-16,1 0 2 0,-2 3 1 0,-1 0 4 15,0 0 7-15,0 0 14 0,0 0 12 16,0 3 7-16,0 0 1 0,0 3-5 0,-3 1-7 15,0 1 0-15,-1-1 3 0,2 1 2 0,-1-1 0 16,-1-3-5-16,3 1-6 0,-3 0-5 0,2-2-8 16,1 1-2-16,-2 0-1 0,2 0-4 15,-1 0-4-15,1 0-21 0,1 0-37 0,0 1-56 16,0-3-80-16,0 0-72 0</inkml:trace>
  <inkml:trace contextRef="#ctx0" brushRef="#br0" timeOffset="12345.02">22712 3214 1172 0,'0'0'186'0,"0"0"-250"15,0 0-5-15,0 0 16 0,0 0 26 0,0 0 19 16,0 0 6-16,-7 131 4 0,7-108-2 16,-1 0 3-16,-3-2 1 0,2-3-1 0,-1-2 0 15,2-2 1-15,-2-3-6 0,3-1-3 0,0-2-16 16,0-3-37-16,0 0-62 0,3-2-78 0,-1 0-31 15,2-2-292-15</inkml:trace>
  <inkml:trace contextRef="#ctx0" brushRef="#br0" timeOffset="12525.04">22613 3430 1027 0,'0'0'287'0,"0"0"-300"15,0 0-34-15,0 0-9 0,0 0-5 0,0 0 33 16,0 0 19-16,0 0 2 0,0 0-3 0,0 0-4 16,0 0-9-16,0 0-13 0,0 0-14 0,118-91-19 15,-103 86-43-15,-1 2-64 0,-2 0-29 0,-4 2-193 0</inkml:trace>
  <inkml:trace contextRef="#ctx0" brushRef="#br0" timeOffset="12882.64">23147 3280 1775 0,'0'0'3'0,"0"0"-38"0,0 0-42 15,0 0-24-15,0 0 6 0,0 0 30 0,0 0 43 16,0 0 23-16,0 0 0 0,0 0 0 0,0 0 1 15,0 0 1-15,0 0-2 0,0 0 4 16,44-13 3-16,-37 19 3 0,-1 0 6 0,1 2 0 16,-1 1-2-16,-1 2 3 0,1 0 0 0,-1 2-5 15,-4 2-2-15,0 2-6 0,-1 1-5 0,0 1-1 16,0 1-1-16,-5-1 3 0,-3 1 5 0,3-3 1 16,-1 0 5-16,-2-3 1 0,3 0 0 15,-2-3-3-15,2 1-5 0,1-1-5 0,0 0-2 16,0 0-2-16,2-1-1 0,1-2-3 0,-1-1-2 15,2-2-8-15,0 0-7 0,0-3-16 0,0 1-9 16,3 0 0-16,3-2-1 0,2 1 1 16,3-2-26-16,0 0-79 0,-2 0-118 0,-4 0-503 0</inkml:trace>
  <inkml:trace contextRef="#ctx0" brushRef="#br0" timeOffset="13058.13">23578 3632 1379 0,'0'0'-27'0,"0"0"-151"16,0 0-52-16,0 0-26 0,0 0 38 0,0 0 85 16,0 0 51-16,0 0 38 0,0 0-33 15,0 0-57-15</inkml:trace>
  <inkml:trace contextRef="#ctx0" brushRef="#br0" timeOffset="14451.81">23805 3687 1875 0,'0'0'-99'0,"0"0"-118"0,0 0-43 0,0 0-15 16,0 0 61-16,0 0 118 0,0 0 47 0,0 0 15 15,0 0-46-15,0 0-51 0,0 0-15 0,0 0-12 16,63-13 42-16</inkml:trace>
  <inkml:trace contextRef="#ctx0" brushRef="#br0" timeOffset="14592.82">24062 3625 909 0,'0'0'-42'16,"0"0"-37"-16,0 0-42 0,0 0-54 0,0 0 1 15,0 0-95-15,0 0 220 0</inkml:trace>
  <inkml:trace contextRef="#ctx0" brushRef="#br0" timeOffset="15621.07">21765 5000 1637 0,'0'0'227'0,"0"0"-173"16,0 0-45-16,0 0-50 0,0 0-30 0,0 0 5 15,0 0 6-15,0 0 18 0,0 0 3 0,0 0-5 16,0 0-2-16,0 0 3 0,17-22 6 0,-12 22 8 15,0-1 2-15,3 1-9 0,0 0-20 16,3 0-39-16,2 0-66 0,3 0-92 0,-5 0-52 16,-3 0-171-16</inkml:trace>
  <inkml:trace contextRef="#ctx0" brushRef="#br0" timeOffset="15750.35">22044 4994 1187 0,'0'0'220'0,"0"0"-166"0,0 0-60 0,0 0-54 15,0 0-38-15,0 0-46 0,0 0-25 16,0 0-7-16,0 0-12 0,0 0 8 0,0 0 32 16,0 0-65-16,0 0 134 0</inkml:trace>
  <inkml:trace contextRef="#ctx0" brushRef="#br0" timeOffset="18255.47">22745 4985 0 0,'0'0'79'16,"0"0"-76"-16,0 0-4 0,0 0 1 0,0 0 2 15,0 0 3-15,0 0 0 0,0 0 0 16,0 0 0-16,0 0 2 0,0 0 6 0,0 0 17 16,0 0 29-16,0 0 30 0,10-26 19 0,-10 26 6 15,0 0-12-15,0 0-21 0,0 0-16 0,0 0-16 16,0-2-11-16,0 1-8 0,0 0 0 15,1-2 5-15,2-2 3 0,-2-2 1 0,4-1-5 16,-3-3-10-16,3 0-5 0,-1-3-7 0,2-1-3 16,1-2 0-16,0-1-2 0,2-1-1 15,-1-2 0-15,2 0-2 0,0-1-1 0,0-1 1 0,2 0-1 16,0 2-2-16,-1 2 0 0,4 1-3 16,-2 2-5-16,0 4-2 0,0 0-2 0,-1 3-1 15,1 2-8-15,-5 1-6 0,2 2-3 0,0 4-7 16,-2 0 3-16,0 2 7 0,0 6 8 0,1 3 15 15,-3 5 11-15,-1 2 5 0,0 2-2 16,-3 4 2-16,-1 1-3 0,-1-1 1 0,0 0 5 16,0-1 3-16,-4-4 9 0,0 0 9 0,-1-4 6 15,0-1 7-15,1-2-1 0,-2-1 0 0,5-3-6 16,-4-1-8-16,2-4-6 0,2 0-12 16,1-3-12-16,0 0-18 0,0 0-12 0,0 0-15 15,0-3 6-15,4-1 21 0,1-2 22 0,-3-3 19 16,6-2 5-16,-2-2-13 0,1-5-10 0,2-1-8 15,1-3-2-15,0-1-8 0,0-1-2 16,0 0-2-16,-1 3-2 0,-1 3 5 0,1 4 3 16,-3 3 2-16,0 3 0 0,-2 2 2 0,1 3-3 15,-1 2 1-15,-4-1-1 0,1 2-4 16,-1 0-2-16,1 0-5 0,-1 2-1 0,0 1 15 16,0 3 15-16,3 3 19 0,-1 3 6 0,0 2-7 15,-1 3-8-15,-1 0-8 0,0 2-7 16,0-1 1-16,0-1-3 0,0 1-2 0,0-4 1 15,-1 1-3-15,-1-1-3 0,1 0-6 0,0 0-14 16,-2-3-17-16,3 0-29 0,0-3-42 0,0-1-61 16,3-3-86-16,1 0-20 0,-3-3-230 0</inkml:trace>
  <inkml:trace contextRef="#ctx0" brushRef="#br0" timeOffset="18622.09">23382 4814 1550 0,'0'0'-21'0,"0"0"-42"0,0 0-32 0,0 0-12 15,0 0 31-15,0 0 48 0,0 0 44 0,0 0 34 16,0 0 3-16,0 0-2 0,0 0 0 0,0 0-3 16,0 0-3-16,0 0-11 0,73-2-13 15,-61 1-12-15,4 0-5 0,-2-2-3 0,2 2-4 16,-2 1-4-16,-1-1-3 0,-1 1-4 0,-1-2-10 15,-1 1-14-15,-3 1-15 0,0 0-22 0,-4 0-22 16,1 0-48-16,0 0-84 0,-3 0-46 16,-1 0-298-16</inkml:trace>
  <inkml:trace contextRef="#ctx0" brushRef="#br0" timeOffset="18919.55">23893 4553 728 0,'0'0'250'16,"0"0"-228"-16,0 0-39 0,0 0-20 15,0 0 4-15,0 0 18 0,0 0 20 0,0 0 25 16,0 0 7-16,0 0 12 0,0 0 8 0,0 0 4 15,0 0 2-15,0 0-15 0,10 118-9 0,-7-98-16 16,2 1-8-16,-2 2-4 0,-2 1-5 16,3 2-3-16,-1-2-5 0,-2-1-3 0,0 0-4 15,0-3-8-15,-1-1-11 0,2-2-17 0,-1-2-20 16,0-2-30-16,2-3-44 0,-2 0-85 0,2-5-34 16,-1-1-200-16</inkml:trace>
  <inkml:trace contextRef="#ctx0" brushRef="#br0" timeOffset="33462.43">4709 7400 399 0,'0'0'91'0,"0"0"-67"0,0 0-2 16,0 0 3-16,0 0 4 0,0 0 2 0,0 0-9 15,0 0-18-15,0 0-13 0,0 0-7 0,0 0-1 16,0 0 7-16,-21-18 6 0,24 17 8 16,-2 1 7-16,0 0 6 0,0 0 5 0,0 0 9 15,-1 0 8-15,0 0 7 0,1 0 4 0,0 0 1 16,1 0-4-16,0 0-3 0,0 0 1 0,0 0 1 15,2 0 3-15,2 0 1 0,3-1 2 16,-1 0-5-16,2-1-2 0,2 0-5 0,0-1-12 16,3 1-6-16,0 0-11 0,0-1-7 0,1 1-5 15,-1 2-6-15,1 0-3 0,1 0-3 16,-4 0-1-16,4 0 1 0,-4 0 4 0,-1 0 1 16,-1 1 5-16,1 0 2 0,-2 1 1 0,-1-2-1 15,2 0-1-15,-1 0-8 0,1 0-18 0,1 0-30 16,-1 0-63-16,-1 0-130 0,-5 0-249 15,2 0 158-15</inkml:trace>
  <inkml:trace contextRef="#ctx0" brushRef="#br0" timeOffset="33953.61">4927 7435 796 0,'0'0'-6'0,"0"0"-123"0,0 0-22 16,0 0 4-16,0 0 41 0,0 0 72 15,0 0 14-15,0 0 5 0,0 0 1 0,0 0 2 16,0 0 3-16,0 0 2 0,0 0 8 0,0 0 5 16,-3 23 9-16,0-21 5 0,3-1 4 0,-1 0 1 15,1 0-1-15,0 3 3 0,0-1 3 0,0 2 11 16,0 1 8-16,0 2-5 0,1 2 0 16,3 0-15-16,-1 3-7 0,1 2-4 0,3 1-5 15,0 1 2-15,0 4-2 0,1 3-1 0,2 3-2 16,-1 1-3-16,1 2-2 0,0 1-2 0,0 2-1 15,-1-4-1-15,0 2 0 0,-5-3 2 0,2 1 1 16,-3-3 4-16,-3 0 1 0,0-3 6 16,0 0 7-16,-1-1 2 0,-8-2 6 0,-2 0 4 15,0-1 0-15,-8-4 2 0,4 0 1 0,-5-2-1 16,0-3 3-16,-4-3 7 0,2-4 4 16,0-2-5-16,5-1-5 0,1-4-19 0,0-5-23 15,5-2-33-15,1-2-52 0,0-2-68 0,6-1-73 16,-2 3-4-16,5 4-209 0</inkml:trace>
  <inkml:trace contextRef="#ctx0" brushRef="#br0" timeOffset="34499.97">5606 7808 1374 0,'0'0'17'0,"0"0"-87"0,0 0-11 16,0 0 15-16,0 0 46 0,0 0 46 0,0 0 0 16,0 0-10-16,0 0-9 0,0 0-4 15,0 0-1-15,123-22-1 0,-104 18 0 0,-1-1-1 16,1-1 2-16,-1 1-4 0,0 0 0 0,1 2-7 15,-5-1-8-15,3 2-12 0,-5 1-19 0,0 1-27 16,-2 0-41-16,-1 0-71 0,0 0-39 16,-6 0-290-16,0 1 505 0</inkml:trace>
  <inkml:trace contextRef="#ctx0" brushRef="#br0" timeOffset="34819.71">6273 7617 1314 0,'0'0'27'0,"0"0"-40"16,0 0 6-16,0 0 2 0,0 0 7 0,0 0 1 15,-79 123-3-15,74-102-4 0,2 1-3 0,2 0-1 16,1-1-6-16,0-2-4 0,4-1 0 16,5-4 7-16,0-3 8 0,1-3 10 0,3-1 5 15,0-3 1-15,3 0-1 0,1-2-4 0,2-2-4 16,0 0-5-16,4-1-10 0,0-5-15 0,-1-1-34 16,-2-3-42-16,0-1-55 0,-2-1-60 15,-1-3-14-15,-2 0 19 0,-4 5-65 0,-4 2 277 0</inkml:trace>
  <inkml:trace contextRef="#ctx0" brushRef="#br0" timeOffset="35007.83">6349 7286 1233 0,'0'0'138'16,"0"0"-44"-16,0 0-17 0,0 0-37 15,0 0-40-15,0 0-45 0,0 0-26 0,0 0-5 16,0 0 7-16,0 0 28 0,0 0-3 0,0 0-35 16,0 0-87-16,0 0-109 0,46 2-441 0</inkml:trace>
  <inkml:trace contextRef="#ctx0" brushRef="#br0" timeOffset="35357.65">7097 7525 1295 0,'0'0'80'0,"0"0"-174"15,0 0-41-15,0 0-2 0,0 0 22 16,0 0 70-16,0 0 40 0,0 0 9 0,0 0 2 16,0 0 1-16,0 0-4 0,-1 128-2 0,0-95 1 15,-3 1-1-15,1 0 2 0,1-2 2 16,0 1 0-16,2-2 0 0,0 0-4 0,0-2-6 15,0-3-15-15,2-1-59 0,3-1-102 0,-1-7-99 16,-3-7-42-16</inkml:trace>
  <inkml:trace contextRef="#ctx0" brushRef="#br0" timeOffset="35572">6975 7838 2211 0,'0'0'36'0,"0"0"-89"0,0 0-16 15,0 0-7-15,0 0 22 0,0 0 54 16,0 0 3-16,0 0-11 0,0 0-20 0,0 0-29 16,128-13-28-16,-104 12-26 0,0-1-21 0,0 1-32 15,1 0-52-15,-3 0-85 0,-6 1-28 0,-4 0-238 0</inkml:trace>
  <inkml:trace contextRef="#ctx0" brushRef="#br0" timeOffset="35859.56">7653 7544 1638 0,'0'0'249'0,"0"0"-286"16,0 0-39-16,0 0 4 0,0 0 24 0,0 0 54 15,0 0 6-15,0 0-2 0,0 0-4 0,0 0-3 16,0 0-3-16,85 141 1 0,-77-112-2 16,-2 4-3-16,-3 2-5 0,-2 3-2 0,-1 1-6 15,0 4-5-15,-2-3-5 0,-5-2-6 0,2-4-6 16,-2-5-6-16,2-5-3 0,0-4-5 15,4-5-20-15,-2-2-34 0,3-3-61 0,0-2-99 16,0-2-42-16,0-3-150 0</inkml:trace>
  <inkml:trace contextRef="#ctx0" brushRef="#br0" timeOffset="36641.1">4229 7271 709 0,'0'0'83'0,"0"0"-89"0,-73 130 9 16,46-67 19-16,4 6 11 0,1 4 3 0,2 4 2 15,3 0-1-15,4 1-3 0,4 1-5 0,6-4-3 16,3-3-11-16,1-2-9 0,10-4-4 16,6-4-13-16,5-6-17 0,2-3-59 0,12-7-120 15,-12-14-272-15,-4-13 224 0</inkml:trace>
  <inkml:trace contextRef="#ctx0" brushRef="#br0" timeOffset="37235.68">7889 7167 1255 0,'0'0'48'15,"0"0"-102"-15,0 0-2 0,0 0 15 0,0 0 15 16,0 0 13-16,0 0 0 0,0 0 4 0,139 36 0 16,-117-14 1-16,-1 3 1 0,0 6 1 15,0 4 2-15,-1 3 4 0,-2 5 4 0,0 3 4 16,-4 3 1-16,-1 4 1 0,-1 4 6 0,-3 2-1 16,-3 4 5-16,1 1 3 0,-4 0 0 0,-3-1 7 15,0-3 6-15,-1-4 6 0,-5-8 8 16,-1-6 4-16,0-8-4 0,-3-6-6 0,-1-4-15 15,2-7-20-15,1-3-30 0,2-4-50 0,-1-2-95 16,4-4-165-16,1-2-609 0</inkml:trace>
  <inkml:trace contextRef="#ctx0" brushRef="#br0" timeOffset="37765.49">8916 7759 1403 0,'0'0'490'0,"0"0"-538"15,0 0-39-15,0 0-4 0,0 0 20 0,0 0 62 16,0 0 24-16,0 0-5 0,0 0-6 15,0 0-4-15,124 1-15 0,-99 2-27 0,-4 0-28 16,7 2-30-16,-5-1-24 0,0 2-19 0,-1-1-13 16,-1 1-24-16,-1 1-27 0,-4 0 4 0,-2-2 6 15,-7-2 18-15</inkml:trace>
  <inkml:trace contextRef="#ctx0" brushRef="#br0" timeOffset="37964.39">8862 8115 1843 0,'0'0'89'0,"0"0"-135"0,0 0-18 15,0 0-3-15,0 0 31 0,0 0 2 0,0 0-50 16,0 0-85-16,124 3-144 0,-105-6-234 0,-7 2-25 15</inkml:trace>
  <inkml:trace contextRef="#ctx0" brushRef="#br0" timeOffset="40805.53">8826 8221 374 0,'0'0'91'15,"0"0"-97"-15,0 0-26 0,0 0 6 0,0 0 18 16,0 0 9-16,0 0 7 0,0 0 0 0,0 0 0 16,0 0 1-16,0 0 5 0,0 0 1 0,127-42 9 15,-117 38 13-15,1-1 13 0,-1 0 21 0,1 2 18 16,0-2 12-16,-1 1-3 0,0 0-9 15,1 1-13-15,-1-1-12 0,-2 2-9 0,3 0-6 16,-2-1-8-16,-3 1-9 0,-1 1-9 0,5 1-7 16,-5 0-6-16,0 0-3 0,3 0 0 15,-5 0-2-15,6 0-2 0,-4 1-6 0,0 0-8 16,-2 0-11-16,2 0-18 0,-3 2-27 0,-1-1-45 16,1 0-75-16,-2 1-99 0,0-1-290 0,0-1 477 0</inkml:trace>
  <inkml:trace contextRef="#ctx0" brushRef="#br0" timeOffset="46457.53">11219 7521 914 0,'0'0'36'15,"0"0"-50"-15,0 0-3 0,0 0 1 0,0 0 6 16,0 0 5-16,0 0-4 0,0 0-12 0,0 0-8 16,0 0-3-16,0 0 5 0,0 0 8 0,-80 51 10 15,77-38 4-15,-3 4 4 0,2-1 1 16,-4 5 0-16,0 1 2 0,2 3 2 0,-2 1 1 15,-2 0 6-15,1 0 6 0,0-1 9 0,0-1 12 16,4-1 10-16,-2-2 10 0,5-1 0 0,0-4-11 16,2-4-14-16,0-2-12 0,4-1-4 15,4-2 5-15,4-3 9 0,1 0 4 0,5-2-1 16,2-1-6-16,0-1-11 0,1 0-6 0,-1-2-11 16,1-2-13-16,0 0-20 0,-2-2-25 0,1-1-35 15,0 0-37-15,-4 0-38 0,0-1-38 0,-4 1 7 16,-3 2 0-16,-1 0-1 0</inkml:trace>
  <inkml:trace contextRef="#ctx0" brushRef="#br0" timeOffset="46693.43">11341 7109 2831 0,'0'0'11'0,"0"0"-87"16,0 0-56-16,0 0-29 0,0 0-23 0,0 0-31 15,0 0-73-15,0 0-168 0,0 0-874 0</inkml:trace>
  <inkml:trace contextRef="#ctx0" brushRef="#br0" timeOffset="48680.46">11774 7714 58 0,'0'0'319'0,"0"0"-270"0,0 0-29 0,0 0-7 16,0 0-6-16,0 0 3 0,0 0 11 15,0 0 12-15,0 0 5 0,0 0 2 0,0 0-6 16,0 0-3-16,45-23 1 0,-35 23 0 0,3 0-1 15,1 0 1-15,0 0-1 0,-2 1 2 0,3 2-3 16,-2 0-2-16,-1 1-10 0,4-1-5 16,-4 2-7-16,2-1-2 0,0 2-5 0,-1-2-3 15,-3 2-1-15,-1-1-6 0,1-1 4 0,-2 0-6 16,-2-1-3-16,2 0-5 0,0-2-13 0,-1-1-24 16,-1 0-51-16,3 0-71 0,-2 0-159 0,-3-1 174 15</inkml:trace>
  <inkml:trace contextRef="#ctx0" brushRef="#br0" timeOffset="49265.03">12573 7592 558 0,'0'0'80'0,"0"0"-67"0,0 0-8 16,0 0 7-16,0 0 10 0,0 0 11 15,0 0 5-15,0 0-10 0,0 0-15 0,0 0-19 16,0 0-20-16,0 0-10 0,0 0-7 0,0 0 6 15,-30 5 12-15,28 1 14 0,-1 0 9 0,-3 1 7 16,3 1 6-16,-2 1 2 0,0 2 13 0,-3 1 14 16,3 0 8-16,-2 2 11 0,-1 0-3 15,4 2-1-15,-3 0-3 0,2 1-7 0,0 2-2 16,3-1-12-16,1 0-6 0,1 1-7 0,0 0-7 16,1 0-4-16,4 2-4 0,2-3-4 0,1-1 3 15,1-1-1-15,1 0 4 0,2-2-3 0,-1-1 4 16,4-3-1-16,1 1 1 0,1-3 2 15,-3-1-6-15,5-2-2 0,-1-3-6 0,-3 0-10 16,1-2-12-16,0 0-19 0,-1-4-24 0,-1-3-31 16,1-4-40-16,-1-1-47 0,1-3-10 15,-6 4-26-15,-3 3 50 0</inkml:trace>
  <inkml:trace contextRef="#ctx0" brushRef="#br0" timeOffset="49495.11">12670 7243 2270 0,'0'0'157'0,"0"0"-184"16,0 0-48-16,0 0-32 0,0 0-12 15,0 0-3-15,0 0 14 0,0 0-5 0,0 0-34 16,0 0-85-16,0 0-137 0,0 0-383 0,0 0 496 0</inkml:trace>
  <inkml:trace contextRef="#ctx0" brushRef="#br0" timeOffset="50254.71">13469 7415 853 0,'0'0'64'0,"0"0"-85"16,0 0-39-16,0 0-14 0,0 0 8 0,0 0 27 15,0 0 28-15,0 0 16 0,0 0 4 16,0 0 2-16,0 0 7 0,0 0-4 0,0 0 1 16,0 0-4-16,12 75-2 0,-12-55-4 0,0 2 0 15,0 2-1-15,0 3 1 0,0 1-1 0,-3 3 1 16,1-1-1-16,1 2-1 0,-1-4-1 15,1-1 1-15,0-4-2 0,-1-2-1 0,2-4-5 16,-1-3-7-16,1-3-15 0,0 0-32 0,0-2-59 16,0-3-42-16,0-2-53 0,0-1 28 0</inkml:trace>
  <inkml:trace contextRef="#ctx0" brushRef="#br0" timeOffset="50548.14">13245 7757 1595 0,'0'0'128'0,"0"0"-156"0,0 0-23 0,0 0-4 15,0 0 14-15,0 0 31 0,0 0 22 0,0 0 1 16,0 0-5-16,0 0-5 0,0 0-9 15,132-60-11-15,-112 56-9 0,3 2-9 0,0 1-15 16,-1 1-13-16,-1 0-10 0,-1 0-14 0,0 2-12 16,-3 1-12-16,-2 0-13 0,0-1-8 0,-4 2-7 15,-1-2-8-15,-4 2 8 0,-1-2 29 16,-3-1 34-16,1 1 39 0,0 0 18 0,-3-1-24 16,2-1 2-16,-2 1 41 0</inkml:trace>
  <inkml:trace contextRef="#ctx0" brushRef="#br0" timeOffset="51663">14163 7586 313 0,'0'0'137'0,"0"0"-114"0,0 0-31 16,0 0-7-16,0 0 6 0,0 0 11 0,0 0 16 15,0 0 6-15,0 0 1 0,0 0-5 0,0 0-7 16,0 0-4-16,0 0-1 0,0 0 6 0,81-92 7 16,-71 82 9-16,-1-2 9 0,-1 1 3 15,-1-1-3-15,1 1 0 0,-2 1-7 0,0-1-5 16,-3 2-2-16,1 0-5 0,-2-1-5 0,1 2-6 15,-3 2 1-15,0 0 3 0,0 2 7 0,0 2 6 16,0 1-2-16,0 1-13 0,0 0-25 16,0 0-34-16,0 2-20 0,-2 3-7 0,0 3 13 15,0 3 24-15,-3 2 19 0,3 2 8 0,-3 2 1 16,1 2-1-16,3 0-2 0,-1 2-6 16,-1 2-4-16,2 1-10 0,0 1-13 0,1 3-22 15,-2 2-23-15,2 0-12 0,0 1 12 0,-1 0 25 16,-1-2 30-16,-1 0 23 0,1-3 4 15,-1-3 5-15,-4-1 4 0,6-4 6 0,-4-2 5 16,0-6 12-16,1-1 17 0,-1-3 17 0,1-1 10 16,-3-1 2-16,2-3-14 0,-2 0-17 0,1-1-17 15,-1 0-15-15,-3 0-12 0,0-2-6 0,-1-2 7 16,0 1 15-16,1-2 41 0,0 2 48 16,1 0 32-16,1-1 22 0,1 2-10 0,2 1-25 15,-2 0-28-15,5 1-29 0,0 0-24 0,1 0-28 16,1 0-19-16,0 0-28 0,0 0-18 0,0 0-2 15,1 0 18-15,3 3 27 0,4 2 23 0,0-2 10 16,-1 1-1-16,3 0 0 0,3-2 0 16,0 0 2-16,4 1 5 0,-1-2-3 0,1 0-5 15,-3 0-10-15,4 0-5 0,-5 2-4 0,3-1-4 16,-4-1 0-16,2 2-6 0,-4-1-2 0,-1-1-3 16,-1 1-2-16,-2 1 2 0,-2-2 2 15,-2 0 1-15,0 0 7 0,-2-1 3 0,2 0 7 16,-2 1 5-16,0-1 4 0,0 0-4 0,0 0-1 15,0 0-5-15,0 0-4 0,0 0-8 0,0 0-7 16,0 0-8-16,0 0-11 0,0 0-11 16,0 0-12-16,0 0-20 0,0 0-24 0,0 0-38 15,-2 0-38-15,2 0 0 0,-1 0 31 0,1 0 38 16,0 0 17-16,0 0 92 0,0 0 0 0</inkml:trace>
  <inkml:trace contextRef="#ctx0" brushRef="#br0" timeOffset="55025.45">15231 7438 708 0,'0'0'187'0,"0"0"-172"0,0 0-33 16,0 0-5-16,0 0 2 0,0 0 12 0,0 0 10 16,0 0 0-16,0 0 0 0,0 0-2 15,0 0-6-15,0 0 4 0,76-34-1 0,-62 34 2 16,-2 0 2-16,2 3 5 0,0 0 5 0,1 1 2 15,0-1 3-15,2 2-4 0,1 0-5 16,-1-1-3-16,-1 1-7 0,3 0-4 0,-3 0-7 16,1 1-12-16,1-3-18 0,-5 0-26 0,1 0-36 15,0-1-44-15,-4-2 2 0,-3 1-123 0,-2-1 234 0</inkml:trace>
  <inkml:trace contextRef="#ctx0" brushRef="#br0" timeOffset="55333.44">15260 7627 1338 0,'0'0'62'0,"0"0"-108"0,0 0-33 0,0 0 0 16,0 0 32-16,0 0 59 0,0 0 16 16,0 0 0-16,0 0-8 0,0 0-8 0,0 0-5 15,0 0-7-15,0 0-2 0,0 0 0 0,128 25-2 16,-114-21-2-16,1-1-1 0,-3 1-5 16,3-2-8-16,-2 2-9 0,-1-1-14 0,-3 1-18 15,1-1-17-15,1 1-22 0,-1-3-24 0,-1 1-39 16,-1-2-20-16,0 0-10 0,-3 0-36 0</inkml:trace>
  <inkml:trace contextRef="#ctx0" brushRef="#br0" timeOffset="56772.67">16655 7470 708 0,'0'0'76'0,"0"0"-76"0,0 0-22 16,0 0 0-16,0 0 18 0,0 0 24 0,0 0 7 16,0 0-1-16,0 0-8 0,0 0-10 0,0 0-7 15,0 0-2-15,0 0 2 0,0 0 3 16,67-59 4-16,-60 52 6 0,0 0 6 0,-3-1 5 15,2-1 5-15,-2 1 1 0,3 0 4 0,-2 0 1 16,2 0-1-16,-3 1-1 0,2-1-3 16,-2 1-3-16,0 1-1 0,0-1-4 0,0-2-4 15,0 1-6-15,-1 0-3 0,2-1-3 0,-3 0 0 16,0 1 0-16,-1 0 1 0,2 1 1 0,-2 1 4 16,1 0 3-16,-2 3 1 0,1-1 0 0,-1 3-6 15,0 0-5-15,0 1-13 0,0 0-12 0,0 0-18 16,0 0-17-16,0 1-5 0,0 3 6 15,0 3 13-15,0 0 22 0,-1 3 9 0,-2 1 8 16,0 1 3-16,1 2-2 0,0 0 1 0,-2 0-3 16,0 1 1-16,2 3-1 0,-2 0 1 15,1 3 0-15,1 0-1 0,0-1 1 0,-1 2-2 16,2 0-2-16,1 1 1 0,0 1-3 0,0 1 1 16,0-2-3-16,0 2 2 0,0 0 0 0,4 0 2 15,-4 0 0-15,2 0 0 0,-2-3-4 16,2-3 0-16,-1-1-1 0,1-3 2 0,-1-2 4 15,-1-1 4-15,0-4 5 0,0-1 2 0,0-1 3 16,0-2 4-16,-1-1 1 0,-2 0 3 0,-1-1-3 16,-2 1-4-16,2-1-2 0,-4 0-6 15,-1 0-4-15,-2-1-3 0,0 2 1 0,-4-2 1 16,0 1 4-16,-4 0 5 0,3 1 4 0,-2 0 5 16,0-2 7-16,-1 2 2 0,3-1 4 0,1 2 1 15,4-2-6-15,-2 0-9 0,3-1-8 0,1 2-9 16,0-1-3-16,3-1-4 0,2 0-8 15,3-1-11-15,0 0-28 0,1 2-16 0,0-1 3 16,3 1 15-16,5 1 30 0,2 1 22 0,0-2 3 16,1 1 0-16,3-3-1 0,2 1 0 0,0-1 1 15,0 0 3-15,3 0 2 0,-3 0 2 16,1 0 5-16,2 0-1 0,-3 0 0 0,0 0-1 16,0 0-4-16,-4 0 0 0,0 0-3 0,-2 0 2 15,-1 0 1-15,-1 0 1 0,-4 0 3 16,-1 0 3-16,0 0 17 0,-2 0 21 0,-1 0 28 15,0 0 15-15,0 0-7 0,-1 0-26 0,-5 0-32 16,3 0-24-16,-4 0-13 0,0-1-13 0,2 1-11 16,-4 0-20-16,3 0-28 0,-2 0-41 15,0 0-62-15,-1 1-104 0,4 1-139 0,0 0 131 0</inkml:trace>
  <inkml:trace contextRef="#ctx0" brushRef="#br0" timeOffset="69519.89">5537 9510 463 0,'0'0'49'16,"0"0"-37"-16,0 0-12 0,0 0-11 16,0 0 3-16,0 0 8 0,0 0 15 0,0 0 10 15,0 0 6-15,0 0 4 0,0 0-2 0,0 0-1 16,48-121 0-16,-38 113 0 0,-2 3-2 0,3 2-10 16,1 2-8-16,0 1-3 0,0 2 3 15,1 7 14-15,3 4 5 0,-3 4 9 0,5 4-5 16,-3 3-6-16,2 4-6 0,-1 0-6 0,-2 1-12 15,0 0-12-15,1-1-8 0,-3-3-16 16,-2-3-16-16,3-4-14 0,-3-3-15 0,-2-3-7 16,2-3 4-16,-3-2 11 0,-3-3 17 0,3-1 16 15,-3-3 15-15,2 0 12 0,-4-4 11 0,5-5 0 16,-4-3-1-16,4-3-8 0,-1-3-4 0,1-3-6 16,0-2 0-16,-3-1 2 0,3-1 2 15,-2-1 6-15,2 0 10 0,-2 3 11 0,1 2 15 16,1 5 10-16,-1 4 6 0,1 6 2 0,-2 1-3 15,1 4 2-15,2 1 2 0,1 0-1 0,1 6-7 16,2 3-1-16,3 1-7 0,0 5-10 0,3 2-10 16,-1-1-24-16,1 2-29 0,2 1-55 15,-1-4-66-15,-4-3-24 0,-6-4-221 0</inkml:trace>
  <inkml:trace contextRef="#ctx0" brushRef="#br0" timeOffset="70291.75">8162 9457 1141 0,'0'0'266'0,"0"0"-224"0,0 0-23 15,0 0-28-15,0 0-43 0,0 0-30 16,0 0-7-16,0 0 19 0,0 0 30 0,0 0 36 15,0 0 4-15,0 0 4 0,0 0-4 0,0 0 0 16,73-13 2-16,-51 13-6 0,3 0 2 0,-2 0 0 16,2 3-6-16,0 0 2 0,-4 0-6 15,1 1-10-15,0-1-12 0,-6 0-24 0,1 0-35 16,-4-2-52-16,0 1-61 0,-5 0-22 0,-2-2-80 16</inkml:trace>
  <inkml:trace contextRef="#ctx0" brushRef="#br0" timeOffset="70506.73">8135 9789 1660 0,'0'0'113'0,"0"0"-101"16,0 0-45-16,0 0-25 0,0 0 22 0,0 0 52 15,0 0 13-15,0 0-2 0,0 0-10 0,0 0-12 16,0 0-18-16,0 0-32 0,117 44-46 0,-96-42-76 16,2-2-108-16,-6 0-98 0,-4 0-415 0</inkml:trace>
  <inkml:trace contextRef="#ctx0" brushRef="#br0" timeOffset="71896.14">9808 8826 469 0,'0'0'145'0,"0"0"-99"0,0 0-24 16,0 0-5-16,0 0-3 0,0 0 11 15,0 0 0-15,0 0-1 0,0 0-3 0,0 0-4 16,-122 97 0-16,109-76 1 0,2 4 1 0,-3 2 3 16,2 3 3-16,1 6 3 0,-1 3 4 0,2 4 10 15,0 3 7-15,1 2 0 0,-1 2 7 0,5 2-12 16,0 1-6-16,4 0-2 0,1-1-11 15,0-1-6-15,6-3-4 0,3-3-12 0,5-5-4 16,-1-5-9-16,6-5-16 0,-1-3-9 0,2-8-18 16,1-3-23-16,-2-3-26 0,2-4-41 0,1-3-49 15,-2-2-32-15,-7-2-138 0,-3-1 224 0</inkml:trace>
  <inkml:trace contextRef="#ctx0" brushRef="#br0" timeOffset="72333.93">10205 9292 254 0,'0'0'99'0,"0"0"-92"16,0 0-12-16,0 0 7 0,0 0 14 0,0 0 21 15,0 0 24-15,0 0 15 0,0 0 2 0,0 0-15 16,0 0-26-16,0 0-32 0,0 0-22 15,0 0 1-15,-20 14 13 0,15-2 15 0,-2 1 19 16,-3 3 7-16,1 3 7 0,2 0 0 0,0 3 7 16,-1 0 3-16,1 1-3 0,4-1-1 0,0-1-12 15,-1-2-5-15,4-1-11 0,0-2-9 16,0-3-10-16,7 0-5 0,2-1 0 0,3-3 1 16,-1-1 6-16,6-3 1 0,-2-3-2 0,5-1-4 15,-1-1-14-15,2-2-20 0,2-6-44 0,1-3-57 16,-2-1-87-16,-4 1-26 0,-7 4-234 0</inkml:trace>
  <inkml:trace contextRef="#ctx0" brushRef="#br0" timeOffset="72568.95">10234 9007 1552 0,'0'0'124'0,"0"0"-63"0,0 0-52 0,0 0-66 15,0 0-33-15,0 0 4 0,0 0 28 16,0 0 32-16,0 0 18 0,0 0-5 0,0 0-10 16,0 0-17-16,0 0-24 0,69-15-41 0,-58 15-60 15,1 0-87-15,-2 0-34 0,-3 0-187 0</inkml:trace>
  <inkml:trace contextRef="#ctx0" brushRef="#br0" timeOffset="73080.64">10911 9190 1018 0,'0'0'113'0,"0"0"-81"0,0 0-6 16,0 0 1-16,0 0 7 0,0 0 7 0,0 0 3 15,0 0-11-15,0 0-23 0,0 0-12 0,0 0-11 16,0 0-1-16,0 0 7 0,0 0 10 16,-10 56 5-16,6-34 1 0,3 3 1 0,0 0-2 15,1 1-1-15,-1 2-4 0,0 0-1 0,-1 3 1 16,1-2-6-16,-2 0-4 0,2-1-10 0,0-3-16 16,1-1-25-16,0-3-39 0,0-4-36 15,0-3-35-15,0-5-20 0,0-2-13 0,0-4 29 16,0-1 16-16,0-1-6 0</inkml:trace>
  <inkml:trace contextRef="#ctx0" brushRef="#br0" timeOffset="73294.72">10718 9486 779 0,'0'0'83'15,"0"0"-49"-15,0 0-21 0,0 0-26 16,0 0-5-16,0 0 14 0,0 0 17 0,0 0 22 15,0 0 13-15,0 0-2 0,0 0-3 0,0 0-10 16,0 0-12-16,0 0-3 0,102-29-9 0,-82 24-4 16,2 0-5-16,-1 1-7 0,-1 1-10 15,1 2-9-15,-2-2-13 0,-4 3-15 0,3-1-32 16,-3 1-55-16,0 0-67 0,-4 0 6 0,-2 0-163 16,-1 0 365-16</inkml:trace>
  <inkml:trace contextRef="#ctx0" brushRef="#br0" timeOffset="73533.45">11352 9288 1878 0,'0'0'98'0,"0"0"-133"15,0 0-52-15,0 0-6 0,0 0 12 0,0 0 47 16,0 0 22-16,0 0-7 0,0 0-25 0,0 0-39 16,20 131-36-16,-19-108-25 0,0 1-7 15,-1-2-10-15,0 0-10 0,0-4-23 0,0 0 4 16,0-7 15-16,0-4-8 0</inkml:trace>
  <inkml:trace contextRef="#ctx0" brushRef="#br0" timeOffset="74102.78">11492 8849 1190 0,'0'0'41'16,"0"0"-83"-16,0 0-25 0,0 0-3 0,0 0 19 16,0 0 48-16,0 0 21 0,0 0 5 15,0 0-1-15,0 0-3 0,0 0-2 0,0 0-9 16,0 0 2-16,122 97-5 0,-102-71-3 0,1 4 0 15,-3 4-5-15,3 1 0 0,-2 4 3 0,-3 3 0 16,2 3 1-16,-6-2 4 0,3 2 1 0,-5 0 2 16,-4-2 4-16,0-2 5 0,-2-3 9 0,1-2 12 15,-4-4 22-15,-1-1 19 0,-1-2 15 16,-6-2 6-16,-2-2-5 0,-2-2-11 0,-3 0-17 16,-3-2-12-16,-2-2-16 0,0-2-11 0,-1-1-10 15,3-3-9-15,-1 0-10 0,0-3-12 0,5-2-12 16,1-2-19-16,3 0-32 0,3-3-59 15,5-1-79-15,1 1-77 0,1-2-87 0,4-1-404 0</inkml:trace>
  <inkml:trace contextRef="#ctx0" brushRef="#br0" timeOffset="75931.83">12520 9292 65 0,'0'0'97'0,"0"0"-91"0,0 0 2 0,0 0 14 16,0 0 18-16,0 0 25 0,0 0 9 0,0 0-4 16,0 0-19-16,0 0-23 0,0 0-20 0,0 0-13 15,-61 9-6-15,61-9 4 0,1 0 11 16,0-1 8-16,3 0 4 0,0 1 1 0,-2 0 3 15,6 0 1-15,-3 0 9 0,1 0 6 0,4 0 5 16,0 0 8-16,0 2-1 0,0 2-1 16,3-1-3-16,3 1-11 0,2-1-5 0,-3 0-10 15,5-1-4-15,-1 0-5 0,1-2-2 0,1 0-7 16,-2 0-5-16,1-1-14 0,0-2-20 0,-2-2-35 16,-1 0-68-16,0 1-66 0,-7 0-270 15,-3 2 438-15</inkml:trace>
  <inkml:trace contextRef="#ctx0" brushRef="#br0" timeOffset="76313.98">13059 9292 1818 0,'0'0'159'15,"0"0"-204"-15,0 0-25 0,0 0-3 0,0 0 14 16,0 0 24-16,0 0 14 0,0 0-7 0,0 0-7 16,0 0-4-16,0 0-1 0,0 0 2 0,0 0 6 15,-54 80 5-15,57-70 8 0,1-1 4 16,1 1 4-16,-1 0 5 0,1 0 4 0,0 2 3 15,2-1 1-15,0 1 4 0,-2-1 0 0,4 1 5 16,1-1 1-16,-1-1 1 0,0 1 1 16,2-1-4-16,-1-3-2 0,1 0-3 0,1-2-5 15,0-2 5-15,0 0-4 0,0-3-4 0,0 0-8 16,0 0-12-16,-2-3-17 0,1-1-27 0,2-2-29 16,-3-1-47-16,-3-1-55 0,3-2-57 0,-3-1 9 15,-4 3-148-15,0 1 394 0</inkml:trace>
  <inkml:trace contextRef="#ctx0" brushRef="#br0" timeOffset="76522.95">13067 8967 1628 0,'0'0'143'15,"0"0"-110"-15,0 0-57 0,0 0-24 0,0 0-4 16,0 0 21-16,0 0 36 0,0 0 2 0,0 0-15 16,0 0-26-16,0 0-32 0,0 0-39 15,0 0-70-15,0 0-95 0,124-27-64 0,-115 27-335 0</inkml:trace>
  <inkml:trace contextRef="#ctx0" brushRef="#br0" timeOffset="77109.78">14159 9021 816 0,'0'0'214'0,"0"0"-193"0,0 0-26 0,0 0-19 15,0 0-14-15,0 0-2 0,0 0 4 16,0 0 15-16,0 0 9 0,0 0 15 0,0 0 2 16,0 0-3-16,-33 116-1 0,32-88-4 0,0 1 4 15,0 1 2-15,-1 0 2 0,0-1-3 0,-1 2 0 16,1-2-5-16,0 0-2 0,-2-3-13 15,1-2-33-15,2-3-63 0,-1-4-69 0,1-4-10 16,-1-5-26-16,2-4 109 0</inkml:trace>
  <inkml:trace contextRef="#ctx0" brushRef="#br0" timeOffset="77330.73">13847 9373 1170 0,'0'0'45'16,"0"0"-32"-16,0 0-5 0,0 0-10 0,0 0 2 16,0 0 18-16,0 0 23 0,0 0 28 0,0 0 7 15,0 0-3-15,0 0-23 0,0 0-25 16,0 0-15-16,120-33-10 0,-88 26-7 0,-3 0-13 16,3 1-10-16,-3 0-16 0,0 0-20 0,-1 2-19 15,-1-1-32-15,-4 2-33 0,-2-1-61 0,-1 1-61 16,-8 0-3-16,-4 2-42 0</inkml:trace>
  <inkml:trace contextRef="#ctx0" brushRef="#br0" timeOffset="77624.5">14621 9104 1124 0,'0'0'305'0,"0"0"-266"16,0 0-29-16,0 0-6 0,0 0 6 16,0 0 22-16,0 0 8 0,0 0 8 0,0 0-10 15,0 0-7-15,0 0-10 0,0 0-9 0,0 0-8 16,0 0-7-16,-27 135-8 0,29-110-11 15,2 2-8-15,1 1-12 0,-4-1-20 0,2 2-20 16,-2-1-26-16,0-3-33 0,0-2-41 0,-1-3-56 16,1-6-39-16,-1-6-243 0</inkml:trace>
  <inkml:trace contextRef="#ctx0" brushRef="#br0" timeOffset="81407.8">15303 9114 141 0,'0'0'14'0,"0"0"-19"16,0 0 1-16,0 0 3 0,0 0 12 0,0 0 30 15,0 0 32-15,0 0 23 0,0 0 17 16,0 0-2-16,0 0-9 0,0 0-5 0,-74-18 0 16,71 18 1-16,2-3 3 0,0 2-8 0,-1 1-13 15,2-1-24-15,0 1-28 0,0 0-34 0,0 0-21 16,2-1-4-16,1 1 5 0,4 0 19 16,0 0 14-16,1 0 6 0,3 0 4 0,-1 0 3 15,3 0 1-15,0 0 0 0,2 2 1 0,2 0-4 16,2 0-2-16,-2 1-2 0,3-2-5 15,1 0-1-15,-2 0-6 0,2-1-2 0,-1 0-7 16,0 0-4-16,0 0-5 0,-1-1-2 0,-3-1-7 16,-1-1-4-16,0 0-8 0,-4 0-12 0,1 1-17 15,-3-2-26-15,0 2-43 0,1-1-55 0,-4 1-47 16,-2 1-60-16,-2 1 73 0</inkml:trace>
  <inkml:trace contextRef="#ctx0" brushRef="#br0" timeOffset="81735.67">15191 9384 933 0,'0'0'364'0,"0"0"-305"0,0 0-42 0,0 0-32 16,0 0-27-16,0 0-3 0,0 0 17 0,0 0 21 15,0 0 29-15,0 0 7 0,0 0-4 16,0 0-8-16,0 0-9 0,0 0-3 0,74 19 0 16,-56-17 0-16,-1 0 1 0,0 1-4 0,1-1 3 15,-2 1-4-15,-1 1-1 0,1-1 2 0,-2 2 0 16,-1-1 1-16,0 0-1 0,-2 0 0 16,0-1 1-16,-2 0-1 0,-2-1-1 0,1 2 0 15,-3-2-1-15,0-1 0 0,-2 2 1 0,1-2 2 16,0 0-6-16,-1 0-2 0,4-1-15 0,-3 1-21 15,2-1-30-15,-1 0-42 0,1 0-57 0,3 0-77 16,-4-1-15-16,0-1-194 0</inkml:trace>
  <inkml:trace contextRef="#ctx0" brushRef="#br0" timeOffset="82581.88">16368 9050 827 0,'0'0'179'0,"0"0"-164"16,0 0-28-16,0 0-10 0,0 0 2 15,0 0 10-15,0 0 8 0,0 0 3 0,0 0-3 16,0 0-4-16,0 0 0 0,0 0-3 0,-103 128 2 15,100-113-1-15,1 0 4 0,2 0-2 0,0-1 0 16,0 1 0-16,0-2 1 0,2-1 5 0,7 2 5 16,-3-4 6-16,0 2 7 0,3-3 1 15,2 0 2-15,0 0 4 0,2-2-3 0,1 0 1 16,-1-2-1-16,5 0-7 0,-2-3-3 0,3 0-8 16,-1-1-9-16,0-1-8 0,2 0-15 0,-3 0-17 15,0 0-30-15,2-2-36 0,-2-4-49 0,-2-1-29 16,-5 2-6-16,-2 1-32 0</inkml:trace>
  <inkml:trace contextRef="#ctx0" brushRef="#br0" timeOffset="82803.09">16576 8676 1798 0,'0'0'59'0,"0"0"-123"0,0 0-75 16,0 0-39-16,0 0-5 0,0 0 31 0,0 0 26 16,0 0-13-16,0 0-98 0,0 0-402 0</inkml:trace>
  <inkml:trace contextRef="#ctx0" brushRef="#br0" timeOffset="85576.73">11677 9184 154 0,'0'0'36'0,"0"0"-25"15,0 0-20-15,0 0-14 0,0 0-9 0,0 0-36 16,0 0-1-16</inkml:trace>
  <inkml:trace contextRef="#ctx0" brushRef="#br0" timeOffset="86957.9">11625 9088 196 0,'0'0'35'0,"0"0"-32"0,0 0-8 15,0 0 0-15,0 0 1 0,0 0 1 0,0 0 4 16,0 0 1-16,0 0-2 0,0 0-1 15,0 0-2-15,0 0 0 0,0 0 0 0,0 0 3 16,-27-35 1-16,32 30 1 0,-1 0 0 0,4 0-2 16,1 0 0-16,1 0-3 0,0 0-1 15,2 0-5-15,-1 2-4 0,2-1-6 0,0 3 2 16,-2 0 1-16,1 1 5 0,-2 0 1 0,0 0-6 16,0 0-46-16,-2 0 27 0,-3 0 35 0,3 0 0 15,-7 2 0-15,2 1 0 0,-3-1 0 0,0 0 0 16,0 2 0-16,-3-1 146 0,-1 2-63 15,-3 0 10-15,-2-1 15 0,-1 1-4 0,1 2-11 16,3-1-11-16,-2 0-10 0,0-1-17 0,1-1-17 16,4 0-26-16,2-2-27 0,0 2-23 0,1-2-9 15,0 2 1-15,2-1 14 0,5 0 14 0,-1-1 4 16,2 1 0-16,1-1-3 0,0-1 3 16,0 0 4-16,-3 0 4 0,3 1 4 0,-1-2 0 15,0 1 0-15,-5 0 1 0,3 1 2 0,-4-1 5 16,0 1 6-16,-2 0 12 0,0 0 11 15,1 0 16-15,-1 3 9 0,0 0 5 0,0 3-3 16,0 1-9-16,-1 1-13 0,0 2-10 0,-1-1-12 16,1 1-13-16,0 0-3 0,1 0-5 0,0-1-3 15,0 0 0-15,0 1-3 0,2-2 1 16,-1 0 0-16,1-1 0 0,-2 1 4 0,0-2-1 16,1-1 3-16,-1 0 2 0,0-2 8 0,0 1 3 15,-1 1 5-15,-3 0 5 0,-2 1-3 0,-2 2 3 16,-2 1-1-16,3 0 1 0,-6 2 0 15,1 0-4-15,1 3-2 0,0-1-7 0,0-1 0 0,0 1-5 16,-1-1-1-16,2 0 1 0,0-2-4 16,1 1-2-16,1-2-6 0,1 0-5 0,4-1-7 15,0 0-5-15,2-2-6 0,1 1-1 0,0-1 3 16,4-1 3-16,2 0 8 0,0-1 4 0,2-3 2 16,3 1 6-16,-1-2 0 0,0 0 4 15,0-1 3-15,-1 0 3 0,-1 0 2 0,-2 1-1 16,1-1-2-16,-4 1 1 0,2-1 1 0,-4 0 4 15,-1 2 19-15,0 0 12 0,0 3 9 16,-1 2 1-16,-5 1-7 0,1 2-8 0,-5 0 1 16,3 2 3-16,-3-2 8 0,0 1 6 0,1-2 3 15,0 0-1-15,4-2-9 0,-3 1-15 16,1-2-17-16,4-2-19 0,3 0-19 0,-1 2-13 16,1-2-9-16,0 1 8 0,0-1 8 0,0 1 10 15,2-2 7-15,3 1-1 0,-2-3 3 0,0 2 5 16,2-2 4-16,-3-1 7 0,0 1 2 15,-1 0 7-15,0-2 6 0,-1 1 13 0,0-1 17 16,0 1 14-16,0 0 10 0,0 1-8 0,0 1-13 16,-2 0-19-16,1 2-15 0,-2 1-9 0,-2-1-4 15,2 1-1-15,0 0-2 0,0-2-6 0,1 2 1 16,1-2-7-16,0 0-6 0,1 1-3 16,0-2-7-16,0 0-5 0,0-1-1 0,0 0 2 15,0 1 10-15,1-2 8 0,5 0 13 0,-2-1 13 16,4 0 6-16,-3 0 7 0,3 0 3 0,1-5 2 15,0-2-1-15,-1 0 0 0,-3-2-3 0,1 0-6 16,-3-1-8-16,3-1-9 0,-4 0-5 16,-2-2-8-16,0 0-7 0,0-1 6 0,-6 0 2 15,1-3 9-15,-2 2 9 0,-1 1 5 0,3-1 4 16,-3 1 0-16,0 0-2 0,4 0-5 16,-1 3-8-16,3-2-15 0,2 1-8 0,0 2-12 15,0-1-6-15,5-1 1 0,0-1 0 0,3 2 0 16,1-2 4-16,0 2-5 0,1-2 1 15,1 3-3-15,-1-2 1 0,-1 2-3 0,-1 0-5 0,0 0-9 16,0 0-6-16,-4 1-1 0,2-2 8 16,-5 1 15-16,-1 1 19 0,0-1 19 0,0-1 12 15,-7-1 10-15,1 1 7 0,-3 0 7 0,-1-2 5 16,-1-1 6-16,1-2-4 0,-1 0-5 0,4-1-14 16,-1-4-11-16,3 3-8 0,-2-1-5 15,3 0-5-15,-1 1-6 0,4 0-12 0,0-2-15 16,0 0-5-16,1-1-1 0,0 0-1 0,0 3 9 15,0-1 5-15,1 3 5 0,0 1 8 0,1 1 6 16,2 2 7-16,-4 1 4 0,3 2 5 16,-2 1 2-16,-1 1 8 0,0 2 8 0,0 0 9 15,0 0 0-15,-2 1-8 0,-5 0-11 0,2-1-9 16,-4 2-3-16,-3-1 7 0,2 1 4 0,-3 0 13 16,1-1 13-16,2 1 10 0,0 0 4 15,1 0-9-15,5 0-15 0,-2-1-20 0,4 2-32 16,1-1-44-16,1 0-35 0,1-1-32 0,5-2-29 15,0-1-23-15,7-1-32 0,-2-3 7 0,1 0 42 16,1-2-1-16,2 1 101 0,0-1 71 16,1 0 0-16,-2 3 0 0,-2 2 0 0,2 0 0 15,-7 2 0-15,1 2 3 0,-3 2 82 0,-4 1 14 16,-1 1 38-16,0 0 8 0,-1 0-6 0,-5 0-57 16,-2 0-55-16,2 0-11 0,-3 0 0 15,-1 1 0-15,1 1-12 0,-1 1-28 0,0 0-71 16,2 1-70-16,4-2-320 0</inkml:trace>
  <inkml:trace contextRef="#ctx0" brushRef="#br0" timeOffset="87933.68">9545 9028 513 0,'0'0'112'0,"0"0"-129"15,0 0-9-15,0 0 5 0,0 0 5 0,0 0 11 16,0 0 10-16,0 0-3 0,0 0 2 0,0 0-12 16,0 0-2-16,0 0-7 0,118-78-6 15,-112 78-7-15,0 0-7 0,-1 0-2 0,-2 0 5 16,-2 0 16-16,-1 3 24 0,0 0 21 0,-6 3 16 15,-2 2 11-15,0 0 4 0,-4 2 7 0,-2 1 5 16,3 0 3-16,-2 1-7 0,-2 1-5 0,4-2-16 16,-1 0-11-16,2 0-16 0,0-1-8 15,1 1-10-15,2-3-9 0,2 2-3 0,0-1-6 16,2-1-5-16,2 0-2 0,1 0-1 0,0-1 1 16,1-1 0-16,5-2 5 0,-2 0-2 0,4-1 6 15,-1-2 4-15,1-1 8 0,-1 0 4 0,2 0 4 16,1-1 3-16,-1-1-2 0,0-2 0 15,0 2-4-15,0-1-1 0,0 2-3 0,-2-1 1 16,3 2-5-16,-2 0 0 0,-2 0 1 0,0 2-1 16,-1 3 1-16,-1 3 6 0,-4 3 4 15,0 4 5-15,0 2 8 0,-4 3-6 0,-2 2-3 16,-4 2 1-16,-3 1-4 0,0-2 3 0,-1 1 4 16,-2-2 1-16,1-1 1 0,-1-2-2 0,2 0-4 15,0 0-4-15,-1-1 1 0,2 0-8 16,4-2 1-16,-1-1-4 0,3-1-3 0,3-3-2 15,2-2-9-15,2-3-10 0,0-3 1 0,4-2 4 16,6 0 10-16,1-1 13 0,4 0 2 0,0-4-2 16,4-1-15-16,-1-1-12 0,1 1-6 0,-4-2-1 15,4 2 9-15,-1 0 10 0,-4 1 2 16,2 1 6-16,-4 2 0 0,-3 0 3 0,-3 1-1 16,-1 0 2-16,-4 0 9 0,1 3 18 0,-2 3 9 15,0 5 4-15,-6 1-4 0,-1 3-11 0,-3 2-3 16,-2 2 4-16,-3-2 7 0,1 0 0 15,2 1-2-15,-3-1-8 0,2 1-9 0,1 1-8 16,-2 1-3-16,1-1-4 0,2 2 0 0,0 0-2 16,0 0 2-16,0 0 1 0,2-1 0 0,1 0-1 15,2-1-1-15,2-2-2 0,2-2-6 16,2-2-2-16,0-2-5 0,0-3 1 0,1 0 0 16,7-1 2-16,-1-2-6 0,2-1-41 0,0-1-51 15,-2-2-276-15</inkml:trace>
  <inkml:trace contextRef="#ctx0" brushRef="#br0" timeOffset="89114.02">12577 9938 798 0,'0'0'40'0,"0"0"-23"0,61-120-14 15,-29 65-8-15,5-4 3 0,7-4 1 0,6-6 6 16,5-6 0-16,5-4-3 0,2-4 0 15,6-5-11-15,-1 1-14 0,1-2-25 0,2 4-59 16,-5 2-61-16,-17 23-21 0,-18 21-131 0</inkml:trace>
  <inkml:trace contextRef="#ctx0" brushRef="#br0" timeOffset="90057.87">9660 10229 874 0,'0'0'37'15,"0"0"-64"-15,0 0-19 0,0 0 3 0,0 0 27 16,0 0 33-16,0 0 21 0,0 0 16 16,76-140 14-16,-47 98 6 0,3-5-4 0,8-7-20 15,1-6-17-15,7-5-17 0,1-5-18 0,7-1-11 16,3-1-19-16,1-4-16 0,2 0-19 16,1-1-19-16,4-1-35 0,-1 0-59 0,-14 20-71 15,-16 19-148-15</inkml:trace>
  <inkml:trace contextRef="#ctx0" brushRef="#br0" timeOffset="92219.46">16195 8958 785 0,'0'0'18'0,"0"0"-38"0,0 0-5 0,0 0 3 16,0 0 8-16,0 0 4 0,0 0 3 0,0 0-1 15,0 0-1-15,0 0-3 0,0 0 0 16,0 0-7-16,-9-57 2 0,15 53 3 0,2 0 9 16,3-1 6-16,2-1 10 0,3 0 6 0,1 2 0 15,3-1-1-15,-1 2-10 0,3 0-7 0,0 0-2 16,-1 2-1-16,0 1-2 0,-1 0-1 16,1 0 0-16,-3 4-2 0,-2 2-3 0,0 0 4 15,-3 2-2-15,-2 1 4 0,-2 2 1 0,1-1 7 16,-3 3 3-16,-5 1 10 0,-2-1 7 0,0 4 4 15,-2-2 9-15,-6 2 4 0,-3 0 8 0,2 1 11 16,-2-2 3-16,-3 1 4 0,0-1 0 16,0 0-10-16,-2-1-8 0,2 1-14 0,-2-1-12 15,2 1-12-15,-1-1-9 0,0 0-4 0,0-1 1 16,-1-1-4-16,1 0 3 0,0 0 0 0,0-2 4 16,0-2 0-16,5-2 3 0,0 0-1 15,-1-2-5-15,3 0-3 0,2 0-5 0,0-1-4 16,2-1-6-16,-2 1-3 0,5-1-2 0,-2 1-8 15,2-1 1-15,1 1 0 0,0 1 4 0,4-1 12 16,1 1 11-16,3 1 12 0,4 1-1 16,1-2 6-16,3 0-4 0,3-3 1 0,3-1 2 15,2-1-7-15,1 0-1 0,3 0 0 0,0-3-7 16,1-1 6-16,0 1-2 0,0-1-3 16,1 1 1-16,-2 0-3 0,-5 1 2 0,2 0-1 15,-3 0 1-15,-5 1 0 0,-1 1 2 0,-4 0 2 16,-1 0 3-16,-3 0 3 0,-3 0 8 0,-2 0 20 15,-3 0 44-15,0 0 46 0,0 0 24 16,0 0-7-16,-3 1-28 0,-2 1-46 0,2 0-28 16,-3 0-15-16,2-1-9 0,-3 2-5 0,4-2-4 15,-3 0-7-15,3 1-3 0,-1 0-6 0,-1-1-4 16,1 0 0-16,-2 0-6 0,1-1 0 16,0 1-2-16,2 0 3 0,-4 2-1 0,2-2-2 15,-1 1-3-15,0-1-11 0,2 2-13 0,-1-1-21 16,0-1-39-16,2 1-60 0,1 1-107 15,-2-2-159-15,3-1 2 0</inkml:trace>
  <inkml:trace contextRef="#ctx0" brushRef="#br0" timeOffset="98892.72">9656 10877 828 0,'0'0'-38'0,"0"0"-51"16,0 0-8-16,0 0 17 0,0 0 32 0,0 0 39 16,0 0 10-16,0 0 3 0,0 0 2 0,0 0 9 15,0 0 9-15,0 0 17 0,-81 109 8 0,75-95 4 16,0 1 1-16,-2 0-3 0,3 1-6 16,-1 2-9-16,3 0-7 0,-2 0-8 0,4 1 2 15,0-1 0-15,1 0-2 0,0-2-9 0,2-2-12 16,4-1-5-16,0-2-2 0,4-2 0 15,0-1 4-15,2-2 2 0,1-2 5 0,0 0 5 16,6-4 1-16,-2 0 0 0,-1-3-3 0,3-2-9 16,-1-5-16-16,0 0-37 0,-1-2-55 15,1-5-78-15,-5 7-20 0,-4 2-203 0</inkml:trace>
  <inkml:trace contextRef="#ctx0" brushRef="#br0" timeOffset="99105.72">9604 10588 1654 0,'0'0'94'0,"0"0"-64"0,0 0-41 15,0 0-33-15,0 0-38 0,0 0-21 0,0 0 11 16,0 0 10-16,0 0 24 0,0 0 17 0,0 0-26 15,0 0-58-15,0 0-110 0,40 35-85 16,-31-33-198-16</inkml:trace>
  <inkml:trace contextRef="#ctx0" brushRef="#br0" timeOffset="99453.69">10157 10793 1514 0,'0'0'97'0,"0"0"-142"0,0 0-53 16,0 0-18-16,0 0 6 0,0 0 34 0,0 0 38 16,0 0 22-16,0 0 11 0,0 0 2 0,0 0 3 15,0 0-1-15,-17 136-2 0,14-106 3 0,-1 0 0 16,4 0 1-16,-1-3 1 0,0 0-1 16,0-2-1-16,1-1-3 0,-1-2-3 0,1-2-10 15,0-2-22-15,0 0-39 0,0-6-60 0,1-2-74 16,0-4-8-16,-1-2-178 0</inkml:trace>
  <inkml:trace contextRef="#ctx0" brushRef="#br0" timeOffset="99721.15">10012 11080 907 0,'0'0'540'0,"0"0"-489"0,0 0-32 15,0 0-10-15,0 0-8 0,0 0-10 0,0 0-18 16,0 0-30-16,0 0-11 0,0 0 4 16,0 0 22-16,0 0 23 0,0 0 12 0,4 0 3 15,8 0 4-15,0 0 2 0,1-2 1 0,3-1 0 16,-2 1 0-16,1-2 2 0,-1 1-3 16,-1-1 0-16,3 0-4 0,-3 0-4 0,3 0-2 15,-3 0-9-15,-2 1-11 0,3 0-17 0,-4-1-28 16,3 2-28-16,-3 0-37 0,0 0-43 0,1 1-20 15,-6 0 12-15,2 1-72 0</inkml:trace>
  <inkml:trace contextRef="#ctx0" brushRef="#br0" timeOffset="100116.98">10523 10937 2084 0,'0'0'-26'15,"0"0"-85"-15,0 0-12 0,0 0 16 0,0 0 68 16,0 0 24-16,0 0-7 0,0 0-21 0,135-67-31 16,-113 59-30-16,1 3-23 0,-1 1 2 15,2 2 14-15,-3 2 28 0,-1 0 25 0,-4 3 21 16,0 4 13-16,-4 2 16 0,-3 1 8 0,-1 2 4 15,-5 1 9-15,-3 3 9 0,0 1 7 16,-4 3 4-16,-10 2-4 0,1 2 0 0,-7 1-2 16,-1 1 3-16,0 0 20 0,-5-1 32 0,4-1 38 15,0-1 24-15,4-5 4 0,4-1-26 0,2-2-42 16,3-4-40-16,2-3-45 0,5-1-41 0,2-1-13 16,2 0 0-16,7 1 18 0,0 2 22 15,2 1 11-15,3-2-4 0,3 4-6 0,1-2-9 16,1 1-7-16,-2-2-11 0,6 0-11 0,-1 0-11 15,-2-1-24-15,0-1-21 0,0 0-32 0,-4-1-48 16,3-1-53-16,-8-2-35 0,-4-1-9 0</inkml:trace>
  <inkml:trace contextRef="#ctx0" brushRef="#br0" timeOffset="101983.46">11575 11136 1271 0,'0'0'99'0,"0"0"-129"0,0 0-52 16,0 0-29-16,0 0-3 0,0 0 24 0,0 0 47 15,0 0 37-15,0 0 10 0,0 0 1 0,0 0 3 16,0 0-5-16,0 0-2 0,0 0-1 16,112-23-1-16,-95 21 0 0,5-1-1 0,-2 2 0 15,-2 1 0-15,-1 0-2 0,1 0 0 0,-1 0-1 16,-4 0 1-16,4 0-10 0,-5 0-13 15,0 1-35-15,-2 1-49 0,-2-1-54 0,1 0-4 16,-5-1-21-16,1 0 38 0</inkml:trace>
  <inkml:trace contextRef="#ctx0" brushRef="#br0" timeOffset="102254">12203 11014 1633 0,'0'0'311'0,"0"0"-315"15,0 0-38-15,0 0-12 0,0 0 4 0,0 0 16 16,0 0 14-16,0 0 0 0,0 0-2 16,0 0-2-16,-73 127 2 0,77-113 1 0,6 3 1 15,0-2-1-15,0 0-3 0,3-2-2 0,3 0-3 16,2-2-8-16,-3-3-8 0,5-2-18 15,1-3-13-15,-2-2-10 0,1-1-3 0,-1 0 0 16,-5-3-4-16,4-4-11 0,-6-3-19 0,3 0-44 16,-2-4-4-16,-5 4-40 0,-4 1 54 0</inkml:trace>
  <inkml:trace contextRef="#ctx0" brushRef="#br0" timeOffset="102433.85">12296 10650 916 0,'0'0'231'16,"0"0"-163"-16,0 0-36 0,0 0-43 0,0 0-21 15,0 0 9-15,0 0 16 0,0 0 11 0,0 0-1 16,0 0-8-16,0 0-17 0,0 0-39 0,0 0-58 16,0 0-89-16,93 65-39 0,-80-65-271 15,-5 0 517-15</inkml:trace>
  <inkml:trace contextRef="#ctx0" brushRef="#br0" timeOffset="103019.72">13434 10722 1238 0,'0'0'-2'0,"0"0"-61"0,0 0-8 0,0 0 8 16,0 0 27-16,0 0 29 0,0 0 12 0,0 0 0 15,-52 124-2-15,50-99-1 0,0 3-2 16,1-1 2-16,-1 2-2 0,2 0-1 0,0-1 0 15,0 0-3-15,0-2 4 0,0 0-1 0,0-1-3 16,0-1-7-16,2-1-16 0,-1-2-24 16,1-1-37-16,-2-5-41 0,0-2-46 0,0-5-4 15,0-2 19-15,0-4-22 0,0-1 182 0</inkml:trace>
  <inkml:trace contextRef="#ctx0" brushRef="#br0" timeOffset="103216.76">13221 11008 1069 0,'0'0'135'0,"0"0"-98"0,0 0-42 15,0 0-27-15,0 0 5 0,0 0 27 0,0 0 35 16,0 0 23-16,0 0 2 0,0 0-11 0,0 0-16 16,0 0-20-16,0 0-13 0,130 6-14 0,-104-6-19 15,2-2-20-15,2-3-26 0,0 1-39 0,1-1-44 16,0 0-53-16,-1-1-32 0,-8 3-7 15,-7 1 4-15</inkml:trace>
  <inkml:trace contextRef="#ctx0" brushRef="#br0" timeOffset="103433.7">14102 10812 1779 0,'0'0'84'15,"0"0"-103"-15,0 0-4 0,0 0-1 0,-3 127 3 16,7-94-17-16,1-2-39 0,2-1-54 0,1-2-67 16,1 1-73-16,2 1-74 0,-2-8-123 0,-5-9 220 15</inkml:trace>
  <inkml:trace contextRef="#ctx0" brushRef="#br0" timeOffset="104679.73">15115 10655 1072 0,'0'0'65'0,"0"0"-59"15,0 0-23-15,0 0-20 0,0 0-15 0,0 0 4 16,0 0 14-16,0 0 21 0,0 0 26 0,0 0 10 15,0 0 2-15,0 0 0 0,0 0 2 0,0 0 3 16,54-2 6-16,-39 3 9 0,5 1 2 16,2 0 0-16,3 0-5 0,0-1-10 0,2-1-10 15,1 0-10-15,0 0-13 0,2 0-10 0,-1 0-12 16,1 0-16-16,-2 0-27 0,-1 0-40 16,-4 2-70-16,0 0-87 0,-8 1-35 0,-7-2-87 0</inkml:trace>
  <inkml:trace contextRef="#ctx0" brushRef="#br0" timeOffset="104907.5">15147 11079 1043 0,'0'0'118'15,"0"0"-67"-15,0 0-24 0,0 0-14 0,0 0 6 16,0 0 1-16,0 0 5 0,0 0 10 0,0 0 15 15,0 0 15-15,0 0 4 0,0 0-8 0,0 0-19 16,0 0-15-16,80 104-11 0,-52-98-12 16,0 0-6-16,0 1-9 0,1-4-15 0,-1 0-26 15,1-2-42-15,1-1-50 0,-2 0-58 0,0 0-82 16,-6 0-26-16,-8 0-250 0</inkml:trace>
  <inkml:trace contextRef="#ctx0" brushRef="#br0" timeOffset="105892.45">16394 10269 534 0,'0'0'66'0,"0"0"-42"0,0 0-23 16,0 0-15-16,0 0-5 0,0 0 9 0,0 0 3 15,0 0 10-15,0 0 6 0,0 0-3 0,0 0-1 16,0 0-1-16,0 0-2 0,0 0 4 0,62 0 1 16,-48-1 3-16,1 0 0 0,2-1-1 15,1 1-6-15,-2-2-4 0,4 2-2 0,-3 1 1 16,1 0-3-16,-1 0-1 0,0 0-2 0,-2 4-6 15,0 0 1-15,-2 2 1 0,-2 1 0 0,-1 1 3 16,-1 0 7-16,-4 2 6 0,-2 3 9 0,-3 0 9 16,-3 1 3-16,-5 1 1 0,-4 1 5 15,-2 1 5-15,-2-1 17 0,0 0 25 0,-2-1 27 16,1-2 14-16,1-1 4 0,3-3-16 0,1-2-28 16,2 0-28-16,4-3-25 0,0-2-26 0,3-1-36 15,2-1-54-15,1 0-60 0,0 0-21 0,4 0 6 16,3 0 35-16,2 0 45 0,1-1 23 15,1 0 17-15,4 0 15 0,1 1 13 0,1 0 9 16,1 0 0-16,1 0 6 0,0 0 2 0,1 2 2 16,-1 2 3-16,1 1 3 0,-2 2 3 15,-1 2 7-15,-2-1 9 0,0 3 6 0,-3 0 10 16,0 1 7-16,-5 0 7 0,-2-1 11 0,0 2 13 16,-3 0 10-16,-2 4 11 0,0-2 8 15,-3 4 0-15,-2 0-6 0,-4-1 0 0,-2 0-13 16,1 2-6-16,0-3-11 0,-5 2-12 0,1-1-13 15,1 0-11-15,-4-3-10 0,2 2-13 0,-3-4-6 16,-2 1-14-16,3-1-16 0,-1-2-20 0,1 0-22 16,1-2-22-16,3 0-36 0,-2-1-51 0,2-1-85 15,3-1-116-15,6-4-425 0</inkml:trace>
  <inkml:trace contextRef="#ctx0" brushRef="#br0" timeOffset="163445.54">8477 12966 198 0,'0'0'22'0,"0"0"-7"0,0 0 2 0,0 0 8 16,0 0 21-16,0 0 27 0,0 0 16 0,0 0 6 16,0 0-4-16,0 0-4 0,0 0-3 0,0 0 1 15,-11 23-7-15,11-23-9 0,0-2-11 0,2-1-12 16,2-2-13-16,1-1-6 0,0-1-3 15,0-2-1-15,1 0 13 0,0-3 2 0,3 0 0 16,0-5-8-16,2-3-11 0,4-2-8 0,0-1-8 16,4 0-4-16,-3 0-3 0,2 2-4 0,-1 1-2 15,2 2-4-15,-2 2-1 0,-1 1-4 0,2 3-3 16,-5 1-1-16,3 3-1 0,-3 2-1 16,0 2-3-16,-1 3-1 0,-1 1-3 0,-1 0 4 15,-2 7 8-15,0 1 8 0,-1 3 9 0,-1 2 5 16,0 0 4-16,-4 3 3 0,1 0 1 15,-1 0 4-15,-2 0 2 0,0-1 5 0,0-1 2 16,0-3 2-16,0-1-1 0,-1-1-4 0,1-2-5 16,0-3-9-16,0-1-8 0,0-2-10 15,0 0-5-15,0-1 4 0,4 0 3 0,-2 0 10 0,6-1 5 16,-2-4 0-16,1-1-2 0,2-3-3 16,0-2-7-16,3-1-4 0,1-2-6 0,-1 0-7 15,0 0-6-15,-1 2-4 0,1-1 1 0,-2 4 5 16,-1 1 5-16,1 2 7 0,-1 3 0 15,-2 0 5-15,0 3 1 0,2 0 5 0,-1 3 7 16,-1 2 3-16,0 2 6 0,2 4 5 0,0 1 3 16,-3 1 2-16,0 3-2 0,1 2-1 0,-4 0-5 15,1 0 1-15,-1 3-2 0,-2-2 0 16,-1 1 2-16,0-2-5 0,0-3-3 0,0 0-5 16,-3-2-10-16,1-1-12 0,0-1-19 0,2-1-28 15,0 0-61-15,0-2-81 0,0-2-21 0,0-3-281 0</inkml:trace>
  <inkml:trace contextRef="#ctx0" brushRef="#br0" timeOffset="165798.06">9488 12995 315 0,'0'0'74'0,"0"0"-39"16,0 0-8-16,0 0-18 0,0 0-2 0,0 0 7 15,0 0 16-15,0 0 17 0,0 0 13 0,0 0 12 16,0 0-3-16,0 0-4 0,-8-40-5 16,10 38-6-16,-1-1-7 0,4 2-7 0,-1 0-6 15,-1 0-4-15,3 1-2 0,0 0-1 0,0 0 0 16,4 1 1-16,-1 4 1 0,1-1-3 0,2 1-5 15,-1 1-4-15,5 1-5 0,-2-2-4 16,3 0-3-16,0-2-3 0,-2 0 0 0,3-1-4 16,-5-2-3-16,2 0 0 0,-1 0-2 0,-2 0-4 15,2-3-3-15,0 0-12 0,-3 0-17 16,0-3-28-16,-1 1-47 0,-1-2-57 0,0 0-65 16,-5 2-54-16,3 0-16 0</inkml:trace>
  <inkml:trace contextRef="#ctx0" brushRef="#br0" timeOffset="166038.81">10171 12678 1605 0,'0'0'381'0,"0"0"-371"0,0 0-27 0,0 0-19 16,0 0-8-16,0 0 21 0,0 0 19 0,-46 133-1 15,45-103 1-15,1 1-3 0,0 1-2 16,0 3-6-16,0-2-11 0,0-1-16 0,0 0-12 16,0-3-8-16,-1-2-6 0,0-1-2 0,-1-4-16 15,-3-1-32-15,2-3-37 0,1-1-48 0,-4-2-46 16,3-2 11-16,0-3-176 0,-1-4 367 0</inkml:trace>
  <inkml:trace contextRef="#ctx0" brushRef="#br0" timeOffset="167060.17">11039 13030 0 0,'0'0'159'15,"0"0"-155"-15,0 0-5 0,0 0-2 0,0 0-3 16,0 0 2-16,0 0 1 0,0 0 3 0,0 0 0 16,0 0 0-16,0 0 0 0,0 0 0 15,0 0 0-15,0 0 5 0,9-27 5 0,-5 27 12 16,-3-1 15-16,0 1 9 0,0 0 1 0,0 0 0 15,0 0-4-15,-1 0 0 0,7 0 3 0,-3 0 1 16,2 0-1-16,0 0-4 0,4 0-5 16,4 0-8-16,-1 2-4 0,4-1-6 0,-2 1-3 15,5-1-4-15,1-1-4 0,-1 0-2 0,5 0-3 16,-2 0-8-16,0-1-13 0,-1-2-15 0,2 1-21 16,-3 0-25-16,-2-2-42 0,-4 2-9 0,-3-1-14 15,-3 2-54-15</inkml:trace>
  <inkml:trace contextRef="#ctx0" brushRef="#br0" timeOffset="167369.12">11687 12779 959 0,'0'0'494'16,"0"0"-475"-16,0 0-30 0,0 0-21 0,0 0-9 15,0 0 24-15,0 0 18 0,0 0 6 0,0 0-2 16,-76 116 1-16,71-95-6 0,2 0-3 16,2 3-2-16,1-2-4 0,0 0 2 0,1 1-3 15,2-3-3-15,6 0-1 0,0-2-14 0,1-1-13 16,0-4-13-16,2-3-10 0,-1 0-6 15,-1-6 1-15,2 0-7 0,-1-4-22 0,4 0-26 16,-4-4-45-16,1-4-2 0,-2 0-23 0,-4 2 23 0</inkml:trace>
  <inkml:trace contextRef="#ctx0" brushRef="#br0" timeOffset="167545.54">11709 12507 1485 0,'0'0'115'0,"0"0"-58"0,0 0-32 0,0 0-53 16,0 0-35-16,0 0-2 0,0 0 9 15,0 0 13-15,0 0 14 0,0 0-5 0,0 0-21 16,0 0-32-16,0 0-65 0,0 0-99 0,98-2-23 16,-89 2-271-16</inkml:trace>
  <inkml:trace contextRef="#ctx0" brushRef="#br0" timeOffset="168054.44">12640 12538 2157 0,'0'0'39'0,"0"0"-132"15,0 0-37-15,0 0-7 0,0 0 33 0,0 0 78 16,0 0 29-16,0 0 4 0,0 0-3 0,40 120-9 16,-36-91-10-16,3 0-10 0,-5 4-6 15,4 0-6-15,-5 0-4 0,-1 0-4 0,0-2-6 16,0-3-24-16,-1-5-38 0,-5 0-43 0,4-5-55 16,-5-2-49-16,4-2 20 0,-2-5-93 0,2-4 251 0</inkml:trace>
  <inkml:trace contextRef="#ctx0" brushRef="#br0" timeOffset="168234.73">12390 12893 1404 0,'0'0'102'16,"0"0"-43"-16,0 0-46 0,0 0-41 16,0 0 0-16,0 0 24 0,0 0 19 0,0 0 7 15,0 0-3-15,0 0-9 0,0 0-11 0,0 0-10 16,0 0-10-16,141-43-18 0,-112 36-23 0,-1 0-33 15,1 1-57-15,-3 1-77 0,4-1-68 16,-10 1-46-16,-6 3 9 0</inkml:trace>
  <inkml:trace contextRef="#ctx0" brushRef="#br0" timeOffset="168404.8">13238 12573 1056 0,'0'0'142'0,"0"0"-22"15,0 0-27-15,0 0-38 0,0 0-15 16,0 0-8-16,58 133-20 0,-51-103-22 0,1 2-28 16,-3 3-24-16,0 2-29 0,-2 1-31 0,0 0-29 15,1-1-46-15,-2-2-38 0,1-1 11 0,0-10 17 16,0-9-6-16</inkml:trace>
  <inkml:trace contextRef="#ctx0" brushRef="#br0" timeOffset="169309.08">14894 12700 851 0,'0'0'281'0,"0"0"-269"0,0 0-30 16,0 0 0-16,0 0 6 0,0 0 11 0,0 0 4 15,0 0 1-15,125 16-2 0,-97-16 1 0,2 2-4 16,1-2-10-16,2 0-19 0,0 0-30 0,2-2-42 16,0-1-50-16,-3-2-49 0,-7 3 4 15,-9 0-156-15</inkml:trace>
  <inkml:trace contextRef="#ctx0" brushRef="#br0" timeOffset="169542.06">14793 13065 1476 0,'0'0'335'0,"0"0"-262"0,0 0-55 16,0 0-69-16,0 0-22 0,0 0 20 16,0 0 39-16,0 0 22 0,0 0 1 0,0 0-15 15,0 0-26-15,0 0-25 0,141 27-50 0,-107-32-54 16,4 0-68-16,-2-2-91 0,-6 2-28 0,-13 3-120 16</inkml:trace>
  <inkml:trace contextRef="#ctx0" brushRef="#br0" timeOffset="170616.54">10907 11801 1557 0,'0'0'159'0,"0"0"-165"16,0 0-50-16,0 0-41 0,0 0-16 0,0 0 5 15,0 0 24-15,0 0 16 0,0 0-8 16,0 0-38-16,0 0-81 0,0 0-42 0,29 60-325 0</inkml:trace>
  <inkml:trace contextRef="#ctx0" brushRef="#br0" timeOffset="170795.74">11795 11953 2733 0,'0'0'-11'0,"0"0"-63"15,0 0-23-15,0 0-12 0,0 0-8 0,0 0-25 16,0 0-44-16,0 0-51 0,0 0-81 0,132 7-115 16,-119-7-576-16</inkml:trace>
  <inkml:trace contextRef="#ctx0" brushRef="#br0" timeOffset="170966.37">12750 11893 2304 0,'0'0'310'0,"0"0"-359"0,0 0-46 0,0 0-22 15,0 0-19-15,0 0-6 0,0 0-12 16,0 0-36-16,0 0-49 0,121 35-105 0,-100-33-101 15,-8-2-258-15</inkml:trace>
  <inkml:trace contextRef="#ctx0" brushRef="#br0" timeOffset="171121.2">13861 11871 2038 0,'0'0'150'0,"0"0"-120"0,0 0-7 15,0 0-35-15,116 8-43 0,-80-7-49 0,4-1-62 16,2 0-83-16,2-1-139 0,-8-3-360 16,-13 2 229-16</inkml:trace>
  <inkml:trace contextRef="#ctx0" brushRef="#br0" timeOffset="171299.1">15567 11907 2594 0,'0'0'20'0,"0"0"-47"15,0 0-11-15,0 0-22 0,0 0-25 0,135 4-24 16,-103-4-33-16,2 0-58 0,1 0-102 0,5 0-150 16,-12 0-297-16,-8 0 299 0</inkml:trace>
  <inkml:trace contextRef="#ctx0" brushRef="#br0" timeOffset="171448.49">16621 11948 1943 0,'0'0'103'0,"0"0"-41"0,0 0-16 16,0 0-38-16,0 0-6 0,0 0-5 15,123-2-22-15,-98-1-60 0,-2 2-141 0,-4-1-234 16,-4 1-905-16</inkml:trace>
  <inkml:trace contextRef="#ctx0" brushRef="#br0" timeOffset="176557.99">16073 13053 621 0,'0'0'195'16,"0"0"-131"-16,0 0-24 0,0 0-30 15,0 0-17-15,0 0-9 0,0 0-8 0,0 0-8 16,0 0 1-16,0 0 7 0,0 0 10 0,0 0-2 16,-11-7-7-16,15 4-2 0,-2-2 0 15,2 1 11-15,-2 0 12 0,1 0 10 0,-3 2 10 16,0 0 12-16,0 1 16 0,0-2 8 0,0 1 3 15,0 0-8-15,0-3-12 0,0 0-11 0,0-1-8 16,0-2-5-16,0 1-6 0,0-5-4 0,2-2-4 16,4-1-1-16,-1-2 0 0,3-1 1 15,1-2-2-15,1 1-1 0,-2 0-1 0,4 0 0 16,0 3 0-16,-1-1 1 0,4 1 1 0,0 1 0 16,2-1 1-16,0 1-1 0,1-1-2 0,1 1 1 15,1 1 1-15,0 0-3 0,-3 2 1 0,2-1 0 16,0 3-2-16,-1 1 3 0,1 0-2 15,-3 5-3-15,0 3 0 0,-2 1-1 0,0 1 4 16,-3 8 6-16,-1 3 8 0,1 2 8 0,-2 4 5 16,-1 1 2-16,-4 3-1 0,5 2-2 0,-6 1 1 15,3 1-4-15,-5 0-2 0,3 1-1 16,-3-2-5-16,2-2-3 0,-3-1 1 0,1-4-3 16,-1 0 2-16,0-3 0 0,0-2 2 0,0-2 0 15,0-2 0-15,0-1 3 0,0-2-4 16,-1-3 0-16,1 0-5 0,0-3-11 0,0 0-6 15,0 0 2-15,2 0 8 0,4-6 13 0,3-2 10 16,-1-4 0-16,2-4-8 0,3-2-7 0,0-5-6 16,0-1-4-16,2-2 1 0,0 0-6 15,1 0 1-15,1 4-2 0,0 1 0 0,-3 2 2 16,2 4 2-16,-4 2 2 0,-1 1 3 0,-1 4 1 16,-2 1 0-16,1 3 3 0,-5 3 6 0,2 1 7 15,-4 0 15-15,-1 3 12 0,0 5 11 0,-1 3 5 16,2 3-3-16,-2 3-10 0,0 3-9 0,0 2-12 15,0 1-9-15,0 0-6 0,1-2-5 16,2-2 0-16,-3 0 1 0,1-3 1 0,-1-1 0 16,1-1 1-16,-1-2 0 0,0-1-1 0,0-3 0 15,0-3-3-15,0-1-6 0,0-2-19 16,2-2-29-16,1 0-7 0,2 0-16 0,1-2-33 16,1-4-62-16,3-3-107 0,-2 2-393 0,-3 1 618 15</inkml:trace>
  <inkml:trace contextRef="#ctx0" brushRef="#br0" timeOffset="176974.03">17149 12856 38 0,'0'0'101'16,"0"0"-98"-16,0 0-1 0,0 0 9 0,0 0 21 15,0 0 23-15,0 0 14 0,0 0 2 0,0 0-10 16,0 0-12-16,0 0-2 0,0 0 8 16,0 0 17-16,-3 18 20 0,3-18 23 0,0 0 12 15,0 0-3-15,0 1-22 0,0-1-30 0,0 1-29 16,3 1-15-16,2-1 4 0,1 1 13 15,1-1 9-15,3 0 6 0,2-1-5 0,3 0-10 16,-1 0-14-16,4 0-9 0,2-1-11 0,-1-2-8 16,2-1-4-16,0 0-6 0,-1 1-4 0,1-2-4 15,0 0-8-15,-1 2-3 0,0-1-5 16,-3 2-3-16,-3 0 1 0,-3 1 1 0,-1 1 3 16,-1 0 1-16,-6 0 4 0,2 0-5 0,-4 0-1 15,-1 0-5-15,0 0-14 0,0 1-36 16,0 1-45-16,-2 0-51 0,-3 0-43 0,4-1 6 15,0-1 42-15,1 0-57 0,0 0 190 0</inkml:trace>
  <inkml:trace contextRef="#ctx0" brushRef="#br0" timeOffset="177295.57">17715 12718 1140 0,'0'0'93'0,"0"0"-102"0,0 0-40 16,0 0-7-16,0 0 12 0,0 0 34 0,0 0 20 15,0 0 4-15,0 0-7 0,0 0-7 16,0 0-7-16,0 0-5 0,0 0 5 0,0 0 13 16,-24 18 11-16,17-12 9 0,3 2 5 0,-3 0-4 15,1 2-5-15,1 3-8 0,-3 1-5 0,1 3 3 16,1 1 1-16,-1 3 2 0,4 0 5 0,-3 0-2 15,5 0-1-15,1-2-4 0,0-1-6 16,5 1-1-16,1-2-5 0,4 0-2 0,5 0-5 16,-1-2 1-16,6-3 1 0,-1 1-3 0,2-4 0 15,0-2-12-15,1-2-14 0,-2-4-25 0,3-1-39 16,0 0-64-16,-3-7-79 0,2-3-9 16,-7 2-208-16,-6 3 457 0</inkml:trace>
  <inkml:trace contextRef="#ctx0" brushRef="#br0" timeOffset="177475.77">17835 12410 529 0,'0'0'551'0,"0"0"-441"0,0 0-68 15,0 0-40-15,0 0-15 0,0 0 12 0,0 0 15 16,0 0 16-16,0 0-3 0,0 0-15 15,0 0-39-15,0 0-90 0,0 0-170 0,0 0-585 0</inkml:trace>
  <inkml:trace contextRef="#ctx0" brushRef="#br0" timeOffset="181433.5">19210 7796 235 0,'0'0'76'0,"0"0"-36"0,0 0-10 15,0 0-7-15,0 0-3 0,5-136 6 0,-3 113 11 16,-1 0 21-16,1 1 14 0,3 2 7 15,-2 2 0-15,-2 2-14 0,3 1-12 0,-2 1-7 16,1 2-4-16,-2 4-5 0,0 1-5 0,3 3-11 16,-4 2-19-16,1 1-18 0,-1 1-18 0,0 0-15 15,0 0-7-15,0 1 6 0,0 4 19 16,0 2 22-16,0 2 22 0,0 7 8 0,0 3 3 16,-1 7 0-16,-3 8 1 0,2 7 8 0,-2 9 1 15,-2 7-2-15,-2 7-6 0,1 9-3 0,-2 6-4 16,-1 7-1-16,-1 7-1 0,0 5-2 0,-3 7-2 15,3 2 0-15,0 4 0 0,-1 0 0 16,1 3 0-16,2 2 2 0,-2 0-1 0,3-3 3 16,-1-1-3-16,0 0 2 0,3-5 4 0,-3-3 1 15,1-2 5-15,-1-2 4 0,-1-2 5 0,0-2 4 16,-1-2 2-16,1-1-1 0,1 0-1 16,-1 0-2-16,6 3-4 0,-3 0-9 0,4 0-7 15,1 3-8-15,-2-1-2 0,3-3-4 0,1-4 1 16,0-4-2-16,0-3 1 0,0-3 3 0,0-7 2 15,0-4 3-15,0-4 8 0,0-5-1 16,-2-5 4-16,-1-6 3 0,-3-4 3 0,1-5 3 16,-1-7 0-16,-1-3-4 0,2-5-6 0,-3-5-2 15,4-4-5-15,-1-6-6 0,3-4-16 16,0-4-31-16,1-2-48 0,1-1-63 0,0 0-56 16,0 0-27-16,0-2-36 0,0-4-32 0,2 0-67 15,-1 3 18-15</inkml:trace>
  <inkml:trace contextRef="#ctx0" brushRef="#br0" timeOffset="181856.63">18462 12566 1965 0,'0'0'19'0,"0"0"-34"0,0 0-14 15,0 0 10-15,0 0 13 0,0 0 3 0,147-14 1 16,-107 7 2-16,7 0-4 0,-1 0-14 0,3-1-23 16,3 1-19-16,0-1-17 0,-2 3-3 15,1-1 4-15,-2 2 10 0,-1 1 5 0,-5 2-2 16,-3-1-10-16,-6 2-23 0,-1 0-25 0,-8 2-37 15,-6 2-41-15,-7 2-20 0,-3 1 31 0,-7-1-43 16,0-2 152-16</inkml:trace>
  <inkml:trace contextRef="#ctx0" brushRef="#br0" timeOffset="182165.94">18837 12653 530 0,'0'0'182'16,"0"0"-45"-16,-126-7-36 0,85-2-40 15,8-1-26-15,5-4-17 0,4 0-12 0,5 0-6 16,3-3-3-16,4 2-10 0,6 1-3 0,1 3-9 15,2 1-14-15,2 2-12 0,1 3-14 16,0 1-3-16,0 4 8 0,0 0 20 0,3 2 29 16,-1 6 29-16,6 6 25 0,0 6 8 0,2 7-4 15,1 5-9-15,2 6-12 0,-2 3-6 0,4 2-1 16,-1 0-1-16,1 0 2 0,-1 0 1 0,-1-2 5 16,4-1 0-16,-3-3 4 0,3-2 1 15,-3-3-1-15,3-3-1 0,-4-4-4 0,3-4-4 16,-3-5-7-16,0-7-4 0,2-3 3 0,-3-6 5 15,4-1 15-15,-2-11 17 0,4-5 13 0,2-8 8 16,-1-8-1-16,2-6-14 0,1-7-16 0,-1-4-12 16,3-5-14-16,4-3-6 0,0 2-5 15,1 0-9-15,-2 4-16 0,3 5-30 0,-1 8-53 16,1 5-68-16,-3 6-100 0,-8 9-74 0,-6 8-384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6:26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16797 7404 0 0,'0'0'72'0,"0"0"0"0,0 0-36 15,0 0-14-15,0 0 8 0,0 0 10 0,0 0 12 16,0 0 8-16,0 0-1 0,0 0-4 16,0 0-5-16,0 0-12 0,-84-97-10 0,81 93-10 15,1 3-7-15,2 0-5 0,0 0-2 0,-1 1 0 16,1 0 3-16,0 0 1 0,0 0 0 16,0 0 1-16,0 0-8 0,0 0-9 0,0 0-12 15,-1 0-13-15,1 1 0 0,0 4 11 0,-2 2 20 16,-1 4 23-16,1 4 11 0,-1 3 5 15,-1 5-7-15,0 6-4 0,1 2-4 0,-3 5 0 16,0 4 2-16,-1 5 0 0,-1 5 5 0,-1 6-4 16,2 4 1-16,-4 4-2 0,2 4-5 0,-1 6-2 15,0 1 1-15,2 5-3 0,-1 3 2 0,1 1-2 16,2 3 2-16,0-1-1 0,-1 0-1 16,3-1 0-16,-3 1-6 0,-1-3 2 0,3 2 2 15,-4-2-3-15,0 0 1 0,-3 0-1 0,1 3 4 16,-3-2 0-16,-1 4 1 0,-1-1 2 0,1 2-2 15,-3 1-2-15,4 1 3 0,-4 2-8 0,4-1 0 16,-1 0-5-16,4-1-1 0,2-1 4 16,1-1 1-16,3-4 4 0,4 0 0 0,1-2 0 15,0 0-3-15,0 0 1 0,3-1-1 0,5-1-1 16,-4-1-1-16,3-3-6 0,-3-1-6 0,2-2-3 16,-2-4-4-16,3 0 0 0,-3-5-3 15,0-2-4-15,-2-2-4 0,-2-5-6 0,0-2 1 16,0-4 1-16,-4-5 5 0,-1-4 11 0,-1-7 5 15,0-7 9-15,2-6-3 0,-1-8-21 16,2-4-58-16,-2-6-78 0,2-3-77 0,2-2-46 16,0-2-65-16</inkml:trace>
  <inkml:trace contextRef="#ctx0" brushRef="#br0" timeOffset="1397.64">16725 7171 238 0,'0'0'20'0,"0"0"-17"0,0 0-3 16,0 0-4-16,0 0-2 0,0 0 5 0,0 0 1 15,0 0-1-15,0 0 0 0,0 0 1 0,0 0 1 16,0 0 0-16,0 0 0 0,0 0-1 0,109-35 3 16,-94 34 1-16,-1-1 2 0,3 1 4 15,3-2 0-15,1 2 0 0,0-1-2 0,4 1-3 16,2 1-1-16,2 0-2 0,1 0-1 0,0 0 0 15,1 1 2-15,4 2 1 0,1 2 0 0,5 0-1 16,-1-1-3-16,1 0 2 0,3 0 0 0,4-2 2 16,3 1 0-16,0-3 1 0,1 0-1 15,6 0 0-15,-1-2-3 0,1-2-1 0,3 0-3 16,2-2-1-16,0-1 1 0,0 1 0 0,0-1 4 16,-1 0 0-16,2 0-3 0,-1 1 0 0,-6 2-1 15,1 0 0-15,-5 0 0 0,-2 2-1 0,-2 0-1 16,-1 0 3-16,-4 0 3 0,-4 1 1 15,-1 0 3-15,-4 1 0 0,0 0 1 0,-4 0 3 16,-5 0 6-16,0 0 21 0,-3 0 20 0,2 1 10 16,-3 1 5-16,0 2-14 0,0-1-14 15,3 2-12-15,-2 1-9 0,-1 4-9 0,-3-1-9 16,1 4-2-16,-1 2-3 0,-4 2 2 0,1 4-1 16,-3 4 1-16,-1 4 0 0,-2 3-3 15,-1 5 4-15,-2 2-2 0,-4 4 0 0,-2 1 2 16,0 2 0-16,-1 3 0 0,0 0 1 0,0 1 3 15,0 1-6-15,0 1 3 0,-2 1 1 0,1 2-3 16,0 3 5-16,-1 0-1 0,-2 3 0 0,2 3 0 16,2 0-1-16,-1 3-4 0,0 1 1 15,1 3-1-15,0-3 1 0,0 1-1 0,0-1-2 16,0-1 0-16,0-1 4 0,0-2 1 0,0 0 3 16,0-1-1-16,2-1 1 0,0 0-2 0,4 1-2 15,-3 2 1-15,3 1-1 0,-2 2-1 0,2 0-3 16,-3 1 2-16,2 3-4 0,-1-2-1 15,-1 1 0-15,2 2 2 0,-2 0-3 0,4 0 4 16,-3 2 0-16,2-1 2 0,-2 0 2 0,2-2 2 16,-2-1 0-16,3 2 4 0,-4-4-1 0,-1-1 0 15,2-4 2-15,-2 0-2 0,0-1-2 16,-1-2-2-16,3-1-4 0,-2-4-3 0,-1-1 0 16,1-2-1-16,-2-1-1 0,1-2-6 0,-1 2-5 15,0-4-4-15,0-1 1 0,0-2 7 16,0 1 7-16,-1-3 6 0,-2-1 4 0,-3 1 0 15,3-2 1-15,-5 0 2 0,4-3 6 0,-4-1 4 16,0 0 5-16,3-4 0 0,-2 0-1 0,-2-3 0 16,1-3-4-16,2 1-3 0,-3-4-4 15,-1-2-3-15,0-2-2 0,0-2-1 0,-2-3 1 16,1-2-1-16,-3-3 3 0,2-2-1 0,-2-2 0 16,-4-1-1-16,0-3-1 0,-3 0-3 0,-2-1 0 15,-4-1-1-15,-2 0 4 0,-2-3-2 16,-1-2 0-16,-2-2-1 0,-3-1-2 0,-4-2 3 15,-1-1 0-15,-5 1 3 0,0 0 1 0,-4 2 6 16,-4 2 13-16,1 1 9 0,-5 2 8 0,-2 0 0 16,-1 2-1-16,-4 0-1 0,-1 0 2 0,-2 0 4 15,4-2-5-15,-3 1-8 0,2-1-8 16,1-1-10-16,1 0-3 0,-2 0-3 0,3 2-6 16,-2 0-2-16,-1 1 0 0,3 0-3 0,1 1 1 15,-1 0-2-15,3 0-2 0,1 4-2 0,0 0-1 16,6 1 0-16,1 2 4 0,1 0 0 15,7 2 4-15,3 3 0 0,5 0-2 0,2-1-3 16,7 0-9-16,1 0-14 0,7-2-17 0,3-1-18 16,5-2-25-16,3-2-32 0,7-1-55 0,1 0-57 15,1-1 6-15,1-2-217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21T08:27:26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10414 7263 683 0,'0'0'12'15,"0"0"-45"-15,0 0-47 0,0 0-13 0,0 0 2 16,0 0 41-16,0 0 31 0,0 0-3 16,0 0-12-16,0 0-14 0,0 0 6 0,131-34 12 15,-102 30 17-15,5-1 14 0,-1 0 1 0,4 1 1 16,-2 1 0-16,4-1 0 0,2 0 1 0,1 0-1 16,4 1 0-16,-3 0-1 0,-1 0 2 15,4 1-1-15,-3-1-2 0,0 2 3 0,-1 0-1 16,-2 1-2-16,1 0 2 0,-2 0-3 0,-3 0 1 15,-3 0 1-15,-3 0-4 0,-5 1 7 16,0 2 1-16,-9-1 2 0,2-1-1 0,-8 0 1 16,-3 1 0-16,-3 0 16 0,-4-1 50 0,0-1 8 15,-8 1-6-15,-4 0-19 0,-4 0-51 0,-7 2-9 16,-1-2 6-16,-5 1 1 0,-3-1 1 16,-1 0-4-16,-3 1-3 0,-4-1 1 0,3 0 5 15,-3-1 0-15,0 1 4 0,-1-1 2 0,2 0 1 16,1 0 2-16,3 0 0 0,-3 0-4 0,7 0 0 15,-1-1-6-15,4 0-2 0,-1 0-2 0,8-1 1 16,0 1-4-16,2 0 0 0,7-1 0 0,2 1 1 16,1-2 3-16,5 1 4 0,0 1-4 15,4 0-13-15,0-1-11 0,4 1-1 0,3-1 6 16,7 0 14-16,-1-1 11 0,8 1 3 0,1 0 1 16,5-1 1-16,2 1 0 0,3 0 0 15,1 1-3-15,4-1-2 0,-2 1-3 0,5 1-3 16,-1-1-2-16,0 0-2 0,0 1 1 0,-2 0 0 15,2 0 0-15,-6 0-3 0,2 0-2 0,-5 0-9 16,-1 2-13-16,-4 1-44 0,-5 0-35 16,-2-1-120-16,-9 1 103 0</inkml:trace>
  <inkml:trace contextRef="#ctx0" brushRef="#br0" timeOffset="913.74">3528 7413 503 0,'0'0'29'0,"0"0"-37"0,0 0-6 15,0 0-8-15,0 0-7 0,0 0-7 0,132-18-25 16,-110 18-22-16,-5 0-16 0,-6 0-81 0</inkml:trace>
  <inkml:trace contextRef="#ctx0" brushRef="#br0" timeOffset="1532.26">3421 7452 2153 0,'0'0'-59'0,"0"0"-16"0,0 0 23 16,0 0 6-16,0 0 17 0,0 0 23 16,0 0 2-16,123-35-13 0,-83 31-35 0,2 0-58 15,3 2-49-15,4-1-42 0,2 2-34 0,-1 1-5 16,1-1-10-16,1 1 30 0,-1 0 62 0,-1-1 56 15,0 1 63-15,-3 0 27 0,-3 0 7 0,-3 0 8 16,-3 0 8-16,-5 0 4 0,-4 0 18 0,-7 0 22 16,-1 0 23-16,-7 0 14 0,-4 0 0 15,-3 0 12-15,-6 0 52 0,-1 0 43 0,-1 1-6 16,-10 0-35-16,-1 2-80 0,-7 0-58 0,-4 2-12 16,-4-1 1-16,-4 3-1 0,-4-1-3 0,-1 1-3 15,-3 0-7-15,3 0-7 0,-3-1-14 16,-1 0-11-16,0 1-7 0,1-1-6 0,-1-1 5 15,5-2 11-15,3 1 13 0,2-3 12 0,2-1 13 16,7 0 5-16,3 0 7 0,7-1 8 16,3-3-1-16,7 2-24 0,1-3-19 0,12-2-18 15,7-3-17-15,9-2-19 0,5-1-53 0,7-1-82 16,-8 3-38-16,-11 4-176 0</inkml:trace>
  <inkml:trace contextRef="#ctx0" brushRef="#br0" timeOffset="20487.14">20254 1921 875 0,'0'0'149'0,"0"0"-33"16,0 0-19-16,0 0-4 0,0 0-16 15,0 0-11-15,0 0-25 0,0 0-24 0,0 0-15 16,0 0-6-16,0 0 3 0,0 0 7 0,-20-92 2 15,27 71 4-15,-3-1 3 0,5-1-8 0,-1 0-3 16,2 0-4-16,-1 4-3 0,1 1-5 16,1 3 0-16,-2 6-3 0,0 2 0 0,-3 4-4 15,3 1 0-15,-3 2-2 0,-1 0 5 0,1 3-1 16,-2 6 8-16,3 4 6 0,-3 4 9 0,3 4 5 16,-4 0 6-16,3 4-6 0,-3-4-13 15,1-1 9-15,-2-2 0 0,0-6-3 0,0-2 11 16,-1-3-11-16,-1-1-11 0,3-4 3 0,0 0-9 15,-1-2-1-15,0 0 6 0,4-3 7 16,-2-3 5-16,5-2 14 0,-1-2-1 0,1-2-1 16,1-5-9-16,1-1 1 0,0-1-14 0,1-2-3 15,-1 2-7-15,-1 3-6 0,2 5-2 0,-3 4-3 16,0 4-3-16,-1 3-4 0,-2 2 4 16,0 7 11-16,0 5 15 0,-1 3 14 0,1 2 7 15,-1 3 1-15,1-1-1 0,-2 0-12 0,3-1 1 16,-2-4-8-16,0 0 1 0,1-5-9 0,1-3-14 15,0-1-32-15,1-4-51 0,1-2-71 0,1-1-136 16,-3-3-405-16,0 0 516 0</inkml:trace>
  <inkml:trace contextRef="#ctx0" brushRef="#br0" timeOffset="20741.88">21142 1389 1535 0,'0'0'62'0,"0"0"-121"0,0 0-32 16,0 0 2-16,0 0-2 0,0 0 34 0,0 0 15 15,0 0 8-15,0 0 8 0,0 0 12 0,0 0 13 16,-112 123 14-16,98-93 11 0,-1 0 17 16,0 2 10-16,4 2 2 0,1 2 1 0,1 3-4 15,6 0-14-15,1 0-4 0,2 1-15 0,1-2-8 16,5-4-4-16,2-2-4 0,2-5-8 0,3-2-7 15,0-6-22-15,2-1-24 0,0-1-39 0,0-3-71 16,2-2-106-16,-4-3-82 0,-5-4-101 0</inkml:trace>
  <inkml:trace contextRef="#ctx0" brushRef="#br0" timeOffset="21357.94">21362 1949 1311 0,'0'0'146'0,"0"0"-153"16,0 0-18-16,0 0 8 0,0 0 12 0,0 0 10 16,0 0 6-16,0 0-5 0,22-125-6 0,-12 104-2 15,0 3 0-15,2 0-1 0,0-1 3 0,1 3-7 16,-1 1 3-16,0 3-2 0,2 2-6 15,-3 3 2-15,2 3 3 0,-2 3-3 0,-1 1 8 16,1 0-2-16,-1 3 3 0,-1 5 1 0,-1 3 4 16,-2 2 1-16,-2 2 9 0,-1 1 0 15,-3 1-1-15,0-3 11 0,0 1-5 0,0-3 1 16,0 0 3-16,0-4-6 0,-1-3 1 0,0 0-4 16,1-3-12-16,0-2-6 0,0 0-14 15,0 0-4-15,2 0 1 0,3-2 12 0,-1-2 7 16,0-1 12-16,4-2-2 0,0-2-5 0,-1-2-3 15,1-2-2-15,1 1 0 0,1-2 0 0,-2 0-3 16,3 1 2-16,0 2-5 0,-1 3 2 0,-3 1 0 16,1 4-3-16,-4 2-1 0,2 1-3 15,-2 3 10-15,-1 6 16 0,0 4 14 0,0 2 11 16,0 3 5-16,-2 0 2 0,2 0 0 0,-2-1-4 16,0-1 2-16,1-2-11 0,0-1-10 0,0-4-12 15,1 0-5-15,2-2-11 0,-1 0-1 0,0-2-7 16,3-1-10-16,-1-2-20 0,1 1-28 15,0-3-45-15,0 0-60 0,2 0-92 0,-4-3-85 16,0 1-344-16</inkml:trace>
  <inkml:trace contextRef="#ctx0" brushRef="#br0" timeOffset="22039.28">22297 1633 1557 0,'0'0'17'0,"0"0"-62"0,0 0-10 0,0 0 4 16,0 0 22-16,0 0 31 0,0 0 22 15,0 0 5-15,0 0 7 0,0 0-1 0,0 0-12 16,11 144-3-16,-11-116-2 0,0-3-10 0,0-1-1 16,0-2 1-16,0-3-5 0,0-1-1 0,0-2-22 15,0-1-34-15,0-4-60 0,0 0-65 16,1-1-80-16,-1-3-73 0,0-1-51 0,0-3 115 0</inkml:trace>
  <inkml:trace contextRef="#ctx0" brushRef="#br0" timeOffset="22206.36">22156 1881 894 0,'0'0'328'0,"0"0"-173"0,0 0-73 0,0 0-30 16,0 0-13-16,0 0 6 0,0 0 10 0,0 0-3 15,0 0-11-15,0 0-10 0,0 0-17 16,0 0 0-16,0 0-10 0,123-85 0 0,-104 78-3 16,1-1-25-16,1 1-24 0,-2 1-43 0,2-1-61 15,-1 0-51-15,-2-1-75 0,2 0-74 0,1-2 25 16,-8 2-9-16,-4 3 336 0</inkml:trace>
  <inkml:trace contextRef="#ctx0" brushRef="#br0" timeOffset="22349.28">22686 1548 0 0,'0'0'220'0,"0"0"11"0,0 0 9 15,0 0-35-15,0 0-60 0,0 0-22 16,0 0-12-16,0 0-5 0,0 0-2 0,0 0-11 16,0 0-17-16,0 0-19 0,0 0-17 0,0 0-17 15,76 101-10-15,-72-73-15 0,0-2-16 0,-1 1-29 16,2-3-35-16,2-2-51 0,0-3-43 15,1-1-77-15,-2-5-109 0,-2-6-352 0</inkml:trace>
  <inkml:trace contextRef="#ctx0" brushRef="#br0" timeOffset="22821.3">20912 2485 1848 0,'0'0'25'0,"0"0"-69"0,0 0-53 0,0 0-15 15,0 0 10-15,0 0 52 0,0 0 46 0,0 0 6 16,0 0 0-16,0 0 0 0,145-12 0 0,-105 8 0 16,2 0 0-16,6 1-1 0,2 1-1 15,3-1-1-15,3 2-2 0,2 0-2 0,4 0-1 16,3 0-2-16,5 1 1 0,-1-1 2 0,6 1 2 15,-1-1 1-15,4-1-1 0,-1 1 2 0,0-1-2 16,1 0 2-16,-3-2-1 0,0 1 2 16,0-1 0-16,-4-2 2 0,0 0 2 0,-5-1 5 15,-5 0 8-15,-1 0 10 0,-8 0 7 0,-5 1-1 16,-4-1-7-16,-7 4-5 0,-5-1-10 0,-7 4-5 16,-5 0-5-16,-6 1-10 0,-3 4-24 15,-5 1-60-15,-4 2-117 0,0-2-168 0,-1-3-517 0</inkml:trace>
  <inkml:trace contextRef="#ctx0" brushRef="#br0" timeOffset="23346.03">22021 2771 2178 0,'0'0'5'0,"0"0"-58"0,0 0-5 16,0 0 13-16,0 0 13 0,0 0 19 0,0 0 2 16,0 0-9-16,0 0-8 0,0 0-7 15,0 0-3-15,0 0 4 0,0 0 9 0,0 0 14 16,76-42 11-16,-73 56 9 0,-1 4 1 0,-1 4-1 15,-1 3 4-15,0 2-4 0,-2 0 0 0,-3-1 8 16,0-2 2-16,-2-1 3 0,1-1-2 16,-1-2-3-16,1 0-7 0,2-3-4 0,2 1-5 15,0-5-6-15,2 1-4 0,2-3-3 0,3-1-1 16,2-2 7-16,3 1 6 0,4-2 3 0,-2-1 2 16,6-2-2-16,-2-1-3 0,3-1 2 0,1-2 0 15,0 0-4-15,-1 0-5 0,2-7-6 16,-2-1-13-16,4-5-29 0,-3-1-56 0,3-3-102 15,-5 3-166-15,-7 4-736 0</inkml:trace>
  <inkml:trace contextRef="#ctx0" brushRef="#br0" timeOffset="23637.57">23335 1149 1012 0,'0'0'121'0,"0"0"-124"0,0 0 5 16,0 0-4-16,0 0 11 0,0 0 13 0,0 0 23 15,0 0-1-15,0 0 10 0,0 0-9 0,0 0-22 16,115 156-6-16,-109-108-4 0,0 0-9 15,-2-4 12-15,-2-3-1 0,2-4-4 0,1-5 0 16,-3-2-5-16,2-4-3 0,0 1-6 0,-3-2-48 16,2 3-85-16,-3-2-131 0,0-5-112 15,0-7-253-15</inkml:trace>
  <inkml:trace contextRef="#ctx0" brushRef="#br0" timeOffset="27925.92">10164 10235 972 0,'0'0'63'0,"0"0"-86"16,0 0-23-16,0 0-6 0,0 0 0 15,0 0 15-15,0 0 23 0,129 10 17 0,-107-5 14 16,5-1 4-16,-2 1 4 0,5-2-2 0,0 2-7 16,3-1-5-16,3-1-1 0,1 1-4 15,2-2-2-15,5-1 2 0,-1-1 5 0,1 0 6 16,2-1 7-16,5-5 7 0,-1-1-1 0,0-1-5 15,2-1-1-15,1-1-5 0,-1 1-5 0,0-1 1 16,4 1-3-16,-2 2-4 0,-1 0 0 0,3 1-3 16,-2 1-2-16,3 3 2 0,-2 0 1 15,-2 1-4-15,4 1 3 0,-3 0-3 0,4 0 2 16,-5 2 3-16,5 1 1 0,-4 1 3 0,3-1 4 16,-2 1 1-16,2-1-3 0,-4 1 0 0,4-1-3 15,-1 0-3-15,1 0 4 0,0 0-4 0,1 0 1 16,-1-1 1-16,-1 2 0 0,4-1 8 15,-2 0 2-15,-1 0 3 0,1-2 2 0,-1 2-1 16,-2-2-3-16,3-1-2 0,-1 0-3 0,0 2-2 16,2 0-1-16,-2 1-5 0,0 0-1 0,-3 1-1 15,2 1-1-15,-3 0 1 0,1-1-1 16,-3 2 0-16,0 0 3 0,2 0 1 0,-3 0-1 16,1-2 4-16,0 1-2 0,-1 1-3 0,-1-1-1 15,2 0-3-15,-1 0-1 0,-1 0 0 16,3 0-2-16,-3-2-3 0,0 2-2 0,-1-2 1 15,-1 0 0-15,-1 0 2 0,0-1 4 0,-1 1-2 16,1-2 3-16,-4 2-4 0,2-2 2 0,-1 0 0 16,-2-1-2-16,-1 0 3 0,1 0-2 15,-2 0 2-15,0 0-3 0,0 0 2 0,0-2-2 16,0 1 3-16,-2-1 1 0,-2 2-2 0,3 0 1 16,-3 0-2-16,0 0 0 0,-1 0 1 0,-2 0-4 15,-1 0 2-15,2 2-2 0,0-1 1 0,0 1-1 16,0-1 3-16,0 0 0 0,2-1 0 15,-3 2 1-15,0-2-3 0,2 0 1 0,0 0 1 16,-3-2-2-16,2-1-4 0,-2-2-5 0,-1 0-6 16,-2-3-5-16,-1-1-2 0,-2-2 1 0,-1 0-1 15,-2-2 2-15,-2 1 2 0,-4-2 6 16,2 0 1-16,-5-3 5 0,1 3 7 0,-4-2 0 16,-1-1 4-16,1-1 3 0,-3 1-2 0,1-3 2 15,-2 1 3-15,-1-2 2 0,2-1 3 0,-2-1 3 16,0 0 2-16,0-2 1 0,2-1 3 15,-1-1-2-15,0-2 3 0,-1-2-3 0,0 0 1 16,1-1-3-16,-1-3-2 0,1 1-5 0,-2-2-1 16,1-1-1-16,-1-2-3 0,-1 0-3 0,2-2-3 15,-2 0-2-15,2-1-1 0,-1-3-4 16,-2 3 0-16,2-2-3 0,0 2-2 0,-1-1 2 16,3 2 0-16,-3-1 4 0,3 1 1 0,-2 0 3 15,1 2-2-15,-1 0 2 0,1 1 0 0,0 0 2 16,1 1 2-16,-1-2 0 0,0 0 0 15,0 0 0-15,0 1-2 0,0 1 0 0,0 1 2 16,0 0 3-16,-2 0-3 0,1 2 4 0,-1 0-2 16,-2 0-4-16,0-1 1 0,-1 1-1 0,0 0-1 15,-2 1 2-15,-3 3 1 0,0 0 0 0,-3 4 3 16,2 0 2-16,0 2 3 0,0 1 6 16,0 0-1-16,-3 0-1 0,4-1-1 0,-1-1-11 15,-2-2 3-15,2-1-6 0,-1 1-5 0,1-4-4 16,2 3-3-16,-2-3-4 0,3 1 1 15,-1 0 0-15,-1 0-5 0,2 3 2 0,0 1-1 16,-1 1 4-16,2 1 10 0,-2 2 1 0,0 0 6 16,0 1 0-16,-2 1 0 0,1 2 1 0,-1 1 0 15,-2 1 0-15,1 1 1 0,-2 1 1 16,-1 0 0-16,-1 0 0 0,0 2 3 0,0-2 2 16,-1 1 6-16,0-1 2 0,2 2-2 0,-1-2-1 15,3-1-6-15,1 1-5 0,2 0-3 0,-1 0-3 16,1-1-3-16,1-1 3 0,0 0-6 15,2 0 0-15,1 1 1 0,-3 0-4 0,1 2 3 16,1 1 0-16,1 3 1 0,-2 2 1 0,-1 2 3 16,1 1 0-16,-4 0-1 0,0 1-4 0,-2-1-3 15,-5 1-2-15,0-2 1 0,-3 2 6 0,2-2 9 16,-2 2 5-16,2 0 1 0,-2-2-2 16,-2 0 0-16,-1 1-4 0,-1-2 1 0,0 1 1 15,-4-1 2-15,0 3 6 0,0-2 2 0,-1 3 4 16,-3 0 3-16,2 0 1 0,-3-1 0 0,-1 1 2 15,0 1 0-15,-2 0 0 0,0 1-1 16,-1 0-3-16,0 0-6 0,2 0-5 0,0 0-5 16,-2 1-1-16,0 1-3 0,1 2-1 0,-1-1-3 15,-1 0-3-15,-1 2-3 0,-1-1-3 16,-1 1 4-16,0 1-1 0,-3-1 9 0,1 0 3 16,-1 1 4-16,-1 0 6 0,-2-1-6 0,1-2 1 15,-2-1 0-15,1-1-5 0,0-1 3 0,0 0-4 16,-1 0-5-16,0-1-3 0,-3-2-2 15,5-1 0-15,-5 1 3 0,5-2 0 0,-4 1 0 16,1-1-1-16,-1 0 0 0,3 2-3 0,-2 1 6 16,1 0-1-16,-3 2-1 0,3 0 1 0,-3 0-1 15,0 4 8-15,1-1 11 0,1 1 13 0,-4-2 8 16,5 1 4-16,-2-2-4 0,2-1-12 0,-2 0-3 16,4 0-10-16,-2-1-6 0,2-3 2 15,2 1-7-15,-1-1 0 0,1 2-2 0,2-1-3 16,-3 2-5-16,6 0 0 0,0 1-2 0,-2 0 3 15,3 0 2-15,-3 4 3 0,2 0 3 0,2 2 1 16,0 1 0-16,-2 1-2 0,4 1-3 16,-2 0-4-16,-1 0-1 0,3 0-6 0,-1 0-2 15,1-1 2-15,1-1 4 0,1-1 6 0,1-1 7 16,-3 0 2-16,3-3 2 0,-1 0-1 16,0 1 0-16,1-2-1 0,-1 0 1 0,-1 0 2 15,-1 0 5-15,-1-1 4 0,-4 0 7 0,5 0 3 16,-4 0 3-16,3 0 2 0,0 0-1 15,-3 0-3-15,3 0 1 0,0-1-5 0,-2 0-3 16,2-1-2-16,2-2-6 0,2 2 0 0,-2-2-5 16,0 0-1-16,-3 0-4 0,1-2-2 0,0 0 0 15,1 1 1-15,1 0-1 0,0 0 2 0,-1-1-2 16,0 1 3-16,-3 1 1 0,3 0 2 16,1 1 2-16,1 1 1 0,-1 2-2 0,1 0-1 15,-1 0-3-15,1 0-3 0,0 3-1 0,4 2-2 16,-2-1-1-16,-1 2-1 0,2 0-1 0,4 0-1 15,-5 2 0-15,4-1-2 0,-4 0 0 0,2 0-1 16,-1 2 2-16,-2-2 2 0,5 1 0 16,-3-1 2-16,3 0 3 0,-3 0 1 0,2-1 1 15,-2 2 0-15,0-2 1 0,3 1-1 0,-2 0 0 16,3 0-2-16,-1-1 1 0,0 1 0 0,1 0 2 16,0-2 1-16,-3 1 1 0,4 1 1 15,-2 0-1-15,-2 0 3 0,4 0-2 0,0 0 4 16,-2-2 2-16,0 2 2 0,3-1 2 0,0-2-2 15,0 2-3-15,1-2-2 0,1-1-2 0,-1 1 0 16,4-3 0-16,0 0-2 0,-1-1-4 16,4 0-1-16,2 0-3 0,-3-2-3 0,1-3 0 15,1 0-1-15,0-1-2 0,-2 1 4 0,-1-1 1 16,3 2 3-16,-5-1 5 0,4 2 1 0,-4 0 5 16,3 2-2-16,-3 1 1 0,3 0-3 15,-3 5-1-15,3 1-4 0,-3 1-2 0,2 2-1 16,-1 2-5-16,3 2-2 0,-3 1-3 0,4 1-2 15,-4 4 3-15,2 2 0 0,1 3 4 0,-4 1 1 16,1 4 2-16,1 1 2 0,-1 1 1 16,2 4 5-16,-3 0-2 0,3 3 3 0,-4 4 0 15,6 1 0-15,-2 2-1 0,-1 2 4 0,4 3 0 16,-1 1 2-16,3 2-2 0,-1 1 1 0,-1 2-3 16,3 3 4-16,2 0-3 0,0 1 2 15,-2 1 0-15,5-1 2 0,1 0 4 0,0 1 4 16,2-2 6-16,0 2 6 0,4-3 7 0,6 2-3 15,1 1-2-15,3 3-5 0,7 1-8 0,4 2-3 16,2 2-7-16,5 2-6 0,2 0-4 16,1-2-2-16,1-2-2 0,2-4-2 0,-3-5-4 15,3-1-11-15,-6-4-9 0,2-2-18 0,-3-4-25 16,1-2-28-16,-1-2-41 0,-1 0-59 0,-1-3-101 16,-5-9-85-16,-11-11-192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BABD2-0C11-4E6E-A9EA-86EA29B8F2B1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9E897-B773-4BC7-B3C0-F9342C0EE8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472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Quindi la soluzione è Ω(n^3) … notare il &gt;=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9E897-B773-4BC7-B3C0-F9342C0EE891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2896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39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27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324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85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5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55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03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306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97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01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39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2A9F9-491D-5C4F-A66F-232C441CA12E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75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customXml" Target="../ink/ink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customXml" Target="../ink/ink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10.pn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Ricorrenze</a:t>
            </a:r>
            <a:br>
              <a:rPr lang="it-IT" sz="1800" dirty="0"/>
            </a:br>
            <a:r>
              <a:rPr lang="it-IT" altLang="it-IT" sz="1800" dirty="0"/>
              <a:t>Massimo Orazio Spata</a:t>
            </a:r>
            <a:br>
              <a:rPr lang="it-IT" altLang="it-IT" sz="1800" dirty="0"/>
            </a:br>
            <a:r>
              <a:rPr lang="it-IT" altLang="it-IT" sz="1800" dirty="0"/>
              <a:t>Image Processing Lab - iplab.dmi.unict.it </a:t>
            </a:r>
            <a:br>
              <a:rPr lang="it-IT" altLang="it-IT" sz="1800" dirty="0"/>
            </a:br>
            <a:br>
              <a:rPr lang="it-IT" altLang="it-IT" sz="1800" dirty="0"/>
            </a:br>
            <a:r>
              <a:rPr lang="it-IT" altLang="it-IT" sz="1800" dirty="0"/>
              <a:t>massimo.spata@unict.it</a:t>
            </a:r>
            <a:br>
              <a:rPr lang="it-IT" altLang="it-IT" sz="1800" dirty="0"/>
            </a:br>
            <a:r>
              <a:rPr lang="it-IT" altLang="it-IT" sz="1800" dirty="0"/>
              <a:t>www.dmi.unict.it/spata/</a:t>
            </a:r>
            <a:endParaRPr lang="it-IT" sz="2800" dirty="0"/>
          </a:p>
        </p:txBody>
      </p:sp>
      <p:pic>
        <p:nvPicPr>
          <p:cNvPr id="1026" name="Picture 2" descr="C:\Users\Alessandro\Desktop\CD FRANCESCO\ipla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Divide-and-</a:t>
            </a:r>
            <a:r>
              <a:rPr lang="it-IT" dirty="0" err="1"/>
              <a:t>Conquer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346229" y="1286816"/>
            <a:ext cx="8340571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600" dirty="0"/>
              <a:t>Secondo il paradigma </a:t>
            </a:r>
            <a:r>
              <a:rPr lang="it-IT" sz="2600" b="1" i="1" dirty="0"/>
              <a:t>divide et impera </a:t>
            </a:r>
            <a:r>
              <a:rPr lang="it-IT" sz="2600" dirty="0"/>
              <a:t>(o divide and </a:t>
            </a:r>
            <a:r>
              <a:rPr lang="it-IT" sz="2600" dirty="0" err="1"/>
              <a:t>conquer</a:t>
            </a:r>
            <a:r>
              <a:rPr lang="it-IT" sz="2600" dirty="0"/>
              <a:t>), risolviamo un problema in modo ricorsivo applicando tre passaggi ad ogni livello della ricorsione:</a:t>
            </a:r>
          </a:p>
          <a:p>
            <a:pPr algn="just"/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Dividi:</a:t>
            </a:r>
            <a:r>
              <a:rPr lang="it-IT" sz="2600" dirty="0"/>
              <a:t> dividere il problema in un numero di </a:t>
            </a:r>
            <a:r>
              <a:rPr lang="it-IT" sz="2600" dirty="0" err="1"/>
              <a:t>sottoproblemi</a:t>
            </a:r>
            <a:r>
              <a:rPr lang="it-IT" sz="2600" dirty="0"/>
              <a:t> che sono istanze più piccole dello stesso problema.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Conquista:</a:t>
            </a:r>
            <a:r>
              <a:rPr lang="it-IT" sz="2600" dirty="0"/>
              <a:t> risolvere i </a:t>
            </a:r>
            <a:r>
              <a:rPr lang="it-IT" sz="2600" dirty="0" err="1"/>
              <a:t>sottoproblemi</a:t>
            </a:r>
            <a:r>
              <a:rPr lang="it-IT" sz="2600" dirty="0"/>
              <a:t> ricorsivamente. Se le dimensioni del </a:t>
            </a:r>
            <a:r>
              <a:rPr lang="it-IT" sz="2600" dirty="0" err="1"/>
              <a:t>sottoproblema</a:t>
            </a:r>
            <a:r>
              <a:rPr lang="it-IT" sz="2600" dirty="0"/>
              <a:t> sono abbastanza piccole, si possono risolvere i </a:t>
            </a:r>
            <a:r>
              <a:rPr lang="it-IT" sz="2600" dirty="0" err="1"/>
              <a:t>sottoproblemi</a:t>
            </a:r>
            <a:r>
              <a:rPr lang="it-IT" sz="2600" dirty="0"/>
              <a:t> in modo semplice.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600" b="1" i="1" dirty="0"/>
              <a:t>Combina:</a:t>
            </a:r>
            <a:r>
              <a:rPr lang="it-IT" sz="2600" dirty="0"/>
              <a:t> combinare le soluzioni dei </a:t>
            </a:r>
            <a:r>
              <a:rPr lang="it-IT" sz="2600" dirty="0" err="1"/>
              <a:t>sottoproblemi</a:t>
            </a:r>
            <a:r>
              <a:rPr lang="it-IT" sz="2600" dirty="0"/>
              <a:t> ottenendo la soluzione del problema originale.</a:t>
            </a:r>
          </a:p>
        </p:txBody>
      </p:sp>
    </p:spTree>
    <p:extLst>
      <p:ext uri="{BB962C8B-B14F-4D97-AF65-F5344CB8AC3E}">
        <p14:creationId xmlns:p14="http://schemas.microsoft.com/office/powerpoint/2010/main" val="76956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Relazioni di ricorrenza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complessità di una funzione ricorsiva può essere espressa mediante una </a:t>
            </a:r>
            <a:r>
              <a:rPr lang="it-IT" sz="2800" b="1" i="1" dirty="0"/>
              <a:t>relazione di ricorrenza.</a:t>
            </a:r>
          </a:p>
          <a:p>
            <a:pPr algn="just"/>
            <a:endParaRPr lang="it-IT" sz="2800" dirty="0"/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L’analisi degli algoritmi ricorsivi si riduce spesso alla risoluzione di una o più equazioni di ricorrenza nelle quali si esprime il termine n-esimo di una sequenza in funzione dei termini precedenti.</a:t>
            </a:r>
          </a:p>
        </p:txBody>
      </p:sp>
    </p:spTree>
    <p:extLst>
      <p:ext uri="{BB962C8B-B14F-4D97-AF65-F5344CB8AC3E}">
        <p14:creationId xmlns:p14="http://schemas.microsoft.com/office/powerpoint/2010/main" val="290443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Relazioni di ricorrenza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Le relazioni di ricorrenza descrivono in modo preciso le prestazioni degli algoritmi ricorsivi in esame.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Analizziamo adesso i metodi fondamentali per analizzare questi algoritmi e per derivare le soluzioni di alcune formule standard che ricorrono nell’analisi di molti algoritmi che studieremo.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La loro comprensione ci permetterà di capire a fondo le prestazioni degli algoritmi studiati in seguito.</a:t>
            </a:r>
          </a:p>
        </p:txBody>
      </p:sp>
    </p:spTree>
    <p:extLst>
      <p:ext uri="{BB962C8B-B14F-4D97-AF65-F5344CB8AC3E}">
        <p14:creationId xmlns:p14="http://schemas.microsoft.com/office/powerpoint/2010/main" val="23860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Quando un algoritmo contiene un ciclo, il suo tempo di esecuzione può essere espresso come sommatoria dei tempi impiegati in ogni esecuzione del corpo del ciclo.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Vediamo adesso le principali sommatorie e delle tecniche utili per trovare i loro limiti.</a:t>
            </a:r>
          </a:p>
        </p:txBody>
      </p:sp>
    </p:spTree>
    <p:extLst>
      <p:ext uri="{BB962C8B-B14F-4D97-AF65-F5344CB8AC3E}">
        <p14:creationId xmlns:p14="http://schemas.microsoft.com/office/powerpoint/2010/main" val="1649938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- Linearità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Per qualsiasi reale </a:t>
            </a:r>
            <a:r>
              <a:rPr lang="it-IT" sz="2800" i="1" dirty="0"/>
              <a:t>c</a:t>
            </a:r>
            <a:r>
              <a:rPr lang="it-IT" sz="2800" dirty="0"/>
              <a:t> e due sequenze finite </a:t>
            </a:r>
            <a:r>
              <a:rPr lang="it-IT" sz="2800" i="1" dirty="0"/>
              <a:t>a</a:t>
            </a:r>
            <a:r>
              <a:rPr lang="it-IT" sz="2800" i="1" baseline="-25000" dirty="0"/>
              <a:t>1</a:t>
            </a:r>
            <a:r>
              <a:rPr lang="it-IT" sz="2800" i="1" dirty="0"/>
              <a:t>… a</a:t>
            </a:r>
            <a:r>
              <a:rPr lang="it-IT" sz="2800" i="1" baseline="-25000" dirty="0"/>
              <a:t>n</a:t>
            </a:r>
            <a:r>
              <a:rPr lang="it-IT" sz="2800" dirty="0"/>
              <a:t> e </a:t>
            </a:r>
            <a:r>
              <a:rPr lang="it-IT" sz="2800" i="1" dirty="0"/>
              <a:t>b</a:t>
            </a:r>
            <a:r>
              <a:rPr lang="it-IT" sz="2800" i="1" baseline="-25000" dirty="0"/>
              <a:t>1</a:t>
            </a:r>
            <a:r>
              <a:rPr lang="it-IT" sz="2800" i="1" dirty="0"/>
              <a:t>…b</a:t>
            </a:r>
            <a:r>
              <a:rPr lang="it-IT" sz="2800" i="1" baseline="-25000" dirty="0"/>
              <a:t>n</a:t>
            </a:r>
            <a:r>
              <a:rPr lang="it-IT" sz="2800" dirty="0"/>
              <a:t> si ha: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A1CC594-0ACD-41EF-9709-47FC7250F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2573002"/>
            <a:ext cx="4781550" cy="1038225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6509EEE-AEF8-4A70-A9FF-45CBFF8E58D1}"/>
              </a:ext>
            </a:extLst>
          </p:cNvPr>
          <p:cNvSpPr/>
          <p:nvPr/>
        </p:nvSpPr>
        <p:spPr>
          <a:xfrm>
            <a:off x="635432" y="3735722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linearità si applica anche alle sommatorie che includono termini asintotici: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9CBFEA1-1BE3-4709-A431-57E45B094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25" y="4889132"/>
            <a:ext cx="42672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– Serie aritmetiche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sommatoria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6509EEE-AEF8-4A70-A9FF-45CBFF8E58D1}"/>
              </a:ext>
            </a:extLst>
          </p:cNvPr>
          <p:cNvSpPr/>
          <p:nvPr/>
        </p:nvSpPr>
        <p:spPr>
          <a:xfrm>
            <a:off x="635432" y="3206337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è una serie aritmetica il cui valore è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C239D18-1DC3-4E9C-8068-1F13FE0BC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1961847"/>
            <a:ext cx="3295650" cy="104775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5898EA5-D325-427A-A5FB-CFF368238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4110889"/>
            <a:ext cx="31432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37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– Quadrati e cubi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9ED3F20-10A9-4072-AF97-8C43F5341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67" y="2136809"/>
            <a:ext cx="5158466" cy="242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8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– Serie geometriche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Per x reale diverso da 1, la sommatoria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6509EEE-AEF8-4A70-A9FF-45CBFF8E58D1}"/>
              </a:ext>
            </a:extLst>
          </p:cNvPr>
          <p:cNvSpPr/>
          <p:nvPr/>
        </p:nvSpPr>
        <p:spPr>
          <a:xfrm>
            <a:off x="635432" y="3033084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è una serie geometrica (o di potenze) il cui valore è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7A7D6DF-2264-4195-827A-938F7167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1953872"/>
            <a:ext cx="4629150" cy="112395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3A4BF96-84C5-4673-B021-819839768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62" y="3515452"/>
            <a:ext cx="31908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33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Sommatorie – Serie armoniche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Per n intero positivo, l’n-esimo numero armonico è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CA3D759-76B8-48D4-A0E7-EC76F1C7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2252662"/>
            <a:ext cx="536257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2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Limitare le sommatorie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Il metodo principale per calcolare il valore di una serie consiste nell’utilizzare l’induzione matematica.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437C562-95FD-4B5F-A7E9-6FEF3D0C2EDD}"/>
                  </a:ext>
                </a:extLst>
              </p:cNvPr>
              <p:cNvSpPr txBox="1"/>
              <p:nvPr/>
            </p:nvSpPr>
            <p:spPr>
              <a:xfrm>
                <a:off x="4501019" y="2343417"/>
                <a:ext cx="2756139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r>
                        <a:rPr lang="it-IT" sz="28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437C562-95FD-4B5F-A7E9-6FEF3D0C2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019" y="2343417"/>
                <a:ext cx="2756139" cy="1176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3B9973-3DA0-4578-BB41-74CBADABBFD1}"/>
              </a:ext>
            </a:extLst>
          </p:cNvPr>
          <p:cNvSpPr txBox="1"/>
          <p:nvPr/>
        </p:nvSpPr>
        <p:spPr>
          <a:xfrm>
            <a:off x="1194726" y="26699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/>
              <a:t>Dimostriamo che: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97212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Limitare le sommatorie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Il metodo principale per calcolare il valore di una serie consiste nell’utilizzare l’induzione matematica.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437C562-95FD-4B5F-A7E9-6FEF3D0C2EDD}"/>
                  </a:ext>
                </a:extLst>
              </p:cNvPr>
              <p:cNvSpPr txBox="1"/>
              <p:nvPr/>
            </p:nvSpPr>
            <p:spPr>
              <a:xfrm>
                <a:off x="4501019" y="2343417"/>
                <a:ext cx="2756139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r>
                        <a:rPr lang="it-IT" sz="28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437C562-95FD-4B5F-A7E9-6FEF3D0C2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019" y="2343417"/>
                <a:ext cx="2756139" cy="1176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3B9973-3DA0-4578-BB41-74CBADABBFD1}"/>
              </a:ext>
            </a:extLst>
          </p:cNvPr>
          <p:cNvSpPr txBox="1"/>
          <p:nvPr/>
        </p:nvSpPr>
        <p:spPr>
          <a:xfrm>
            <a:off x="1194726" y="26699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/>
              <a:t>Dimostriamo che: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E649E9E-53A6-4B79-A6F3-388B56F9E1F7}"/>
                  </a:ext>
                </a:extLst>
              </p:cNvPr>
              <p:cNvSpPr txBox="1"/>
              <p:nvPr/>
            </p:nvSpPr>
            <p:spPr>
              <a:xfrm>
                <a:off x="1031330" y="3664864"/>
                <a:ext cx="5598391" cy="12103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=1 ⇒</m:t>
                      </m:r>
                      <m:nary>
                        <m:naryPr>
                          <m:chr m:val="∑"/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r>
                        <a:rPr lang="it-IT" sz="2800" b="0" i="0" smtClean="0">
                          <a:latin typeface="Cambria Math" panose="02040503050406030204" pitchFamily="18" charset="0"/>
                        </a:rPr>
                        <m:t>=1=</m:t>
                      </m:r>
                      <m:f>
                        <m:f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1(1+1)</m:t>
                          </m:r>
                        </m:num>
                        <m:den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E649E9E-53A6-4B79-A6F3-388B56F9E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30" y="3664864"/>
                <a:ext cx="5598391" cy="1210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456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Limitare le sommatorie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E649E9E-53A6-4B79-A6F3-388B56F9E1F7}"/>
                  </a:ext>
                </a:extLst>
              </p:cNvPr>
              <p:cNvSpPr txBox="1"/>
              <p:nvPr/>
            </p:nvSpPr>
            <p:spPr>
              <a:xfrm>
                <a:off x="480549" y="1441044"/>
                <a:ext cx="14024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sz="2800" b="0" dirty="0"/>
                  <a:t>Per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it-IT" sz="28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E649E9E-53A6-4B79-A6F3-388B56F9E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49" y="1441044"/>
                <a:ext cx="1402435" cy="430887"/>
              </a:xfrm>
              <a:prstGeom prst="rect">
                <a:avLst/>
              </a:prstGeom>
              <a:blipFill>
                <a:blip r:embed="rId2"/>
                <a:stretch>
                  <a:fillRect l="-15652" t="-23944" b="-50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85C9CEA4-1560-487F-B406-CC14A72A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6151"/>
            <a:ext cx="5387074" cy="33678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A39B7AA4-41F2-4D78-8CE9-B0789BA57076}"/>
                  </a:ext>
                </a:extLst>
              </p14:cNvPr>
              <p14:cNvContentPartPr/>
              <p14:nvPr/>
            </p14:nvContentPartPr>
            <p14:xfrm>
              <a:off x="274680" y="1199160"/>
              <a:ext cx="8798760" cy="515160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A39B7AA4-41F2-4D78-8CE9-B0789BA570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320" y="1189800"/>
                <a:ext cx="8817480" cy="517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8382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Questa formula si usa per programmi che </a:t>
            </a:r>
            <a:r>
              <a:rPr lang="it-IT" sz="2800" dirty="0" err="1"/>
              <a:t>ciclano</a:t>
            </a:r>
            <a:r>
              <a:rPr lang="it-IT" sz="2800" dirty="0"/>
              <a:t> sull’input ‘’eliminando’’ un elemento per volta.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705774" y="2805343"/>
                <a:ext cx="731610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4" y="2805343"/>
                <a:ext cx="7316105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543669" y="4065822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4802819" y="3828391"/>
                <a:ext cx="606961" cy="9849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819" y="3828391"/>
                <a:ext cx="606961" cy="984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368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1277003" y="5343476"/>
                <a:ext cx="2191882" cy="9348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003" y="5343476"/>
                <a:ext cx="2191882" cy="9348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C0AF36C-BAA7-4EA0-81AB-EC859A264BF5}"/>
                  </a:ext>
                </a:extLst>
              </p:cNvPr>
              <p:cNvSpPr txBox="1"/>
              <p:nvPr/>
            </p:nvSpPr>
            <p:spPr>
              <a:xfrm>
                <a:off x="612559" y="1514524"/>
                <a:ext cx="31809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C0AF36C-BAA7-4EA0-81AB-EC859A264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59" y="1514524"/>
                <a:ext cx="3180935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D828B93E-6194-4D1F-B621-1F038F3E1282}"/>
                  </a:ext>
                </a:extLst>
              </p:cNvPr>
              <p:cNvSpPr txBox="1"/>
              <p:nvPr/>
            </p:nvSpPr>
            <p:spPr>
              <a:xfrm>
                <a:off x="1197847" y="2129079"/>
                <a:ext cx="454207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D828B93E-6194-4D1F-B621-1F038F3E1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47" y="2129079"/>
                <a:ext cx="454207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CFD7343-855E-46BA-AB83-055662FED937}"/>
                  </a:ext>
                </a:extLst>
              </p:cNvPr>
              <p:cNvSpPr txBox="1"/>
              <p:nvPr/>
            </p:nvSpPr>
            <p:spPr>
              <a:xfrm>
                <a:off x="1197847" y="3774506"/>
                <a:ext cx="758868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+2+ …+</m:t>
                      </m:r>
                      <m:d>
                        <m:d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it-IT" sz="3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CFD7343-855E-46BA-AB83-055662FED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47" y="3774506"/>
                <a:ext cx="758868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5874CF3-4943-4107-B343-AB7FC13DB92B}"/>
                  </a:ext>
                </a:extLst>
              </p:cNvPr>
              <p:cNvSpPr txBox="1"/>
              <p:nvPr/>
            </p:nvSpPr>
            <p:spPr>
              <a:xfrm>
                <a:off x="1197847" y="4475339"/>
                <a:ext cx="73450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+2+ …+</m:t>
                      </m:r>
                      <m:d>
                        <m:d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it-IT" sz="3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5874CF3-4943-4107-B343-AB7FC13DB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47" y="4475339"/>
                <a:ext cx="734502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37ED2F46-0601-4D18-8B69-85A4BF390B72}"/>
                  </a:ext>
                </a:extLst>
              </p:cNvPr>
              <p:cNvSpPr txBox="1"/>
              <p:nvPr/>
            </p:nvSpPr>
            <p:spPr>
              <a:xfrm>
                <a:off x="6127665" y="1427244"/>
                <a:ext cx="2658862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37ED2F46-0601-4D18-8B69-85A4BF390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665" y="1427244"/>
                <a:ext cx="2658862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D5FB64CF-C2ED-4248-9E8E-4BD8209073AC}"/>
                  </a:ext>
                </a:extLst>
              </p:cNvPr>
              <p:cNvSpPr txBox="1"/>
              <p:nvPr/>
            </p:nvSpPr>
            <p:spPr>
              <a:xfrm>
                <a:off x="1332884" y="2621522"/>
                <a:ext cx="270074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it-IT" sz="3200" b="0" dirty="0"/>
              </a:p>
              <a:p>
                <a:r>
                  <a:rPr lang="it-IT" sz="3200" dirty="0"/>
                  <a:t> </a:t>
                </a:r>
                <a14:m>
                  <m:oMath xmlns:m="http://schemas.openxmlformats.org/officeDocument/2006/math">
                    <m:r>
                      <a:rPr lang="it-IT" sz="3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32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D5FB64CF-C2ED-4248-9E8E-4BD820907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84" y="2621522"/>
                <a:ext cx="270074" cy="12618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177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dimezza l’input ad ogni passo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705774" y="2805343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+1                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4" y="2805343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617" y="4000558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543669" y="4065822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4802819" y="4063666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3200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819" y="4063666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 r="-57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84C674F-3F8C-43A5-9D7A-28FADD4D2D3B}"/>
              </a:ext>
            </a:extLst>
          </p:cNvPr>
          <p:cNvSpPr txBox="1"/>
          <p:nvPr/>
        </p:nvSpPr>
        <p:spPr>
          <a:xfrm>
            <a:off x="457200" y="60962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NB. Per semplicità assumiamo che N sia pari.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1652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dimezza l’input ed esamina, eventualmente, ogni elemento di esso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705774" y="3009530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4" y="3009530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676617" y="4204745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617" y="4204745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543669" y="4270009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4802819" y="4267853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819" y="4267853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4093DD9-4809-43A8-B5AA-FB3ACA20F595}"/>
              </a:ext>
            </a:extLst>
          </p:cNvPr>
          <p:cNvSpPr txBox="1"/>
          <p:nvPr/>
        </p:nvSpPr>
        <p:spPr>
          <a:xfrm>
            <a:off x="457200" y="60962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NB. Per semplicità assumiamo che N sia pari.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966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esegue una scansione lineare dell’input prima, durante, oppure dopo aver suddiviso l’input in due parti.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770050" y="4760296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𝑁𝑙𝑜𝑔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 r="-14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259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Ricorrenze fondamentali</a:t>
            </a:r>
          </a:p>
        </p:txBody>
      </p:sp>
      <p:sp>
        <p:nvSpPr>
          <p:cNvPr id="4" name="Rettangolo 3"/>
          <p:cNvSpPr/>
          <p:nvPr/>
        </p:nvSpPr>
        <p:spPr>
          <a:xfrm>
            <a:off x="612559" y="1417638"/>
            <a:ext cx="80076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Questa formula si usa tipicamente con un programma ricorsivo che dimezza l’input ed esegue una quantità di lavoro addizionale costante.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/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f>
                            <m:fPr>
                              <m:ctrlPr>
                                <a:rPr lang="it-IT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+1                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≥2,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009F0F0-25E2-495D-A02E-4C6B6CE2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55" y="3499817"/>
                <a:ext cx="7122143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/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B8E6B9-B740-412C-875C-C873AF034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98" y="4695032"/>
                <a:ext cx="97210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D2DD3317-6D33-400A-89F7-73F3A65E85A7}"/>
              </a:ext>
            </a:extLst>
          </p:cNvPr>
          <p:cNvSpPr/>
          <p:nvPr/>
        </p:nvSpPr>
        <p:spPr>
          <a:xfrm>
            <a:off x="3770050" y="4760296"/>
            <a:ext cx="1259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è circa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/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E07F31E-BCFE-4E8C-8ECC-27C0B337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58140"/>
                <a:ext cx="60696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698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calcolo di potenze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767886"/>
            <a:ext cx="8367204" cy="153619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power(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if (n=0) return 1;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else return x*power(x,n-1)</a:t>
            </a:r>
            <a:endParaRPr lang="it-IT" sz="2400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58775" y="1465505"/>
            <a:ext cx="878522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Versione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ricorsiva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1						se n=0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power(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)=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x*power(x,n-1) 	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altrimenti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5" name="Parentesi graffa aperta 4"/>
          <p:cNvSpPr/>
          <p:nvPr/>
        </p:nvSpPr>
        <p:spPr bwMode="auto">
          <a:xfrm>
            <a:off x="2396186" y="2199346"/>
            <a:ext cx="228600" cy="1051263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457200" y="5477220"/>
            <a:ext cx="80499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200" dirty="0"/>
              <a:t>n chiamate ricorsive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200" dirty="0"/>
              <a:t>tempo e spazio O(n) </a:t>
            </a:r>
          </a:p>
        </p:txBody>
      </p:sp>
    </p:spTree>
    <p:extLst>
      <p:ext uri="{BB962C8B-B14F-4D97-AF65-F5344CB8AC3E}">
        <p14:creationId xmlns:p14="http://schemas.microsoft.com/office/powerpoint/2010/main" val="1824781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calcolo di potenze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02505" y="3429000"/>
            <a:ext cx="4864299" cy="310190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power(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if (n 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dispari</a:t>
            </a: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{	y=power(x,(n-1)/2);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return x*y*y;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}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else { 	y=power(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/2);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return y*y; }</a:t>
            </a:r>
            <a:endParaRPr lang="it-IT" sz="2400" dirty="0"/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58775" y="1465505"/>
            <a:ext cx="878522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Versione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ricorsiva</a:t>
            </a:r>
            <a:r>
              <a:rPr lang="en-US" sz="2200" dirty="0">
                <a:solidFill>
                  <a:srgbClr val="000000"/>
                </a:solidFill>
                <a:latin typeface="Times New Roman" charset="0"/>
                <a:ea typeface="ＭＳ Ｐゴシック" charset="0"/>
              </a:rPr>
              <a:t> 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1								se n=0</a:t>
            </a: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power(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)=  	x*power(x,(n-1)/2)</a:t>
            </a:r>
            <a:r>
              <a:rPr lang="en-US" sz="2200" baseline="30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se n è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dispari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					power(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x,n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/2)</a:t>
            </a:r>
            <a:r>
              <a:rPr lang="en-US" sz="2200" baseline="300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 			se n è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ＭＳ Ｐゴシック" charset="0"/>
                <a:cs typeface="Courier New"/>
              </a:rPr>
              <a:t>pari</a:t>
            </a:r>
            <a:endParaRPr lang="en-US" sz="2200" dirty="0">
              <a:solidFill>
                <a:srgbClr val="000000"/>
              </a:solidFill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5" name="Parentesi graffa aperta 4"/>
          <p:cNvSpPr/>
          <p:nvPr/>
        </p:nvSpPr>
        <p:spPr bwMode="auto">
          <a:xfrm>
            <a:off x="2396186" y="2199346"/>
            <a:ext cx="228600" cy="1051263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5366084" y="3429000"/>
            <a:ext cx="3475411" cy="144655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it-IT" sz="2200" dirty="0">
                <a:latin typeface="American Typewriter"/>
                <a:cs typeface="American Typewriter"/>
              </a:rPr>
              <a:t>log </a:t>
            </a:r>
            <a:r>
              <a:rPr lang="it-IT" sz="2200" dirty="0" err="1">
                <a:latin typeface="American Typewriter"/>
                <a:cs typeface="American Typewriter"/>
              </a:rPr>
              <a:t>n</a:t>
            </a:r>
            <a:r>
              <a:rPr lang="it-IT" sz="2200" dirty="0">
                <a:latin typeface="American Typewriter"/>
                <a:cs typeface="American Typewriter"/>
              </a:rPr>
              <a:t> chiamate ricorsive</a:t>
            </a:r>
          </a:p>
          <a:p>
            <a:pPr marL="457200" indent="-457200">
              <a:buFont typeface="Arial"/>
              <a:buChar char="•"/>
            </a:pPr>
            <a:r>
              <a:rPr lang="it-IT" sz="2200" dirty="0">
                <a:latin typeface="American Typewriter"/>
                <a:cs typeface="American Typewriter"/>
              </a:rPr>
              <a:t>tempo e spazio O(log </a:t>
            </a:r>
            <a:r>
              <a:rPr lang="it-IT" sz="2200" dirty="0" err="1">
                <a:latin typeface="American Typewriter"/>
                <a:cs typeface="American Typewriter"/>
              </a:rPr>
              <a:t>n</a:t>
            </a:r>
            <a:r>
              <a:rPr lang="it-IT" sz="2200" dirty="0">
                <a:latin typeface="American Typewriter"/>
                <a:cs typeface="American Typewriter"/>
              </a:rPr>
              <a:t>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907D85D1-73CB-46B0-B646-661550A601BA}"/>
                  </a:ext>
                </a:extLst>
              </p14:cNvPr>
              <p14:cNvContentPartPr/>
              <p14:nvPr/>
            </p14:nvContentPartPr>
            <p14:xfrm>
              <a:off x="1238760" y="832680"/>
              <a:ext cx="7648560" cy="571212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907D85D1-73CB-46B0-B646-661550A601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9400" y="823320"/>
                <a:ext cx="7667280" cy="57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9572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85749" y="274638"/>
            <a:ext cx="8588375" cy="1143000"/>
          </a:xfrm>
        </p:spPr>
        <p:txBody>
          <a:bodyPr>
            <a:normAutofit fontScale="90000"/>
          </a:bodyPr>
          <a:lstStyle/>
          <a:p>
            <a:r>
              <a:rPr lang="it-IT" dirty="0"/>
              <a:t>Esempio: Segmenti di Somma Massima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Segmento: sequenza di elementi consecutivi in una sequenza S </a:t>
            </a:r>
          </a:p>
          <a:p>
            <a:pPr lvl="1"/>
            <a:r>
              <a:rPr lang="it-IT" dirty="0"/>
              <a:t>S array di n interi </a:t>
            </a:r>
          </a:p>
          <a:p>
            <a:pPr lvl="1"/>
            <a:r>
              <a:rPr lang="it-IT" dirty="0"/>
              <a:t>S[</a:t>
            </a:r>
            <a:r>
              <a:rPr lang="it-IT" dirty="0" err="1"/>
              <a:t>i,j</a:t>
            </a:r>
            <a:r>
              <a:rPr lang="it-IT" dirty="0"/>
              <a:t>] segmento se 0 ≤ i ≤ j ≤ n-1 </a:t>
            </a:r>
          </a:p>
          <a:p>
            <a:pPr lvl="1"/>
            <a:r>
              <a:rPr lang="it-IT" dirty="0"/>
              <a:t>almeno un intero è positivo</a:t>
            </a:r>
          </a:p>
          <a:p>
            <a:r>
              <a:rPr lang="it-IT" dirty="0"/>
              <a:t>Determinare il segmento di somma massima </a:t>
            </a:r>
          </a:p>
          <a:p>
            <a:pPr lvl="1"/>
            <a:r>
              <a:rPr lang="it-IT" dirty="0"/>
              <a:t>A parità di somma si predilige il segmento più corto</a:t>
            </a:r>
          </a:p>
          <a:p>
            <a:pPr marL="457200" lvl="1" indent="0">
              <a:buNone/>
            </a:pPr>
            <a:endParaRPr lang="it-I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252D30DD-6766-4C9B-8F34-C380FAB29D62}"/>
                  </a:ext>
                </a:extLst>
              </p14:cNvPr>
              <p14:cNvContentPartPr/>
              <p14:nvPr/>
            </p14:nvContentPartPr>
            <p14:xfrm>
              <a:off x="1365840" y="819720"/>
              <a:ext cx="7355160" cy="342720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252D30DD-6766-4C9B-8F34-C380FAB29D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480" y="810360"/>
                <a:ext cx="7373880" cy="344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2053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Soluzione Banale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0373" y="1600200"/>
            <a:ext cx="8766469" cy="50757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Immaginando di avere una libreria che genera tutti i possibili sotto-insiemi di S, possiamo verificare quali tra questi sono dei segmenti (ovvero contengono tutti elementi contigui in S). In tal caso, ne calcoliamo la somma e prendiamo la massima tra le somme così ottenute. 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b="1" dirty="0"/>
              <a:t>Svantaggio: </a:t>
            </a:r>
            <a:r>
              <a:rPr lang="it-IT" sz="2800" dirty="0"/>
              <a:t>inefficienza dovuta all'esame di 2</a:t>
            </a:r>
            <a:r>
              <a:rPr lang="it-IT" sz="2800" baseline="30000" dirty="0"/>
              <a:t>n</a:t>
            </a:r>
            <a:r>
              <a:rPr lang="it-IT" sz="2800" dirty="0"/>
              <a:t> sottoinsiemi.</a:t>
            </a:r>
          </a:p>
        </p:txBody>
      </p:sp>
    </p:spTree>
    <p:extLst>
      <p:ext uri="{BB962C8B-B14F-4D97-AF65-F5344CB8AC3E}">
        <p14:creationId xmlns:p14="http://schemas.microsoft.com/office/powerpoint/2010/main" val="1519861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0373" y="1342746"/>
            <a:ext cx="8766469" cy="1143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Considero solo i segmenti di S: per ogni coppia di indici </a:t>
            </a:r>
            <a:r>
              <a:rPr lang="it-IT" sz="2800" i="1" dirty="0"/>
              <a:t>(</a:t>
            </a:r>
            <a:r>
              <a:rPr lang="it-IT" sz="2800" i="1" dirty="0" err="1"/>
              <a:t>i,j</a:t>
            </a:r>
            <a:r>
              <a:rPr lang="it-IT" sz="2800" i="1" dirty="0"/>
              <a:t>)</a:t>
            </a:r>
            <a:r>
              <a:rPr lang="it-IT" sz="2800" dirty="0"/>
              <a:t> considero la somma del segmento S[i…j].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B1B341-30B5-4934-865D-782E0FE814EF}"/>
              </a:ext>
            </a:extLst>
          </p:cNvPr>
          <p:cNvSpPr txBox="1">
            <a:spLocks/>
          </p:cNvSpPr>
          <p:nvPr/>
        </p:nvSpPr>
        <p:spPr>
          <a:xfrm>
            <a:off x="294661" y="2485746"/>
            <a:ext cx="5795421" cy="40837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SommaMassima1(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S[],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_max = 0;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somma;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"n= " &lt;&lt; n &lt;&lt;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0;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 i; k &lt;= j; k++)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somma = somma + S[k];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_max;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EC75132E-38DC-455A-BB8B-A54286D9F9D6}"/>
                  </a:ext>
                </a:extLst>
              </p14:cNvPr>
              <p14:cNvContentPartPr/>
              <p14:nvPr/>
            </p14:nvContentPartPr>
            <p14:xfrm>
              <a:off x="930960" y="2298960"/>
              <a:ext cx="5100840" cy="315612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EC75132E-38DC-455A-BB8B-A54286D9F9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600" y="2289600"/>
                <a:ext cx="5119560" cy="31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1859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0373" y="1342746"/>
            <a:ext cx="8766469" cy="1143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Considero solo i segmenti di S: per ogni coppia di indici </a:t>
            </a:r>
            <a:r>
              <a:rPr lang="it-IT" sz="2800" i="1" dirty="0"/>
              <a:t>(</a:t>
            </a:r>
            <a:r>
              <a:rPr lang="it-IT" sz="2800" i="1" dirty="0" err="1"/>
              <a:t>i,j</a:t>
            </a:r>
            <a:r>
              <a:rPr lang="it-IT" sz="2800" i="1" dirty="0"/>
              <a:t>)</a:t>
            </a:r>
            <a:r>
              <a:rPr lang="it-IT" sz="2800" dirty="0"/>
              <a:t> considero la somma del segmento S[i…j].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B1B341-30B5-4934-865D-782E0FE814EF}"/>
              </a:ext>
            </a:extLst>
          </p:cNvPr>
          <p:cNvSpPr txBox="1">
            <a:spLocks/>
          </p:cNvSpPr>
          <p:nvPr/>
        </p:nvSpPr>
        <p:spPr>
          <a:xfrm>
            <a:off x="294661" y="2485746"/>
            <a:ext cx="5795421" cy="40837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SommaMassima1(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S[],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_max = 0;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somma;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"n= " &lt;&lt; n &lt;&lt;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0;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 i; k &lt;= j; k++)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somma = somma + S[k];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_max;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D4799F1-765C-4EAB-8615-2CEBA81DE8C8}"/>
              </a:ext>
            </a:extLst>
          </p:cNvPr>
          <p:cNvSpPr txBox="1"/>
          <p:nvPr/>
        </p:nvSpPr>
        <p:spPr>
          <a:xfrm>
            <a:off x="6616817" y="3884181"/>
            <a:ext cx="2232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1" dirty="0"/>
              <a:t>Costo: ~n</a:t>
            </a:r>
            <a:r>
              <a:rPr lang="pt-BR" sz="2400" b="1" i="1" baseline="30000" dirty="0"/>
              <a:t>3</a:t>
            </a:r>
            <a:r>
              <a:rPr lang="pt-BR" sz="2400" b="1" i="1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85EEB209-09CB-408E-B9E7-85A1AAC39993}"/>
                  </a:ext>
                </a:extLst>
              </p14:cNvPr>
              <p14:cNvContentPartPr/>
              <p14:nvPr/>
            </p14:nvContentPartPr>
            <p14:xfrm>
              <a:off x="435600" y="1759320"/>
              <a:ext cx="8470800" cy="443520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85EEB209-09CB-408E-B9E7-85A1AAC399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240" y="1749960"/>
                <a:ext cx="8489520" cy="445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6277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B1B341-30B5-4934-865D-782E0FE814EF}"/>
              </a:ext>
            </a:extLst>
          </p:cNvPr>
          <p:cNvSpPr txBox="1">
            <a:spLocks/>
          </p:cNvSpPr>
          <p:nvPr/>
        </p:nvSpPr>
        <p:spPr>
          <a:xfrm>
            <a:off x="221942" y="1305016"/>
            <a:ext cx="5637319" cy="24324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somma = 0;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 i; k &lt;= j; k++)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somma + S[k];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}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732FD27C-E1DD-40EE-8161-16C675245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42" y="3870667"/>
            <a:ext cx="8229601" cy="1404887"/>
          </a:xfrm>
        </p:spPr>
        <p:txBody>
          <a:bodyPr>
            <a:normAutofit/>
          </a:bodyPr>
          <a:lstStyle/>
          <a:p>
            <a:pPr algn="just"/>
            <a:r>
              <a:rPr lang="it-IT" sz="2400" i="1" dirty="0"/>
              <a:t>t </a:t>
            </a:r>
            <a:r>
              <a:rPr lang="it-IT" sz="2400" dirty="0"/>
              <a:t>ha un costo costante (es. 1).</a:t>
            </a:r>
            <a:endParaRPr lang="it-IT" sz="2400" i="1" dirty="0"/>
          </a:p>
          <a:p>
            <a:pPr algn="just"/>
            <a:r>
              <a:rPr lang="it-IT" sz="2400" dirty="0"/>
              <a:t>Il ciclo for più interno viene eseguito al massimo j – i + 1 volte (lunghezza del segmento esaminato).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A40F992-CC47-4E53-9DBD-D635CADF9739}"/>
                  </a:ext>
                </a:extLst>
              </p:cNvPr>
              <p:cNvSpPr txBox="1"/>
              <p:nvPr/>
            </p:nvSpPr>
            <p:spPr>
              <a:xfrm>
                <a:off x="6243825" y="2162070"/>
                <a:ext cx="267823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  <m:e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A40F992-CC47-4E53-9DBD-D635CADF9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825" y="2162070"/>
                <a:ext cx="2678234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AC22483C-4417-475D-9230-C6846B56CBE2}"/>
                  </a:ext>
                </a:extLst>
              </p14:cNvPr>
              <p14:cNvContentPartPr/>
              <p14:nvPr/>
            </p14:nvContentPartPr>
            <p14:xfrm>
              <a:off x="4619160" y="2035080"/>
              <a:ext cx="3836520" cy="275472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AC22483C-4417-475D-9230-C6846B56CB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9800" y="2025720"/>
                <a:ext cx="3855240" cy="277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1102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B1B341-30B5-4934-865D-782E0FE814EF}"/>
              </a:ext>
            </a:extLst>
          </p:cNvPr>
          <p:cNvSpPr txBox="1">
            <a:spLocks/>
          </p:cNvSpPr>
          <p:nvPr/>
        </p:nvSpPr>
        <p:spPr>
          <a:xfrm>
            <a:off x="221942" y="1305016"/>
            <a:ext cx="5637319" cy="24324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somma = 0;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 = i; k &lt;= j; k++)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somma + S[k];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}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732FD27C-E1DD-40EE-8161-16C675245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42" y="3870667"/>
            <a:ext cx="8229601" cy="1404887"/>
          </a:xfrm>
        </p:spPr>
        <p:txBody>
          <a:bodyPr>
            <a:normAutofit/>
          </a:bodyPr>
          <a:lstStyle/>
          <a:p>
            <a:pPr algn="just"/>
            <a:r>
              <a:rPr lang="it-IT" sz="2400" i="1" dirty="0"/>
              <a:t>t </a:t>
            </a:r>
            <a:r>
              <a:rPr lang="it-IT" sz="2400" dirty="0"/>
              <a:t>ha un costo costante (es. 1).</a:t>
            </a:r>
            <a:endParaRPr lang="it-IT" sz="2400" i="1" dirty="0"/>
          </a:p>
          <a:p>
            <a:pPr algn="just"/>
            <a:r>
              <a:rPr lang="it-IT" sz="2400" dirty="0"/>
              <a:t>Il ciclo for più interno viene eseguito al massimo j – i + 1 volte (lunghezza del segmento esaminato).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A40F992-CC47-4E53-9DBD-D635CADF9739}"/>
                  </a:ext>
                </a:extLst>
              </p:cNvPr>
              <p:cNvSpPr txBox="1"/>
              <p:nvPr/>
            </p:nvSpPr>
            <p:spPr>
              <a:xfrm>
                <a:off x="6243825" y="2162070"/>
                <a:ext cx="267823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  <m:e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A40F992-CC47-4E53-9DBD-D635CADF9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825" y="2162070"/>
                <a:ext cx="2678234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362367" y="5344471"/>
                <a:ext cx="6020678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  <m:e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GB" sz="2400" dirty="0"/>
                                <m:t> 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67" y="5344471"/>
                <a:ext cx="6020678" cy="1093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DFCE3491-F928-46B1-8927-AAA23E9FAE13}"/>
                  </a:ext>
                </a:extLst>
              </p14:cNvPr>
              <p14:cNvContentPartPr/>
              <p14:nvPr/>
            </p14:nvContentPartPr>
            <p14:xfrm>
              <a:off x="1247400" y="5351760"/>
              <a:ext cx="3384720" cy="114732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DFCE3491-F928-46B1-8927-AAA23E9FAE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8040" y="5342400"/>
                <a:ext cx="3403440" cy="116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371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3339622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3339622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8FB3A26C-4EDD-4833-855B-5CF073FEF0B8}"/>
                  </a:ext>
                </a:extLst>
              </p14:cNvPr>
              <p14:cNvContentPartPr/>
              <p14:nvPr/>
            </p14:nvContentPartPr>
            <p14:xfrm>
              <a:off x="1447920" y="1090800"/>
              <a:ext cx="7214760" cy="367596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8FB3A26C-4EDD-4833-855B-5CF073FEF0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8560" y="1081440"/>
                <a:ext cx="7233480" cy="36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7191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3339622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m:rPr>
                              <m:nor/>
                            </m:rPr>
                            <a:rPr lang="en-GB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3339622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D2BDB43-9B98-4D06-A539-B8A3AA7116F0}"/>
                  </a:ext>
                </a:extLst>
              </p:cNvPr>
              <p:cNvSpPr txBox="1"/>
              <p:nvPr/>
            </p:nvSpPr>
            <p:spPr>
              <a:xfrm>
                <a:off x="3786327" y="2758604"/>
                <a:ext cx="3013968" cy="1185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nary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D2BDB43-9B98-4D06-A539-B8A3AA71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327" y="2758604"/>
                <a:ext cx="3013968" cy="11854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510C1DEF-A9B2-436B-A58B-C068517316C1}"/>
              </a:ext>
            </a:extLst>
          </p:cNvPr>
          <p:cNvSpPr/>
          <p:nvPr/>
        </p:nvSpPr>
        <p:spPr>
          <a:xfrm>
            <a:off x="1109710" y="1383554"/>
            <a:ext cx="1864310" cy="1143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F6A7746D-5A93-4BCF-BA8D-9D3803B9512E}"/>
                  </a:ext>
                </a:extLst>
              </p14:cNvPr>
              <p14:cNvContentPartPr/>
              <p14:nvPr/>
            </p14:nvContentPartPr>
            <p14:xfrm>
              <a:off x="5875200" y="2548080"/>
              <a:ext cx="1054800" cy="171936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F6A7746D-5A93-4BCF-BA8D-9D3803B951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5840" y="2538720"/>
                <a:ext cx="1073520" cy="173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470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4536490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4536490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244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nary>
                        </m:e>
                      </m:nary>
                      <m:r>
                        <a:rPr lang="it-IT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/>
              <p:nvPr/>
            </p:nvSpPr>
            <p:spPr>
              <a:xfrm>
                <a:off x="2087732" y="2645516"/>
                <a:ext cx="4785064" cy="1037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732" y="2645516"/>
                <a:ext cx="4785064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335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nary>
                        </m:e>
                      </m:nary>
                      <m:r>
                        <a:rPr lang="it-IT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/>
              <p:nvPr/>
            </p:nvSpPr>
            <p:spPr>
              <a:xfrm>
                <a:off x="2087731" y="2645516"/>
                <a:ext cx="6425953" cy="1037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731" y="2645516"/>
                <a:ext cx="6425953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202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Prima Soluzione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/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nary>
                        </m:e>
                      </m:nary>
                      <m:r>
                        <a:rPr lang="it-IT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0948DFD0-9F42-47F8-9176-2B0077D0E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2" y="1399996"/>
                <a:ext cx="4785064" cy="1093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/>
              <p:nvPr/>
            </p:nvSpPr>
            <p:spPr>
              <a:xfrm>
                <a:off x="2087731" y="2645516"/>
                <a:ext cx="6425953" cy="1037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it-IT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A79AC9B-FB56-42F9-80D1-F487D7E14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731" y="2645516"/>
                <a:ext cx="6425953" cy="1037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EC203FA-25EC-435F-BB63-8A04FBEC8B7F}"/>
                  </a:ext>
                </a:extLst>
              </p:cNvPr>
              <p:cNvSpPr txBox="1"/>
              <p:nvPr/>
            </p:nvSpPr>
            <p:spPr>
              <a:xfrm>
                <a:off x="2087730" y="4040790"/>
                <a:ext cx="6425953" cy="1008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it-IT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it-IT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2400" b="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EC203FA-25EC-435F-BB63-8A04FBEC8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730" y="4040790"/>
                <a:ext cx="6425953" cy="1008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C0F9DA8-B727-4AB1-A308-587F58B74479}"/>
                  </a:ext>
                </a:extLst>
              </p:cNvPr>
              <p:cNvSpPr txBox="1"/>
              <p:nvPr/>
            </p:nvSpPr>
            <p:spPr>
              <a:xfrm>
                <a:off x="2223855" y="5521910"/>
                <a:ext cx="13449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800" b="0" i="0" dirty="0" smtClean="0"/>
                        <m:t>= </m:t>
                      </m:r>
                      <m:r>
                        <m:rPr>
                          <m:nor/>
                        </m:rPr>
                        <a:rPr lang="it-IT" sz="2800" b="0" i="0" dirty="0" smtClean="0"/>
                        <m:t>O</m:t>
                      </m:r>
                      <m:r>
                        <m:rPr>
                          <m:nor/>
                        </m:rPr>
                        <a:rPr lang="it-IT" sz="2800" b="0" i="0" dirty="0" smtClean="0"/>
                        <m:t>(</m:t>
                      </m:r>
                      <m:sSup>
                        <m:sSupPr>
                          <m:ctrlPr>
                            <a:rPr lang="it-IT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C0F9DA8-B727-4AB1-A308-587F58B74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855" y="5521910"/>
                <a:ext cx="134496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6B33FE99-D084-42A4-97A9-D2EE315B42A7}"/>
                  </a:ext>
                </a:extLst>
              </p14:cNvPr>
              <p14:cNvContentPartPr/>
              <p14:nvPr/>
            </p14:nvContentPartPr>
            <p14:xfrm>
              <a:off x="1231560" y="413640"/>
              <a:ext cx="7225560" cy="331776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6B33FE99-D084-42A4-97A9-D2EE315B42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22200" y="404280"/>
                <a:ext cx="7244280" cy="333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3289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Seconda Soluzione: Idee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Una volta calcolata </a:t>
            </a:r>
            <a:r>
              <a:rPr lang="it-IT" dirty="0">
                <a:solidFill>
                  <a:srgbClr val="FF0000"/>
                </a:solidFill>
              </a:rPr>
              <a:t>somma(a[i,j-1])</a:t>
            </a:r>
            <a:r>
              <a:rPr lang="it-IT" dirty="0"/>
              <a:t> evitiamo di ripartire da capo per </a:t>
            </a:r>
            <a:r>
              <a:rPr lang="it-IT" dirty="0">
                <a:solidFill>
                  <a:srgbClr val="FF0000"/>
                </a:solidFill>
              </a:rPr>
              <a:t>somma(a[</a:t>
            </a:r>
            <a:r>
              <a:rPr lang="it-IT" dirty="0" err="1">
                <a:solidFill>
                  <a:srgbClr val="FF0000"/>
                </a:solidFill>
              </a:rPr>
              <a:t>i,j</a:t>
            </a:r>
            <a:r>
              <a:rPr lang="it-IT" dirty="0">
                <a:solidFill>
                  <a:srgbClr val="FF0000"/>
                </a:solidFill>
              </a:rPr>
              <a:t>])</a:t>
            </a:r>
            <a:r>
              <a:rPr lang="it-IT" dirty="0"/>
              <a:t> </a:t>
            </a:r>
          </a:p>
          <a:p>
            <a:r>
              <a:rPr lang="it-IT" dirty="0" err="1"/>
              <a:t>Utlizziamo</a:t>
            </a:r>
            <a:r>
              <a:rPr lang="it-IT" dirty="0"/>
              <a:t> il fatto che </a:t>
            </a:r>
          </a:p>
          <a:p>
            <a:pPr marL="0" indent="0" algn="ctr">
              <a:buNone/>
            </a:pPr>
            <a:r>
              <a:rPr lang="it-IT" dirty="0">
                <a:solidFill>
                  <a:srgbClr val="FF0000"/>
                </a:solidFill>
              </a:rPr>
              <a:t>somma(a[</a:t>
            </a:r>
            <a:r>
              <a:rPr lang="it-IT" dirty="0" err="1">
                <a:solidFill>
                  <a:srgbClr val="FF0000"/>
                </a:solidFill>
              </a:rPr>
              <a:t>i,j</a:t>
            </a:r>
            <a:r>
              <a:rPr lang="it-IT" dirty="0">
                <a:solidFill>
                  <a:srgbClr val="FF0000"/>
                </a:solidFill>
              </a:rPr>
              <a:t>])=somma(a[i,j-1]) + a[</a:t>
            </a:r>
            <a:r>
              <a:rPr lang="it-IT" dirty="0" err="1">
                <a:solidFill>
                  <a:srgbClr val="FF0000"/>
                </a:solidFill>
              </a:rPr>
              <a:t>j</a:t>
            </a:r>
            <a:r>
              <a:rPr lang="it-IT" dirty="0">
                <a:solidFill>
                  <a:srgbClr val="FF0000"/>
                </a:solidFill>
              </a:rPr>
              <a:t>]</a:t>
            </a:r>
          </a:p>
          <a:p>
            <a:r>
              <a:rPr lang="it-IT" dirty="0"/>
              <a:t>Questo ci permette di risparmiare un ciclo for </a:t>
            </a:r>
          </a:p>
          <a:p>
            <a:pPr lvl="1"/>
            <a:r>
              <a:rPr lang="it-IT" dirty="0"/>
              <a:t>Dunque otteniamo una soluzione quadratica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80080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Seconda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141629" y="1600200"/>
            <a:ext cx="6860742" cy="451651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SommaMassima2(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S[],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n){  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_max = 0;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somma;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n; i++)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somma = 0;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j = i; j &lt; n;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somma + S[j];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}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_max;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517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Seconda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127507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Il ciclo esterno seleziona l'elemento iniziale, il ciclo interno trova la somma massima possibile con il primo elemento selezionato dal ciclo esterno e confronta questo massimo con il massimo complessivo.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Infine, restituisce il massimo complessivo. La complessità temporale è O(n</a:t>
            </a:r>
            <a:r>
              <a:rPr lang="it-IT" baseline="30000" dirty="0"/>
              <a:t>2</a:t>
            </a:r>
            <a:r>
              <a:rPr lang="it-IT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660160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Terza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Sfruttiamo meglio la struttura combinatoria del problema</a:t>
            </a:r>
          </a:p>
          <a:p>
            <a:r>
              <a:rPr lang="it-IT" dirty="0"/>
              <a:t>Abbiamo O(n</a:t>
            </a:r>
            <a:r>
              <a:rPr lang="it-IT" baseline="30000" dirty="0"/>
              <a:t>2</a:t>
            </a:r>
            <a:r>
              <a:rPr lang="it-IT" dirty="0"/>
              <a:t>) possibili segmenti </a:t>
            </a:r>
          </a:p>
          <a:p>
            <a:r>
              <a:rPr lang="it-IT" dirty="0"/>
              <a:t>Tra i segmenti di eguale lunghezza solo uno può avere somma massima </a:t>
            </a:r>
          </a:p>
          <a:p>
            <a:pPr lvl="1"/>
            <a:r>
              <a:rPr lang="it-IT" dirty="0"/>
              <a:t>I potenziali candidati sono quindi O(n)</a:t>
            </a:r>
          </a:p>
        </p:txBody>
      </p:sp>
    </p:spTree>
    <p:extLst>
      <p:ext uri="{BB962C8B-B14F-4D97-AF65-F5344CB8AC3E}">
        <p14:creationId xmlns:p14="http://schemas.microsoft.com/office/powerpoint/2010/main" val="3936946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Terza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 segmento di somma massima </a:t>
            </a:r>
            <a:r>
              <a:rPr lang="it-IT" dirty="0">
                <a:solidFill>
                  <a:srgbClr val="FF6600"/>
                </a:solidFill>
              </a:rPr>
              <a:t>a[</a:t>
            </a:r>
            <a:r>
              <a:rPr lang="it-IT" dirty="0" err="1">
                <a:solidFill>
                  <a:srgbClr val="FF6600"/>
                </a:solidFill>
              </a:rPr>
              <a:t>i,j</a:t>
            </a:r>
            <a:r>
              <a:rPr lang="it-IT" dirty="0">
                <a:solidFill>
                  <a:srgbClr val="FF6600"/>
                </a:solidFill>
              </a:rPr>
              <a:t>] </a:t>
            </a:r>
            <a:r>
              <a:rPr lang="it-IT" dirty="0"/>
              <a:t>deve avere le seguenti caratteristiche 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Ogni prefisso di </a:t>
            </a:r>
            <a:r>
              <a:rPr lang="it-IT" dirty="0">
                <a:solidFill>
                  <a:srgbClr val="FF6600"/>
                </a:solidFill>
              </a:rPr>
              <a:t>a[</a:t>
            </a:r>
            <a:r>
              <a:rPr lang="it-IT" dirty="0" err="1">
                <a:solidFill>
                  <a:srgbClr val="FF6600"/>
                </a:solidFill>
              </a:rPr>
              <a:t>i,j</a:t>
            </a:r>
            <a:r>
              <a:rPr lang="it-IT" dirty="0">
                <a:solidFill>
                  <a:srgbClr val="FF6600"/>
                </a:solidFill>
              </a:rPr>
              <a:t>]</a:t>
            </a:r>
            <a:r>
              <a:rPr lang="it-IT" dirty="0"/>
              <a:t> ha somma positiva (per ogni i ≤ k &lt; </a:t>
            </a:r>
            <a:r>
              <a:rPr lang="it-IT" dirty="0" err="1"/>
              <a:t>j</a:t>
            </a:r>
            <a:r>
              <a:rPr lang="it-IT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Il segmento </a:t>
            </a:r>
            <a:r>
              <a:rPr lang="it-IT" dirty="0">
                <a:solidFill>
                  <a:srgbClr val="FF6600"/>
                </a:solidFill>
              </a:rPr>
              <a:t>a[</a:t>
            </a:r>
            <a:r>
              <a:rPr lang="it-IT" dirty="0" err="1">
                <a:solidFill>
                  <a:srgbClr val="FF6600"/>
                </a:solidFill>
              </a:rPr>
              <a:t>i,j</a:t>
            </a:r>
            <a:r>
              <a:rPr lang="it-IT" dirty="0">
                <a:solidFill>
                  <a:srgbClr val="FF6600"/>
                </a:solidFill>
              </a:rPr>
              <a:t>]</a:t>
            </a:r>
            <a:r>
              <a:rPr lang="it-IT" dirty="0"/>
              <a:t> non può essere esteso a sinistra</a:t>
            </a:r>
          </a:p>
          <a:p>
            <a:pPr lvl="1"/>
            <a:r>
              <a:rPr lang="it-IT" dirty="0">
                <a:solidFill>
                  <a:srgbClr val="FF6600"/>
                </a:solidFill>
              </a:rPr>
              <a:t>Somma(a[k,i-1]) ≤ 0 </a:t>
            </a:r>
            <a:r>
              <a:rPr lang="it-IT" dirty="0"/>
              <a:t>per ogni 0 ≤ k ≤ i-1 </a:t>
            </a:r>
          </a:p>
        </p:txBody>
      </p:sp>
    </p:spTree>
    <p:extLst>
      <p:ext uri="{BB962C8B-B14F-4D97-AF65-F5344CB8AC3E}">
        <p14:creationId xmlns:p14="http://schemas.microsoft.com/office/powerpoint/2010/main" val="24325136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Terza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136342" y="1500326"/>
            <a:ext cx="6773662" cy="488271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SommaMassima3(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S[],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_max = 0;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somma= _max;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j = 0; j &lt; n;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0)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 somma = somma + S[j];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} else {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somma = S[j];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(somma &gt; _max) _max = somma;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_max;</a:t>
            </a:r>
          </a:p>
          <a:p>
            <a:pPr marL="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9572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Terza Soluzione		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soluzione proposta ha complessità O(</a:t>
            </a:r>
            <a:r>
              <a:rPr lang="it-IT" dirty="0" err="1"/>
              <a:t>n</a:t>
            </a:r>
            <a:r>
              <a:rPr lang="it-IT" dirty="0"/>
              <a:t>)</a:t>
            </a:r>
          </a:p>
          <a:p>
            <a:r>
              <a:rPr lang="it-IT" dirty="0"/>
              <a:t>Tale complessità è </a:t>
            </a:r>
            <a:r>
              <a:rPr lang="it-IT" i="1" dirty="0"/>
              <a:t>asintoticamente ottima</a:t>
            </a:r>
            <a:r>
              <a:rPr lang="it-IT" dirty="0"/>
              <a:t> (sia in termini di spazio che di tempo)</a:t>
            </a:r>
          </a:p>
          <a:p>
            <a:pPr lvl="1"/>
            <a:r>
              <a:rPr lang="it-IT" dirty="0"/>
              <a:t>L’algoritmo deve poter leggere l’input </a:t>
            </a:r>
          </a:p>
          <a:p>
            <a:pPr lvl="1"/>
            <a:r>
              <a:rPr lang="it-IT" dirty="0"/>
              <a:t>L’algoritmo utilizza solo un numero </a:t>
            </a:r>
            <a:r>
              <a:rPr lang="it-IT" i="1" dirty="0"/>
              <a:t>costante</a:t>
            </a:r>
            <a:r>
              <a:rPr lang="it-IT" dirty="0"/>
              <a:t> di locazioni per le variabili di appoggio.</a:t>
            </a:r>
          </a:p>
          <a:p>
            <a:pPr marL="457200" lvl="1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5964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Quarta Soluzione		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233996"/>
            <a:ext cx="8229600" cy="489216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it-IT" dirty="0"/>
              <a:t>Utilizzando l'approccio Divide and </a:t>
            </a:r>
            <a:r>
              <a:rPr lang="it-IT" dirty="0" err="1"/>
              <a:t>Conquer</a:t>
            </a:r>
            <a:r>
              <a:rPr lang="it-IT" dirty="0"/>
              <a:t>, possiamo trovare il segmento di somma massima mediante un algoritmo ricorsivo:</a:t>
            </a:r>
          </a:p>
          <a:p>
            <a:pPr marL="0" indent="0" algn="just">
              <a:buNone/>
            </a:pPr>
            <a:endParaRPr lang="it-IT" dirty="0"/>
          </a:p>
          <a:p>
            <a:pPr algn="just"/>
            <a:r>
              <a:rPr lang="it-IT" dirty="0"/>
              <a:t>Divido la sequenza data in due metà</a:t>
            </a:r>
          </a:p>
          <a:p>
            <a:pPr algn="just"/>
            <a:r>
              <a:rPr lang="it-IT" dirty="0"/>
              <a:t>Restituisco il massimo dei tre seguenti valori:</a:t>
            </a:r>
          </a:p>
          <a:p>
            <a:pPr lvl="1" algn="just"/>
            <a:r>
              <a:rPr lang="it-IT" dirty="0"/>
              <a:t>Somma massima nella metà sinistra (chiamata ricorsiva)</a:t>
            </a:r>
          </a:p>
          <a:p>
            <a:pPr lvl="1" algn="just"/>
            <a:r>
              <a:rPr lang="it-IT" dirty="0"/>
              <a:t>Somma massima nella metà destra (chiamata ricorsiva)</a:t>
            </a:r>
          </a:p>
          <a:p>
            <a:pPr lvl="1" algn="just"/>
            <a:r>
              <a:rPr lang="it-IT" dirty="0"/>
              <a:t>Somma massima della sequenza che incrocia il punto mediano</a:t>
            </a:r>
          </a:p>
        </p:txBody>
      </p:sp>
    </p:spTree>
    <p:extLst>
      <p:ext uri="{BB962C8B-B14F-4D97-AF65-F5344CB8AC3E}">
        <p14:creationId xmlns:p14="http://schemas.microsoft.com/office/powerpoint/2010/main" val="5877420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Quarta Soluzione		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233996"/>
            <a:ext cx="8229600" cy="48921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/>
              <a:t>La </a:t>
            </a:r>
            <a:r>
              <a:rPr lang="en-GB" dirty="0" err="1"/>
              <a:t>complessità</a:t>
            </a:r>
            <a:r>
              <a:rPr lang="en-GB" dirty="0"/>
              <a:t> </a:t>
            </a:r>
            <a:r>
              <a:rPr lang="en-GB" dirty="0" err="1"/>
              <a:t>temporale</a:t>
            </a:r>
            <a:r>
              <a:rPr lang="en-GB" dirty="0"/>
              <a:t> di </a:t>
            </a:r>
            <a:r>
              <a:rPr lang="en-GB" dirty="0" err="1"/>
              <a:t>questa</a:t>
            </a:r>
            <a:r>
              <a:rPr lang="en-GB" dirty="0"/>
              <a:t> </a:t>
            </a:r>
            <a:r>
              <a:rPr lang="en-GB" dirty="0" err="1"/>
              <a:t>procedura</a:t>
            </a:r>
            <a:r>
              <a:rPr lang="en-GB" dirty="0"/>
              <a:t> </a:t>
            </a:r>
            <a:r>
              <a:rPr lang="en-GB" dirty="0" err="1"/>
              <a:t>ricorsiva</a:t>
            </a:r>
            <a:r>
              <a:rPr lang="en-GB" dirty="0"/>
              <a:t> </a:t>
            </a:r>
            <a:r>
              <a:rPr lang="en-GB" dirty="0" err="1"/>
              <a:t>può</a:t>
            </a:r>
            <a:r>
              <a:rPr lang="en-GB" dirty="0"/>
              <a:t> </a:t>
            </a:r>
            <a:r>
              <a:rPr lang="en-GB" dirty="0" err="1"/>
              <a:t>essere</a:t>
            </a:r>
            <a:r>
              <a:rPr lang="en-GB" dirty="0"/>
              <a:t> </a:t>
            </a:r>
            <a:r>
              <a:rPr lang="en-GB" dirty="0" err="1"/>
              <a:t>espressa</a:t>
            </a:r>
            <a:r>
              <a:rPr lang="en-GB" dirty="0"/>
              <a:t> </a:t>
            </a:r>
            <a:r>
              <a:rPr lang="en-GB" dirty="0" err="1"/>
              <a:t>mediante</a:t>
            </a:r>
            <a:r>
              <a:rPr lang="en-GB" dirty="0"/>
              <a:t> la </a:t>
            </a:r>
            <a:r>
              <a:rPr lang="en-GB" dirty="0" err="1"/>
              <a:t>seguetne</a:t>
            </a:r>
            <a:r>
              <a:rPr lang="en-GB" dirty="0"/>
              <a:t> </a:t>
            </a:r>
            <a:r>
              <a:rPr lang="en-GB" dirty="0" err="1"/>
              <a:t>relazione</a:t>
            </a:r>
            <a:r>
              <a:rPr lang="en-GB" dirty="0"/>
              <a:t> di </a:t>
            </a:r>
            <a:r>
              <a:rPr lang="en-GB" dirty="0" err="1"/>
              <a:t>ricorrenza</a:t>
            </a:r>
            <a:r>
              <a:rPr lang="en-GB" dirty="0"/>
              <a:t>: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T(n) = 2T(n/2) + Θ(n) 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/>
              <a:t>Questa </a:t>
            </a:r>
            <a:r>
              <a:rPr lang="en-GB" dirty="0" err="1"/>
              <a:t>può</a:t>
            </a:r>
            <a:r>
              <a:rPr lang="en-GB" dirty="0"/>
              <a:t> </a:t>
            </a:r>
            <a:r>
              <a:rPr lang="en-GB" dirty="0" err="1"/>
              <a:t>essere</a:t>
            </a:r>
            <a:r>
              <a:rPr lang="en-GB" dirty="0"/>
              <a:t> </a:t>
            </a:r>
            <a:r>
              <a:rPr lang="en-GB" dirty="0" err="1"/>
              <a:t>risolta</a:t>
            </a:r>
            <a:r>
              <a:rPr lang="en-GB" dirty="0"/>
              <a:t> </a:t>
            </a:r>
            <a:r>
              <a:rPr lang="en-GB" dirty="0" err="1"/>
              <a:t>ottenendo</a:t>
            </a:r>
            <a:r>
              <a:rPr lang="en-GB" dirty="0"/>
              <a:t> Θ(</a:t>
            </a:r>
            <a:r>
              <a:rPr lang="en-GB" dirty="0" err="1"/>
              <a:t>nLogn</a:t>
            </a:r>
            <a:r>
              <a:rPr lang="en-GB" dirty="0"/>
              <a:t>).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284457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D0A9F6-A3C8-4178-80D8-8A40D32F1D49}"/>
</file>

<file path=customXml/itemProps2.xml><?xml version="1.0" encoding="utf-8"?>
<ds:datastoreItem xmlns:ds="http://schemas.openxmlformats.org/officeDocument/2006/customXml" ds:itemID="{BCF89211-2D49-4EC7-BE1F-7D8CD2379E70}"/>
</file>

<file path=customXml/itemProps3.xml><?xml version="1.0" encoding="utf-8"?>
<ds:datastoreItem xmlns:ds="http://schemas.openxmlformats.org/officeDocument/2006/customXml" ds:itemID="{91DD4CCC-6427-40BD-9428-84FEDF1EE1D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2232</Words>
  <Application>Microsoft Office PowerPoint</Application>
  <PresentationFormat>Presentazione su schermo (4:3)</PresentationFormat>
  <Paragraphs>267</Paragraphs>
  <Slides>42</Slides>
  <Notes>2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9" baseType="lpstr">
      <vt:lpstr>American Typewriter</vt:lpstr>
      <vt:lpstr>Arial</vt:lpstr>
      <vt:lpstr>Calibri</vt:lpstr>
      <vt:lpstr>Cambria Math</vt:lpstr>
      <vt:lpstr>Courier New</vt:lpstr>
      <vt:lpstr>Times New Roman</vt:lpstr>
      <vt:lpstr>Tema di Office</vt:lpstr>
      <vt:lpstr>Ricorrenze Massimo Orazio Spata Image Processing Lab - iplab.dmi.unict.it   massimo.spata@unict.it www.dmi.unict.it/spata/</vt:lpstr>
      <vt:lpstr>Divide-and-Conquer</vt:lpstr>
      <vt:lpstr>Relazioni di ricorrenza</vt:lpstr>
      <vt:lpstr>Relazioni di ricorrenza</vt:lpstr>
      <vt:lpstr>Sommatorie</vt:lpstr>
      <vt:lpstr>Sommatorie - Linearità</vt:lpstr>
      <vt:lpstr>Sommatorie – Serie aritmetiche</vt:lpstr>
      <vt:lpstr>Sommatorie – Quadrati e cubi</vt:lpstr>
      <vt:lpstr>Sommatorie – Serie geometriche</vt:lpstr>
      <vt:lpstr>Sommatorie – Serie armoniche</vt:lpstr>
      <vt:lpstr>Limitare le sommatorie</vt:lpstr>
      <vt:lpstr>Limitare le sommatorie</vt:lpstr>
      <vt:lpstr>Limitare le sommatorie</vt:lpstr>
      <vt:lpstr>Ricorrenze fondamentali</vt:lpstr>
      <vt:lpstr>Ricorrenze fondamentali</vt:lpstr>
      <vt:lpstr>Ricorrenze fondamentali</vt:lpstr>
      <vt:lpstr>Ricorrenze fondamentali</vt:lpstr>
      <vt:lpstr>Ricorrenze fondamentali</vt:lpstr>
      <vt:lpstr>Ricorrenze fondamentali</vt:lpstr>
      <vt:lpstr>Esempio: calcolo di potenze</vt:lpstr>
      <vt:lpstr>Esempio: calcolo di potenze</vt:lpstr>
      <vt:lpstr>Esempio: Segmenti di Somma Massima </vt:lpstr>
      <vt:lpstr>Soluzione Banale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Prima Soluzione</vt:lpstr>
      <vt:lpstr>Seconda Soluzione: Idee</vt:lpstr>
      <vt:lpstr>Seconda Soluzione</vt:lpstr>
      <vt:lpstr>Seconda Soluzione</vt:lpstr>
      <vt:lpstr>Terza Soluzione</vt:lpstr>
      <vt:lpstr>Terza Soluzione</vt:lpstr>
      <vt:lpstr>Terza Soluzione</vt:lpstr>
      <vt:lpstr>Terza Soluzione  </vt:lpstr>
      <vt:lpstr>Quarta Soluzione  </vt:lpstr>
      <vt:lpstr>Quarta Soluzione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Rudimenti di Complessità</dc:title>
  <dc:creator>Catalano</dc:creator>
  <cp:lastModifiedBy>Massimo Orazio Spata</cp:lastModifiedBy>
  <cp:revision>35</cp:revision>
  <dcterms:created xsi:type="dcterms:W3CDTF">2014-03-10T14:32:17Z</dcterms:created>
  <dcterms:modified xsi:type="dcterms:W3CDTF">2023-02-23T09:00:12Z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