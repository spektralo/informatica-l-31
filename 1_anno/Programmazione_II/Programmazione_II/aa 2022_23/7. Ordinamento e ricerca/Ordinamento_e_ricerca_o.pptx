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ink/ink1.xml" ContentType="application/inkml+xml"/>
  <Override PartName="/ppt/theme/theme2.xml" ContentType="application/vnd.openxmlformats-officedocument.theme+xml"/>
  <Override PartName="/ppt/theme/theme3.xml" ContentType="application/vnd.openxmlformats-officedocument.them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14" r:id="rId2"/>
    <p:sldId id="320" r:id="rId3"/>
    <p:sldId id="322" r:id="rId4"/>
    <p:sldId id="357" r:id="rId5"/>
    <p:sldId id="335" r:id="rId6"/>
    <p:sldId id="324" r:id="rId7"/>
    <p:sldId id="325" r:id="rId8"/>
    <p:sldId id="326" r:id="rId9"/>
    <p:sldId id="327" r:id="rId10"/>
    <p:sldId id="328" r:id="rId11"/>
    <p:sldId id="331" r:id="rId12"/>
    <p:sldId id="330" r:id="rId13"/>
    <p:sldId id="329" r:id="rId14"/>
    <p:sldId id="332" r:id="rId15"/>
    <p:sldId id="333" r:id="rId16"/>
    <p:sldId id="334" r:id="rId17"/>
    <p:sldId id="336" r:id="rId18"/>
    <p:sldId id="339" r:id="rId19"/>
    <p:sldId id="338" r:id="rId20"/>
    <p:sldId id="337" r:id="rId21"/>
    <p:sldId id="340" r:id="rId22"/>
    <p:sldId id="321" r:id="rId23"/>
    <p:sldId id="341" r:id="rId24"/>
    <p:sldId id="344" r:id="rId25"/>
    <p:sldId id="347" r:id="rId26"/>
    <p:sldId id="346" r:id="rId27"/>
    <p:sldId id="345" r:id="rId28"/>
    <p:sldId id="342" r:id="rId29"/>
    <p:sldId id="348" r:id="rId30"/>
    <p:sldId id="349" r:id="rId31"/>
    <p:sldId id="350" r:id="rId32"/>
    <p:sldId id="352" r:id="rId33"/>
    <p:sldId id="359" r:id="rId34"/>
    <p:sldId id="360" r:id="rId35"/>
    <p:sldId id="351" r:id="rId36"/>
    <p:sldId id="353" r:id="rId37"/>
    <p:sldId id="358" r:id="rId38"/>
    <p:sldId id="354" r:id="rId39"/>
    <p:sldId id="355" r:id="rId40"/>
    <p:sldId id="356" r:id="rId41"/>
  </p:sldIdLst>
  <p:sldSz cx="9144000" cy="6858000" type="screen4x3"/>
  <p:notesSz cx="6858000" cy="9144000"/>
  <p:custDataLst>
    <p:tags r:id="rId44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3168E-9F08-4417-9B9C-7086F5DBEAED}" v="1" dt="2022-03-30T07:38:58.678"/>
    <p1510:client id="{505BECD0-B2B1-4F97-A38B-CC0862EC631A}" v="80" dt="2022-03-29T20:41:19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5274" autoAdjust="0"/>
  </p:normalViewPr>
  <p:slideViewPr>
    <p:cSldViewPr>
      <p:cViewPr varScale="1">
        <p:scale>
          <a:sx n="80" d="100"/>
          <a:sy n="80" d="100"/>
        </p:scale>
        <p:origin x="144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826549C-3632-45BC-B8B2-99DEC46D0393}"/>
    <pc:docChg chg="undo custSel addSld modSld sldOrd">
      <pc:chgData name="Alessandro Ortis" userId="dcdc90ed-3509-45f7-ac48-ad038638580b" providerId="ADAL" clId="{A826549C-3632-45BC-B8B2-99DEC46D0393}" dt="2022-03-01T19:07:00.866" v="2154" actId="20577"/>
      <pc:docMkLst>
        <pc:docMk/>
      </pc:docMkLst>
      <pc:sldChg chg="ord">
        <pc:chgData name="Alessandro Ortis" userId="dcdc90ed-3509-45f7-ac48-ad038638580b" providerId="ADAL" clId="{A826549C-3632-45BC-B8B2-99DEC46D0393}" dt="2022-03-01T18:26:49.410" v="1183"/>
        <pc:sldMkLst>
          <pc:docMk/>
          <pc:sldMk cId="0" sldId="289"/>
        </pc:sldMkLst>
      </pc:sldChg>
      <pc:sldChg chg="modSp mod">
        <pc:chgData name="Alessandro Ortis" userId="dcdc90ed-3509-45f7-ac48-ad038638580b" providerId="ADAL" clId="{A826549C-3632-45BC-B8B2-99DEC46D0393}" dt="2022-03-01T18:14:31.992" v="561" actId="1076"/>
        <pc:sldMkLst>
          <pc:docMk/>
          <pc:sldMk cId="0" sldId="298"/>
        </pc:sldMkLst>
        <pc:spChg chg="mod">
          <ac:chgData name="Alessandro Ortis" userId="dcdc90ed-3509-45f7-ac48-ad038638580b" providerId="ADAL" clId="{A826549C-3632-45BC-B8B2-99DEC46D0393}" dt="2022-03-01T18:14:28.121" v="560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A826549C-3632-45BC-B8B2-99DEC46D0393}" dt="2022-03-01T18:14:31.992" v="561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A826549C-3632-45BC-B8B2-99DEC46D0393}" dt="2022-03-01T18:36:14.228" v="1432" actId="1035"/>
        <pc:sldMkLst>
          <pc:docMk/>
          <pc:sldMk cId="0" sldId="301"/>
        </pc:sldMkLst>
        <pc:spChg chg="mod">
          <ac:chgData name="Alessandro Ortis" userId="dcdc90ed-3509-45f7-ac48-ad038638580b" providerId="ADAL" clId="{A826549C-3632-45BC-B8B2-99DEC46D0393}" dt="2022-03-01T18:36:14.228" v="1432" actId="1035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A826549C-3632-45BC-B8B2-99DEC46D0393}" dt="2022-03-01T19:07:00.866" v="2154" actId="20577"/>
        <pc:sldMkLst>
          <pc:docMk/>
          <pc:sldMk cId="531386733" sldId="320"/>
        </pc:sldMkLst>
        <pc:spChg chg="mod">
          <ac:chgData name="Alessandro Ortis" userId="dcdc90ed-3509-45f7-ac48-ad038638580b" providerId="ADAL" clId="{A826549C-3632-45BC-B8B2-99DEC46D0393}" dt="2022-03-01T19:07:00.866" v="2154" actId="20577"/>
          <ac:spMkLst>
            <pc:docMk/>
            <pc:sldMk cId="531386733" sldId="320"/>
            <ac:spMk id="98307" creationId="{DBCF2E26-DFFE-409B-8EF8-71EB14CAC0FD}"/>
          </ac:spMkLst>
        </pc:spChg>
      </pc:sldChg>
      <pc:sldChg chg="addSp delSp modSp add mod">
        <pc:chgData name="Alessandro Ortis" userId="dcdc90ed-3509-45f7-ac48-ad038638580b" providerId="ADAL" clId="{A826549C-3632-45BC-B8B2-99DEC46D0393}" dt="2022-03-01T18:12:23.278" v="484" actId="1076"/>
        <pc:sldMkLst>
          <pc:docMk/>
          <pc:sldMk cId="938715561" sldId="321"/>
        </pc:sldMkLst>
        <pc:spChg chg="add mod">
          <ac:chgData name="Alessandro Ortis" userId="dcdc90ed-3509-45f7-ac48-ad038638580b" providerId="ADAL" clId="{A826549C-3632-45BC-B8B2-99DEC46D0393}" dt="2022-03-01T18:12:10.134" v="482" actId="208"/>
          <ac:spMkLst>
            <pc:docMk/>
            <pc:sldMk cId="938715561" sldId="321"/>
            <ac:spMk id="8" creationId="{605450BD-11FD-4A9D-BDCD-1657FB7E3EE1}"/>
          </ac:spMkLst>
        </pc:spChg>
        <pc:spChg chg="mod">
          <ac:chgData name="Alessandro Ortis" userId="dcdc90ed-3509-45f7-ac48-ad038638580b" providerId="ADAL" clId="{A826549C-3632-45BC-B8B2-99DEC46D0393}" dt="2022-03-01T18:08:09.094" v="198" actId="20577"/>
          <ac:spMkLst>
            <pc:docMk/>
            <pc:sldMk cId="938715561" sldId="321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A826549C-3632-45BC-B8B2-99DEC46D0393}" dt="2022-03-01T18:09:22.947" v="298" actId="1076"/>
          <ac:spMkLst>
            <pc:docMk/>
            <pc:sldMk cId="938715561" sldId="321"/>
            <ac:spMk id="94223" creationId="{A78BAF2F-ECEC-46DD-96A7-23C6469B856C}"/>
          </ac:spMkLst>
        </pc:spChg>
        <pc:spChg chg="del">
          <ac:chgData name="Alessandro Ortis" userId="dcdc90ed-3509-45f7-ac48-ad038638580b" providerId="ADAL" clId="{A826549C-3632-45BC-B8B2-99DEC46D0393}" dt="2022-03-01T18:08:32.856" v="210" actId="478"/>
          <ac:spMkLst>
            <pc:docMk/>
            <pc:sldMk cId="938715561" sldId="321"/>
            <ac:spMk id="94225" creationId="{33C7807A-477F-4A0F-A179-3616B2970709}"/>
          </ac:spMkLst>
        </pc:spChg>
        <pc:picChg chg="mod">
          <ac:chgData name="Alessandro Ortis" userId="dcdc90ed-3509-45f7-ac48-ad038638580b" providerId="ADAL" clId="{A826549C-3632-45BC-B8B2-99DEC46D0393}" dt="2022-03-01T18:12:23.278" v="484" actId="1076"/>
          <ac:picMkLst>
            <pc:docMk/>
            <pc:sldMk cId="938715561" sldId="321"/>
            <ac:picMk id="94224" creationId="{013A97B5-A063-4D06-A983-023146A7CE34}"/>
          </ac:picMkLst>
        </pc:picChg>
      </pc:sldChg>
      <pc:sldChg chg="modSp add mod">
        <pc:chgData name="Alessandro Ortis" userId="dcdc90ed-3509-45f7-ac48-ad038638580b" providerId="ADAL" clId="{A826549C-3632-45BC-B8B2-99DEC46D0393}" dt="2022-03-01T18:12:07.010" v="481" actId="208"/>
        <pc:sldMkLst>
          <pc:docMk/>
          <pc:sldMk cId="685739306" sldId="322"/>
        </pc:sldMkLst>
        <pc:spChg chg="mod">
          <ac:chgData name="Alessandro Ortis" userId="dcdc90ed-3509-45f7-ac48-ad038638580b" providerId="ADAL" clId="{A826549C-3632-45BC-B8B2-99DEC46D0393}" dt="2022-03-01T18:12:07.010" v="481" actId="208"/>
          <ac:spMkLst>
            <pc:docMk/>
            <pc:sldMk cId="685739306" sldId="322"/>
            <ac:spMk id="8" creationId="{605450BD-11FD-4A9D-BDCD-1657FB7E3EE1}"/>
          </ac:spMkLst>
        </pc:spChg>
      </pc:sldChg>
      <pc:sldChg chg="addSp delSp modSp add mod">
        <pc:chgData name="Alessandro Ortis" userId="dcdc90ed-3509-45f7-ac48-ad038638580b" providerId="ADAL" clId="{A826549C-3632-45BC-B8B2-99DEC46D0393}" dt="2022-03-01T18:27:04.825" v="1189" actId="20577"/>
        <pc:sldMkLst>
          <pc:docMk/>
          <pc:sldMk cId="3447533805" sldId="323"/>
        </pc:sldMkLst>
        <pc:spChg chg="add mod">
          <ac:chgData name="Alessandro Ortis" userId="dcdc90ed-3509-45f7-ac48-ad038638580b" providerId="ADAL" clId="{A826549C-3632-45BC-B8B2-99DEC46D0393}" dt="2022-03-01T18:27:04.825" v="1189" actId="20577"/>
          <ac:spMkLst>
            <pc:docMk/>
            <pc:sldMk cId="3447533805" sldId="323"/>
            <ac:spMk id="6" creationId="{4165A2F8-6B26-4E5C-BC98-848EEF286F28}"/>
          </ac:spMkLst>
        </pc:spChg>
        <pc:spChg chg="add mod">
          <ac:chgData name="Alessandro Ortis" userId="dcdc90ed-3509-45f7-ac48-ad038638580b" providerId="ADAL" clId="{A826549C-3632-45BC-B8B2-99DEC46D0393}" dt="2022-03-01T18:26:57.596" v="1185" actId="6549"/>
          <ac:spMkLst>
            <pc:docMk/>
            <pc:sldMk cId="3447533805" sldId="323"/>
            <ac:spMk id="7" creationId="{3C0C3A2E-0D40-46FB-9E4F-58B42A0FCB23}"/>
          </ac:spMkLst>
        </pc:spChg>
        <pc:spChg chg="del">
          <ac:chgData name="Alessandro Ortis" userId="dcdc90ed-3509-45f7-ac48-ad038638580b" providerId="ADAL" clId="{A826549C-3632-45BC-B8B2-99DEC46D0393}" dt="2022-03-01T18:18:36.034" v="566" actId="478"/>
          <ac:spMkLst>
            <pc:docMk/>
            <pc:sldMk cId="3447533805" sldId="323"/>
            <ac:spMk id="77830" creationId="{3EEB8755-42E2-4E31-9944-A001B853074C}"/>
          </ac:spMkLst>
        </pc:spChg>
        <pc:spChg chg="del mod">
          <ac:chgData name="Alessandro Ortis" userId="dcdc90ed-3509-45f7-ac48-ad038638580b" providerId="ADAL" clId="{A826549C-3632-45BC-B8B2-99DEC46D0393}" dt="2022-03-01T18:18:33.722" v="565" actId="478"/>
          <ac:spMkLst>
            <pc:docMk/>
            <pc:sldMk cId="3447533805" sldId="323"/>
            <ac:spMk id="77831" creationId="{7878C366-1305-49A0-A515-47653F962BA4}"/>
          </ac:spMkLst>
        </pc:spChg>
        <pc:picChg chg="del">
          <ac:chgData name="Alessandro Ortis" userId="dcdc90ed-3509-45f7-ac48-ad038638580b" providerId="ADAL" clId="{A826549C-3632-45BC-B8B2-99DEC46D0393}" dt="2022-03-01T18:18:29.674" v="563" actId="478"/>
          <ac:picMkLst>
            <pc:docMk/>
            <pc:sldMk cId="3447533805" sldId="323"/>
            <ac:picMk id="77833" creationId="{D8E544BD-1D47-4DD5-A2EC-27D3EEC45B15}"/>
          </ac:picMkLst>
        </pc:picChg>
      </pc:sldChg>
      <pc:sldChg chg="add">
        <pc:chgData name="Alessandro Ortis" userId="dcdc90ed-3509-45f7-ac48-ad038638580b" providerId="ADAL" clId="{A826549C-3632-45BC-B8B2-99DEC46D0393}" dt="2022-03-01T18:26:52.576" v="1184"/>
        <pc:sldMkLst>
          <pc:docMk/>
          <pc:sldMk cId="1989234598" sldId="324"/>
        </pc:sldMkLst>
      </pc:sldChg>
    </pc:docChg>
  </pc:docChgLst>
  <pc:docChgLst>
    <pc:chgData name="Alessandro Ortis" userId="dcdc90ed-3509-45f7-ac48-ad038638580b" providerId="ADAL" clId="{B7182DFB-DA72-424F-832C-DB30461BBB8D}"/>
    <pc:docChg chg="custSel modSld">
      <pc:chgData name="Alessandro Ortis" userId="dcdc90ed-3509-45f7-ac48-ad038638580b" providerId="ADAL" clId="{B7182DFB-DA72-424F-832C-DB30461BBB8D}" dt="2022-03-06T18:24:51.607" v="0" actId="313"/>
      <pc:docMkLst>
        <pc:docMk/>
      </pc:docMkLst>
      <pc:sldChg chg="modSp mod">
        <pc:chgData name="Alessandro Ortis" userId="dcdc90ed-3509-45f7-ac48-ad038638580b" providerId="ADAL" clId="{B7182DFB-DA72-424F-832C-DB30461BBB8D}" dt="2022-03-06T18:24:51.607" v="0" actId="313"/>
        <pc:sldMkLst>
          <pc:docMk/>
          <pc:sldMk cId="531386733" sldId="320"/>
        </pc:sldMkLst>
        <pc:spChg chg="mod">
          <ac:chgData name="Alessandro Ortis" userId="dcdc90ed-3509-45f7-ac48-ad038638580b" providerId="ADAL" clId="{B7182DFB-DA72-424F-832C-DB30461BBB8D}" dt="2022-03-06T18:24:51.607" v="0" actId="313"/>
          <ac:spMkLst>
            <pc:docMk/>
            <pc:sldMk cId="531386733" sldId="320"/>
            <ac:spMk id="98307" creationId="{DBCF2E26-DFFE-409B-8EF8-71EB14CAC0FD}"/>
          </ac:spMkLst>
        </pc:spChg>
      </pc:sldChg>
    </pc:docChg>
  </pc:docChgLst>
  <pc:docChgLst>
    <pc:chgData name="Alessandro Ortis" userId="dcdc90ed-3509-45f7-ac48-ad038638580b" providerId="ADAL" clId="{AB34846D-A608-45E4-942A-ADC85FA986DE}"/>
    <pc:docChg chg="custSel modSld">
      <pc:chgData name="Alessandro Ortis" userId="dcdc90ed-3509-45f7-ac48-ad038638580b" providerId="ADAL" clId="{AB34846D-A608-45E4-942A-ADC85FA986DE}" dt="2022-03-09T10:10:50.528" v="415" actId="20577"/>
      <pc:docMkLst>
        <pc:docMk/>
      </pc:docMkLst>
      <pc:sldChg chg="modSp mod">
        <pc:chgData name="Alessandro Ortis" userId="dcdc90ed-3509-45f7-ac48-ad038638580b" providerId="ADAL" clId="{AB34846D-A608-45E4-942A-ADC85FA986DE}" dt="2022-02-21T18:05:06.949" v="0" actId="20577"/>
        <pc:sldMkLst>
          <pc:docMk/>
          <pc:sldMk cId="0" sldId="296"/>
        </pc:sldMkLst>
        <pc:spChg chg="mod">
          <ac:chgData name="Alessandro Ortis" userId="dcdc90ed-3509-45f7-ac48-ad038638580b" providerId="ADAL" clId="{AB34846D-A608-45E4-942A-ADC85FA986DE}" dt="2022-02-21T18:05:06.949" v="0" actId="20577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AB34846D-A608-45E4-942A-ADC85FA986DE}" dt="2022-02-21T18:19:39.468" v="1" actId="20577"/>
        <pc:sldMkLst>
          <pc:docMk/>
          <pc:sldMk cId="0" sldId="297"/>
        </pc:sldMkLst>
        <pc:spChg chg="mod">
          <ac:chgData name="Alessandro Ortis" userId="dcdc90ed-3509-45f7-ac48-ad038638580b" providerId="ADAL" clId="{AB34846D-A608-45E4-942A-ADC85FA986DE}" dt="2022-02-21T18:19:39.468" v="1" actId="20577"/>
          <ac:spMkLst>
            <pc:docMk/>
            <pc:sldMk cId="0" sldId="297"/>
            <ac:spMk id="94223" creationId="{A78BAF2F-ECEC-46DD-96A7-23C6469B856C}"/>
          </ac:spMkLst>
        </pc:spChg>
      </pc:sldChg>
      <pc:sldChg chg="modSp mod">
        <pc:chgData name="Alessandro Ortis" userId="dcdc90ed-3509-45f7-ac48-ad038638580b" providerId="ADAL" clId="{AB34846D-A608-45E4-942A-ADC85FA986DE}" dt="2022-03-09T10:10:50.528" v="415" actId="20577"/>
        <pc:sldMkLst>
          <pc:docMk/>
          <pc:sldMk cId="531386733" sldId="320"/>
        </pc:sldMkLst>
        <pc:spChg chg="mod">
          <ac:chgData name="Alessandro Ortis" userId="dcdc90ed-3509-45f7-ac48-ad038638580b" providerId="ADAL" clId="{AB34846D-A608-45E4-942A-ADC85FA986DE}" dt="2022-03-09T10:10:50.528" v="415" actId="20577"/>
          <ac:spMkLst>
            <pc:docMk/>
            <pc:sldMk cId="531386733" sldId="320"/>
            <ac:spMk id="98307" creationId="{DBCF2E26-DFFE-409B-8EF8-71EB14CAC0FD}"/>
          </ac:spMkLst>
        </pc:spChg>
      </pc:sldChg>
    </pc:docChg>
  </pc:docChgLst>
  <pc:docChgLst>
    <pc:chgData name="Alessandro Ortis" userId="dcdc90ed-3509-45f7-ac48-ad038638580b" providerId="ADAL" clId="{505BECD0-B2B1-4F97-A38B-CC0862EC631A}"/>
    <pc:docChg chg="undo custSel addSld delSld modSld">
      <pc:chgData name="Alessandro Ortis" userId="dcdc90ed-3509-45f7-ac48-ad038638580b" providerId="ADAL" clId="{505BECD0-B2B1-4F97-A38B-CC0862EC631A}" dt="2022-03-29T20:50:57.406" v="6047" actId="20577"/>
      <pc:docMkLst>
        <pc:docMk/>
      </pc:docMkLst>
      <pc:sldChg chg="addSp modSp mod">
        <pc:chgData name="Alessandro Ortis" userId="dcdc90ed-3509-45f7-ac48-ad038638580b" providerId="ADAL" clId="{505BECD0-B2B1-4F97-A38B-CC0862EC631A}" dt="2022-03-26T09:17:19.209" v="275" actId="403"/>
        <pc:sldMkLst>
          <pc:docMk/>
          <pc:sldMk cId="531386733" sldId="320"/>
        </pc:sldMkLst>
        <pc:spChg chg="mod">
          <ac:chgData name="Alessandro Ortis" userId="dcdc90ed-3509-45f7-ac48-ad038638580b" providerId="ADAL" clId="{505BECD0-B2B1-4F97-A38B-CC0862EC631A}" dt="2022-03-26T08:24:46.267" v="31" actId="20577"/>
          <ac:spMkLst>
            <pc:docMk/>
            <pc:sldMk cId="531386733" sldId="320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505BECD0-B2B1-4F97-A38B-CC0862EC631A}" dt="2022-03-26T09:17:19.209" v="275" actId="403"/>
          <ac:spMkLst>
            <pc:docMk/>
            <pc:sldMk cId="531386733" sldId="320"/>
            <ac:spMk id="98307" creationId="{DBCF2E26-DFFE-409B-8EF8-71EB14CAC0FD}"/>
          </ac:spMkLst>
        </pc:spChg>
        <pc:picChg chg="add mod">
          <ac:chgData name="Alessandro Ortis" userId="dcdc90ed-3509-45f7-ac48-ad038638580b" providerId="ADAL" clId="{505BECD0-B2B1-4F97-A38B-CC0862EC631A}" dt="2022-03-26T08:26:04.217" v="157" actId="1076"/>
          <ac:picMkLst>
            <pc:docMk/>
            <pc:sldMk cId="531386733" sldId="320"/>
            <ac:picMk id="4" creationId="{A84B9F81-0CC0-4470-95FD-FF16BD21D5EE}"/>
          </ac:picMkLst>
        </pc:picChg>
      </pc:sldChg>
      <pc:sldChg chg="modSp add del mod">
        <pc:chgData name="Alessandro Ortis" userId="dcdc90ed-3509-45f7-ac48-ad038638580b" providerId="ADAL" clId="{505BECD0-B2B1-4F97-A38B-CC0862EC631A}" dt="2022-03-27T19:40:39.097" v="3759" actId="2696"/>
        <pc:sldMkLst>
          <pc:docMk/>
          <pc:sldMk cId="311153314" sldId="321"/>
        </pc:sldMkLst>
        <pc:spChg chg="mod">
          <ac:chgData name="Alessandro Ortis" userId="dcdc90ed-3509-45f7-ac48-ad038638580b" providerId="ADAL" clId="{505BECD0-B2B1-4F97-A38B-CC0862EC631A}" dt="2022-03-26T08:44:23.520" v="273" actId="1076"/>
          <ac:spMkLst>
            <pc:docMk/>
            <pc:sldMk cId="311153314" sldId="321"/>
            <ac:spMk id="98307" creationId="{DBCF2E26-DFFE-409B-8EF8-71EB14CAC0FD}"/>
          </ac:spMkLst>
        </pc:spChg>
      </pc:sldChg>
      <pc:sldChg chg="modSp add mod">
        <pc:chgData name="Alessandro Ortis" userId="dcdc90ed-3509-45f7-ac48-ad038638580b" providerId="ADAL" clId="{505BECD0-B2B1-4F97-A38B-CC0862EC631A}" dt="2022-03-27T19:42:24.036" v="3943" actId="20577"/>
        <pc:sldMkLst>
          <pc:docMk/>
          <pc:sldMk cId="1805301610" sldId="321"/>
        </pc:sldMkLst>
        <pc:spChg chg="mod">
          <ac:chgData name="Alessandro Ortis" userId="dcdc90ed-3509-45f7-ac48-ad038638580b" providerId="ADAL" clId="{505BECD0-B2B1-4F97-A38B-CC0862EC631A}" dt="2022-03-27T19:42:24.036" v="3943" actId="20577"/>
          <ac:spMkLst>
            <pc:docMk/>
            <pc:sldMk cId="1805301610" sldId="321"/>
            <ac:spMk id="98307" creationId="{DBCF2E26-DFFE-409B-8EF8-71EB14CAC0FD}"/>
          </ac:spMkLst>
        </pc:spChg>
      </pc:sldChg>
      <pc:sldChg chg="delSp modSp add del mod">
        <pc:chgData name="Alessandro Ortis" userId="dcdc90ed-3509-45f7-ac48-ad038638580b" providerId="ADAL" clId="{505BECD0-B2B1-4F97-A38B-CC0862EC631A}" dt="2022-03-26T09:17:12.578" v="274" actId="47"/>
        <pc:sldMkLst>
          <pc:docMk/>
          <pc:sldMk cId="2097514877" sldId="322"/>
        </pc:sldMkLst>
        <pc:spChg chg="del mod">
          <ac:chgData name="Alessandro Ortis" userId="dcdc90ed-3509-45f7-ac48-ad038638580b" providerId="ADAL" clId="{505BECD0-B2B1-4F97-A38B-CC0862EC631A}" dt="2022-03-26T08:44:16.837" v="270"/>
          <ac:spMkLst>
            <pc:docMk/>
            <pc:sldMk cId="2097514877" sldId="322"/>
            <ac:spMk id="98307" creationId="{DBCF2E26-DFFE-409B-8EF8-71EB14CAC0FD}"/>
          </ac:spMkLst>
        </pc:spChg>
      </pc:sldChg>
      <pc:sldChg chg="addSp delSp modSp add mod">
        <pc:chgData name="Alessandro Ortis" userId="dcdc90ed-3509-45f7-ac48-ad038638580b" providerId="ADAL" clId="{505BECD0-B2B1-4F97-A38B-CC0862EC631A}" dt="2022-03-27T15:40:33.204" v="3757" actId="478"/>
        <pc:sldMkLst>
          <pc:docMk/>
          <pc:sldMk cId="2944432516" sldId="322"/>
        </pc:sldMkLst>
        <pc:spChg chg="add del mod">
          <ac:chgData name="Alessandro Ortis" userId="dcdc90ed-3509-45f7-ac48-ad038638580b" providerId="ADAL" clId="{505BECD0-B2B1-4F97-A38B-CC0862EC631A}" dt="2022-03-27T15:40:33.204" v="3757" actId="478"/>
          <ac:spMkLst>
            <pc:docMk/>
            <pc:sldMk cId="2944432516" sldId="322"/>
            <ac:spMk id="4" creationId="{63E0A396-B404-4C77-8F10-79AB62C17116}"/>
          </ac:spMkLst>
        </pc:spChg>
        <pc:spChg chg="mod">
          <ac:chgData name="Alessandro Ortis" userId="dcdc90ed-3509-45f7-ac48-ad038638580b" providerId="ADAL" clId="{505BECD0-B2B1-4F97-A38B-CC0862EC631A}" dt="2022-03-26T09:17:57.667" v="289" actId="20577"/>
          <ac:spMkLst>
            <pc:docMk/>
            <pc:sldMk cId="2944432516" sldId="32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505BECD0-B2B1-4F97-A38B-CC0862EC631A}" dt="2022-03-26T09:18:56.499" v="420" actId="14100"/>
          <ac:spMkLst>
            <pc:docMk/>
            <pc:sldMk cId="2944432516" sldId="322"/>
            <ac:spMk id="98307" creationId="{DBCF2E26-DFFE-409B-8EF8-71EB14CAC0FD}"/>
          </ac:spMkLst>
        </pc:spChg>
        <pc:picChg chg="del">
          <ac:chgData name="Alessandro Ortis" userId="dcdc90ed-3509-45f7-ac48-ad038638580b" providerId="ADAL" clId="{505BECD0-B2B1-4F97-A38B-CC0862EC631A}" dt="2022-03-26T09:17:59.475" v="290" actId="478"/>
          <ac:picMkLst>
            <pc:docMk/>
            <pc:sldMk cId="2944432516" sldId="322"/>
            <ac:picMk id="4" creationId="{A84B9F81-0CC0-4470-95FD-FF16BD21D5EE}"/>
          </ac:picMkLst>
        </pc:picChg>
      </pc:sldChg>
      <pc:sldChg chg="addSp delSp modSp add del mod">
        <pc:chgData name="Alessandro Ortis" userId="dcdc90ed-3509-45f7-ac48-ad038638580b" providerId="ADAL" clId="{505BECD0-B2B1-4F97-A38B-CC0862EC631A}" dt="2022-03-27T15:40:35.425" v="3758" actId="47"/>
        <pc:sldMkLst>
          <pc:docMk/>
          <pc:sldMk cId="3861124190" sldId="323"/>
        </pc:sldMkLst>
        <pc:spChg chg="mod">
          <ac:chgData name="Alessandro Ortis" userId="dcdc90ed-3509-45f7-ac48-ad038638580b" providerId="ADAL" clId="{505BECD0-B2B1-4F97-A38B-CC0862EC631A}" dt="2022-03-26T09:19:48.227" v="577" actId="20577"/>
          <ac:spMkLst>
            <pc:docMk/>
            <pc:sldMk cId="3861124190" sldId="323"/>
            <ac:spMk id="98307" creationId="{DBCF2E26-DFFE-409B-8EF8-71EB14CAC0FD}"/>
          </ac:spMkLst>
        </pc:spChg>
        <pc:picChg chg="add del mod">
          <ac:chgData name="Alessandro Ortis" userId="dcdc90ed-3509-45f7-ac48-ad038638580b" providerId="ADAL" clId="{505BECD0-B2B1-4F97-A38B-CC0862EC631A}" dt="2022-03-27T07:30:05.302" v="1814" actId="478"/>
          <ac:picMkLst>
            <pc:docMk/>
            <pc:sldMk cId="3861124190" sldId="323"/>
            <ac:picMk id="4" creationId="{5F37D3AC-FDFF-4699-B1CF-C89F47F7D8E4}"/>
          </ac:picMkLst>
        </pc:picChg>
      </pc:sldChg>
      <pc:sldChg chg="addSp delSp modSp add mod">
        <pc:chgData name="Alessandro Ortis" userId="dcdc90ed-3509-45f7-ac48-ad038638580b" providerId="ADAL" clId="{505BECD0-B2B1-4F97-A38B-CC0862EC631A}" dt="2022-03-26T09:25:20.586" v="762" actId="6549"/>
        <pc:sldMkLst>
          <pc:docMk/>
          <pc:sldMk cId="731948227" sldId="324"/>
        </pc:sldMkLst>
        <pc:spChg chg="mod">
          <ac:chgData name="Alessandro Ortis" userId="dcdc90ed-3509-45f7-ac48-ad038638580b" providerId="ADAL" clId="{505BECD0-B2B1-4F97-A38B-CC0862EC631A}" dt="2022-03-26T09:21:36.578" v="606" actId="20577"/>
          <ac:spMkLst>
            <pc:docMk/>
            <pc:sldMk cId="731948227" sldId="324"/>
            <ac:spMk id="98306" creationId="{686F158F-830F-4F07-8B7A-C0592E1C9D12}"/>
          </ac:spMkLst>
        </pc:spChg>
        <pc:spChg chg="del">
          <ac:chgData name="Alessandro Ortis" userId="dcdc90ed-3509-45f7-ac48-ad038638580b" providerId="ADAL" clId="{505BECD0-B2B1-4F97-A38B-CC0862EC631A}" dt="2022-03-26T09:21:44.081" v="608" actId="478"/>
          <ac:spMkLst>
            <pc:docMk/>
            <pc:sldMk cId="731948227" sldId="324"/>
            <ac:spMk id="98307" creationId="{DBCF2E26-DFFE-409B-8EF8-71EB14CAC0FD}"/>
          </ac:spMkLst>
        </pc:spChg>
        <pc:graphicFrameChg chg="add del modGraphic">
          <ac:chgData name="Alessandro Ortis" userId="dcdc90ed-3509-45f7-ac48-ad038638580b" providerId="ADAL" clId="{505BECD0-B2B1-4F97-A38B-CC0862EC631A}" dt="2022-03-26T09:22:10.498" v="630" actId="3680"/>
          <ac:graphicFrameMkLst>
            <pc:docMk/>
            <pc:sldMk cId="731948227" sldId="324"/>
            <ac:graphicFrameMk id="2" creationId="{3FAE1A6E-30F5-4B7F-8DB5-CD0684A7D7C3}"/>
          </ac:graphicFrameMkLst>
        </pc:graphicFrameChg>
        <pc:graphicFrameChg chg="add del modGraphic">
          <ac:chgData name="Alessandro Ortis" userId="dcdc90ed-3509-45f7-ac48-ad038638580b" providerId="ADAL" clId="{505BECD0-B2B1-4F97-A38B-CC0862EC631A}" dt="2022-03-26T09:22:26.069" v="668" actId="3680"/>
          <ac:graphicFrameMkLst>
            <pc:docMk/>
            <pc:sldMk cId="731948227" sldId="324"/>
            <ac:graphicFrameMk id="3" creationId="{DF4BDECC-E19F-4EF5-B9E4-DB0A7D74E638}"/>
          </ac:graphicFrameMkLst>
        </pc:graphicFrameChg>
        <pc:graphicFrameChg chg="add mod modGraphic">
          <ac:chgData name="Alessandro Ortis" userId="dcdc90ed-3509-45f7-ac48-ad038638580b" providerId="ADAL" clId="{505BECD0-B2B1-4F97-A38B-CC0862EC631A}" dt="2022-03-26T09:25:20.586" v="762" actId="6549"/>
          <ac:graphicFrameMkLst>
            <pc:docMk/>
            <pc:sldMk cId="731948227" sldId="324"/>
            <ac:graphicFrameMk id="5" creationId="{56078A25-5938-43AE-8810-C4CEAAE4D449}"/>
          </ac:graphicFrameMkLst>
        </pc:graphicFrameChg>
        <pc:picChg chg="del">
          <ac:chgData name="Alessandro Ortis" userId="dcdc90ed-3509-45f7-ac48-ad038638580b" providerId="ADAL" clId="{505BECD0-B2B1-4F97-A38B-CC0862EC631A}" dt="2022-03-26T09:21:39.161" v="607" actId="478"/>
          <ac:picMkLst>
            <pc:docMk/>
            <pc:sldMk cId="731948227" sldId="324"/>
            <ac:picMk id="4" creationId="{5F37D3AC-FDFF-4699-B1CF-C89F47F7D8E4}"/>
          </ac:picMkLst>
        </pc:picChg>
      </pc:sldChg>
      <pc:sldChg chg="add">
        <pc:chgData name="Alessandro Ortis" userId="dcdc90ed-3509-45f7-ac48-ad038638580b" providerId="ADAL" clId="{505BECD0-B2B1-4F97-A38B-CC0862EC631A}" dt="2022-03-26T09:25:15.297" v="761"/>
        <pc:sldMkLst>
          <pc:docMk/>
          <pc:sldMk cId="669921906" sldId="325"/>
        </pc:sldMkLst>
      </pc:sldChg>
      <pc:sldChg chg="addSp delSp modSp add mod">
        <pc:chgData name="Alessandro Ortis" userId="dcdc90ed-3509-45f7-ac48-ad038638580b" providerId="ADAL" clId="{505BECD0-B2B1-4F97-A38B-CC0862EC631A}" dt="2022-03-29T20:50:57.406" v="6047" actId="20577"/>
        <pc:sldMkLst>
          <pc:docMk/>
          <pc:sldMk cId="2674463817" sldId="326"/>
        </pc:sldMkLst>
        <pc:spChg chg="add mod">
          <ac:chgData name="Alessandro Ortis" userId="dcdc90ed-3509-45f7-ac48-ad038638580b" providerId="ADAL" clId="{505BECD0-B2B1-4F97-A38B-CC0862EC631A}" dt="2022-03-29T20:50:57.406" v="6047" actId="20577"/>
          <ac:spMkLst>
            <pc:docMk/>
            <pc:sldMk cId="2674463817" sldId="326"/>
            <ac:spMk id="4" creationId="{E6D5F4A5-93CC-474D-973C-75CB289EAB37}"/>
          </ac:spMkLst>
        </pc:spChg>
        <pc:spChg chg="mod">
          <ac:chgData name="Alessandro Ortis" userId="dcdc90ed-3509-45f7-ac48-ad038638580b" providerId="ADAL" clId="{505BECD0-B2B1-4F97-A38B-CC0862EC631A}" dt="2022-03-27T07:30:48.535" v="1822" actId="20577"/>
          <ac:spMkLst>
            <pc:docMk/>
            <pc:sldMk cId="2674463817" sldId="326"/>
            <ac:spMk id="98306" creationId="{686F158F-830F-4F07-8B7A-C0592E1C9D12}"/>
          </ac:spMkLst>
        </pc:spChg>
        <pc:graphicFrameChg chg="del">
          <ac:chgData name="Alessandro Ortis" userId="dcdc90ed-3509-45f7-ac48-ad038638580b" providerId="ADAL" clId="{505BECD0-B2B1-4F97-A38B-CC0862EC631A}" dt="2022-03-26T09:26:14.538" v="796" actId="478"/>
          <ac:graphicFrameMkLst>
            <pc:docMk/>
            <pc:sldMk cId="2674463817" sldId="326"/>
            <ac:graphicFrameMk id="5" creationId="{56078A25-5938-43AE-8810-C4CEAAE4D449}"/>
          </ac:graphicFrameMkLst>
        </pc:graphicFrameChg>
      </pc:sldChg>
      <pc:sldChg chg="modSp add mod">
        <pc:chgData name="Alessandro Ortis" userId="dcdc90ed-3509-45f7-ac48-ad038638580b" providerId="ADAL" clId="{505BECD0-B2B1-4F97-A38B-CC0862EC631A}" dt="2022-03-26T09:33:10.093" v="1244" actId="20577"/>
        <pc:sldMkLst>
          <pc:docMk/>
          <pc:sldMk cId="3165497053" sldId="327"/>
        </pc:sldMkLst>
        <pc:spChg chg="mod">
          <ac:chgData name="Alessandro Ortis" userId="dcdc90ed-3509-45f7-ac48-ad038638580b" providerId="ADAL" clId="{505BECD0-B2B1-4F97-A38B-CC0862EC631A}" dt="2022-03-26T09:33:10.093" v="1244" actId="20577"/>
          <ac:spMkLst>
            <pc:docMk/>
            <pc:sldMk cId="3165497053" sldId="327"/>
            <ac:spMk id="4" creationId="{E6D5F4A5-93CC-474D-973C-75CB289EAB37}"/>
          </ac:spMkLst>
        </pc:spChg>
        <pc:spChg chg="mod">
          <ac:chgData name="Alessandro Ortis" userId="dcdc90ed-3509-45f7-ac48-ad038638580b" providerId="ADAL" clId="{505BECD0-B2B1-4F97-A38B-CC0862EC631A}" dt="2022-03-26T09:27:15.495" v="893" actId="20577"/>
          <ac:spMkLst>
            <pc:docMk/>
            <pc:sldMk cId="3165497053" sldId="327"/>
            <ac:spMk id="98306" creationId="{686F158F-830F-4F07-8B7A-C0592E1C9D12}"/>
          </ac:spMkLst>
        </pc:spChg>
      </pc:sldChg>
      <pc:sldChg chg="addSp delSp modSp add mod">
        <pc:chgData name="Alessandro Ortis" userId="dcdc90ed-3509-45f7-ac48-ad038638580b" providerId="ADAL" clId="{505BECD0-B2B1-4F97-A38B-CC0862EC631A}" dt="2022-03-26T09:34:12.898" v="1253" actId="732"/>
        <pc:sldMkLst>
          <pc:docMk/>
          <pc:sldMk cId="931014662" sldId="328"/>
        </pc:sldMkLst>
        <pc:spChg chg="del">
          <ac:chgData name="Alessandro Ortis" userId="dcdc90ed-3509-45f7-ac48-ad038638580b" providerId="ADAL" clId="{505BECD0-B2B1-4F97-A38B-CC0862EC631A}" dt="2022-03-26T09:33:17.260" v="1246" actId="478"/>
          <ac:spMkLst>
            <pc:docMk/>
            <pc:sldMk cId="931014662" sldId="328"/>
            <ac:spMk id="4" creationId="{E6D5F4A5-93CC-474D-973C-75CB289EAB37}"/>
          </ac:spMkLst>
        </pc:spChg>
        <pc:picChg chg="add mod modCrop">
          <ac:chgData name="Alessandro Ortis" userId="dcdc90ed-3509-45f7-ac48-ad038638580b" providerId="ADAL" clId="{505BECD0-B2B1-4F97-A38B-CC0862EC631A}" dt="2022-03-26T09:34:12.898" v="1253" actId="732"/>
          <ac:picMkLst>
            <pc:docMk/>
            <pc:sldMk cId="931014662" sldId="328"/>
            <ac:picMk id="5" creationId="{4D2F7533-521C-43BB-ADB7-FE2A1C66AC01}"/>
          </ac:picMkLst>
        </pc:picChg>
      </pc:sldChg>
      <pc:sldChg chg="add">
        <pc:chgData name="Alessandro Ortis" userId="dcdc90ed-3509-45f7-ac48-ad038638580b" providerId="ADAL" clId="{505BECD0-B2B1-4F97-A38B-CC0862EC631A}" dt="2022-03-26T09:33:30.189" v="1248"/>
        <pc:sldMkLst>
          <pc:docMk/>
          <pc:sldMk cId="2907509058" sldId="329"/>
        </pc:sldMkLst>
      </pc:sldChg>
      <pc:sldChg chg="add">
        <pc:chgData name="Alessandro Ortis" userId="dcdc90ed-3509-45f7-ac48-ad038638580b" providerId="ADAL" clId="{505BECD0-B2B1-4F97-A38B-CC0862EC631A}" dt="2022-03-26T09:33:52.309" v="1250"/>
        <pc:sldMkLst>
          <pc:docMk/>
          <pc:sldMk cId="2370643426" sldId="330"/>
        </pc:sldMkLst>
      </pc:sldChg>
      <pc:sldChg chg="add">
        <pc:chgData name="Alessandro Ortis" userId="dcdc90ed-3509-45f7-ac48-ad038638580b" providerId="ADAL" clId="{505BECD0-B2B1-4F97-A38B-CC0862EC631A}" dt="2022-03-26T09:34:05.677" v="1252"/>
        <pc:sldMkLst>
          <pc:docMk/>
          <pc:sldMk cId="632109202" sldId="331"/>
        </pc:sldMkLst>
      </pc:sldChg>
      <pc:sldChg chg="addSp delSp modSp add mod">
        <pc:chgData name="Alessandro Ortis" userId="dcdc90ed-3509-45f7-ac48-ad038638580b" providerId="ADAL" clId="{505BECD0-B2B1-4F97-A38B-CC0862EC631A}" dt="2022-03-26T10:04:03.981" v="1452" actId="1076"/>
        <pc:sldMkLst>
          <pc:docMk/>
          <pc:sldMk cId="2439754955" sldId="332"/>
        </pc:sldMkLst>
        <pc:picChg chg="add mod">
          <ac:chgData name="Alessandro Ortis" userId="dcdc90ed-3509-45f7-ac48-ad038638580b" providerId="ADAL" clId="{505BECD0-B2B1-4F97-A38B-CC0862EC631A}" dt="2022-03-26T10:04:03.981" v="1452" actId="1076"/>
          <ac:picMkLst>
            <pc:docMk/>
            <pc:sldMk cId="2439754955" sldId="332"/>
            <ac:picMk id="4" creationId="{19447F7A-4B95-4F83-95C0-574CED97E48C}"/>
          </ac:picMkLst>
        </pc:picChg>
        <pc:picChg chg="del">
          <ac:chgData name="Alessandro Ortis" userId="dcdc90ed-3509-45f7-ac48-ad038638580b" providerId="ADAL" clId="{505BECD0-B2B1-4F97-A38B-CC0862EC631A}" dt="2022-03-26T09:34:40.123" v="1255" actId="478"/>
          <ac:picMkLst>
            <pc:docMk/>
            <pc:sldMk cId="2439754955" sldId="332"/>
            <ac:picMk id="5" creationId="{4D2F7533-521C-43BB-ADB7-FE2A1C66AC01}"/>
          </ac:picMkLst>
        </pc:picChg>
      </pc:sldChg>
      <pc:sldChg chg="addSp delSp modSp add mod">
        <pc:chgData name="Alessandro Ortis" userId="dcdc90ed-3509-45f7-ac48-ad038638580b" providerId="ADAL" clId="{505BECD0-B2B1-4F97-A38B-CC0862EC631A}" dt="2022-03-26T10:09:45.580" v="1785" actId="1076"/>
        <pc:sldMkLst>
          <pc:docMk/>
          <pc:sldMk cId="2875203362" sldId="333"/>
        </pc:sldMkLst>
        <pc:spChg chg="mod">
          <ac:chgData name="Alessandro Ortis" userId="dcdc90ed-3509-45f7-ac48-ad038638580b" providerId="ADAL" clId="{505BECD0-B2B1-4F97-A38B-CC0862EC631A}" dt="2022-03-26T10:09:40.997" v="1784" actId="20577"/>
          <ac:spMkLst>
            <pc:docMk/>
            <pc:sldMk cId="2875203362" sldId="333"/>
            <ac:spMk id="4" creationId="{E6D5F4A5-93CC-474D-973C-75CB289EAB37}"/>
          </ac:spMkLst>
        </pc:spChg>
        <pc:graphicFrameChg chg="add del">
          <ac:chgData name="Alessandro Ortis" userId="dcdc90ed-3509-45f7-ac48-ad038638580b" providerId="ADAL" clId="{505BECD0-B2B1-4F97-A38B-CC0862EC631A}" dt="2022-03-26T10:06:53.079" v="1510"/>
          <ac:graphicFrameMkLst>
            <pc:docMk/>
            <pc:sldMk cId="2875203362" sldId="333"/>
            <ac:graphicFrameMk id="2" creationId="{9889EFFB-F09F-4B06-A2AA-1046363AB484}"/>
          </ac:graphicFrameMkLst>
        </pc:graphicFrameChg>
        <pc:graphicFrameChg chg="add mod modGraphic">
          <ac:chgData name="Alessandro Ortis" userId="dcdc90ed-3509-45f7-ac48-ad038638580b" providerId="ADAL" clId="{505BECD0-B2B1-4F97-A38B-CC0862EC631A}" dt="2022-03-26T10:09:45.580" v="1785" actId="1076"/>
          <ac:graphicFrameMkLst>
            <pc:docMk/>
            <pc:sldMk cId="2875203362" sldId="333"/>
            <ac:graphicFrameMk id="5" creationId="{7610FA72-6AB1-4A57-A17D-30A355054074}"/>
          </ac:graphicFrameMkLst>
        </pc:graphicFrameChg>
      </pc:sldChg>
      <pc:sldChg chg="modSp add mod">
        <pc:chgData name="Alessandro Ortis" userId="dcdc90ed-3509-45f7-ac48-ad038638580b" providerId="ADAL" clId="{505BECD0-B2B1-4F97-A38B-CC0862EC631A}" dt="2022-03-27T07:34:02.389" v="1943" actId="20577"/>
        <pc:sldMkLst>
          <pc:docMk/>
          <pc:sldMk cId="2229601584" sldId="334"/>
        </pc:sldMkLst>
        <pc:spChg chg="mod">
          <ac:chgData name="Alessandro Ortis" userId="dcdc90ed-3509-45f7-ac48-ad038638580b" providerId="ADAL" clId="{505BECD0-B2B1-4F97-A38B-CC0862EC631A}" dt="2022-03-27T07:34:02.389" v="1943" actId="20577"/>
          <ac:spMkLst>
            <pc:docMk/>
            <pc:sldMk cId="2229601584" sldId="334"/>
            <ac:spMk id="4" creationId="{E6D5F4A5-93CC-474D-973C-75CB289EAB37}"/>
          </ac:spMkLst>
        </pc:spChg>
        <pc:spChg chg="mod">
          <ac:chgData name="Alessandro Ortis" userId="dcdc90ed-3509-45f7-ac48-ad038638580b" providerId="ADAL" clId="{505BECD0-B2B1-4F97-A38B-CC0862EC631A}" dt="2022-03-26T10:10:08.924" v="1797" actId="20577"/>
          <ac:spMkLst>
            <pc:docMk/>
            <pc:sldMk cId="2229601584" sldId="334"/>
            <ac:spMk id="98306" creationId="{686F158F-830F-4F07-8B7A-C0592E1C9D12}"/>
          </ac:spMkLst>
        </pc:spChg>
      </pc:sldChg>
      <pc:sldChg chg="add">
        <pc:chgData name="Alessandro Ortis" userId="dcdc90ed-3509-45f7-ac48-ad038638580b" providerId="ADAL" clId="{505BECD0-B2B1-4F97-A38B-CC0862EC631A}" dt="2022-03-27T07:30:03.557" v="1813"/>
        <pc:sldMkLst>
          <pc:docMk/>
          <pc:sldMk cId="1434862737" sldId="335"/>
        </pc:sldMkLst>
      </pc:sldChg>
      <pc:sldChg chg="addSp delSp modSp add mod">
        <pc:chgData name="Alessandro Ortis" userId="dcdc90ed-3509-45f7-ac48-ad038638580b" providerId="ADAL" clId="{505BECD0-B2B1-4F97-A38B-CC0862EC631A}" dt="2022-03-27T07:36:05.281" v="1952" actId="732"/>
        <pc:sldMkLst>
          <pc:docMk/>
          <pc:sldMk cId="2479118465" sldId="336"/>
        </pc:sldMkLst>
        <pc:spChg chg="del">
          <ac:chgData name="Alessandro Ortis" userId="dcdc90ed-3509-45f7-ac48-ad038638580b" providerId="ADAL" clId="{505BECD0-B2B1-4F97-A38B-CC0862EC631A}" dt="2022-03-27T07:35:18.542" v="1945" actId="478"/>
          <ac:spMkLst>
            <pc:docMk/>
            <pc:sldMk cId="2479118465" sldId="336"/>
            <ac:spMk id="4" creationId="{E6D5F4A5-93CC-474D-973C-75CB289EAB37}"/>
          </ac:spMkLst>
        </pc:spChg>
        <pc:picChg chg="add mod modCrop">
          <ac:chgData name="Alessandro Ortis" userId="dcdc90ed-3509-45f7-ac48-ad038638580b" providerId="ADAL" clId="{505BECD0-B2B1-4F97-A38B-CC0862EC631A}" dt="2022-03-27T07:36:05.281" v="1952" actId="732"/>
          <ac:picMkLst>
            <pc:docMk/>
            <pc:sldMk cId="2479118465" sldId="336"/>
            <ac:picMk id="5" creationId="{B45D7AF5-23C8-4D95-8912-B5C4934C3AB2}"/>
          </ac:picMkLst>
        </pc:picChg>
      </pc:sldChg>
      <pc:sldChg chg="add">
        <pc:chgData name="Alessandro Ortis" userId="dcdc90ed-3509-45f7-ac48-ad038638580b" providerId="ADAL" clId="{505BECD0-B2B1-4F97-A38B-CC0862EC631A}" dt="2022-03-27T07:35:21.297" v="1947"/>
        <pc:sldMkLst>
          <pc:docMk/>
          <pc:sldMk cId="3978623986" sldId="337"/>
        </pc:sldMkLst>
      </pc:sldChg>
      <pc:sldChg chg="add">
        <pc:chgData name="Alessandro Ortis" userId="dcdc90ed-3509-45f7-ac48-ad038638580b" providerId="ADAL" clId="{505BECD0-B2B1-4F97-A38B-CC0862EC631A}" dt="2022-03-27T07:35:39.925" v="1949"/>
        <pc:sldMkLst>
          <pc:docMk/>
          <pc:sldMk cId="2376286052" sldId="338"/>
        </pc:sldMkLst>
      </pc:sldChg>
      <pc:sldChg chg="add">
        <pc:chgData name="Alessandro Ortis" userId="dcdc90ed-3509-45f7-ac48-ad038638580b" providerId="ADAL" clId="{505BECD0-B2B1-4F97-A38B-CC0862EC631A}" dt="2022-03-27T07:35:50.342" v="1951"/>
        <pc:sldMkLst>
          <pc:docMk/>
          <pc:sldMk cId="1555932772" sldId="339"/>
        </pc:sldMkLst>
      </pc:sldChg>
      <pc:sldChg chg="addSp delSp modSp add mod">
        <pc:chgData name="Alessandro Ortis" userId="dcdc90ed-3509-45f7-ac48-ad038638580b" providerId="ADAL" clId="{505BECD0-B2B1-4F97-A38B-CC0862EC631A}" dt="2022-03-27T07:38:10.729" v="2018" actId="5793"/>
        <pc:sldMkLst>
          <pc:docMk/>
          <pc:sldMk cId="2041957101" sldId="340"/>
        </pc:sldMkLst>
        <pc:spChg chg="add mod">
          <ac:chgData name="Alessandro Ortis" userId="dcdc90ed-3509-45f7-ac48-ad038638580b" providerId="ADAL" clId="{505BECD0-B2B1-4F97-A38B-CC0862EC631A}" dt="2022-03-27T07:37:13.455" v="1966" actId="164"/>
          <ac:spMkLst>
            <pc:docMk/>
            <pc:sldMk cId="2041957101" sldId="340"/>
            <ac:spMk id="2" creationId="{6FCFBD14-00C7-4F95-9449-E8D713049AC0}"/>
          </ac:spMkLst>
        </pc:spChg>
        <pc:spChg chg="add del">
          <ac:chgData name="Alessandro Ortis" userId="dcdc90ed-3509-45f7-ac48-ad038638580b" providerId="ADAL" clId="{505BECD0-B2B1-4F97-A38B-CC0862EC631A}" dt="2022-03-27T07:37:32.419" v="1969" actId="22"/>
          <ac:spMkLst>
            <pc:docMk/>
            <pc:sldMk cId="2041957101" sldId="340"/>
            <ac:spMk id="9" creationId="{BC13E394-BF15-4F76-AA07-80F70A86DA47}"/>
          </ac:spMkLst>
        </pc:spChg>
        <pc:spChg chg="add mod">
          <ac:chgData name="Alessandro Ortis" userId="dcdc90ed-3509-45f7-ac48-ad038638580b" providerId="ADAL" clId="{505BECD0-B2B1-4F97-A38B-CC0862EC631A}" dt="2022-03-27T07:38:10.729" v="2018" actId="5793"/>
          <ac:spMkLst>
            <pc:docMk/>
            <pc:sldMk cId="2041957101" sldId="340"/>
            <ac:spMk id="11" creationId="{ED02BB76-004D-43F2-8B4E-E5CF3BB91B7F}"/>
          </ac:spMkLst>
        </pc:spChg>
        <pc:grpChg chg="add mod">
          <ac:chgData name="Alessandro Ortis" userId="dcdc90ed-3509-45f7-ac48-ad038638580b" providerId="ADAL" clId="{505BECD0-B2B1-4F97-A38B-CC0862EC631A}" dt="2022-03-27T07:37:16.520" v="1967" actId="1076"/>
          <ac:grpSpMkLst>
            <pc:docMk/>
            <pc:sldMk cId="2041957101" sldId="340"/>
            <ac:grpSpMk id="3" creationId="{F2DD09EB-75C7-4D78-B8F3-CC3EAD03B00B}"/>
          </ac:grpSpMkLst>
        </pc:grpChg>
        <pc:picChg chg="add del mod">
          <ac:chgData name="Alessandro Ortis" userId="dcdc90ed-3509-45f7-ac48-ad038638580b" providerId="ADAL" clId="{505BECD0-B2B1-4F97-A38B-CC0862EC631A}" dt="2022-03-27T07:36:33.484" v="1959" actId="478"/>
          <ac:picMkLst>
            <pc:docMk/>
            <pc:sldMk cId="2041957101" sldId="340"/>
            <ac:picMk id="4" creationId="{5F1D0EA7-CC9F-4FFD-B237-FCA6B61B9CC9}"/>
          </ac:picMkLst>
        </pc:picChg>
        <pc:picChg chg="del">
          <ac:chgData name="Alessandro Ortis" userId="dcdc90ed-3509-45f7-ac48-ad038638580b" providerId="ADAL" clId="{505BECD0-B2B1-4F97-A38B-CC0862EC631A}" dt="2022-03-27T07:36:21.972" v="1954" actId="478"/>
          <ac:picMkLst>
            <pc:docMk/>
            <pc:sldMk cId="2041957101" sldId="340"/>
            <ac:picMk id="5" creationId="{B45D7AF5-23C8-4D95-8912-B5C4934C3AB2}"/>
          </ac:picMkLst>
        </pc:picChg>
        <pc:picChg chg="add mod">
          <ac:chgData name="Alessandro Ortis" userId="dcdc90ed-3509-45f7-ac48-ad038638580b" providerId="ADAL" clId="{505BECD0-B2B1-4F97-A38B-CC0862EC631A}" dt="2022-03-27T07:37:13.455" v="1966" actId="164"/>
          <ac:picMkLst>
            <pc:docMk/>
            <pc:sldMk cId="2041957101" sldId="340"/>
            <ac:picMk id="6" creationId="{8FE53EAD-E5AB-41A8-ACB3-5D508DF92F91}"/>
          </ac:picMkLst>
        </pc:picChg>
      </pc:sldChg>
      <pc:sldChg chg="addSp delSp modSp add mod">
        <pc:chgData name="Alessandro Ortis" userId="dcdc90ed-3509-45f7-ac48-ad038638580b" providerId="ADAL" clId="{505BECD0-B2B1-4F97-A38B-CC0862EC631A}" dt="2022-03-27T07:47:04.112" v="2841" actId="478"/>
        <pc:sldMkLst>
          <pc:docMk/>
          <pc:sldMk cId="1845201672" sldId="341"/>
        </pc:sldMkLst>
        <pc:spChg chg="add del mod">
          <ac:chgData name="Alessandro Ortis" userId="dcdc90ed-3509-45f7-ac48-ad038638580b" providerId="ADAL" clId="{505BECD0-B2B1-4F97-A38B-CC0862EC631A}" dt="2022-03-27T07:47:04.112" v="2841" actId="478"/>
          <ac:spMkLst>
            <pc:docMk/>
            <pc:sldMk cId="1845201672" sldId="341"/>
            <ac:spMk id="2" creationId="{32BC6F86-3EF3-47AD-A6DA-E7DDEBEB281D}"/>
          </ac:spMkLst>
        </pc:spChg>
        <pc:spChg chg="mod">
          <ac:chgData name="Alessandro Ortis" userId="dcdc90ed-3509-45f7-ac48-ad038638580b" providerId="ADAL" clId="{505BECD0-B2B1-4F97-A38B-CC0862EC631A}" dt="2022-03-27T07:42:39.543" v="2528" actId="6549"/>
          <ac:spMkLst>
            <pc:docMk/>
            <pc:sldMk cId="1845201672" sldId="341"/>
            <ac:spMk id="4" creationId="{E6D5F4A5-93CC-474D-973C-75CB289EAB37}"/>
          </ac:spMkLst>
        </pc:spChg>
        <pc:spChg chg="mod">
          <ac:chgData name="Alessandro Ortis" userId="dcdc90ed-3509-45f7-ac48-ad038638580b" providerId="ADAL" clId="{505BECD0-B2B1-4F97-A38B-CC0862EC631A}" dt="2022-03-27T07:38:55.548" v="2025" actId="20577"/>
          <ac:spMkLst>
            <pc:docMk/>
            <pc:sldMk cId="1845201672" sldId="341"/>
            <ac:spMk id="98306" creationId="{686F158F-830F-4F07-8B7A-C0592E1C9D12}"/>
          </ac:spMkLst>
        </pc:spChg>
      </pc:sldChg>
      <pc:sldChg chg="addSp delSp modSp add mod">
        <pc:chgData name="Alessandro Ortis" userId="dcdc90ed-3509-45f7-ac48-ad038638580b" providerId="ADAL" clId="{505BECD0-B2B1-4F97-A38B-CC0862EC631A}" dt="2022-03-27T07:50:49.598" v="2891" actId="20577"/>
        <pc:sldMkLst>
          <pc:docMk/>
          <pc:sldMk cId="2082233821" sldId="342"/>
        </pc:sldMkLst>
        <pc:spChg chg="mod">
          <ac:chgData name="Alessandro Ortis" userId="dcdc90ed-3509-45f7-ac48-ad038638580b" providerId="ADAL" clId="{505BECD0-B2B1-4F97-A38B-CC0862EC631A}" dt="2022-03-27T07:50:49.598" v="2891" actId="20577"/>
          <ac:spMkLst>
            <pc:docMk/>
            <pc:sldMk cId="2082233821" sldId="342"/>
            <ac:spMk id="2" creationId="{32BC6F86-3EF3-47AD-A6DA-E7DDEBEB281D}"/>
          </ac:spMkLst>
        </pc:spChg>
        <pc:spChg chg="del">
          <ac:chgData name="Alessandro Ortis" userId="dcdc90ed-3509-45f7-ac48-ad038638580b" providerId="ADAL" clId="{505BECD0-B2B1-4F97-A38B-CC0862EC631A}" dt="2022-03-27T07:50:04.742" v="2888" actId="478"/>
          <ac:spMkLst>
            <pc:docMk/>
            <pc:sldMk cId="2082233821" sldId="342"/>
            <ac:spMk id="4" creationId="{E6D5F4A5-93CC-474D-973C-75CB289EAB37}"/>
          </ac:spMkLst>
        </pc:spChg>
        <pc:spChg chg="add del mod">
          <ac:chgData name="Alessandro Ortis" userId="dcdc90ed-3509-45f7-ac48-ad038638580b" providerId="ADAL" clId="{505BECD0-B2B1-4F97-A38B-CC0862EC631A}" dt="2022-03-27T07:45:55.333" v="2783"/>
          <ac:spMkLst>
            <pc:docMk/>
            <pc:sldMk cId="2082233821" sldId="342"/>
            <ac:spMk id="5" creationId="{BABC58C2-7CF0-433B-9E29-B44544495279}"/>
          </ac:spMkLst>
        </pc:spChg>
        <pc:spChg chg="add mod">
          <ac:chgData name="Alessandro Ortis" userId="dcdc90ed-3509-45f7-ac48-ad038638580b" providerId="ADAL" clId="{505BECD0-B2B1-4F97-A38B-CC0862EC631A}" dt="2022-03-27T07:50:09.699" v="2889" actId="1076"/>
          <ac:spMkLst>
            <pc:docMk/>
            <pc:sldMk cId="2082233821" sldId="342"/>
            <ac:spMk id="7" creationId="{8235E264-DCB5-4DF5-BA92-1C14BC54AA0F}"/>
          </ac:spMkLst>
        </pc:spChg>
      </pc:sldChg>
      <pc:sldChg chg="add del">
        <pc:chgData name="Alessandro Ortis" userId="dcdc90ed-3509-45f7-ac48-ad038638580b" providerId="ADAL" clId="{505BECD0-B2B1-4F97-A38B-CC0862EC631A}" dt="2022-03-27T07:50:00.360" v="2887" actId="47"/>
        <pc:sldMkLst>
          <pc:docMk/>
          <pc:sldMk cId="2717612835" sldId="343"/>
        </pc:sldMkLst>
      </pc:sldChg>
      <pc:sldChg chg="addSp delSp modSp add mod">
        <pc:chgData name="Alessandro Ortis" userId="dcdc90ed-3509-45f7-ac48-ad038638580b" providerId="ADAL" clId="{505BECD0-B2B1-4F97-A38B-CC0862EC631A}" dt="2022-03-27T07:47:46.996" v="2850" actId="732"/>
        <pc:sldMkLst>
          <pc:docMk/>
          <pc:sldMk cId="2666621427" sldId="344"/>
        </pc:sldMkLst>
        <pc:spChg chg="del">
          <ac:chgData name="Alessandro Ortis" userId="dcdc90ed-3509-45f7-ac48-ad038638580b" providerId="ADAL" clId="{505BECD0-B2B1-4F97-A38B-CC0862EC631A}" dt="2022-03-27T07:47:11.240" v="2843" actId="478"/>
          <ac:spMkLst>
            <pc:docMk/>
            <pc:sldMk cId="2666621427" sldId="344"/>
            <ac:spMk id="4" creationId="{E6D5F4A5-93CC-474D-973C-75CB289EAB37}"/>
          </ac:spMkLst>
        </pc:spChg>
        <pc:picChg chg="add mod modCrop">
          <ac:chgData name="Alessandro Ortis" userId="dcdc90ed-3509-45f7-ac48-ad038638580b" providerId="ADAL" clId="{505BECD0-B2B1-4F97-A38B-CC0862EC631A}" dt="2022-03-27T07:47:46.996" v="2850" actId="732"/>
          <ac:picMkLst>
            <pc:docMk/>
            <pc:sldMk cId="2666621427" sldId="344"/>
            <ac:picMk id="5" creationId="{66D60CD6-9CAE-4A3A-828A-29DA4EBBF2F8}"/>
          </ac:picMkLst>
        </pc:picChg>
      </pc:sldChg>
      <pc:sldChg chg="addSp delSp modSp add mod">
        <pc:chgData name="Alessandro Ortis" userId="dcdc90ed-3509-45f7-ac48-ad038638580b" providerId="ADAL" clId="{505BECD0-B2B1-4F97-A38B-CC0862EC631A}" dt="2022-03-27T07:49:46.118" v="2886" actId="478"/>
        <pc:sldMkLst>
          <pc:docMk/>
          <pc:sldMk cId="4294170485" sldId="345"/>
        </pc:sldMkLst>
        <pc:spChg chg="add mod">
          <ac:chgData name="Alessandro Ortis" userId="dcdc90ed-3509-45f7-ac48-ad038638580b" providerId="ADAL" clId="{505BECD0-B2B1-4F97-A38B-CC0862EC631A}" dt="2022-03-27T07:49:12.937" v="2880" actId="1076"/>
          <ac:spMkLst>
            <pc:docMk/>
            <pc:sldMk cId="4294170485" sldId="345"/>
            <ac:spMk id="2" creationId="{DC5C85CF-9B85-40F0-8F75-403C71A7D417}"/>
          </ac:spMkLst>
        </pc:spChg>
        <pc:spChg chg="add del mod">
          <ac:chgData name="Alessandro Ortis" userId="dcdc90ed-3509-45f7-ac48-ad038638580b" providerId="ADAL" clId="{505BECD0-B2B1-4F97-A38B-CC0862EC631A}" dt="2022-03-27T07:49:46.118" v="2886" actId="478"/>
          <ac:spMkLst>
            <pc:docMk/>
            <pc:sldMk cId="4294170485" sldId="345"/>
            <ac:spMk id="7" creationId="{56F92411-C087-482D-BB6A-0EAE5194F889}"/>
          </ac:spMkLst>
        </pc:spChg>
        <pc:cxnChg chg="add mod">
          <ac:chgData name="Alessandro Ortis" userId="dcdc90ed-3509-45f7-ac48-ad038638580b" providerId="ADAL" clId="{505BECD0-B2B1-4F97-A38B-CC0862EC631A}" dt="2022-03-27T07:49:24.093" v="2883" actId="1076"/>
          <ac:cxnSpMkLst>
            <pc:docMk/>
            <pc:sldMk cId="4294170485" sldId="345"/>
            <ac:cxnSpMk id="4" creationId="{3294433B-A9D9-42F6-BDDD-7862234F6475}"/>
          </ac:cxnSpMkLst>
        </pc:cxnChg>
        <pc:cxnChg chg="add del mod">
          <ac:chgData name="Alessandro Ortis" userId="dcdc90ed-3509-45f7-ac48-ad038638580b" providerId="ADAL" clId="{505BECD0-B2B1-4F97-A38B-CC0862EC631A}" dt="2022-03-27T07:49:46.118" v="2886" actId="478"/>
          <ac:cxnSpMkLst>
            <pc:docMk/>
            <pc:sldMk cId="4294170485" sldId="345"/>
            <ac:cxnSpMk id="8" creationId="{3613EFFC-93DF-4489-9FE7-1A5DBAD3ED7F}"/>
          </ac:cxnSpMkLst>
        </pc:cxnChg>
      </pc:sldChg>
      <pc:sldChg chg="add">
        <pc:chgData name="Alessandro Ortis" userId="dcdc90ed-3509-45f7-ac48-ad038638580b" providerId="ADAL" clId="{505BECD0-B2B1-4F97-A38B-CC0862EC631A}" dt="2022-03-27T07:47:31.613" v="2847"/>
        <pc:sldMkLst>
          <pc:docMk/>
          <pc:sldMk cId="452819715" sldId="346"/>
        </pc:sldMkLst>
      </pc:sldChg>
      <pc:sldChg chg="add">
        <pc:chgData name="Alessandro Ortis" userId="dcdc90ed-3509-45f7-ac48-ad038638580b" providerId="ADAL" clId="{505BECD0-B2B1-4F97-A38B-CC0862EC631A}" dt="2022-03-27T07:47:40.555" v="2849"/>
        <pc:sldMkLst>
          <pc:docMk/>
          <pc:sldMk cId="3949764830" sldId="347"/>
        </pc:sldMkLst>
      </pc:sldChg>
      <pc:sldChg chg="addSp modSp add mod">
        <pc:chgData name="Alessandro Ortis" userId="dcdc90ed-3509-45f7-ac48-ad038638580b" providerId="ADAL" clId="{505BECD0-B2B1-4F97-A38B-CC0862EC631A}" dt="2022-03-27T07:52:23.511" v="2938" actId="20577"/>
        <pc:sldMkLst>
          <pc:docMk/>
          <pc:sldMk cId="16838347" sldId="348"/>
        </pc:sldMkLst>
        <pc:spChg chg="add mod">
          <ac:chgData name="Alessandro Ortis" userId="dcdc90ed-3509-45f7-ac48-ad038638580b" providerId="ADAL" clId="{505BECD0-B2B1-4F97-A38B-CC0862EC631A}" dt="2022-03-27T07:52:23.511" v="2938" actId="20577"/>
          <ac:spMkLst>
            <pc:docMk/>
            <pc:sldMk cId="16838347" sldId="348"/>
            <ac:spMk id="5" creationId="{9F3B08C4-9A03-4DE1-95A1-9D76B691F6C1}"/>
          </ac:spMkLst>
        </pc:spChg>
      </pc:sldChg>
      <pc:sldChg chg="addSp delSp modSp add mod">
        <pc:chgData name="Alessandro Ortis" userId="dcdc90ed-3509-45f7-ac48-ad038638580b" providerId="ADAL" clId="{505BECD0-B2B1-4F97-A38B-CC0862EC631A}" dt="2022-03-27T07:53:10.665" v="2941"/>
        <pc:sldMkLst>
          <pc:docMk/>
          <pc:sldMk cId="1362429451" sldId="349"/>
        </pc:sldMkLst>
        <pc:spChg chg="del">
          <ac:chgData name="Alessandro Ortis" userId="dcdc90ed-3509-45f7-ac48-ad038638580b" providerId="ADAL" clId="{505BECD0-B2B1-4F97-A38B-CC0862EC631A}" dt="2022-03-27T07:53:08.005" v="2940" actId="478"/>
          <ac:spMkLst>
            <pc:docMk/>
            <pc:sldMk cId="1362429451" sldId="349"/>
            <ac:spMk id="2" creationId="{32BC6F86-3EF3-47AD-A6DA-E7DDEBEB281D}"/>
          </ac:spMkLst>
        </pc:spChg>
        <pc:spChg chg="del">
          <ac:chgData name="Alessandro Ortis" userId="dcdc90ed-3509-45f7-ac48-ad038638580b" providerId="ADAL" clId="{505BECD0-B2B1-4F97-A38B-CC0862EC631A}" dt="2022-03-27T07:53:08.005" v="2940" actId="478"/>
          <ac:spMkLst>
            <pc:docMk/>
            <pc:sldMk cId="1362429451" sldId="349"/>
            <ac:spMk id="5" creationId="{9F3B08C4-9A03-4DE1-95A1-9D76B691F6C1}"/>
          </ac:spMkLst>
        </pc:spChg>
        <pc:spChg chg="del">
          <ac:chgData name="Alessandro Ortis" userId="dcdc90ed-3509-45f7-ac48-ad038638580b" providerId="ADAL" clId="{505BECD0-B2B1-4F97-A38B-CC0862EC631A}" dt="2022-03-27T07:53:08.005" v="2940" actId="478"/>
          <ac:spMkLst>
            <pc:docMk/>
            <pc:sldMk cId="1362429451" sldId="349"/>
            <ac:spMk id="7" creationId="{8235E264-DCB5-4DF5-BA92-1C14BC54AA0F}"/>
          </ac:spMkLst>
        </pc:spChg>
        <pc:picChg chg="add mod">
          <ac:chgData name="Alessandro Ortis" userId="dcdc90ed-3509-45f7-ac48-ad038638580b" providerId="ADAL" clId="{505BECD0-B2B1-4F97-A38B-CC0862EC631A}" dt="2022-03-27T07:53:10.665" v="2941"/>
          <ac:picMkLst>
            <pc:docMk/>
            <pc:sldMk cId="1362429451" sldId="349"/>
            <ac:picMk id="6" creationId="{4403870D-ACDF-45D1-B25E-6B5C5A39AFB6}"/>
          </ac:picMkLst>
        </pc:picChg>
      </pc:sldChg>
      <pc:sldChg chg="addSp delSp modSp add mod">
        <pc:chgData name="Alessandro Ortis" userId="dcdc90ed-3509-45f7-ac48-ad038638580b" providerId="ADAL" clId="{505BECD0-B2B1-4F97-A38B-CC0862EC631A}" dt="2022-03-27T07:56:15.783" v="2989"/>
        <pc:sldMkLst>
          <pc:docMk/>
          <pc:sldMk cId="1409481645" sldId="350"/>
        </pc:sldMkLst>
        <pc:graphicFrameChg chg="add mod modGraphic">
          <ac:chgData name="Alessandro Ortis" userId="dcdc90ed-3509-45f7-ac48-ad038638580b" providerId="ADAL" clId="{505BECD0-B2B1-4F97-A38B-CC0862EC631A}" dt="2022-03-27T07:56:15.783" v="2989"/>
          <ac:graphicFrameMkLst>
            <pc:docMk/>
            <pc:sldMk cId="1409481645" sldId="350"/>
            <ac:graphicFrameMk id="4" creationId="{603773E3-8D3E-4CDA-B48C-0391DC8324CF}"/>
          </ac:graphicFrameMkLst>
        </pc:graphicFrameChg>
        <pc:picChg chg="del">
          <ac:chgData name="Alessandro Ortis" userId="dcdc90ed-3509-45f7-ac48-ad038638580b" providerId="ADAL" clId="{505BECD0-B2B1-4F97-A38B-CC0862EC631A}" dt="2022-03-27T07:53:20.038" v="2943" actId="478"/>
          <ac:picMkLst>
            <pc:docMk/>
            <pc:sldMk cId="1409481645" sldId="350"/>
            <ac:picMk id="6" creationId="{4403870D-ACDF-45D1-B25E-6B5C5A39AFB6}"/>
          </ac:picMkLst>
        </pc:picChg>
      </pc:sldChg>
      <pc:sldChg chg="modSp add mod">
        <pc:chgData name="Alessandro Ortis" userId="dcdc90ed-3509-45f7-ac48-ad038638580b" providerId="ADAL" clId="{505BECD0-B2B1-4F97-A38B-CC0862EC631A}" dt="2022-03-27T08:46:47.141" v="3684" actId="20577"/>
        <pc:sldMkLst>
          <pc:docMk/>
          <pc:sldMk cId="3862260686" sldId="351"/>
        </pc:sldMkLst>
        <pc:spChg chg="mod">
          <ac:chgData name="Alessandro Ortis" userId="dcdc90ed-3509-45f7-ac48-ad038638580b" providerId="ADAL" clId="{505BECD0-B2B1-4F97-A38B-CC0862EC631A}" dt="2022-03-27T08:46:47.141" v="3684" actId="20577"/>
          <ac:spMkLst>
            <pc:docMk/>
            <pc:sldMk cId="3862260686" sldId="351"/>
            <ac:spMk id="4" creationId="{E6D5F4A5-93CC-474D-973C-75CB289EAB37}"/>
          </ac:spMkLst>
        </pc:spChg>
        <pc:spChg chg="mod">
          <ac:chgData name="Alessandro Ortis" userId="dcdc90ed-3509-45f7-ac48-ad038638580b" providerId="ADAL" clId="{505BECD0-B2B1-4F97-A38B-CC0862EC631A}" dt="2022-03-27T08:43:25.119" v="2995" actId="20577"/>
          <ac:spMkLst>
            <pc:docMk/>
            <pc:sldMk cId="3862260686" sldId="351"/>
            <ac:spMk id="98306" creationId="{686F158F-830F-4F07-8B7A-C0592E1C9D12}"/>
          </ac:spMkLst>
        </pc:spChg>
      </pc:sldChg>
      <pc:sldChg chg="addSp modSp add mod">
        <pc:chgData name="Alessandro Ortis" userId="dcdc90ed-3509-45f7-ac48-ad038638580b" providerId="ADAL" clId="{505BECD0-B2B1-4F97-A38B-CC0862EC631A}" dt="2022-03-29T20:48:38.870" v="6042" actId="20577"/>
        <pc:sldMkLst>
          <pc:docMk/>
          <pc:sldMk cId="91806901" sldId="352"/>
        </pc:sldMkLst>
        <pc:spChg chg="mod">
          <ac:chgData name="Alessandro Ortis" userId="dcdc90ed-3509-45f7-ac48-ad038638580b" providerId="ADAL" clId="{505BECD0-B2B1-4F97-A38B-CC0862EC631A}" dt="2022-03-29T20:48:38.870" v="6042" actId="20577"/>
          <ac:spMkLst>
            <pc:docMk/>
            <pc:sldMk cId="91806901" sldId="352"/>
            <ac:spMk id="4" creationId="{E6D5F4A5-93CC-474D-973C-75CB289EAB37}"/>
          </ac:spMkLst>
        </pc:spChg>
        <pc:picChg chg="add mod">
          <ac:chgData name="Alessandro Ortis" userId="dcdc90ed-3509-45f7-ac48-ad038638580b" providerId="ADAL" clId="{505BECD0-B2B1-4F97-A38B-CC0862EC631A}" dt="2022-03-29T20:39:11.135" v="5795" actId="1076"/>
          <ac:picMkLst>
            <pc:docMk/>
            <pc:sldMk cId="91806901" sldId="352"/>
            <ac:picMk id="3" creationId="{9C6FB50A-FBE7-4CC7-94B8-B6AEFE882AAE}"/>
          </ac:picMkLst>
        </pc:picChg>
      </pc:sldChg>
      <pc:sldChg chg="addSp delSp modSp add del mod">
        <pc:chgData name="Alessandro Ortis" userId="dcdc90ed-3509-45f7-ac48-ad038638580b" providerId="ADAL" clId="{505BECD0-B2B1-4F97-A38B-CC0862EC631A}" dt="2022-03-29T20:38:06.041" v="5788" actId="2696"/>
        <pc:sldMkLst>
          <pc:docMk/>
          <pc:sldMk cId="328828107" sldId="352"/>
        </pc:sldMkLst>
        <pc:spChg chg="add del">
          <ac:chgData name="Alessandro Ortis" userId="dcdc90ed-3509-45f7-ac48-ad038638580b" providerId="ADAL" clId="{505BECD0-B2B1-4F97-A38B-CC0862EC631A}" dt="2022-03-29T20:30:37.770" v="5328"/>
          <ac:spMkLst>
            <pc:docMk/>
            <pc:sldMk cId="328828107" sldId="352"/>
            <ac:spMk id="2" creationId="{8F03D478-AAFB-438A-A71A-0085C970B767}"/>
          </ac:spMkLst>
        </pc:spChg>
        <pc:spChg chg="mod">
          <ac:chgData name="Alessandro Ortis" userId="dcdc90ed-3509-45f7-ac48-ad038638580b" providerId="ADAL" clId="{505BECD0-B2B1-4F97-A38B-CC0862EC631A}" dt="2022-03-29T20:37:59.178" v="5787" actId="12"/>
          <ac:spMkLst>
            <pc:docMk/>
            <pc:sldMk cId="328828107" sldId="352"/>
            <ac:spMk id="4" creationId="{E6D5F4A5-93CC-474D-973C-75CB289EAB37}"/>
          </ac:spMkLst>
        </pc:spChg>
        <pc:spChg chg="add del mod">
          <ac:chgData name="Alessandro Ortis" userId="dcdc90ed-3509-45f7-ac48-ad038638580b" providerId="ADAL" clId="{505BECD0-B2B1-4F97-A38B-CC0862EC631A}" dt="2022-03-29T20:32:08.588" v="5385" actId="478"/>
          <ac:spMkLst>
            <pc:docMk/>
            <pc:sldMk cId="328828107" sldId="352"/>
            <ac:spMk id="6" creationId="{A762425F-AACF-4F0A-8E25-80B6BE46D6B5}"/>
          </ac:spMkLst>
        </pc:spChg>
        <pc:spChg chg="mod">
          <ac:chgData name="Alessandro Ortis" userId="dcdc90ed-3509-45f7-ac48-ad038638580b" providerId="ADAL" clId="{505BECD0-B2B1-4F97-A38B-CC0862EC631A}" dt="2022-03-27T08:43:29.983" v="3001" actId="20577"/>
          <ac:spMkLst>
            <pc:docMk/>
            <pc:sldMk cId="328828107" sldId="352"/>
            <ac:spMk id="98306" creationId="{686F158F-830F-4F07-8B7A-C0592E1C9D12}"/>
          </ac:spMkLst>
        </pc:spChg>
      </pc:sldChg>
      <pc:sldChg chg="addSp delSp modSp add mod">
        <pc:chgData name="Alessandro Ortis" userId="dcdc90ed-3509-45f7-ac48-ad038638580b" providerId="ADAL" clId="{505BECD0-B2B1-4F97-A38B-CC0862EC631A}" dt="2022-03-27T08:51:05.818" v="3718" actId="1036"/>
        <pc:sldMkLst>
          <pc:docMk/>
          <pc:sldMk cId="1553317315" sldId="353"/>
        </pc:sldMkLst>
        <pc:spChg chg="del">
          <ac:chgData name="Alessandro Ortis" userId="dcdc90ed-3509-45f7-ac48-ad038638580b" providerId="ADAL" clId="{505BECD0-B2B1-4F97-A38B-CC0862EC631A}" dt="2022-03-27T08:49:04.213" v="3686" actId="478"/>
          <ac:spMkLst>
            <pc:docMk/>
            <pc:sldMk cId="1553317315" sldId="353"/>
            <ac:spMk id="4" creationId="{E6D5F4A5-93CC-474D-973C-75CB289EAB37}"/>
          </ac:spMkLst>
        </pc:spChg>
        <pc:picChg chg="add mod">
          <ac:chgData name="Alessandro Ortis" userId="dcdc90ed-3509-45f7-ac48-ad038638580b" providerId="ADAL" clId="{505BECD0-B2B1-4F97-A38B-CC0862EC631A}" dt="2022-03-27T08:51:05.818" v="3718" actId="1036"/>
          <ac:picMkLst>
            <pc:docMk/>
            <pc:sldMk cId="1553317315" sldId="353"/>
            <ac:picMk id="3" creationId="{FBF7C8A0-5EB6-493E-BC68-CB55D0BA7AE4}"/>
          </ac:picMkLst>
        </pc:picChg>
      </pc:sldChg>
      <pc:sldChg chg="addSp delSp modSp add mod">
        <pc:chgData name="Alessandro Ortis" userId="dcdc90ed-3509-45f7-ac48-ad038638580b" providerId="ADAL" clId="{505BECD0-B2B1-4F97-A38B-CC0862EC631A}" dt="2022-03-29T20:00:59.510" v="4266" actId="1076"/>
        <pc:sldMkLst>
          <pc:docMk/>
          <pc:sldMk cId="1981783250" sldId="354"/>
        </pc:sldMkLst>
        <pc:spChg chg="add mod">
          <ac:chgData name="Alessandro Ortis" userId="dcdc90ed-3509-45f7-ac48-ad038638580b" providerId="ADAL" clId="{505BECD0-B2B1-4F97-A38B-CC0862EC631A}" dt="2022-03-29T20:00:32.303" v="4258" actId="403"/>
          <ac:spMkLst>
            <pc:docMk/>
            <pc:sldMk cId="1981783250" sldId="354"/>
            <ac:spMk id="5" creationId="{FDB19AA9-3CAE-4C80-AC0F-7FFCA947DD9F}"/>
          </ac:spMkLst>
        </pc:spChg>
        <pc:picChg chg="del">
          <ac:chgData name="Alessandro Ortis" userId="dcdc90ed-3509-45f7-ac48-ad038638580b" providerId="ADAL" clId="{505BECD0-B2B1-4F97-A38B-CC0862EC631A}" dt="2022-03-27T08:51:20.467" v="3720" actId="478"/>
          <ac:picMkLst>
            <pc:docMk/>
            <pc:sldMk cId="1981783250" sldId="354"/>
            <ac:picMk id="3" creationId="{FBF7C8A0-5EB6-493E-BC68-CB55D0BA7AE4}"/>
          </ac:picMkLst>
        </pc:picChg>
        <pc:picChg chg="add mod">
          <ac:chgData name="Alessandro Ortis" userId="dcdc90ed-3509-45f7-ac48-ad038638580b" providerId="ADAL" clId="{505BECD0-B2B1-4F97-A38B-CC0862EC631A}" dt="2022-03-29T20:00:59.510" v="4266" actId="1076"/>
          <ac:picMkLst>
            <pc:docMk/>
            <pc:sldMk cId="1981783250" sldId="354"/>
            <ac:picMk id="4" creationId="{561805FA-4D66-4E3F-B0BA-647375D68713}"/>
          </ac:picMkLst>
        </pc:picChg>
      </pc:sldChg>
      <pc:sldChg chg="addSp delSp modSp add mod">
        <pc:chgData name="Alessandro Ortis" userId="dcdc90ed-3509-45f7-ac48-ad038638580b" providerId="ADAL" clId="{505BECD0-B2B1-4F97-A38B-CC0862EC631A}" dt="2022-03-27T08:51:35.564" v="3728"/>
        <pc:sldMkLst>
          <pc:docMk/>
          <pc:sldMk cId="1154752715" sldId="355"/>
        </pc:sldMkLst>
        <pc:picChg chg="del">
          <ac:chgData name="Alessandro Ortis" userId="dcdc90ed-3509-45f7-ac48-ad038638580b" providerId="ADAL" clId="{505BECD0-B2B1-4F97-A38B-CC0862EC631A}" dt="2022-03-27T08:51:32.892" v="3727" actId="478"/>
          <ac:picMkLst>
            <pc:docMk/>
            <pc:sldMk cId="1154752715" sldId="355"/>
            <ac:picMk id="3" creationId="{FBF7C8A0-5EB6-493E-BC68-CB55D0BA7AE4}"/>
          </ac:picMkLst>
        </pc:picChg>
        <pc:picChg chg="add mod">
          <ac:chgData name="Alessandro Ortis" userId="dcdc90ed-3509-45f7-ac48-ad038638580b" providerId="ADAL" clId="{505BECD0-B2B1-4F97-A38B-CC0862EC631A}" dt="2022-03-27T08:51:35.564" v="3728"/>
          <ac:picMkLst>
            <pc:docMk/>
            <pc:sldMk cId="1154752715" sldId="355"/>
            <ac:picMk id="4" creationId="{248401C9-755C-46E1-9474-67947276C99F}"/>
          </ac:picMkLst>
        </pc:picChg>
      </pc:sldChg>
      <pc:sldChg chg="addSp modSp add mod">
        <pc:chgData name="Alessandro Ortis" userId="dcdc90ed-3509-45f7-ac48-ad038638580b" providerId="ADAL" clId="{505BECD0-B2B1-4F97-A38B-CC0862EC631A}" dt="2022-03-29T20:10:05.138" v="5194" actId="20577"/>
        <pc:sldMkLst>
          <pc:docMk/>
          <pc:sldMk cId="3408335011" sldId="356"/>
        </pc:sldMkLst>
        <pc:spChg chg="add mod">
          <ac:chgData name="Alessandro Ortis" userId="dcdc90ed-3509-45f7-ac48-ad038638580b" providerId="ADAL" clId="{505BECD0-B2B1-4F97-A38B-CC0862EC631A}" dt="2022-03-29T20:10:05.138" v="5194" actId="20577"/>
          <ac:spMkLst>
            <pc:docMk/>
            <pc:sldMk cId="3408335011" sldId="356"/>
            <ac:spMk id="5" creationId="{F209794F-02A0-488E-9931-D416467B6D95}"/>
          </ac:spMkLst>
        </pc:spChg>
        <pc:spChg chg="mod">
          <ac:chgData name="Alessandro Ortis" userId="dcdc90ed-3509-45f7-ac48-ad038638580b" providerId="ADAL" clId="{505BECD0-B2B1-4F97-A38B-CC0862EC631A}" dt="2022-03-27T08:52:16.995" v="3734" actId="20577"/>
          <ac:spMkLst>
            <pc:docMk/>
            <pc:sldMk cId="3408335011" sldId="356"/>
            <ac:spMk id="98306" creationId="{686F158F-830F-4F07-8B7A-C0592E1C9D12}"/>
          </ac:spMkLst>
        </pc:spChg>
        <pc:graphicFrameChg chg="mod modGraphic">
          <ac:chgData name="Alessandro Ortis" userId="dcdc90ed-3509-45f7-ac48-ad038638580b" providerId="ADAL" clId="{505BECD0-B2B1-4F97-A38B-CC0862EC631A}" dt="2022-03-27T08:53:51.759" v="3753"/>
          <ac:graphicFrameMkLst>
            <pc:docMk/>
            <pc:sldMk cId="3408335011" sldId="356"/>
            <ac:graphicFrameMk id="4" creationId="{603773E3-8D3E-4CDA-B48C-0391DC8324CF}"/>
          </ac:graphicFrameMkLst>
        </pc:graphicFrameChg>
      </pc:sldChg>
      <pc:sldChg chg="add">
        <pc:chgData name="Alessandro Ortis" userId="dcdc90ed-3509-45f7-ac48-ad038638580b" providerId="ADAL" clId="{505BECD0-B2B1-4F97-A38B-CC0862EC631A}" dt="2022-03-27T15:40:29.804" v="3756"/>
        <pc:sldMkLst>
          <pc:docMk/>
          <pc:sldMk cId="267897940" sldId="357"/>
        </pc:sldMkLst>
      </pc:sldChg>
      <pc:sldChg chg="addSp delSp modSp add mod">
        <pc:chgData name="Alessandro Ortis" userId="dcdc90ed-3509-45f7-ac48-ad038638580b" providerId="ADAL" clId="{505BECD0-B2B1-4F97-A38B-CC0862EC631A}" dt="2022-03-29T20:02:42.354" v="4358" actId="478"/>
        <pc:sldMkLst>
          <pc:docMk/>
          <pc:sldMk cId="1488025094" sldId="358"/>
        </pc:sldMkLst>
        <pc:spChg chg="mod">
          <ac:chgData name="Alessandro Ortis" userId="dcdc90ed-3509-45f7-ac48-ad038638580b" providerId="ADAL" clId="{505BECD0-B2B1-4F97-A38B-CC0862EC631A}" dt="2022-03-29T19:54:34.261" v="4162" actId="20577"/>
          <ac:spMkLst>
            <pc:docMk/>
            <pc:sldMk cId="1488025094" sldId="358"/>
            <ac:spMk id="4" creationId="{E6D5F4A5-93CC-474D-973C-75CB289EAB37}"/>
          </ac:spMkLst>
        </pc:spChg>
        <pc:spChg chg="add del mod">
          <ac:chgData name="Alessandro Ortis" userId="dcdc90ed-3509-45f7-ac48-ad038638580b" providerId="ADAL" clId="{505BECD0-B2B1-4F97-A38B-CC0862EC631A}" dt="2022-03-29T20:02:42.354" v="4358" actId="478"/>
          <ac:spMkLst>
            <pc:docMk/>
            <pc:sldMk cId="1488025094" sldId="358"/>
            <ac:spMk id="9" creationId="{36C40C4D-7BB3-4E01-98F4-2AC6FB9D24EC}"/>
          </ac:spMkLst>
        </pc:spChg>
        <pc:picChg chg="add mod">
          <ac:chgData name="Alessandro Ortis" userId="dcdc90ed-3509-45f7-ac48-ad038638580b" providerId="ADAL" clId="{505BECD0-B2B1-4F97-A38B-CC0862EC631A}" dt="2022-03-29T19:58:23.523" v="4167" actId="208"/>
          <ac:picMkLst>
            <pc:docMk/>
            <pc:sldMk cId="1488025094" sldId="358"/>
            <ac:picMk id="3" creationId="{3C55E4FC-E3E2-4B29-BEEE-BE73715AC167}"/>
          </ac:picMkLst>
        </pc:picChg>
        <pc:picChg chg="add mod">
          <ac:chgData name="Alessandro Ortis" userId="dcdc90ed-3509-45f7-ac48-ad038638580b" providerId="ADAL" clId="{505BECD0-B2B1-4F97-A38B-CC0862EC631A}" dt="2022-03-29T19:58:33.171" v="4168" actId="1076"/>
          <ac:picMkLst>
            <pc:docMk/>
            <pc:sldMk cId="1488025094" sldId="358"/>
            <ac:picMk id="6" creationId="{376AB573-17EC-4529-811D-CC65A1B9D35F}"/>
          </ac:picMkLst>
        </pc:picChg>
      </pc:sldChg>
      <pc:sldChg chg="modSp add del mod">
        <pc:chgData name="Alessandro Ortis" userId="dcdc90ed-3509-45f7-ac48-ad038638580b" providerId="ADAL" clId="{505BECD0-B2B1-4F97-A38B-CC0862EC631A}" dt="2022-03-29T19:54:21.554" v="4124" actId="2696"/>
        <pc:sldMkLst>
          <pc:docMk/>
          <pc:sldMk cId="4283499923" sldId="358"/>
        </pc:sldMkLst>
        <pc:spChg chg="mod">
          <ac:chgData name="Alessandro Ortis" userId="dcdc90ed-3509-45f7-ac48-ad038638580b" providerId="ADAL" clId="{505BECD0-B2B1-4F97-A38B-CC0862EC631A}" dt="2022-03-29T19:51:53.236" v="4123" actId="20577"/>
          <ac:spMkLst>
            <pc:docMk/>
            <pc:sldMk cId="4283499923" sldId="358"/>
            <ac:spMk id="4" creationId="{E6D5F4A5-93CC-474D-973C-75CB289EAB37}"/>
          </ac:spMkLst>
        </pc:spChg>
      </pc:sldChg>
      <pc:sldChg chg="addSp delSp modSp add mod">
        <pc:chgData name="Alessandro Ortis" userId="dcdc90ed-3509-45f7-ac48-ad038638580b" providerId="ADAL" clId="{505BECD0-B2B1-4F97-A38B-CC0862EC631A}" dt="2022-03-29T20:40:19.046" v="5819" actId="403"/>
        <pc:sldMkLst>
          <pc:docMk/>
          <pc:sldMk cId="651613682" sldId="359"/>
        </pc:sldMkLst>
        <pc:spChg chg="del">
          <ac:chgData name="Alessandro Ortis" userId="dcdc90ed-3509-45f7-ac48-ad038638580b" providerId="ADAL" clId="{505BECD0-B2B1-4F97-A38B-CC0862EC631A}" dt="2022-03-29T20:39:18.186" v="5797" actId="478"/>
          <ac:spMkLst>
            <pc:docMk/>
            <pc:sldMk cId="651613682" sldId="359"/>
            <ac:spMk id="4" creationId="{E6D5F4A5-93CC-474D-973C-75CB289EAB37}"/>
          </ac:spMkLst>
        </pc:spChg>
        <pc:graphicFrameChg chg="add mod modGraphic">
          <ac:chgData name="Alessandro Ortis" userId="dcdc90ed-3509-45f7-ac48-ad038638580b" providerId="ADAL" clId="{505BECD0-B2B1-4F97-A38B-CC0862EC631A}" dt="2022-03-29T20:40:19.046" v="5819" actId="403"/>
          <ac:graphicFrameMkLst>
            <pc:docMk/>
            <pc:sldMk cId="651613682" sldId="359"/>
            <ac:graphicFrameMk id="2" creationId="{3B6F5482-ABB4-435F-A6EB-0B750B308C9C}"/>
          </ac:graphicFrameMkLst>
        </pc:graphicFrameChg>
        <pc:picChg chg="mod">
          <ac:chgData name="Alessandro Ortis" userId="dcdc90ed-3509-45f7-ac48-ad038638580b" providerId="ADAL" clId="{505BECD0-B2B1-4F97-A38B-CC0862EC631A}" dt="2022-03-29T20:39:23.490" v="5799" actId="14100"/>
          <ac:picMkLst>
            <pc:docMk/>
            <pc:sldMk cId="651613682" sldId="359"/>
            <ac:picMk id="3" creationId="{9C6FB50A-FBE7-4CC7-94B8-B6AEFE882AAE}"/>
          </ac:picMkLst>
        </pc:picChg>
      </pc:sldChg>
      <pc:sldChg chg="modSp add mod">
        <pc:chgData name="Alessandro Ortis" userId="dcdc90ed-3509-45f7-ac48-ad038638580b" providerId="ADAL" clId="{505BECD0-B2B1-4F97-A38B-CC0862EC631A}" dt="2022-03-29T20:42:30.058" v="6041" actId="1076"/>
        <pc:sldMkLst>
          <pc:docMk/>
          <pc:sldMk cId="3197023226" sldId="360"/>
        </pc:sldMkLst>
        <pc:spChg chg="mod">
          <ac:chgData name="Alessandro Ortis" userId="dcdc90ed-3509-45f7-ac48-ad038638580b" providerId="ADAL" clId="{505BECD0-B2B1-4F97-A38B-CC0862EC631A}" dt="2022-03-29T20:42:30.058" v="6041" actId="1076"/>
          <ac:spMkLst>
            <pc:docMk/>
            <pc:sldMk cId="3197023226" sldId="360"/>
            <ac:spMk id="5" creationId="{F209794F-02A0-488E-9931-D416467B6D95}"/>
          </ac:spMkLst>
        </pc:spChg>
        <pc:spChg chg="mod">
          <ac:chgData name="Alessandro Ortis" userId="dcdc90ed-3509-45f7-ac48-ad038638580b" providerId="ADAL" clId="{505BECD0-B2B1-4F97-A38B-CC0862EC631A}" dt="2022-03-29T20:40:41.033" v="5821"/>
          <ac:spMkLst>
            <pc:docMk/>
            <pc:sldMk cId="3197023226" sldId="360"/>
            <ac:spMk id="98306" creationId="{686F158F-830F-4F07-8B7A-C0592E1C9D12}"/>
          </ac:spMkLst>
        </pc:spChg>
        <pc:graphicFrameChg chg="mod modGraphic">
          <ac:chgData name="Alessandro Ortis" userId="dcdc90ed-3509-45f7-ac48-ad038638580b" providerId="ADAL" clId="{505BECD0-B2B1-4F97-A38B-CC0862EC631A}" dt="2022-03-29T20:41:19.595" v="5831"/>
          <ac:graphicFrameMkLst>
            <pc:docMk/>
            <pc:sldMk cId="3197023226" sldId="360"/>
            <ac:graphicFrameMk id="4" creationId="{603773E3-8D3E-4CDA-B48C-0391DC8324CF}"/>
          </ac:graphicFrameMkLst>
        </pc:graphicFrameChg>
      </pc:sldChg>
    </pc:docChg>
  </pc:docChgLst>
  <pc:docChgLst>
    <pc:chgData name="Alessandro Ortis" userId="dcdc90ed-3509-45f7-ac48-ad038638580b" providerId="ADAL" clId="{AB0D8EEC-7489-49BC-A9EB-92E72F4D0AF2}"/>
    <pc:docChg chg="delSld modSld">
      <pc:chgData name="Alessandro Ortis" userId="dcdc90ed-3509-45f7-ac48-ad038638580b" providerId="ADAL" clId="{AB0D8EEC-7489-49BC-A9EB-92E72F4D0AF2}" dt="2022-03-25T15:31:21.938" v="21" actId="47"/>
      <pc:docMkLst>
        <pc:docMk/>
      </pc:docMkLst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256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279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289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296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299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300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301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AB0D8EEC-7489-49BC-A9EB-92E72F4D0AF2}" dt="2022-03-25T15:31:13.197" v="20" actId="20577"/>
        <pc:sldMkLst>
          <pc:docMk/>
          <pc:sldMk cId="0" sldId="314"/>
        </pc:sldMkLst>
        <pc:spChg chg="mod">
          <ac:chgData name="Alessandro Ortis" userId="dcdc90ed-3509-45f7-ac48-ad038638580b" providerId="ADAL" clId="{AB0D8EEC-7489-49BC-A9EB-92E72F4D0AF2}" dt="2022-03-25T15:31:13.197" v="20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640541190" sldId="315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2782773637" sldId="319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938715561" sldId="321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685739306" sldId="322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3447533805" sldId="323"/>
        </pc:sldMkLst>
      </pc:sldChg>
      <pc:sldChg chg="del">
        <pc:chgData name="Alessandro Ortis" userId="dcdc90ed-3509-45f7-ac48-ad038638580b" providerId="ADAL" clId="{AB0D8EEC-7489-49BC-A9EB-92E72F4D0AF2}" dt="2022-03-25T15:31:21.938" v="21" actId="47"/>
        <pc:sldMkLst>
          <pc:docMk/>
          <pc:sldMk cId="1989234598" sldId="324"/>
        </pc:sldMkLst>
      </pc:sldChg>
      <pc:sldMasterChg chg="delSldLayout">
        <pc:chgData name="Alessandro Ortis" userId="dcdc90ed-3509-45f7-ac48-ad038638580b" providerId="ADAL" clId="{AB0D8EEC-7489-49BC-A9EB-92E72F4D0AF2}" dt="2022-03-25T15:31:21.938" v="21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AB0D8EEC-7489-49BC-A9EB-92E72F4D0AF2}" dt="2022-03-25T15:31:21.938" v="21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1043168E-9F08-4417-9B9C-7086F5DBEAED}"/>
    <pc:docChg chg="undo custSel addSld delSld modSld">
      <pc:chgData name="Alessandro Ortis" userId="dcdc90ed-3509-45f7-ac48-ad038638580b" providerId="ADAL" clId="{1043168E-9F08-4417-9B9C-7086F5DBEAED}" dt="2022-03-30T07:38:58.677" v="4"/>
      <pc:docMkLst>
        <pc:docMk/>
      </pc:docMkLst>
      <pc:sldChg chg="modSp mod">
        <pc:chgData name="Alessandro Ortis" userId="dcdc90ed-3509-45f7-ac48-ad038638580b" providerId="ADAL" clId="{1043168E-9F08-4417-9B9C-7086F5DBEAED}" dt="2022-03-28T10:19:54.407" v="1" actId="948"/>
        <pc:sldMkLst>
          <pc:docMk/>
          <pc:sldMk cId="1805301610" sldId="321"/>
        </pc:sldMkLst>
        <pc:spChg chg="mod">
          <ac:chgData name="Alessandro Ortis" userId="dcdc90ed-3509-45f7-ac48-ad038638580b" providerId="ADAL" clId="{1043168E-9F08-4417-9B9C-7086F5DBEAED}" dt="2022-03-28T10:19:54.407" v="1" actId="948"/>
          <ac:spMkLst>
            <pc:docMk/>
            <pc:sldMk cId="1805301610" sldId="321"/>
            <ac:spMk id="98307" creationId="{DBCF2E26-DFFE-409B-8EF8-71EB14CAC0FD}"/>
          </ac:spMkLst>
        </pc:spChg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1845201672" sldId="341"/>
        </pc:sldMkLst>
      </pc:sldChg>
      <pc:sldChg chg="addSp add del">
        <pc:chgData name="Alessandro Ortis" userId="dcdc90ed-3509-45f7-ac48-ad038638580b" providerId="ADAL" clId="{1043168E-9F08-4417-9B9C-7086F5DBEAED}" dt="2022-03-30T07:38:58.677" v="4"/>
        <pc:sldMkLst>
          <pc:docMk/>
          <pc:sldMk cId="2082233821" sldId="342"/>
        </pc:sldMkLst>
        <pc:inkChg chg="add">
          <ac:chgData name="Alessandro Ortis" userId="dcdc90ed-3509-45f7-ac48-ad038638580b" providerId="ADAL" clId="{1043168E-9F08-4417-9B9C-7086F5DBEAED}" dt="2022-03-30T07:38:58.677" v="4"/>
          <ac:inkMkLst>
            <pc:docMk/>
            <pc:sldMk cId="2082233821" sldId="342"/>
            <ac:inkMk id="3" creationId="{8E6ECFE8-3144-4B73-AE5A-BAFBF9DBC519}"/>
          </ac:inkMkLst>
        </pc:inkChg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2666621427" sldId="344"/>
        </pc:sldMkLst>
      </pc:sldChg>
      <pc:sldChg chg="addSp add del">
        <pc:chgData name="Alessandro Ortis" userId="dcdc90ed-3509-45f7-ac48-ad038638580b" providerId="ADAL" clId="{1043168E-9F08-4417-9B9C-7086F5DBEAED}" dt="2022-03-30T07:38:58.677" v="4"/>
        <pc:sldMkLst>
          <pc:docMk/>
          <pc:sldMk cId="4294170485" sldId="345"/>
        </pc:sldMkLst>
        <pc:inkChg chg="add">
          <ac:chgData name="Alessandro Ortis" userId="dcdc90ed-3509-45f7-ac48-ad038638580b" providerId="ADAL" clId="{1043168E-9F08-4417-9B9C-7086F5DBEAED}" dt="2022-03-30T07:38:58.677" v="4"/>
          <ac:inkMkLst>
            <pc:docMk/>
            <pc:sldMk cId="4294170485" sldId="345"/>
            <ac:inkMk id="3" creationId="{0D96C0C9-6E35-4EF8-965E-6512F4C1153B}"/>
          </ac:inkMkLst>
        </pc:inkChg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452819715" sldId="346"/>
        </pc:sldMkLst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3949764830" sldId="347"/>
        </pc:sldMkLst>
      </pc:sldChg>
      <pc:sldChg chg="addSp add del">
        <pc:chgData name="Alessandro Ortis" userId="dcdc90ed-3509-45f7-ac48-ad038638580b" providerId="ADAL" clId="{1043168E-9F08-4417-9B9C-7086F5DBEAED}" dt="2022-03-30T07:38:58.677" v="4"/>
        <pc:sldMkLst>
          <pc:docMk/>
          <pc:sldMk cId="16838347" sldId="348"/>
        </pc:sldMkLst>
        <pc:inkChg chg="add">
          <ac:chgData name="Alessandro Ortis" userId="dcdc90ed-3509-45f7-ac48-ad038638580b" providerId="ADAL" clId="{1043168E-9F08-4417-9B9C-7086F5DBEAED}" dt="2022-03-30T07:38:58.677" v="4"/>
          <ac:inkMkLst>
            <pc:docMk/>
            <pc:sldMk cId="16838347" sldId="348"/>
            <ac:inkMk id="3" creationId="{94F92255-76C1-45CA-83CA-61B292B86928}"/>
          </ac:inkMkLst>
        </pc:inkChg>
      </pc:sldChg>
      <pc:sldChg chg="addSp add del">
        <pc:chgData name="Alessandro Ortis" userId="dcdc90ed-3509-45f7-ac48-ad038638580b" providerId="ADAL" clId="{1043168E-9F08-4417-9B9C-7086F5DBEAED}" dt="2022-03-30T07:38:58.677" v="4"/>
        <pc:sldMkLst>
          <pc:docMk/>
          <pc:sldMk cId="1362429451" sldId="349"/>
        </pc:sldMkLst>
        <pc:inkChg chg="add">
          <ac:chgData name="Alessandro Ortis" userId="dcdc90ed-3509-45f7-ac48-ad038638580b" providerId="ADAL" clId="{1043168E-9F08-4417-9B9C-7086F5DBEAED}" dt="2022-03-30T07:38:58.677" v="4"/>
          <ac:inkMkLst>
            <pc:docMk/>
            <pc:sldMk cId="1362429451" sldId="349"/>
            <ac:inkMk id="2" creationId="{B5E327ED-838F-4C36-9FEE-668E5DEBCE9A}"/>
          </ac:inkMkLst>
        </pc:inkChg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1409481645" sldId="350"/>
        </pc:sldMkLst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3862260686" sldId="351"/>
        </pc:sldMkLst>
      </pc:sldChg>
      <pc:sldChg chg="addSp">
        <pc:chgData name="Alessandro Ortis" userId="dcdc90ed-3509-45f7-ac48-ad038638580b" providerId="ADAL" clId="{1043168E-9F08-4417-9B9C-7086F5DBEAED}" dt="2022-03-30T07:38:58.677" v="4"/>
        <pc:sldMkLst>
          <pc:docMk/>
          <pc:sldMk cId="91806901" sldId="352"/>
        </pc:sldMkLst>
        <pc:inkChg chg="add">
          <ac:chgData name="Alessandro Ortis" userId="dcdc90ed-3509-45f7-ac48-ad038638580b" providerId="ADAL" clId="{1043168E-9F08-4417-9B9C-7086F5DBEAED}" dt="2022-03-30T07:38:58.677" v="4"/>
          <ac:inkMkLst>
            <pc:docMk/>
            <pc:sldMk cId="91806901" sldId="352"/>
            <ac:inkMk id="2" creationId="{F9AE4ABB-38C4-405D-A23E-1176F25A9622}"/>
          </ac:inkMkLst>
        </pc:inkChg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328828107" sldId="352"/>
        </pc:sldMkLst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1553317315" sldId="353"/>
        </pc:sldMkLst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1981783250" sldId="354"/>
        </pc:sldMkLst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1154752715" sldId="355"/>
        </pc:sldMkLst>
      </pc:sldChg>
      <pc:sldChg chg="add del">
        <pc:chgData name="Alessandro Ortis" userId="dcdc90ed-3509-45f7-ac48-ad038638580b" providerId="ADAL" clId="{1043168E-9F08-4417-9B9C-7086F5DBEAED}" dt="2022-03-28T10:20:29.458" v="3" actId="47"/>
        <pc:sldMkLst>
          <pc:docMk/>
          <pc:sldMk cId="3408335011" sldId="356"/>
        </pc:sldMkLst>
      </pc:sldChg>
      <pc:sldChg chg="addSp">
        <pc:chgData name="Alessandro Ortis" userId="dcdc90ed-3509-45f7-ac48-ad038638580b" providerId="ADAL" clId="{1043168E-9F08-4417-9B9C-7086F5DBEAED}" dt="2022-03-30T07:38:58.677" v="4"/>
        <pc:sldMkLst>
          <pc:docMk/>
          <pc:sldMk cId="651613682" sldId="359"/>
        </pc:sldMkLst>
        <pc:inkChg chg="add">
          <ac:chgData name="Alessandro Ortis" userId="dcdc90ed-3509-45f7-ac48-ad038638580b" providerId="ADAL" clId="{1043168E-9F08-4417-9B9C-7086F5DBEAED}" dt="2022-03-30T07:38:58.677" v="4"/>
          <ac:inkMkLst>
            <pc:docMk/>
            <pc:sldMk cId="651613682" sldId="359"/>
            <ac:inkMk id="4" creationId="{647BD740-3125-4435-A832-1D1D8A12D602}"/>
          </ac:inkMkLst>
        </pc:inkChg>
      </pc:sldChg>
      <pc:sldChg chg="addSp">
        <pc:chgData name="Alessandro Ortis" userId="dcdc90ed-3509-45f7-ac48-ad038638580b" providerId="ADAL" clId="{1043168E-9F08-4417-9B9C-7086F5DBEAED}" dt="2022-03-30T07:38:58.677" v="4"/>
        <pc:sldMkLst>
          <pc:docMk/>
          <pc:sldMk cId="3197023226" sldId="360"/>
        </pc:sldMkLst>
        <pc:inkChg chg="add">
          <ac:chgData name="Alessandro Ortis" userId="dcdc90ed-3509-45f7-ac48-ad038638580b" providerId="ADAL" clId="{1043168E-9F08-4417-9B9C-7086F5DBEAED}" dt="2022-03-30T07:38:58.677" v="4"/>
          <ac:inkMkLst>
            <pc:docMk/>
            <pc:sldMk cId="3197023226" sldId="360"/>
            <ac:inkMk id="2" creationId="{5C8B7D2E-59FC-4582-85D0-7AF8D65C139A}"/>
          </ac:inkMkLst>
        </pc:inkChg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247F500A-9082-4EFD-88B3-90E2E25A5384}"/>
    <pc:docChg chg="undo custSel addSld delSld modSld">
      <pc:chgData name="Alessandro Ortis" userId="dcdc90ed-3509-45f7-ac48-ad038638580b" providerId="ADAL" clId="{247F500A-9082-4EFD-88B3-90E2E25A5384}" dt="2022-02-17T15:47:23.695" v="68" actId="5793"/>
      <pc:docMkLst>
        <pc:docMk/>
      </pc:docMkLst>
      <pc:sldChg chg="modSp mod">
        <pc:chgData name="Alessandro Ortis" userId="dcdc90ed-3509-45f7-ac48-ad038638580b" providerId="ADAL" clId="{247F500A-9082-4EFD-88B3-90E2E25A5384}" dt="2022-02-14T16:15:13.278" v="1" actId="14100"/>
        <pc:sldMkLst>
          <pc:docMk/>
          <pc:sldMk cId="0" sldId="256"/>
        </pc:sldMkLst>
        <pc:spChg chg="mod">
          <ac:chgData name="Alessandro Ortis" userId="dcdc90ed-3509-45f7-ac48-ad038638580b" providerId="ADAL" clId="{247F500A-9082-4EFD-88B3-90E2E25A5384}" dt="2022-02-14T16:15:13.278" v="1" actId="14100"/>
          <ac:spMkLst>
            <pc:docMk/>
            <pc:sldMk cId="0" sldId="256"/>
            <ac:spMk id="3080" creationId="{6FF1373D-FB8C-4158-987C-B864C0F430A3}"/>
          </ac:spMkLst>
        </pc:spChg>
      </pc:sldChg>
      <pc:sldChg chg="modSp mod">
        <pc:chgData name="Alessandro Ortis" userId="dcdc90ed-3509-45f7-ac48-ad038638580b" providerId="ADAL" clId="{247F500A-9082-4EFD-88B3-90E2E25A5384}" dt="2022-02-14T16:15:56.038" v="5" actId="14100"/>
        <pc:sldMkLst>
          <pc:docMk/>
          <pc:sldMk cId="0" sldId="279"/>
        </pc:sldMkLst>
        <pc:spChg chg="mod">
          <ac:chgData name="Alessandro Ortis" userId="dcdc90ed-3509-45f7-ac48-ad038638580b" providerId="ADAL" clId="{247F500A-9082-4EFD-88B3-90E2E25A5384}" dt="2022-02-14T16:15:56.038" v="5" actId="14100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247F500A-9082-4EFD-88B3-90E2E25A5384}" dt="2022-02-14T16:15:49.662" v="3" actId="1076"/>
          <ac:spMkLst>
            <pc:docMk/>
            <pc:sldMk cId="0" sldId="279"/>
            <ac:spMk id="50185" creationId="{24EB449D-83CB-4772-A221-925963DC140D}"/>
          </ac:spMkLst>
        </pc:spChg>
      </pc:sldChg>
      <pc:sldChg chg="modSp mod">
        <pc:chgData name="Alessandro Ortis" userId="dcdc90ed-3509-45f7-ac48-ad038638580b" providerId="ADAL" clId="{247F500A-9082-4EFD-88B3-90E2E25A5384}" dt="2022-02-14T16:18:03.837" v="10" actId="1076"/>
        <pc:sldMkLst>
          <pc:docMk/>
          <pc:sldMk cId="0" sldId="289"/>
        </pc:sldMkLst>
        <pc:picChg chg="mod">
          <ac:chgData name="Alessandro Ortis" userId="dcdc90ed-3509-45f7-ac48-ad038638580b" providerId="ADAL" clId="{247F500A-9082-4EFD-88B3-90E2E25A5384}" dt="2022-02-14T16:18:03.837" v="10" actId="1076"/>
          <ac:picMkLst>
            <pc:docMk/>
            <pc:sldMk cId="0" sldId="289"/>
            <ac:picMk id="77833" creationId="{D8E544BD-1D47-4DD5-A2EC-27D3EEC45B15}"/>
          </ac:picMkLst>
        </pc:picChg>
      </pc:sldChg>
      <pc:sldChg chg="modSp mod">
        <pc:chgData name="Alessandro Ortis" userId="dcdc90ed-3509-45f7-ac48-ad038638580b" providerId="ADAL" clId="{247F500A-9082-4EFD-88B3-90E2E25A5384}" dt="2022-02-14T16:16:32.084" v="6" actId="14100"/>
        <pc:sldMkLst>
          <pc:docMk/>
          <pc:sldMk cId="0" sldId="297"/>
        </pc:sldMkLst>
        <pc:picChg chg="mod">
          <ac:chgData name="Alessandro Ortis" userId="dcdc90ed-3509-45f7-ac48-ad038638580b" providerId="ADAL" clId="{247F500A-9082-4EFD-88B3-90E2E25A5384}" dt="2022-02-14T16:16:32.084" v="6" actId="14100"/>
          <ac:picMkLst>
            <pc:docMk/>
            <pc:sldMk cId="0" sldId="297"/>
            <ac:picMk id="94224" creationId="{013A97B5-A063-4D06-A983-023146A7CE34}"/>
          </ac:picMkLst>
        </pc:picChg>
      </pc:sldChg>
      <pc:sldChg chg="modSp mod">
        <pc:chgData name="Alessandro Ortis" userId="dcdc90ed-3509-45f7-ac48-ad038638580b" providerId="ADAL" clId="{247F500A-9082-4EFD-88B3-90E2E25A5384}" dt="2022-02-14T16:16:52.973" v="7" actId="313"/>
        <pc:sldMkLst>
          <pc:docMk/>
          <pc:sldMk cId="0" sldId="298"/>
        </pc:sldMkLst>
        <pc:spChg chg="mod">
          <ac:chgData name="Alessandro Ortis" userId="dcdc90ed-3509-45f7-ac48-ad038638580b" providerId="ADAL" clId="{247F500A-9082-4EFD-88B3-90E2E25A5384}" dt="2022-02-14T16:16:52.973" v="7" actId="313"/>
          <ac:spMkLst>
            <pc:docMk/>
            <pc:sldMk cId="0" sldId="298"/>
            <ac:spMk id="96267" creationId="{1A61FEFF-E153-4B29-9C3C-A1B811B7E1E5}"/>
          </ac:spMkLst>
        </pc:spChg>
      </pc:sldChg>
      <pc:sldChg chg="add del">
        <pc:chgData name="Alessandro Ortis" userId="dcdc90ed-3509-45f7-ac48-ad038638580b" providerId="ADAL" clId="{247F500A-9082-4EFD-88B3-90E2E25A5384}" dt="2022-02-14T16:50:08.547" v="12" actId="47"/>
        <pc:sldMkLst>
          <pc:docMk/>
          <pc:sldMk cId="462454456" sldId="320"/>
        </pc:sldMkLst>
      </pc:sldChg>
      <pc:sldChg chg="addSp delSp modSp add mod">
        <pc:chgData name="Alessandro Ortis" userId="dcdc90ed-3509-45f7-ac48-ad038638580b" providerId="ADAL" clId="{247F500A-9082-4EFD-88B3-90E2E25A5384}" dt="2022-02-17T15:47:23.695" v="68" actId="5793"/>
        <pc:sldMkLst>
          <pc:docMk/>
          <pc:sldMk cId="531386733" sldId="320"/>
        </pc:sldMkLst>
        <pc:spChg chg="mod">
          <ac:chgData name="Alessandro Ortis" userId="dcdc90ed-3509-45f7-ac48-ad038638580b" providerId="ADAL" clId="{247F500A-9082-4EFD-88B3-90E2E25A5384}" dt="2022-02-17T15:46:31.838" v="39" actId="20577"/>
          <ac:spMkLst>
            <pc:docMk/>
            <pc:sldMk cId="531386733" sldId="320"/>
            <ac:spMk id="98306" creationId="{686F158F-830F-4F07-8B7A-C0592E1C9D12}"/>
          </ac:spMkLst>
        </pc:spChg>
        <pc:spChg chg="add del mod">
          <ac:chgData name="Alessandro Ortis" userId="dcdc90ed-3509-45f7-ac48-ad038638580b" providerId="ADAL" clId="{247F500A-9082-4EFD-88B3-90E2E25A5384}" dt="2022-02-17T15:47:23.695" v="68" actId="5793"/>
          <ac:spMkLst>
            <pc:docMk/>
            <pc:sldMk cId="531386733" sldId="320"/>
            <ac:spMk id="98307" creationId="{DBCF2E26-DFFE-409B-8EF8-71EB14CAC0FD}"/>
          </ac:spMkLst>
        </pc:spChg>
        <pc:spChg chg="del">
          <ac:chgData name="Alessandro Ortis" userId="dcdc90ed-3509-45f7-ac48-ad038638580b" providerId="ADAL" clId="{247F500A-9082-4EFD-88B3-90E2E25A5384}" dt="2022-02-17T15:46:38.026" v="40" actId="478"/>
          <ac:spMkLst>
            <pc:docMk/>
            <pc:sldMk cId="531386733" sldId="320"/>
            <ac:spMk id="98316" creationId="{449F5A1C-CB7E-4A1A-B59B-DE2F072B85B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30T06:54:56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1838 9394 1244 0,'0'0'593'0,"0"0"-660"0,0 0-38 16,0 0 0-16,0 0 44 0,0 0 47 0,0 0 15 15,0 0 12-15,115-38 0 0,-80 31-4 0,1 1-2 16,6 0-2-16,5 1-5 0,4 2 0 0,1 0-4 15,3 3 1-15,2 0-1 0,3 0 0 16,0 0 1-16,1 4-1 0,0-1-4 0,1 2 3 16,0 0-2-16,-1-1-5 0,0 1-25 0,-2-1-70 15,-2-2-67-15,-1-1-86 0,-2-1-13 0,-14 0-347 16,-14 0 612-16</inkml:trace>
  <inkml:trace contextRef="#ctx0" brushRef="#br0" timeOffset="533.16">3324 9064 1427 0,'0'0'65'0,"0"0"-75"15,0 0-13-15,0 0 2 0,0 0 10 0,-112 135 18 16,98-103 13-16,3 1 7 0,1-1 4 0,4 0-7 15,2 1-2-15,0 2-12 0,4-2-4 16,0 1-6-16,1-3-11 0,5-5-10 0,1-3-18 16,-1-5-18-16,2-4-14 0,1-2-4 0,0-5 10 15,-4-1 8-15,2-4 14 0,-4-1 14 0,1-1 19 16,-2 0 29-16,-1-6 29 0,-1-2 17 0,0-5-1 16,0-3-12-16,-1-4-20 0,-6-5-7 0,3-3-8 15,-3-5-6-15,-3-1-3 0,2-3-5 0,1 0 7 16,-1 1 5-16,-2-2 8 0,1 4 6 15,0 1 4-15,-2 2 2 0,4 2-2 0,2 3 3 16,-2 6-7-16,5 4-2 0,0 4-4 0,-1 4-15 16,3 3-28-16,0 4-25 0,3 0-10 15,1 0 1-15,6 0 20 0,1 1 19 0,7 0 6 16,-1 0 2-16,4 2 2 0,3 5 4 0,2 1 4 16,-1 4 8-16,5 2 4 0,1 3-2 15,1 4 2-15,4 0-7 0,-2 4-1 0,3 1-1 16,-4 2-1-16,3 1 0 0,-3 1 1 0,-1 1 0 15,-2 1-1-15,-2 0-6 0,-5-1-10 0,-5-2-16 16,-7-3-4-16,-8-3 6 0,-3-3 33 16,-9-3 35-16,-6-2 23 0,-10-1 18 0,-5 1-1 15,-4-1-6-15,-5 0 5 0,-1-2-9 0,-1 1-10 16,-1-2-14-16,3 0-19 0,4-2-20 0,0 1-24 16,9-1-60-16,1 1-121 0,9-1-161 0,6-1-105 15,3-3-613-15</inkml:trace>
  <inkml:trace contextRef="#ctx0" brushRef="#br0" timeOffset="2370.32">4472 4078 1163 0,'0'0'-34'0,"0"0"-6"15,0 0-12-15,0 0-13 0,0 0 13 0,0 0 23 16,0 0 26-16,0 0 35 0,0 0 24 0,0 0 12 15,0 0 10-15,0 0 4 0,99-38-17 0,-68 36-11 16,3 1-17-16,6 1-15 0,6 0-1 16,-2 0-10-16,7 2-7 0,1 2-27 0,4 3-59 15,-3 2-81-15,-2-2-87 0,-15 0-23 0,-12-2-354 0</inkml:trace>
  <inkml:trace contextRef="#ctx0" brushRef="#br0" timeOffset="2799.98">4387 4233 1366 0,'0'0'-10'16,"0"0"-20"-16,0 0-5 0,0 0 4 15,-82 119 11-15,68-78 6 0,3 7 4 0,5 4 4 16,-1 7 2-16,4 5 7 0,0 5 0 0,3 5 2 15,3 8-1-15,1 5 1 0,5 8 1 0,2 3-8 16,-1 5-13-16,1 5-35 0,1 3-35 16,2 3-37-16,-2-1-19 0,-1-1 5 0,-2-1 15 15,-6 0 25-15,-1-5 32 0,-2-4 28 0,-1-3 31 16,-4-1 31-16,-3 0 15 0,-1-2 9 0,-1 3 5 16,1 2-7-16,1 2-9 0,2 3-8 15,-2 1-9-15,-1-1-3 0,2-2-7 0,2-1-2 16,-4-5 0-16,2-6-3 0,4-6 4 0,-4-8 0 15,5-8 2-15,-3-13 7 0,0-11 12 16,4-12 13-16,0-12 10 0,1-8 0 0,0-7-19 16,0-4-14-16,1-3-16 0,5 0-6 0,-1 0 3 15,3 1-2-15,-1 0-2 0,0 3-1 0,3 1-1 16,-1 2 7-16,0 3 0 0,2 3-6 0,-3 3-9 16,0 4-19-16,-3 2-16 0,4 2-16 15,-2 3-23-15,-3 1-21 0,3 2-23 0,-4 0 0 16,2-8 16-16,-3-7-215 0</inkml:trace>
  <inkml:trace contextRef="#ctx0" brushRef="#br0" timeOffset="3948.18">4217 7529 656 0,'0'0'4'0,"0"0"-30"15,0 0-17-15,0 0 12 0,0 0 22 0,0 0 20 16,0 0 12-16,0 0 3 0,0 0 6 16,0 0 4-16,0 0-6 0,0 0-3 0,0 0-6 15,0 0-5-15,-19 130-6 0,19-112-5 0,0 2 1 16,0 0-1-16,0-2-2 0,0 3 0 0,0 2-4 16,0 2-1-16,6 5 2 0,-1 6-3 15,2 2 1-15,1 6-1 0,-2 3-4 0,2-1-5 16,1-1-6-16,0-1-7 0,-5-4-4 0,3-5-3 15,-4-4 6-15,2-4 3 0,-3-3 9 0,-2-4 6 16,0-1 6-16,0 0 1 0,0-4 5 0,0 0-1 16,-1 1-1-16,-1-2 4 0,-3 0-1 0,3 0 3 15,-1-1 1-15,-2-2 3 0,3 0 1 16,-5 1 4-16,5 0-1 0,-1-1-2 0,-1 1 3 16,2 0-4-16,1 2-4 0,1 0 3 0,0 0-5 15,0 1-1-15,0 0 1 0,0 0-3 0,0-1-1 16,0-1-1-16,1 0-1 0,1-1 2 15,2-1 0-15,-3 0 0 0,1-3-4 0,-1 2 3 16,0-3 0-16,2 1-1 0,-2-1 2 0,-1 0-3 16,0 1 0-16,2-1 1 0,-2 3-1 15,0-1 1-15,0 1 3 0,0 2-1 0,0 1-1 16,0 0 0-16,1 2-4 0,-1 0-2 0,1 1 4 16,0 3-1-16,-1-1-1 0,2 2 2 0,2 2-2 15,-1 1 0-15,0 1 2 0,2 1-1 16,-2 0 2-16,3 1-1 0,-2-2 0 0,-1 1-2 15,2 0 2-15,-3-1 0 0,1-1 1 0,2 0 2 16,-3-1 0-16,0-3-3 0,3 2 0 0,-1-2-1 16,-2 0-2-16,4-1 2 0,-4 0 1 0,3-1 0 15,-3-1 2-15,0 0 1 0,-1-2 4 16,0 0 1-16,-1-2 4 0,0 0-3 0,0-1 0 16,0 1 0-16,0 1-7 0,-2 0 0 0,1 1-2 15,-5 1-2-15,3 3 2 0,-1 1-2 0,-1 1 1 16,-1-1 2-16,1 2-1 0,-2-2 2 15,3 2 1-15,-2-1 2 0,3-1 1 0,-1-1 3 16,0-4 1-16,2 0 0 0,1-3 2 0,1-1-3 16,0-5-3-16,0-2-8 0,0 0-6 0,0-3-2 15,0 1 2-15,6 2 8 0,-1-2 7 16,2 1 6-16,-1-1 2 0,6 2 5 0,1-1 2 16,-1 2 5-16,6-1-1 0,-3 2-5 0,5-1-7 15,2 2-5-15,1 0-2 0,0 1 0 16,0 0-1-16,3 0-2 0,-3 0-2 0,3 0-3 15,-2-1-2-15,-1-1 1 0,-1-2 0 0,-1 0 0 16,0-2 3-16,-5-1-3 0,-2 0-1 0,-4 0-4 16,-4 0 2-16,1 0 1 0,-5-1 23 0,-2 1 29 15,0 0 15-15,-8 0 9 0,-2 0-12 0,-2 0-17 16,-7 0 0-16,-2 0 6 0,1 3 9 16,-2 1 5-16,-1 1 2 0,-1 2-5 0,3 0-5 15,1 2-14-15,5-1-15 0,-2 2-11 0,4-3-17 16,2-2-11-16,3 0-30 0,2-1-73 0,4-2-133 15,2 0-122-15,0-1-63 0,2-1-194 0</inkml:trace>
  <inkml:trace contextRef="#ctx0" brushRef="#br0" timeOffset="5662.94">18981 10075 1197 0,'0'0'83'16,"0"0"-31"-16,0 0-10 0,0 0-16 15,0 0-30-15,0 0-17 0,0 0-10 0,0 0 7 16,0 0 16-16,0 0 15 0,0 0-2 0,0 0-4 16,66-63-4-16,-36 52-3 0,1 0-2 15,5 0-2-15,-3 2-4 0,5 0-3 0,-4 2-1 16,5 0-2-16,-2 2-1 0,-2 1-1 0,1 2-3 16,-2 1 3-16,-3 1-2 0,1 0-2 0,-3 0-9 15,-1 0-6-15,-5 0-9 0,-2 2-2 16,-5-1 7-16,-4-1 6 0,-3 1 16 0,-5-1 24 15,-4 0 17-15,0 0 6 0,-9-3-8 0,-4-3-18 16,-5-1-10-16,-3-1 5 0,-3 0 18 0,-4-2 19 16,-1 3 24-16,-2 0 26 0,0 0 14 0,1 1 1 15,0 1-11-15,4 1-26 0,1 0-24 16,1 2-15-16,3 1-14 0,2 1-15 0,2 0-7 16,6 0-14-16,3 0-45 0,6 0-59 0,2 0-50 15,10 4-53-15,0 0 15 0,-1-1-268 0</inkml:trace>
  <inkml:trace contextRef="#ctx0" brushRef="#br0" timeOffset="13756.22">6298 10278 128 0,'0'0'185'0,"0"0"-173"0,0 0-4 16,0 0-1-16,0 0-3 0,0 0-2 0,-117 0-2 16,105 0 1-16,1 0 1 0,1 0-1 0,1 0-1 15,5 0 0-15,-3 0-5 0,5 0 0 0,1 0-22 16,0 0-139-16,1 0 19 0</inkml:trace>
  <inkml:trace contextRef="#ctx0" brushRef="#br0" timeOffset="13976.08">6459 10233 0 0,'0'0'0'0,"0"0"114"16,0 0-8-16,0 0-36 0,0 0-23 16,0 0-28-16,0 0-16 0,0 0-1 0,0 0 2 15,0 0 0-15,0 0 0 0,0 0-1 0,0 0-2 16,-115-12-1-16,100 15-1 0,-3 1-1 0,5 1 1 15,-3-1 0-15,3 1-2 0,2-1 2 16,0 1-1-16,4-2-1 0,1 0-3 0,4-1-9 16,2-1-40-16,0 0-93 0,0 0 9 0</inkml:trace>
  <inkml:trace contextRef="#ctx0" brushRef="#br0" timeOffset="18674.97">21876 11881 27 0,'0'0'148'0,"0"0"-149"0,0 0-4 0,0 0-5 16,0 0 3-16,-131 29 7 0,112-25 8 16,0 0 18-16,5-1 36 0,-1 1 39 0,5-3 19 15,4 0 0-15,1 0-32 0,2-1-49 0,2 0-48 16,1 0-30-16,0 0-9 0,2 0 6 0,3 0 17 15,3 0 15-15,0-1 6 0,2-1 1 16,3-1 2-16,1 1 2 0,2-2-2 0,1 2 2 16,2 0-1-16,1 0 0 0,0-1 1 0,3 2-2 15,0 1-1-15,-1-1-2 0,-2 1-7 16,-1 0-5-16,-1 0-5 0,-4 0-3 0,-2 1 3 16,-1 1 4-16,-5 2 5 0,-2-1 8 0,-4 0 10 15,0 1 3-15,-3 1 0 0,-4 1-4 0,-7 1-1 16,0 0 5-16,-5 1 14 0,-2-2 12 15,-1 0 13-15,-3 0 6 0,1-3 1 0,1 1-6 16,5-2-2-16,-1-1-3 0,6-1-14 0,-1 0-6 16,6 0-15-16,2 0-10 0,2 0-7 0,1 0-20 15,2 0-33-15,1 0-17 0,1 0 4 16,5-1 18-16,3-1 32 0,2-2 16 0,3 1 2 16,2-1-3-16,-1 0-12 0,2 0-15 0,2 2-15 15,0 0-8-15,-4 1 4 0,1 0 13 0,-4 1 15 16,-2 0 12-16,-3 0 8 0,-3 0 5 0,-2 3 2 15,-2 0 0-15,0 2 2 0,-3 1 0 16,-5 1-1-16,-4 1 1 0,-3 0 0 0,-3 0 0 16,-2-1 7-16,1-1 14 0,-1-1 28 0,3 0 29 15,-2-3 22-15,5-1 12 0,2-1-14 0,3 0-26 16,3 0-31-16,1 0-35 0,3 0-37 16,1-3-28-16,1-2-13 0,0-1-14 0,1-1-7 15,6-3-2-15,0 1 8 0,0 2 14 0,0 1 13 16,-1 3-86-16,-1 1 115 0</inkml:trace>
  <inkml:trace contextRef="#ctx0" brushRef="#br0" timeOffset="19202.09">21794 11972 0 0,'0'0'0'0,"0"0"113"0,0 0-58 0,0 0-31 15,0 0 2-15,0 0 8 0,0 0 6 16,0 0 4-16,0 0-6 0,0 0-6 0,0 0-8 16,0 0-7-16,0 0-5 0,0 0-5 0,-114 24-1 15,108-24 0-15,0 0 6 0,3 0 0 0,1 0-2 16,1 0-7-16,-1 0-16 0,2 0-20 0,0-1-8 15,0 0 0-15,0-2 11 0,3 0 13 0,0 0 8 16,0-2-2-16,1 0-4 0,-1 2-2 16,0 0-5-16,-2 1 5 0,1 1 3 0,-2 1 10 15,0 0 13-15,0 0 11 0,0 0 12 0,0 0 7 16,0 0 4-16,0 0 0 0,0 0-6 16,-2 1-5-16,1 0-10 0,0-1-9 0,1 1-7 15,0-1-5-15,0 2-5 0,0-2 1 0,-2 0-6 16,2 1 1-16,-1-1 0 0,0 1 3 0,-1-1 5 15,-1 1 4-15,2 0 5 0,-1 0 5 16,-1-1 5-16,0 2 9 0,0-1 8 0,0 0 8 16,0-1 3-16,0 1 0 0,1 1-4 0,0 0-4 15,0-1-7-15,-1 0-3 0,0-1-6 16,2 1-4-16,-1 0-1 0,-1 0-3 0,1-1 1 16,0 1-2-16,2-1-1 0,-2 2 0 0,1-1 2 15,0 0-2-15,1-1 2 0,-3 1-1 0,3-1-2 16,-1 0-5-16,1 0-3 0,0 1-4 0,0-1-6 15,0 0-4-15,0 0-7 0,0 0-7 0,0 0-2 16,0 0-3-16,0 1 4 0,0-1 6 16,0 0 5-16,0 0 8 0,0 0 3 0,0 0 4 15,0 0 2-15,0 0 3 0,0 2 1 0,0-2 2 16,0 0 1-16,0 0-2 0,0 0-3 0,0 0-5 16,0 1-4-16,-1 0-5 0,1-1-1 15,-2 1-1-15,1 0-3 0,0-1-5 0,1 0-10 16,-1 1-17-16,1-1-28 0,0 0-32 0,0 0-30 15,0 0 5-15,0 2 22 0,0-1-18 16,0 0-11-16</inkml:trace>
  <inkml:trace contextRef="#ctx0" brushRef="#br0" timeOffset="37255.03">5488 9776 532 0,'0'0'204'0,"0"0"-176"0,0 0-9 16,0 0-12-16,0 0-16 0,0 0-7 0,0 0-9 16,0 0-3-16,0 0-8 0,0 0-2 0,0 0 3 15,0 0 7-15,-92 50 9 0,92-41 6 16,1-2 6-16,2 1-3 0,1 0 6 0,-1 2 1 15,3 0 3-15,-2 1 3 0,4 1 1 0,0 1 2 16,-3 1 1-16,4 1 3 0,2 0 2 0,-1 2 5 16,0-1 3-16,4 0 3 0,2 1 3 0,0 3-7 15,-1 1-3-15,5 1-4 0,0 3-3 16,4 0-1-16,1 0-2 0,-2 0-2 0,5 1-7 16,-2-3 1-16,0 0-2 0,3-3 2 0,1-2 3 15,1-2-2-15,0 0 1 0,0-2 1 0,8 0-1 16,-5-3 1-16,5-1 1 0,0-2-2 15,3-2 0-15,0-2 2 0,2-1-2 0,0-1 0 16,0-2 0-16,3 1 0 0,-3-1-2 0,5 0 0 16,-6 0 0-16,5 0 2 0,-5 0 0 15,2 0 2-15,-1 0-1 0,-1 0 1 0,1 1 2 16,-1 1 3-16,0 2 2 0,-1-1-2 0,0 2 0 16,1-1-1-16,-1 1-1 0,3 1 1 0,-3-1-3 15,4 2-1-15,-1-1 0 0,0 1 1 0,1-1-1 16,-1-1-5-16,2-1-2 0,0-2-5 15,0-1 0-15,3-1 0 0,-4 0 4 0,2-1-1 16,0-2-1-16,1 0-1 0,-2-2-1 0,1 2-2 16,0-2 0-16,0 1 1 0,-3 1-1 0,1 1 3 15,-2-1 4-15,-2 1 2 0,0 0 1 16,-1-1 2-16,0 2 0 0,-2-2 0 0,1-1-1 16,0 0 2-16,-2-3 1 0,-1 0 3 0,1-2 3 15,1 0 6-15,-2-3 1 0,-1 0 4 0,4 1 4 16,-1-2-1-16,2 1-1 0,-3-1-5 0,2 1-5 15,0 1-5-15,-2 0-4 0,2-2-3 16,0 1-3-16,1 1-2 0,-1-2-6 0,-1 3-5 16,1-1-4-16,-5 2-12 0,2 0-6 0,-4-1-12 15,0 2-8-15,-4-4-9 0,-1 1 1 16,-3-5 6-16,-1 1 18 0,-5-4 17 0,-1-2 22 16,-3 1 12-16,-2-2 10 0,-4-2 19 0,-1 2 27 15,-2-1 26-15,-1 0 28 0,0-2 11 16,-1 0 0-16,-2 1-8 0,2 1-19 0,1 0-19 15,-2 0-24-15,5 1-21 0,-3-1-21 0,1 1-14 16,2-1-10-16,0 1-10 0,-2 0-10 0,1 2-10 16,2 1-7-16,-4 2-12 0,2 1-11 0,-2 1-15 15,0 3-26-15,-3 2-27 0,1 2-27 16,-3 4 4-16,0 1 15 0,0 3-116 0</inkml:trace>
  <inkml:trace contextRef="#ctx0" brushRef="#br0" timeOffset="38557.11">8085 9581 801 0,'0'0'-66'16,"0"0"2"-16,0 0 26 0,0 0 39 0,0 0 4 15,0 0-3-15,0 0-5 0,50 122 0 16,-38-100 0-16,2 1-2 0,-1 1 1 0,3-1-2 16,-1 0-2-16,2 0 0 0,2 0 0 0,0-1 1 15,0 1 3-15,2-1 3 0,2-1 1 0,-2 1 1 16,1-2 5-16,3 2 0 0,0 0 2 0,0 0 1 16,0 0 3-16,2 0 0 0,-1-1 2 15,3-1 5-15,1-1 5 0,1-2 4 0,0-1 3 16,-1-1-5-16,1-1-2 0,-1-1-3 0,1-1-8 15,1-1 2-15,1 1-4 0,1 0-6 16,-1-2 3-16,1 0-8 0,0 1 0 0,-1-1 0 16,3 0 0-16,0 0-2 0,1 0 0 0,0-2 4 15,0 1-4-15,3-1 5 0,0-1 0 0,0 0-2 16,2-1-2-16,-2-1 0 0,0-1-6 0,1-2 1 16,-2 0 3-16,1 1-3 0,-2-2 5 15,1 0 0-15,-1 0-2 0,1 0 1 0,-2 1-1 16,2 0 2-16,-1-1-1 0,1 1 4 0,-3 2-5 15,0-1 1-15,3 1 3 0,-4-1-3 0,3 1 1 16,0-1 3-16,-1 1 1 0,0-1 2 16,0 0-2-16,-3 0-3 0,3-1-3 0,-2 1-2 15,4 0 1-15,-1-1 1 0,-2-1 3 0,2 1-2 16,2 0-3-16,-2-2-5 0,-1 0-7 0,2 0-7 16,1-2-6-16,-1-1-3 0,-1 1-2 15,-1 0-2-15,1 0 1 0,2-2-2 0,-3 2 0 16,-2-1 2-16,2 0 3 0,-3-1 6 0,-3 0 10 15,5-1 6-15,-3 0 7 0,-1-2 8 16,-1 1-4-16,1-1 8 0,-1-1 2 0,0-1 2 0,3 1 5 16,-2-1-1-16,0 0-1 0,0 1-2 15,3-3-3-15,-4 3-2 0,3-4-3 0,-3 1 0 16,2-1-3-16,2-2 2 0,-1 2-3 0,-3-3 2 16,1 1 1-16,-1-3 4 0,2 1-1 0,-2-1-1 15,-1 0-1-15,-2 0-6 0,-1 0 2 16,2-2-1-16,-6 1 5 0,2-1 3 0,-3 0 2 15,-2 0 5-15,-1 0 4 0,-5-1 7 0,5 0 8 16,-7 0 5-16,4 0 6 0,-5 0 2 16,0-1 4-16,-2 0 2 0,-3 3 10 0,1 0 7 15,-4 2 5-15,3 3 0 0,-3-1-11 0,-2 1-17 16,3 1-18-16,-3 2-20 0,1 1-13 0,-1 3-10 16,-1 2-7-16,1 0-3 0,-1 3-6 15,0 1-5-15,0 0-17 0,0 0-26 0,0 0-52 16,0 0-58-16,0 6-34 0,0-3-78 0,-1 0 51 0</inkml:trace>
  <inkml:trace contextRef="#ctx0" brushRef="#br0" timeOffset="39465.94">10785 9583 1993 0,'0'0'-7'0,"0"0"-7"0,0 0-30 16,0 0-56-16,0 0-24 0,0 0 1 0,0 0 25 16,0 0 52-16,0 0 36 0,0 0 4 0,0 0-1 15,0 0 0-15,0 0-5 0,137 116-11 16,-105-94-18-16,1 1-25 0,4 3-25 0,2 0-27 15,-3 1-25-15,3 1-7 0,-1 3 6 0,-3-1 18 16,5 2 33-16,-4-2 32 0,-2 0 24 16,-1-2 23-16,1 1 9 0,-3-3 11 0,0 1 8 15,-1-3 10-15,1 0 10 0,1-2 14 0,0-1 6 16,-1-1 7-16,1-1 0 0,3-2-6 0,1 1-9 16,2-1-9-16,1 0-5 0,0 2-8 0,3-2-9 15,-1-1-2-15,1-1-4 0,1-1-3 0,3-1 3 16,-1-3 2-16,3-1-1 0,2 0 0 15,-1-1-1-15,4-1-7 0,-2 0 1 0,1-1-4 16,-1-1 0-16,1-1-5 0,0 0-3 0,-1 1-5 16,4 0 3-16,-2-1 0 0,-3 0 0 0,3 1 4 15,-1-2-1-15,-3 0 1 0,1 2 5 16,-1-1 1-16,-4-1 0 0,4 2 2 0,-4-2 0 16,1 0-3-16,-3-1 2 0,2 1 0 0,1-2-1 15,-2-1 1-15,2 0 0 0,-1 0-1 0,3-5-4 16,0-1-3-16,1-2 0 0,-1-2 2 15,0 0 2-15,1-2 4 0,0 2 1 0,-2-1-2 16,1-1 1-16,0 1 0 0,0-1-1 0,-2 0 2 16,2 1-7-16,-4 0-5 0,0-3-6 15,1-1-8-15,-3-2 1 0,0-3-5 0,-2-1-8 16,-2-2-2-16,-3-1-2 0,-1-2 8 0,-3-1 10 16,-3 0 14-16,-3-3 6 0,-3 1 8 0,-6-1 5 15,0 2 4-15,-4 2 11 0,-2 1 3 16,-1 0 1-16,-3 2-6 0,-1 2-9 0,1-2-16 15,0 1-9-15,-1 2-14 0,-1-1-19 0,1 1-32 16,-1-1-15-16,2 1-1 0,-2 6-171 0,-3 4 263 0</inkml:trace>
  <inkml:trace contextRef="#ctx0" brushRef="#br0" timeOffset="40278.25">13466 9617 1928 0,'0'0'-132'0,"0"0"-5"0,0 0 6 0,0 0 58 16,0 0 66-16,0 0 3 0,60 129-6 0,-41-94-3 15,3-1 2-15,1 1-7 0,0 2-14 16,4 1-25-16,1 0-25 0,2-2-19 0,0 0-10 16,1-3 8-16,0-2 19 0,-1 0 17 0,0-1 26 15,-1-1 17-15,0 0 13 0,-2-1 5 0,2 1 6 16,1-3 2-16,-1 2 0 0,0-3 5 15,0 0-2-15,-4-3 5 0,7-3 3 0,-4 0 2 16,4-2 5-16,-1-2-1 0,4-3-3 0,0 1-4 16,-1-1-1-16,4-2-4 0,-2-1-2 0,3 0 1 15,0-1-3-15,0-1 3 0,1 0-1 16,1-1 0-16,-3-2 0 0,2-3 0 0,1-1 1 16,2 0-2-16,-2-4 4 0,-1 0-1 0,2-2 1 15,-1 0 0-15,0-1-2 0,1 0 2 0,1-1-1 16,0-2 6-16,0 0 0 0,-2-2 6 0,5-1 7 15,-1 0-4-15,-2-1-1 0,2-1-2 0,0 1-7 16,-3 0-1-16,2 1-1 0,1 0-5 16,-2-1-1-16,1 0 0 0,1 3 3 0,-2-1-3 15,0 1-2-15,-1 0-5 0,0-1 2 0,1 1-1 16,-2-1 5-16,2-2 2 0,0 0 0 16,-1-1 2-16,-1 0-1 0,0 0 2 0,3-1 0 15,-3 0-2-15,1-1-1 0,2-1-5 0,-3-1-1 16,0-2-3-16,0 0 0 0,-2 1 1 15,-2-4 2-15,2 2 2 0,-5-2 3 0,0 0 1 16,0-1 3-16,-3-1 1 0,0 3 2 0,-3-1 6 16,-3 2 1-16,1 3 5 0,-4 1-1 0,-1 0-4 15,1 2-4-15,-1 0-10 0,1 1-9 0,-1 1-8 16,-1 3-14-16,0 1-14 0,-4 1-24 16,3 4-38-16,-3 0-53 0,-2 3-68 0,-5 0-32 15,-5 1-148-15</inkml:trace>
  <inkml:trace contextRef="#ctx0" brushRef="#br0" timeOffset="41323.08">15803 9521 562 0,'0'0'-9'0,"0"0"0"0,0 0-2 0,0 0 2 16,0 0 2-16,26 130 3 0,-14-101 0 0,1 0 2 16,3-1 2-16,0 3 1 0,3-3-4 15,1 4 2-15,2-2-3 0,0 4-1 0,4-2-1 16,-4 0 0-16,3 1-3 0,1-4 2 0,3 0-3 15,-1 0 2-15,4-2 0 0,1-2 2 0,1-1 2 16,2-1-1-16,0-1 3 0,2-1-2 16,1-2 4-16,2 1 1 0,2-3 0 0,2-1 1 15,1-2-3-15,2-1 0 0,3-2 1 0,0 0 0 16,0-1 2-16,1 0-2 0,2-1 0 16,-1 1-1-16,0-1 1 0,-1-1-1 0,-1-1 1 15,2-1 2-15,2 0-2 0,-2 0 2 0,-1 0-2 16,0 0 0-16,2 1 2 0,-3-2-1 0,0 2 0 15,-2-2 0-15,1 0-2 0,0-1 3 0,0-1 3 16,0-2 1-16,0 1 4 0,0-2 2 16,-1 0 0-16,-2 0 1 0,1 0-1 0,3 0-3 15,-4-2-3-15,0-2 0 0,0 0-8 0,-1-1 4 16,-2 0-1-16,-2 1-1 0,-2 0 4 0,-1 2 4 16,-4 0 1-16,4 0 6 0,-6 1-1 0,2 0 2 15,-3 0 2-15,0-1-1 0,-1-1-5 16,0-1-3-16,-1-1-1 0,0-2 0 0,-2 1 8 15,-3-2 4-15,-1-2 5 0,-3 2 4 0,-4-1 1 16,-1 1 4-16,-5 2 5 0,-1 2 11 16,-6 0 37-16,0 3 69 0,-4 0 66 0,0 1 13 15,-1 0-21-15,-5 0-68 0,-1 0-52 0,2 0-17 16,-2 0-8-16,4 0-16 0,0 0-22 0,-1 0-16 16,3 0-14-16,1 0-15 0,0 0-24 15,0 0-36-15,0 0-34 0,0 0-7 0,1-2 17 16,4-1 31-16,-1 0 34 0,1-1 14 0,-1 1 6 15,-1 0 3-15,2 0 1 0,-2 1 4 0,-2-1 3 16,0 2 4-16,0 1 2 0,2-1 3 16,-2 1 2-16,1-1-2 0,0-1 1 0,4-1 3 15,3 1 0-15,-2-2 4 0,6 0 0 0,0-2-3 16,0 1-3-16,5-2-7 0,-1-1-4 16,-1-1-6-16,3 0-1 0,1 0-4 0,-1-2-2 0,0 3 2 15,-3-2-1-15,1 3 1 0,0-1 5 16,-4 2 5-16,0 1 4 0,-2-1 4 0,4 1 3 15,-3 0 1-15,1 0 4 0,3 1 2 0,-1-3 5 16,3 1-3-16,1-2-2 0,1-2-1 0,2 0-2 16,1-1-4-16,3-1-5 0,-2-2-1 15,4 0-5-15,0 1-5 0,-3-2-3 0,2-1-11 16,-4-1-8-16,0 3-11 0,0-3-14 0,-2 2-16 16,-4 1-17-16,0 3-3 0,-1 1 4 15,-5 1 19-15,-1 3 19 0,-6 1 23 0,2 3 21 16,-5 1 27-16,-1 1 6 0,0 0-15 0,-6 0-50 15,0 0-99-15,-3 0-115 0,0 0-55 0,1 0-228 0</inkml:trace>
  <inkml:trace contextRef="#ctx0" brushRef="#br0" timeOffset="52262.98">3303 10568 613 0,'0'0'72'15,"0"0"-7"-15,0 0-5 0,0 0-19 0,0 0-20 16,0 0-6-16,0 0 1 0,0 0 5 0,0 0 1 16,0 0 4-16,-119 4-3 0,112-12-5 0,-1 0-3 15,0-1-6-15,1-2-2 0,2 0 1 0,-4-3 2 16,5-1-3-16,-1-2 2 0,4-4-5 16,1-1-2-16,0-4-3 0,0-2-4 0,8-1 0 15,2-2-2-15,0 2 1 0,2 2 0 0,1 1-1 16,2 6 3-16,0 1 0 0,2 4-2 0,-2 3 1 15,2 3 1-15,1 3-3 0,-3 3 1 16,3 1 2-16,2 2 2 0,-2 5 2 0,1 4 3 16,-3 3 3-16,3 2-3 0,-1 5 2 0,-3 2-4 15,0 4 0-15,-3 1 2 0,-3 1-1 16,-2 2 1-16,-3 2 0 0,-4 0-2 0,0-1 4 16,0-1 0-16,-2-2 5 0,-5 0 3 0,-3-2-2 15,1-1 0-15,-3 0-3 0,-1 1-1 0,-4 0 2 16,-1-1 2-16,1-1 3 0,-3-2 2 15,1-2 4-15,-1-3 1 0,2-5 3 0,-2-2 5 16,5-3-1-16,-1-4 4 0,-2-2-8 0,5 0-9 16,-1-6-16-16,-1-5-15 0,3-5-18 0,-1-7-21 15,-1-5-23-15,1-4-33 0,3-5-38 16,-1 0-29-16,0-1-20 0,2 1 30 0,2 10-47 16,5 10 69-16</inkml:trace>
  <inkml:trace contextRef="#ctx0" brushRef="#br0" timeOffset="53544.5">5998 10249 92 0,'0'0'77'0,"0"0"-59"0,0 0-9 16,154-29-8-16,-109 23-2 0,-2 2-1 0,4-2-1 16,0 1-3-16,1-1-4 0,1 2-4 0,0-1-13 15,-2 0-34-15,1 0-12 0,-10 2 73 16,-15 0 0-16</inkml:trace>
  <inkml:trace contextRef="#ctx0" brushRef="#br0" timeOffset="54932.09">7379 10142 0 0,'0'0'0'0,"0"0"0"0,138 1 39 0,-87 0 30 16,-4 1-27-16,-1-1-20 0,-1 2-8 0,0-2 1 16,0 0-5-16,2-1 1 0,-2 0-1 0,1 0-2 15,-1-1-2-15,0-1-4 0,2-3-1 16,-2 1-3-16,0 0-3 0,-1-1 0 0,0 2 0 15,0 0 1-15,-3 2 0 0,-1-2 3 0,2 2 1 16,-3 0 1-16,-2 0 0 0,-1 1 1 0,2 0-2 16,-3 0 0-16,1 0 4 0,-4 0-2 0,0 1 3 15,-1 0 1-15,0 0 1 0,2-1 5 0,-1 0 1 16,1 0 5-16,0-3 3 0,-1-2-4 16,1 0 0-16,0 0-1 0,1-1-1 0,-2 0-3 15,6-1 1-15,-5 1-3 0,4 0-3 0,-3 2 2 16,4-2-5-16,-2 2 0 0,2-1-1 15,0 2-2-15,-2-1 0 0,0 2-3 0,3 2 1 16,-5 0-1-16,4 0 1 0,-3 0-1 0,1 0 1 16,2 2 4-16,-5 2 1 0,1-1 3 15,4 2 4-15,-3-2 2 0,0 2 12 0,3-2 5 16,-3 0 6-16,5 1 4 0,-1-1-3 0,1 0-3 16,2-1-5-16,-1 0-4 0,0-1-5 0,4-1-4 15,-1 2-4-15,0-2-4 0,3 0 1 16,-2 0-2-16,3 0 1 0,0 0-1 0,-2 0 0 15,3 0 1-15,1 0-1 0,-1 0 0 0,1 0-4 16,0 0 4-16,-2 0-5 0,3 0 1 0,-2 0-1 16,1 1-1-16,1 1 1 0,-1 0-2 0,1 2-3 15,-1-2 4-15,1 1 0 0,1 0-2 16,-2 1 3-16,2-2-5 0,4 0 2 0,-2-1 1 16,-2 1-3-16,4-1 3 0,-2 0-2 0,-2 0 1 15,1 0-2-15,3-1-1 0,-3 0 0 0,-1 0 0 16,2 0 5-16,0 0 0 0,-1 0 1 0,-2 0 0 15,3 0 0-15,1 1-2 0,-1 1 0 16,-2-1 1-16,4 0-1 0,-3 1-1 0,0 0-1 16,-2-1-2-16,5 0 0 0,-2 0 2 0,0 1 1 15,2-1 1-15,-2 0-2 0,4 0 0 16,-3 0-2-16,3-1 2 0,-3 1-1 0,2-1 2 16,-1 2 0-16,0-2 1 0,-1 0-2 0,-1 1 2 15,0-1 0-15,0 0-1 0,1 0 0 16,-1 1 4-16,-1-1-4 0,2 0 5 0,-2 1-3 15,-1-1 1-15,0 1 1 0,1-1-2 0,-3 1 1 16,-1 1 0-16,2-1-1 0,-1 0 0 0,0 0-2 16,0-1 2-16,-2 1 0 0,1 2 0 0,2-2 2 15,0 0 1-15,2-1-2 0,-1 0-2 0,3 0-1 16,-3 0 0-16,2 0-1 0,-1 0 1 0,-1 0 2 16,1-2-2-16,3 0 2 0,-5 1 1 15,2 0-1-15,0 0 2 0,-3 0-1 0,2 1 0 16,-1-1 1-16,0 1-4 0,0-2 2 0,0 1-3 15,-2 0 3-15,-1 1 0 0,-1-1 1 16,1 1 0-16,-1-1-3 0,0 1 1 0,0-1-2 16,1 1 3-16,-2 0 1 0,0 0-1 0,1 0 0 15,0 0-1-15,0 0-1 0,-1 0 0 0,1 0 1 16,-3 2 0-16,-1 0-2 0,1 1 4 16,0-2-3-16,-2 1 1 0,-1 0 0 0,2 1 0 15,-3-1 2-15,1-1 0 0,0 1-1 0,0 0 1 16,-1-1-1-16,2-1-1 0,-2 0 2 15,2 0 0-15,-2 0 0 0,0 0-1 0,-1 0-1 16,0 0 1-16,0 0-3 0,1-1 2 0,-2-2-2 16,0 2-1-16,2-2 0 0,3 0-6 0,-2 0 0 15,1-2-4-15,1 2 0 0,-1-2 2 0,0 0-1 16,-1 1-2-16,2 0 0 0,-3 0 1 16,4 1 2-16,-5-1 4 0,0 2 0 0,0 0 3 15,-1-2 4-15,-4 2 3 0,2-1 4 0,-1 0 3 16,0 1 0-16,-2-2 5 0,-1 2 5 15,-1-1 2-15,0 2 2 0,0-1-5 0,0 1-6 0,3 0-2 16,-2 0-5-16,0 1-2 0,-1-2-2 16,1 1-1-16,3 0-4 0,-2 1 2 0,1-1-4 15,2 0 1-15,-2 1-2 0,2-1 1 0,-3 1 1 16,-1 0 0-16,-1 0-2 0,1 0 3 16,2 0 2-16,-3 0-1 0,1 0 4 0,-1 0-5 15,-1 0 2-15,1 0 0 0,0 1-2 0,0 1 5 16,0-1-1-16,0 2-1 0,0-2-1 0,0 0-2 15,-1 0-2-15,1 0-3 0,-1 0-1 16,1 0-3-16,0-1 1 0,-1 0 1 0,0 0 5 16,0 0 1-16,-1 0 3 0,0 0 2 0,0 0 3 15,-2 0-1-15,2 0 3 0,1-1-2 0,-1 0 1 16,0 1-3-16,-5 0 0 0,5 0 1 16,-3 0-2-16,0 0 0 0,-1 0-2 0,-1 0 2 15,-3 0 0-15,2 1 1 0,-2 0 1 0,-2 2-1 16,0-2 0-16,1 0 1 0,-4 1-2 15,-1 0 0-15,0 0 0 0,-3-1 2 0,0 0-1 16,-3 2 5-16,-2-2 3 0,0 0 8 0,0 0 10 0,-4 0 9 16,3 0 13-16,-3-1 14 0,3 2 2 15,-4-2-7-15,2 1-15 0,2-1-19 0,-2 0-13 16,2 1-9-16,-3-1-6 0,4 0-10 0,-4 0-8 16,3 0-16-16,-3 0-16 0,-1 0-15 15,2 1-17-15,-1 0-20 0,-1 0-20 0,3 2-32 16,-3 0 2-16,2 1 25 0,-4 0-25 0,1-2 8 0</inkml:trace>
  <inkml:trace contextRef="#ctx0" brushRef="#br0" timeOffset="55474.1">19848 10026 156 0,'0'0'80'15,"0"0"4"-15,0 0 22 0,0 0 7 0,0 0-7 16,0 0-16-16,0 0-8 0,0 0-9 16,0 0-12-16,0 0-18 0,0 0-15 0,0 0-16 15,0 0-13-15,0 0-8 0,-14 32-4 0,13-21 4 16,-3 2-1-16,2-1 4 0,2 1 0 0,0-1-2 16,0-2-2-16,0-2 1 0,0-1-3 0,0-1 0 15,0-3-1-15,2 0 0 0,2-2 4 16,-3-1 6-16,2 0 6 0,-2 0 8 0,1-5 6 15,1-3 2-15,-2-1-2 0,0-4-3 0,0-2-6 16,-1 0-3-16,0 0 3 0,0 0 2 16,0 2 4-16,-2-1 2 0,-4 0-1 0,4 0-3 15,-3 0-4-15,1 0-2 0,2 3 0 0,0 0 4 16,-2 4 2-16,3 2 3 0,0 2-5 16,1 1-10-16,0 2-12 0,0 0-8 0,0 0 4 15,4 2 10-15,2 1 16 0,1 3 8 0,5 0-1 16,-2 2-5-16,1 3-4 0,1 2-7 0,4 1-2 15,-1 1-5-15,3 2-1 0,0 0-2 16,1 1-5-16,-3 1-1 0,3 0 0 0,-1 1-1 0,0-1 7 16,-2 0 5-16,3-1 2 0,-1-1 5 15,-4 0 3-15,3-2 1 0,-5-1 5 0,-2-2 3 16,0-2 2-16,-4 0 1 0,-4-3 8 0,-1 1 11 16,-1-2 7-16,-5 2 9 0,-3 2 0 0,-6-1-2 15,2-1 2-15,-3 1 6 0,-1 0-3 16,1-3-5-16,0 0-12 0,2-2-19 0,2 1-12 15,1 0-10-15,1-3-20 0,2 0-22 0,3 1-28 16,-1-1-37-16,3-1-55 0,2-1-68 0,-1 1-66 16,1-1 24-16,0 0-178 0</inkml:trace>
  <inkml:trace contextRef="#ctx0" brushRef="#br0" timeOffset="56160.89">20873 10582 1227 0,'0'0'12'0,"0"0"-18"16,0 0-7-16,0 0-21 0,0 0-11 15,0 0 7-15,0 0 7 0,-70-142 18 0,75 112 6 16,5-1 5-16,3-1-2 0,2 0-3 0,3 2-1 16,1 1-13-16,2 1-9 0,1 4-11 0,1 3-7 15,-1 4-2-15,-1 2 3 0,0 3 10 16,-4 3 10-16,2 4 11 0,-2 1 10 0,1 3 8 16,-3 1 1-16,2 0 4 0,-4 6 1 0,0 5 1 15,0 3 1-15,-2 3 1 0,-2 4-1 16,-2 3-2-16,0 2-3 0,0 1-1 0,-4 1 1 15,-2-1 0-15,-1 1-3 0,0-2 4 0,-1 1 1 16,-6-3 2-16,1-1 6 0,-2-3 7 0,-2-2 7 16,-3-3 4-16,-3-1 4 0,0-2 2 15,-2 0 1-15,-2-3 1 0,0-2 2 0,2-3-6 16,1-2-7-16,4-2-13 0,-1-1-12 0,3-6-21 16,0-4-18-16,-1 0-31 0,4-4-51 0,-1-2-88 15,2 3-40-15,3 3-284 0</inkml:trace>
  <inkml:trace contextRef="#ctx0" brushRef="#br0" timeOffset="64937.97">20265 10774 183 0,'0'0'9'0,"0"0"-7"0,0 0-2 0,0 0 4 15,0 0 3-15,0 0 2 0,0 0 2 16,0 0 2-16,0 0 0 0,140-23-1 0,-109 18-3 16,0 1-2-16,0 0-3 0,3-1-4 0,0 1-2 15,-1-1-8-15,-2 2-8 0,2-1-11 0,-4 3-7 16,0 0-3-16,-5 1-6 0,-7 0-59 15,-6 0 104-15</inkml:trace>
  <inkml:trace contextRef="#ctx0" brushRef="#br0" timeOffset="65026.04">20837 10852 92 0,'0'0'52'15,"0"0"-17"-15,0 0 4 0,-4 129 3 0,1-80-15 16,-1 8-16-16,-1 9-17 0,0 7-20 0,1 9-16 16,-2 8-5-16,0 10-1 0,0-21-55 0,1-25 77 0</inkml:trace>
  <inkml:trace contextRef="#ctx0" brushRef="#br0" timeOffset="65533.88">20508 14969 608 0,'0'0'137'0,"-7"215"-43"0,4-89-5 15,3-4-38-15,1-8-38 0,8-8-5 0,1-3-12 16,1-2-1-16,1-1-1 0,2-4 1 15,-2-3-1-15,0-4-1 0,-2-4 2 0,0-2-2 16,-2 0 1-16,2-2-7 0,-4 0-5 0,1 1-14 16,-2-1-10-16,1-2-8 0,-1 0-12 0,-1-3-7 15,-3-2-2-15,2 0-4 0,0 0 14 16,-1 0 7-16,-1 2 9 0,-1 0 4 0,1-10 5 16,-1-8 3-16,2-9 2 0,-1-5 8 0,1 3 14 15,1 3-9-15,-1 3 11 0,3 3-5 16,-1 0 0-16,0 0-2 0,1 0 9 0,-2-4 10 15,4-2 0-15,-4-13-7 0,0-4-9 0,0-9 16 16,-2-2-9-16,1-1 12 0,-2 2-9 0,1-1-14 16,-1-2-15-16,0 1-2 0,0-3-8 0,-2 0 36 15,-1-2 4-15,-2 1 0 0,1-4 0 0,-3 1 0 16,4-8 0-16,-6 7 0 0,1-6 0 16,-5 0 0-16,1 1 0 0,-4-6 0 0,4-2 0 15,-7 0 0-15,1-3 0 0,-8-6 1 0,-15-6 19 16,-2-2-20-16,-11-6 2 0,4 2-9 0,3 2-4 15,2 1 10-15,3 6 1 0,8 1 3 16,5 6 10-16,4 1-8 0,4 2 21 0,5 2 12 16,1 0 37-16,4 0 18 0,6 0-4 0,-1 1-59 15,6 1-44-15,0-1-24 0,8 2-16 0,4-3 19 16,4 0 7-16,5 0 8 0,3-3 6 16,4-4 0-16,4-2-4 0,2-2-30 0,4-2-18 15,-8 1 39-15,-10 3 27 0</inkml:trace>
  <inkml:trace contextRef="#ctx0" brushRef="#br0" timeOffset="90106.27">2889 10028 1271 0,'0'0'-37'0,"0"0"12"16,0 0 9-16,0 0 18 0,0 0 2 0,0 0-3 16,0 0-14-16,0 0-14 0,-87-117-24 0,86 112-19 15,1 0-10-15,0 1 1 0,1-2 13 16,2 1 22-16,5 1 13 0,-1-1 10 0,3 3 9 15,1 2 3-15,3 0 7 0,-2 7 6 0,7 5 13 16,0 6 14-16,1 6 15 0,2 4 12 16,6 6 5-16,-3 3-3 0,4 3-9 0,-1 3-13 15,1 1-5-15,-1 1-10 0,0 1-3 0,3-2-5 16,0-4-6-16,-2-3-1 0,0-3 2 0,0-5-2 16,-1-2-1-16,-2-5-4 0,2-3-6 0,0-2 1 15,-3-4 2-15,1-1-1 0,-2-2 1 0,-2 0-2 16,3-3-3-16,-4-1-7 0,-2 0-12 15,-3 0-20-15,0-3-26 0,-5 1-27 0,-3-2-28 16,-6 0-1-16,-2 2-5 0,-8-2-19 0,-4 3 24 16,-7-1 17-16,-4 2 2 0,3-1 42 0,4-3 65 15</inkml:trace>
  <inkml:trace contextRef="#ctx0" brushRef="#br0" timeOffset="90361.9">3153 10671 108 0,'0'0'65'0,"0"0"9"0,-125 31 21 15,77-16 15-15,7 1-2 0,6 1 3 16,-2-2 2-16,7 0 3 0,6-3-1 0,2-1-6 15,5-3-10-15,6-4-18 0,3-1-22 0,5-2-35 16,3-1-49-16,0 0-14 0,7-3 2 0,6-5 28 16,6-3 39-16,5-6 17 0,5-3 1 15,4-5-4-15,7-7-6 0,2-2-7 0,7-4-3 16,3-3 1-16,1-1-5 0,4 1-4 0,-2-1-8 16,3 3-15-16,-4 2-13 0,0 3-12 0,-4 6-11 15,-6 1-3-15,-2 6-9 0,-5 1-4 16,-5 3-9-16,-4 2-9 0,-5 3-8 0,-5 2-9 15,-4 3 6-15,-5 2 2 0,-5 2 23 0,-1 3 28 16,-3 0 17-16,0 0 8 0,-7 1-16 0,-2 4-37 16,-3 0-34-16,-4 5-48 0,0 1-6 0,1 0-3 15,6-4-48-15</inkml:trace>
  <inkml:trace contextRef="#ctx0" brushRef="#br0" timeOffset="92781.29">1241 11122 7 0,'0'0'133'0,"0"0"-107"0,0 0-14 0,0 0-4 16,0 0 2-16,0 0 1 0,0 0 1 0,0 0 3 15,0 0 1-15,0 0-2 0,0 0-2 0,0 0-4 16,0 0-1-16,0 0 2 0,-6-17 0 0,6 27 0 16,0 3-1-16,0 2-4 0,0 2-1 15,0 2-1-15,0 0 0 0,0 2 0 0,0 0 0 16,0 0 0-16,0-1 1 0,0 2 0 0,0-1 0 16,-1-3-2-16,-1-2 0 0,1-2 0 15,1-4 1-15,-1-5 1 0,1 0-2 0,0-4 1 16,0-1-7-16,0 0-5 0,0 0-9 0,0 0 0 15,0 0 3-15,1 0 9 0,2-1 7 0,2-4 7 16,-3 0 6-16,3-4 0 0,-1-1 4 0,-1-3-4 16,1-2-8-16,-1-1 0 0,-2-1-4 0,-1 0-1 15,0 0 4-15,0 0-2 0,0 1-1 16,-1 1 3-16,0 0 2 0,-3 0-1 0,0 3 6 16,2-1-3-16,-4 2-1 0,4-1-1 0,0 0-3 15,-3 2-3-15,3 1-3 0,1 1-1 16,0 1-1-16,1 1-3 0,0 3-3 0,0-1-3 15,1 1 2-15,3-1 2 0,2 1 4 0,0-1 3 16,2 0 0-16,0 0 1 0,5 1 0 0,-2-1 0 16,3 1 0-16,-2 1-1 0,4-1-2 15,-1 1 0-15,3 0 2 0,-2 1 1 0,1 0-2 16,1 0-3-16,1-1-8 0,-3 1-10 0,0 0-7 16,-1 0 2-16,0 0 3 0,-4-2 1 0,-2 2-24 15,-2 0-47-15</inkml:trace>
  <inkml:trace contextRef="#ctx0" brushRef="#br0" timeOffset="93045.85">1171 11292 1168 0,'0'0'-47'15,"0"0"-18"-15,0 0 9 0,0 0 40 0,0 0 12 16,0 0 3-16,0 0 1 0,0 0-3 0,0 0-7 16,0 0-12-16,121-32-17 0,-103 29-30 0,-4 1-42 15,4 0-51-15,2 0-4 0,-8 1-230 16,-3 1 395-16</inkml:trace>
  <inkml:trace contextRef="#ctx0" brushRef="#br0" timeOffset="93621.77">1682 11079 294 0,'0'0'128'0,"0"0"-89"0,0 0-13 16,0 0-2-16,0 0-14 0,0 0-7 0,0 0-2 15,0 0-2-15,0 0-1 0,0 0-3 16,0 0-1-16,0 0-3 0,0 0 0 0,-40 125-4 16,38-104-7-16,-1 0-1 0,2-2-2 0,0 1 2 15,-2-3 6-15,0-2 3 0,2-3 7 0,0-1 1 16,0-2 5-16,1-2 0 0,0-1-1 15,0-1 3-15,0-1-3 0,0 0-2 0,0-1-1 16,0-1 0-16,0 1-2 0,1 0 2 0,1-1 0 16,4 0 0-16,-2 1 1 0,3-1 1 0,-3 0 0 15,3 2 1-15,2-3-1 0,0 0-4 0,-2-1 4 16,0 0-2-16,2 0 1 0,1 0 3 0,0-3-3 16,0-2 5-16,1-1 1 0,0 1 3 15,1-3-1-15,1 1-3 0,1-1 0 0,-1 0-3 16,2-2 1-16,-2 1 0 0,2-1-3 0,1 0 1 15,-1-1-3-15,1 0-1 0,1-1-3 16,-2 0-9-16,2-1-11 0,-1-1-9 0,-2-2 1 16,-2 0 6-16,-1-1 9 0,-1 0 8 0,-1 0 2 15,-2 1 5-15,-3 0-1 0,0 1 4 0,-1 3 6 16,-2 3 1-16,-1 4 6 0,0 1 1 16,0 2 1-16,-2 2-1 0,-3 0 1 0,3 1 0 15,-1 5 0-15,-3 3 1 0,4 3 0 0,-5 4 1 16,4 3 1-16,1 1 2 0,-1 3-1 15,1 2-4-15,1-1-2 0,1 2-7 0,0-1-1 16,0-1-4-16,3 0-3 0,2-1-3 0,-2-2-7 16,5-1-7-16,-3-2-8 0,1-2-3 0,1-3 1 15,-3-1 4-15,3-3-2 0,-6-3-48 0,1-2 35 16</inkml:trace>
  <inkml:trace contextRef="#ctx0" brushRef="#br0" timeOffset="94182.97">1952 11335 207 0,'0'0'70'16,"0"0"4"-16,0 0 0 0,0 0-2 16,0 0-13-16,0 0-17 0,0 0-27 0,0 0-40 15,0 0-29-15,0 0-2 0,0 0 10 0,0 0 21 16,0 0 18-16,0 0-5 0,2-34-2 16,10 33-4-16,0 1-4 0,0 0 1 0,0 0 3 15,0 0 4-15,2 0 8 0,0 0 3 0,-3 0 1 16,2 0 4-16,2-3-2 0,-2 1 2 15,0-1 0-15,4-1-1 0,-1-2 3 0,-1-1 4 16,3 1 1-16,-2-3 2 0,1-2 1 0,2-1-4 16,-3-2 2-16,1 1-4 0,1-3-2 0,-4 1-1 15,2-2-1-15,-3 2-3 0,-2 0-1 0,-1-2-5 16,0 3-3-16,-2 1-4 0,-3 1-1 16,-2 2 0-16,-2 2 5 0,-1 1 6 0,0 2 2 15,-7 3 2-15,0 2 3 0,-2 0 1 0,0 3 4 16,-1 5 4-16,-5 4 2 0,3 2 0 0,0 3-2 15,-5 2-3-15,3 3-2 0,-3 0-1 0,4 2 1 16,-2 1 8-16,2-1 7 0,2-1 6 16,2-1 5-16,2-1-2 0,2 0-7 0,3-2-10 15,-1 1-7-15,3-1-8 0,0 2-3 0,5-3-1 16,-2 1-1-16,4-2-1 0,2-3-3 0,0-2-1 16,-1-2-4-16,2-3 1 0,0-3-1 15,3-3 0-15,-3-1 5 0,2 0 3 0,-1-2 3 16,-1-4 4-16,0-2 2 0,0-1 0 0,-1-1 1 15,-3-2 2-15,1 0-1 0,-1 1 5 16,-3-2 2-16,2 1 2 0,-2-1 5 0,-2 3 3 16,1-1 12-16,-1 2 11 0,2 2 3 0,-3 0 0 15,1 1-11-15,2 3-15 0,-2-1-12 0,1 2-5 16,3 0-1-16,-2-1 2 0,4 2 2 16,-2 1 1-16,4 0 3 0,1 0-4 0,0 0 0 15,2 0-8-15,1 1-22 0,2 3-32 0,-3-1-36 16,3 1-41-16,-1-2-11 0,-4 1 2 0,-2-2-70 15</inkml:trace>
  <inkml:trace contextRef="#ctx0" brushRef="#br0" timeOffset="94566.16">2631 11166 235 0,'0'0'57'0,"0"0"-29"16,0 0-15-16,0 0-5 0,0 0 4 0,0 0 7 16,0 0 13-16,0 0 9 0,0 0 6 15,0 0 0-15,0 0-3 0,0 0-8 0,0 0-9 16,75-43-8-16,-58 41-9 0,-3 0-3 0,4 1 0 16,1 1-3-16,-2 0-2 0,-2 0-13 0,4 0-6 15,-1 0-5-15,-4 0-9 0,4 0-5 16,-4 0-18-16,2 0-29 0,-4 0-21 0,-1 0 4 15,-3 0-58-15,-5 0 79 0</inkml:trace>
  <inkml:trace contextRef="#ctx0" brushRef="#br0" timeOffset="94805.92">2612 11363 656 0,'0'0'71'16,"0"0"-21"-16,0 0-16 0,0 0-39 0,0 0-31 0,0 0-2 15,0 0 12-15,0 0 23 0,0 0 12 16,0 0 1-16,0 0-3 0,0 0-3 0,0 0 1 16,0 0-5-16,71 20-3 0,-54-18-9 0,-4-2-10 15,3 0-15-15,-1 0-20 0,3 0-33 16,-4 0-38-16,-2-2-9 0,-4-1-115 0</inkml:trace>
  <inkml:trace contextRef="#ctx0" brushRef="#br0" timeOffset="96088.98">3484 11000 664 0,'0'0'13'16,"0"0"-24"-16,0 0 4 0,0 0 2 0,0 0 3 15,0 0-1-15,0 0 1 0,0 0 3 16,0 0 2-16,0 0 0 0,0 0-4 0,-11 141 1 16,10-108-2-16,1 4-2 0,0-2-2 0,0-1-4 15,0 0-2-15,0-2-3 0,0-1-4 0,1-3-6 16,0-1-3-16,-1-4-3 0,1-2-7 15,0-4-8-15,-1-3-20 0,0-4-13 0,0-2 7 16,1-3 11-16,-1-4 12 0,0 0-19 0,0-1 46 0</inkml:trace>
  <inkml:trace contextRef="#ctx0" brushRef="#br0" timeOffset="96359.88">3231 11087 412 0,'0'0'298'0,"0"0"-287"0,0 0-39 15,0 0-8-15,0 0 0 0,0 0 13 0,0 0 24 16,0 0 7-16,0 0 1 0,0 0-2 16,0 0 0-16,0 0-2 0,0 0 2 0,141 53-1 15,-115-53-3-15,4 0 0 0,0-3-6 0,0-1-1 16,1-2-4-16,-2-1-10 0,0 1-6 15,1-1-11-15,-3 1-6 0,-2 1-6 0,1-1-5 16,-4 1-1-16,-3-1 4 0,-2 1 5 0,-2 0 5 16,-1 1 7-16,-4 0 1 0,-3 2 3 0,2 1-24 15,-6 0-42-15</inkml:trace>
  <inkml:trace contextRef="#ctx0" brushRef="#br0" timeOffset="96615.97">3706 12056 86 0,'0'0'7'0,"0"0"-10"0,0 0-1 0,0 0-2 15,0 0-13-15,0 0-42 0,0 0 61 0</inkml:trace>
  <inkml:trace contextRef="#ctx0" brushRef="#br0" timeOffset="97041.76">4013 10739 1158 0,'0'0'328'16,"0"0"-328"-16,0 0-32 0,0 0-14 0,0 0-7 15,0 0 11-15,0 0 19 0,0 0 23 0,-31 118 11 16,29-79 4-16,-3 3-4 0,3 4-4 16,2 5-3-16,-1 4-2 0,1 3-3 0,0 4-2 15,0 2-5-15,0 3-8 0,0 1-8 0,1 1-10 16,-1 0-5-16,2-2-3 0,3-2 1 0,-2-4-2 16,-1-4-11-16,4-8-23 0,-2-6-42 0,3-7-54 15,-2-8-31-15,3-10-10 0,-3-7-34 0</inkml:trace>
  <inkml:trace contextRef="#ctx0" brushRef="#br0" timeOffset="97536.12">4276 11195 1436 0,'0'0'30'15,"0"0"-21"-15,0 0-14 0,0 0-22 0,0 0-12 16,0 0-4-16,0 0 12 0,0 0 17 0,0 0 3 16,0 0 5-16,-20 123-7 0,18-93-14 0,2 2-20 15,0 0-15-15,0 0-6 0,0-3 0 16,0-2 9-16,0-5 9 0,0-5 14 0,0-4 11 15,0-5 12-15,0-5 5 0,0-2 3 0,0-1 5 16,0 0 9-16,0-4 10 0,3-3 6 0,-1-6-1 16,0-3-4-16,3-4-8 0,-3-5-1 15,4-5-5-15,-2-3-2 0,-1-4-2 0,4-2 0 16,-4 0-2-16,3 0-3 0,-4-1-2 0,-2 1-3 16,0 3-4-16,0 1 2 0,0 3 0 15,-2 5 6-15,-3 6 8 0,3 4 10 0,1 6 12 16,-1 5 4-16,2 2-4 0,-2 3-19 0,2 1-28 15,0 0-17-15,0 0 5 0,4 0 16 0,3 0 24 16,-1 0 13-16,6 0 1 0,1 0-9 0,-1 0-5 16,7 0-4-16,-1 0 1 0,3 0-2 15,1 0 0-15,1-2-2 0,-1 0-6 0,4-3-5 16,-4 1-11-16,0-1-14 0,-2 1-21 0,0-1-32 16,-2 0-30-16,0 1-30 0,-5 0-1 0,-2 1 25 15,-2 0-87-15,-6 2 212 0</inkml:trace>
  <inkml:trace contextRef="#ctx0" brushRef="#br0" timeOffset="97736.9">4336 11197 763 0,'0'0'271'0,"0"0"-229"0,0 0-22 0,0 0-12 16,0 0-19-16,0 0-6 0,0 0 5 0,0 0 7 15,0 0 5-15,0 0 2 0,0 0 11 16,0 0 17-16,0 0 18 0,-58 63 8 0,68-59-2 15,1 1-12-15,5-1-11 0,1 1-12 0,7-1-9 16,1 1-6-16,4-2-14 0,3-1-14 16,2-2-20-16,2 0-33 0,4-5-53 0,0-3-71 15,-9 1-66-15,-10 3-348 0</inkml:trace>
  <inkml:trace contextRef="#ctx0" brushRef="#br0" timeOffset="112210.59">4102 11067 547 0,'0'0'128'0,"0"0"-90"0,0 0-25 16,0 0-20-16,0 0-29 0,0 0-27 0,0 0-13 15,0 0-2-15,0 0 1 0,0 0 14 0,0 0 15 16,0 0 13-16,-37 15 14 0,47-19 6 16,0-2 2-16,0-2 5 0,1-2 1 0,0 0 4 15,1 0 5-15,1 0 5 0,-3-1 9 0,-2 2 17 16,-1 1 20-16,0 2 23 0,-4 1 20 0,-2 3 18 16,-1 1 8-16,0 1 11 0,0 0 4 15,0 0-25-15,-4 5-42 0,-5 6-43 0,-8 6-38 16,0 9-3-16,-6 6 8 0,0 8 5 0,-6 6 2 15,0 7-5-15,-3 3-5 0,0 1-2 16,-5 2 3-16,3-1 6 0,1-3 8 0,2-6 10 16,3-8 11-16,5-7 12 0,4-10-1 0,8-7-6 15,3-8-17-15,2-3-33 0,6-4-22 0,0-2-6 16,5 0 11-16,4-2 24 0,2-6 27 16,7-4 10-16,-3-5 1 0,7-5-4 0,4-2-2 15,-2-5-4-15,6-3 1 0,-1-1-3 0,2-3-3 16,0-2-1-16,-1 0 0 0,0 1-1 0,-1 2-4 15,-5 4-2-15,4 3-3 0,-5 6-1 0,-2 5 1 16,-3 4-5-16,-5 5-3 0,-3 4-1 16,-3 3-1-16,-5 1 12 0,-1 6 10 0,-1 5 8 15,-1 6 1-15,-5 5-3 0,-4 4-10 0,-6 7-3 16,-2 2-4-16,1 2-4 0,-4 2-2 0,2-3 2 16,0-1-1-16,2-6 3 0,4-3 5 15,3-6 2-15,2-5-4 0,6-5-17 0,2-5-11 16,1-2-6-16,7-2 1 0,2-1 16 0,4 0 7 15,3-5 3-15,3-5-1 0,1-4 2 0,1-4 5 16,2-5 4-16,2-4 3 0,-1-3-1 16,2-2-2-16,-1-2-1 0,-1 1 0 0,2-2 1 15,-3 3-3-15,-1 1 1 0,-1 4-2 0,-2 1 1 16,-2 3 0-16,-2 4-2 0,-5 5 0 16,-2 6-3-16,-6 5 6 0,-2 3 10 0,-1 1 4 15,-2 12 3-15,-7 6-6 0,-5 9-11 0,-3 7-1 16,-4 8 1-16,-1 5 0 0,-5 6-2 0,3 1 0 15,-2 0-6-15,2 2-1 0,-3-2-2 0,4-1-3 16,-1 0 4-16,1-6 2 0,2-6 1 0,2-5 5 16,5-8 0-16,3-7-4 0,2-9-6 15,6-4-22-15,2-7-44 0,1-2-17 0,2-2 1 16,7-8 18-16,2-6 39 0,1-7 13 0,6-7 1 16,-3-6 1-16,5-6 5 0,1-1 6 0,2-5 6 15,-1 0 1-15,-1 1 3 0,-1 0 1 16,0 1 2-16,-3 0 0 0,0 3-1 0,0-1 4 15,-5 3-1-15,0 1 5 0,-3 6 3 0,-2 4 4 16,-3 6 13-16,-3 6 17 0,-1 9 32 16,0 4 9-16,-2 5-13 0,-7 3-26 0,-1 6-39 15,-5 6-17-15,-3 7-2 0,-2 3 6 0,-3 7 3 16,-3 2 1-16,-3 4 1 0,-1 2-2 0,0 2-2 16,-2-1-1-16,1-1-2 0,0-3 4 15,0-2-1-15,2-4 5 0,8-4-3 0,-1-3 3 16,3-5 1-16,5-5-2 0,4-5 1 0,1-4-7 15,3-4-19-15,5-1-35 0,1-2-16 0,0-9-1 16,2-4 13-16,5-4 32 0,2-6 17 0,1-2 4 16,1-3 8-16,1-1 6 0,-2 0 6 15,2 0 5-15,-1-1 3 0,-1 4 2 0,2 1 3 16,-5 5 6-16,1 3 6 0,-2 7 10 0,-4 5 11 16,0 4 10-16,-2 3 2 0,0 0-4 0,0 0-8 15,0 0-13-15,0 0-12 0,0 3-13 0,-2 2-14 16,-4 3-14-16,3 1-11 0,-4 4-4 15,4 1-11-15,-5 0-17 0,7-1-40 0,1 3-88 16,0 0-131-16,0-5-119 0,1-2-263 0</inkml:trace>
  <inkml:trace contextRef="#ctx0" brushRef="#br0" timeOffset="138166.84">6256 11679 1858 0,'0'0'-21'0,"0"0"-51"0,0 0 14 15,0 0 36-15,0 0 0 0,133-40 3 0,-99 39 6 16,5 1 5-16,1 0 1 0,3 4 5 0,6 5 1 15,2 2 1-15,4 6-2 0,5 2-2 16,2 3-8-16,4 3-14 0,4 4-14 0,3 3-12 16,1 3-4-16,3 5 1 0,0 1 6 0,3 2 10 15,0 2 6-15,2 2 13 0,0 0 8 0,3 2 8 16,1-4 7-16,1 3 6 0,0-2 9 0,1 1 10 16,2 3 16-16,-3 0 13 0,4 4 9 15,1 0 6-15,2 3 0 0,4 0-2 0,0 2-3 16,2 0-3-16,2 1-9 0,5-1-4 0,2 1-6 15,3-1-4-15,2 0-2 0,6-1-5 0,-2 0-9 16,4 0-10-16,4-1-4 0,-2 0-2 0,6-1-1 16,0-1 5-16,0 2 0 0,3-2 0 15,3-1 5-15,2-2-3 0,0-2-3 0,4-3-3 16,0 0-6-16,2-4 0 0,3 0 2 0,-1-2 2 16,2 0 4-16,-1 1 6 0,2 2 0 15,-1 1 12-15,3 1-3 0,-1 2-3 0,2 2-7 16,-3 2-11-16,-2 0-2 0,3 3-1 0,-4 0 6 15,3 1-3-15,-2 2 6 0,2 0 0 0,1 3-3 16,-2 2 4-16,2 1-5 0,1 4 3 16,-1 1-1-16,-1 5-2 0,1 1 0 0,-1 0-3 15,-2-1 1-15,1 2 1 0,-2-1 3 0,0 0-9 16,-4-3-4-16,-1 0 1 0,-2-2-4 16,0-1 6-16,-2 1 2 0,-3-2-4 0,-1 1 0 15,-1-1 0-15,-3-1 4 0,0-2-1 0,-4 2 0 16,-1-1-1-16,-2-3 2 0,-2 3 2 0,1-3-1 15,-4-1 0-15,-3 1-2 0,-2-3-5 0,-7-2-6 16,3-3-2-16,-6-3-2 0,-2 0 2 0,-5-5-3 16,-3-3-5-16,-5-4-4 0,-9-3-7 15,-4-4-9-15,-8-3 4 0,-6-2-16 0,-8-4-10 16,-10-1-7-16,-4-5-31 0,-8-2-33 0,-10-4-33 16,-8-4-48-16,-3-2-17 0,-9-2-29 0,0-1-39 15,-12-3-5-15,2 0-41 0,1 0 346 0</inkml:trace>
  <inkml:trace contextRef="#ctx0" brushRef="#br0" timeOffset="138974.87">7472 17057 1219 0,'0'0'32'15,"123"-67"-58"-15,-42 25-23 0,7-3-21 0,0 3-25 16,4-2 19-16,3-1 29 0,6-3 25 0,1-2 24 15,2-4 3-15,8-3 1 0,4-4 2 16,3 0-3-16,6-3 0 0,2 0-3 0,4 1 0 16,1 0-1-16,5 1 2 0,1 1 6 0,4 0-5 15,5-1 15-15,0 0-7 0,5-3 9 0,1-1 7 16,2 1 4-16,5 0 23 0,3-1 5 16,-1 0 10-16,3-2 5 0,5 1 9 0,4-1 10 15,3-3 4-15,3-1 6 0,7-6-7 0,2-2-10 16,10-2-14-16,2-1-18 0,3-1-20 0,4 1-11 15,8 2-10-15,3-2-10 0,3 1-3 0,3-1-7 16,6 1-6-16,-2 0-3 0,4 0 0 0,1 0 0 16,-1 4 4-16,-2 2 2 0,0 1 2 15,-1 1 3-15,-2 0 2 0,-2 0 2 0,-5 0 1 16,0 2 0-16,-4 2-1 0,-8 1 2 0,-3 2-3 16,-7 3 1-16,-6 3-2 0,-10 5-1 15,-11 2 3-15,-7 1 2 0,-7 4-2 0,-13 3 0 16,-12 1-5-16,-10 6-3 0,-7 6-6 0,-14 3-8 15,-10 4-14-15,-9 4-10 0,-11 3-11 0,-11 5-13 16,-9 2-19-16,-7 3-64 0,-10 2-97 16,-6 3-116-16,-10 3-144 0,-9 0 172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30T06:57:37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3778 4088 0 0,'0'0'0'16,"0"0"0"-16,0 0 0 0,0 0 1 15,0 0 13-15,0 0 6 0,-133-17 8 0,115 12 10 16,-1 1 5-16,5 1-2 0,-3-3-8 0,3 0-6 15,-1 1-6-15,3 2-4 0,1-1 0 16,0 2-1-16,2 1 2 0,0 0 0 0,2 0-3 16,3 1-6-16,0 0-2 0,4 0-10 0,-3 0-12 15,3 0-10-15,0 0 4 0,5 0 13 0,1 1 21 16,3 1 17-16,2 2 0 0,5-2-4 0,-3 0-8 16,6-1-6-16,-1 0-3 0,2 1 0 15,2-2-2-15,-2 1 0 0,1 0-1 0,0 0 6 16,-1 3 6-16,1-2 3 0,0 0 10 0,-1 1-4 15,0-1 1-15,0 0-2 0,1-1-5 0,0 1-3 16,0-1 0-16,-1-1-3 0,4 0-3 16,-6 0-2-16,1 0-5 0,0 0-3 0,0-2-4 15,-6 0 0-15,2 0-2 0,-5 1 1 0,-1 0 0 16,-4-1 0-16,1 1 1 0,-4 1 11 0,-2 0 23 16,0 0 13-16,-1-1-6 0,-7 1-17 15,-2 0-34-15,-2 0-16 0,-6 0-3 0,-4 1 10 16,-4 4 9-16,1 0 8 0,-5 2 9 0,-1 0 3 15,-1 0 4-15,-2 1-4 0,2-1 0 0,3 0 0 16,2 0-1-16,0-3 4 0,4 1 1 16,2-3-1-16,6 1-2 0,2-1-3 0,6-2-9 15,5 0-30-15,2 0-34 0,0 0-19 0,9 0-14 16,8 0-2-16,1-2-43 0,0-1-5 16,-3 2-31-16</inkml:trace>
  <inkml:trace contextRef="#ctx0" brushRef="#br0" timeOffset="1922.85">6766 4536 25 0,'0'0'9'0,"0"0"-1"15,0 0 0-15,0 0 0 0,0 0-3 0,0 0 3 16,0 0 5-16,0 0 1 0,0 0 4 0,0 0-1 15,0 0 0-15,0 0-2 0,-9-76-2 16,10 73-5-16,2 1-1 0,0-1-4 0,-1 1 0 16,2 1 4-16,1 1 3 0,0 0 5 0,5 0 5 15,-2 0 5-15,4 0 4 0,3 3 1 0,0 1 2 16,3 0 0-16,1-1-3 0,2 1-4 16,1-1-6-16,2 2-7 0,1-2-7 0,-2 1-5 15,5-2-6-15,-2 0-8 0,2 1-12 0,-1-3-18 16,-2 0-27-16,0 0-23 0,-5 0 1 15,-5-1-1-15,-5-2 47 0</inkml:trace>
  <inkml:trace contextRef="#ctx0" brushRef="#br0" timeOffset="2670.82">6768 4595 384 0,'0'0'144'0,"0"0"-122"16,0 0-24-16,0 0-18 0,0 0-4 0,0 0 7 15,0 0 24-15,0 0 19 0,0 0 3 0,0 0 4 16,0 0-2-16,0 0-6 0,0 0-5 0,0 0-5 15,8 91-4-15,-5-79 2 0,-3 1-2 16,0 2 3-16,1 1 0 0,-1 1-1 0,2 2 0 16,-2-1 0-16,0 4 0 0,0 1 0 0,0 4-3 15,-2 6-1-15,1 2-2 0,-2 6-1 0,2 6-1 16,-2 4-1-16,1 3 1 0,0 5-6 16,0 2 3-16,0 3-3 0,-2 1-1 0,1 3 1 15,-2 3 1-15,0-1 0 0,1 3 2 0,-2 0 0 16,2 3 5-16,-2 0-1 0,2 2 2 0,-3-3 0 15,2 0-5-15,1-3 0 0,0 0-2 0,0-3 0 16,2-2-1-16,0-1 2 0,1-5-1 0,1-4 4 16,0-2-2-16,0-3 0 0,0-1 0 15,0-4-4-15,0 0 5 0,0-1 0 0,0 2 1 16,0 0 2-16,0 0-1 0,0-1 0 0,0-1 1 16,-1 1 2-16,-2 0 0 0,2-1 0 15,-2 1 0-15,1-3-2 0,1 2 2 0,-2-2 1 16,2-2-1-16,-2-2 0 0,2-2-7 0,0-2 0 15,-1-3-2-15,0-1 2 0,1-2 0 16,0-3-1-16,1-3-2 0,-2-5 1 0,1-2-2 16,0-4 1-16,-1-2 2 0,0-2-3 0,1-2 0 15,-2-1-2-15,2-2-2 0,-2 0-1 0,0 0-4 16,-1 1-1-16,-1-1 2 0,1 2 3 16,-3 0 5-16,0 0 4 0,2 1 4 0,-1-2 1 15,1 1 4-15,1-1 1 0,0-2 0 0,0 1-3 16,3-2-2-16,-1 0-10 0,2 0-16 0,0-1-22 15,0 0-5-15,2 0 8 0,6 0 20 0,0 0 23 16,4 0 10-16,2 0-3 0,1-1-5 16,4 0-4-16,1 0-5 0,1-3-1 0,3-3 2 15,0 1 3-15,3-1-1 0,-1 0 1 0,3 0-2 16,1 0-1-16,-2 1 0 0,1 0-2 0,-2 0-3 16,0 1-1-16,0 0-8 0,-1 1-4 0,0 0-11 15,-2-1-13-15,-1 1-14 0,1-1-21 16,-3 0-18-16,-2-2-31 0,-1 0 1 0,-4 1 11 15,-6 2-66-15</inkml:trace>
  <inkml:trace contextRef="#ctx0" brushRef="#br0" timeOffset="4786.79">20887 4483 90 0,'0'0'29'0,"0"0"-2"0,0 0 0 16,0 0-10-16,0 0-19 0,0 0-4 0,0 0-6 15,0 0-6-15,0 0 0 0,0 0-2 0,0 0 3 16,0 0 1-16,-48-84 3 0,43 74 5 16,0 1 3-16,-1-2 5 0,1 2 5 0,0-1 4 15,1 3 8-15,-2 0 9 0,3 1 8 0,-1 1 9 16,0 2 3-16,4 2-9 0,0 0-13 0,0 1-19 16,0 0-19-16,0 0-4 0,0 0 4 0,4 0 14 15,1 1 11-15,3 2 6 0,1 1-2 16,3 0-6-16,1 1-3 0,6 0-3 0,0 1-1 15,3-2-2-15,1 1-3 0,5 1-1 0,0 1 0 16,0 0-4-16,4-1-4 0,0 1-5 16,2-1-5-16,3-2-2 0,-3 1-1 0,4-1-1 15,-2 0 4-15,1-2 5 0,-2 0 3 0,1 1 5 16,-2-2 2-16,1-1-1 0,-2 0 0 0,-1 0 0 16,-3 0 1-16,3-4 2 0,-4 0 1 15,2-1 4-15,-2 1 3 0,-2-2 4 0,-4 0 7 16,0 2 3-16,-3-1 10 0,-3 0 5 0,2 2 6 15,-3 1 3-15,-3-1-1 0,0 1-3 0,-1 2 0 16,-2 0-2-16,-2 0-1 0,2 0-2 0,-2 1-6 16,1 4-6-16,-2 1-3 0,0 2 1 15,1 3 6-15,-1 4 7 0,-3 3 1 0,-1 8-3 16,-2 2-8-16,0 8-7 0,-6 6-7 0,-4 5-4 16,2 5-3-16,-5 4-1 0,-1 5-1 0,-1 4 0 15,-3 4 0-15,2 3-1 0,-4 4-3 0,0 3 2 16,1 0 1-16,-1 3 1 0,0-2 4 15,2 2-4-15,-1 0 0 0,2-4 0 0,-1-1-3 16,2-1 1-16,-1-1 1 0,1 1 2 0,-1 1 2 16,1-3 5-16,0 3 4 0,0-1 5 15,0-2 9-15,1 1 0 0,-1 0 4 0,2-2 0 16,1 0-4-16,3-3 1 0,1-3 1 0,1-3 3 16,1-3 2-16,3-2-2 0,0 1-8 15,2-3-15-15,1 2 5 0,1-2 1 0,0-4 0 16,0-2 7-16,0-4-14 0,0-2-5 0,0 2-1 15,1 0-4-15,2 1-8 0,2 2-5 0,-3-2 2 16,4-1-1-16,-2-4 9 0,-1-4 7 16,2-6-5-16,-3-3 4 0,1-3-2 0,-2-4 3 15,2-4 3-15,-3 0 4 0,0-6 3 0,0-2 3 16,-3-2 3-16,-3-1-4 0,-3 0-5 0,-2-1-6 16,-5 0-3-16,1-1 2 0,-4-2-1 0,-1-1 6 15,-1-1 3-15,-1 0 8 0,1-1 4 0,-2-1-3 16,1 0-2-16,-1 1-8 0,1-1-5 15,-2 0-8-15,0 0-6 0,0 0-12 0,-1 0-10 16,2 0-9-16,-4 0-10 0,0 0-1 0,-2 2 3 16,-1-1 10-16,-2 1 18 0,1-1 15 0,0 0 9 15,2 1 2-15,0-1-1 0,1 0-8 16,4 0-8-16,0-1-20 0,1 0-26 0,5 0-24 16,4 0-15-16,1 0-11 0,3 0 8 0,3 0 19 15,4 0 21-15,3 1 20 0,0 0 18 16,3 3 25-16,4-3 0 0,-4 1 0 0</inkml:trace>
  <inkml:trace contextRef="#ctx0" brushRef="#br0" timeOffset="19142.56">20570 6850 1140 0,'0'0'18'0,"0"0"-23"0,0 0 32 0,0 0-12 15,-114-45-22-15,89 39 4 0,1 0 7 0,0 2 3 16,-1-1-3-16,4 0-5 0,-1 2-8 16,1-1-9-16,1 1-6 0,-2 2-9 0,0-2-2 15,-2 3-10-15,2 0-16 0,1 0-14 0,0 0-14 16,3 3 2-16,1 1 11 0,1 0 21 15,2-1 22-15,5 0 14 0,2-1 11 0,4-2-2 16,2 1-19-16,1-1-3 0,3 1 10 0,7-1 14 16,3 0 25-16,7 0 7 0,7 0-9 0,2 0-10 15,3 0-6-15,1-2-7 0,6-1-4 16,1 0-7-16,1 1-3 0,1-2-1 0,2 1 5 16,1-1 7-16,-1 0 3 0,2-1 9 0,-1-1 5 15,-2 0 6-15,2-2 8 0,-2 1 2 0,-2-1 5 16,-1 1 2-16,0 0 1 0,-4 0 8 15,0 0 6-15,-5 2 7 0,-3 0 6 0,-5 1 6 16,-4 1 2-16,-2 1-2 0,-6-1-1 0,-5 2-5 16,0 1 4-16,-5 0 22 0,-1 0 33 0,0 0 41 15,0 0 25-15,-6 0-31 0,-4-1-55 0,-4 0-60 16,-7 0-55-16,-5-1-7 0,-2 2 8 16,-5 0 3-16,-1 2 0 0,-3 3-8 0,0 2-5 15,-4 3-10-15,1 0-9 0,-6 2-7 0,2 2 1 16,-2 0-3-16,1 0-3 0,1-3-3 0,0 1-4 15,1-2 6-15,4 0 17 0,4-1 13 16,-1-1 13-16,9-1 0 0,2 0 0 0,2-3-4 16,3 1-9-16,2-1-6 0,6 0-7 0,2-2-5 15,3-1-9-15,5-1-15 0,2 2-33 16,0-2 7-16,4 0 22 0,8 0 28 0,3 0 44 16,4 0-3-16,7-4-36 0,0-2-53 0,7-1-19 15,-6 2-10-15,-9 1 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30T06:58:16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21849 14139 123 0,'0'0'119'0,"0"0"-39"0,0 0-6 15,0 0-34-15,0 0-34 0,0 0-3 0,0 0-3 16,0 0 0-16,0 0-1 0,0 0-1 0,0 0-1 15,0 0 0-15,-76 6 2 0,74-6-1 16,1 0-1-16,1 0 0 0,0 0-4 0,0-1 0 16,0-2 1-16,3-1 3 0,1-2 6 0,4-2 9 15,-1-2 2-15,5-2 3 0,2-2-2 0,3 0-3 16,1-1-4-16,3-4-5 0,0 2-3 0,0 0 0 16,0-2 0-16,-1 2 0 0,1 0-1 15,-1-1 2-15,-3 1 0 0,2 1 1 0,-3 2 3 16,-1 0 1-16,-1 4 7 0,-2 1 4 0,-2 2 8 15,-2 3-1-15,-1 1-4 0,2 2-5 0,-2 1-6 16,-2 0-4-16,2 0 3 0,-1 4 3 16,0 1 3-16,-4 4 3 0,3 4-3 0,-2 2-6 15,1 2-5-15,-3 2-11 0,0 1-9 0,-1 2-9 16,0 0-4-16,0 0 1 0,0 0 4 0,-1 0 9 16,-2 0 7-16,1-2 5 0,1-1 3 15,-2-2 3-15,1-1 0 0,-1 0 1 0,0-2-2 16,1 0 0-16,-3-3-1 0,1 1 1 0,1-3-1 15,-1-1 3-15,0-1-4 0,-1 0-9 16,0-3-15-16,-4 1-22 0,2-2-19 0,-2 0-15 16,-3-2 0-16,1-1 12 0,-3 0 24 0,-1 0 23 15,0-1 18-15,-2-4 12 0,2 0 3 0,-3 0 4 16,0-1 2-16,2-1 1 0,-2 2-1 0,2-2-2 16,1 1-5-16,1 0-11 0,0 1-9 15,2 1-15-15,1 0-7 0,1 1-4 0,2 0 6 16,2 2 9-16,2-1 11 0,2 1 8 0,-1 1 1 15,3 0-5-15,0 0-2 0,0-1 0 0,6 1 1 16,1 0 7-16,3-1 1 0,3 0 0 0,1 0 3 16,3-1 2-16,4 1 0 0,0-1 4 15,4 0 2-15,1-2 1 0,4 1 2 0,2-2 0 16,4 0-2-16,3-2-4 0,4 2-4 0,0-2-2 16,5-1 1-16,0 0 1 0,3 0-4 15,0 0 1-15,4 0-3 0,-3 1-1 0,1 0 1 16,-1 1 1-16,-2 2 0 0,-1-1 0 0,-3 2 1 15,-1-1 3-15,-5 2-1 0,0 1 2 0,-5-1 0 16,-3 2 2-16,-3 0 5 0,-3 0 6 16,-5 0 17-16,-3 2 10 0,-1-1 16 0,-6 1 17 15,-3-1 11-15,-2 0 21 0,-5 1 25 0,0-2 32 16,-1 1 21-16,0-1 2 0,0 1-33 0,-1-1-54 16,-6 1-48-16,0 1-36 0,0 0-18 15,-2 0-8-15,-2 0-11 0,1-1-18 0,-1 1-22 16,1-1-30-16,-3 2-32 0,3-2-36 0,-1 0-40 15,1 0-45-15,0 0-28 0,0 0-15 0,4 1 132 16</inkml:trace>
  <inkml:trace contextRef="#ctx0" brushRef="#br0" timeOffset="11178.12">6386 13011 1382 0,'0'0'4'0,"0"0"15"0,0 0-4 0,0 0-28 0,0 0-32 16,0 0-26-16,0 0-22 0,0 0 9 0,0 0 20 16,0 0 25-16,0 0 21 0,0 0 3 15,6-38 0-15,4 31-2 0,6-1 1 0,-3 3 5 16,2-2 1-16,2 1 3 0,1 1 5 0,0 0-2 16,3 1 7-16,0 0 0 0,1 0 0 15,2 0 2-15,1 0-2 0,-1 1-2 0,3-2 3 16,-4 0 1-16,5 1-4 0,-5-3 2 0,4 0 1 15,-3-1 0-15,-1-1 2 0,-1 1 0 0,1-2 0 16,-2 2-4-16,-4 0 0 0,1 1-1 16,-3 0-2-16,-2 2 1 0,-3 0 2 0,-2 2-1 15,-2-1 2-15,-1 3 3 0,-3 0 8 0,0 1 20 16,-2 0 21-16,0 0 20 0,0 0 0 16,0 0-18-16,-2 0-22 0,0 0-23 0,-3 2-6 15,2-1-1-15,1 2 1 0,0-2 0 0,-1 1-4 16,2-1-8-16,1 2-7 0,-1 0-11 0,1 1-4 15,0 1 2-15,-2 3 3 0,1 1 5 0,0 2 1 16,-2-1-6-16,2 3-2 0,-2-2 3 16,1 1 4-16,0-1 5 0,-2-1 6 0,1-2 1 15,2-2 0-15,0 0-1 0,0-4-6 0,0 1-7 16,1-2-9-16,0-1-5 0,0 0-1 0,0 0 3 16,0 0 6-16,0 0 10 0,0-2 12 0,3-3 13 15,0-1 9-15,3-5 0 0,-3-1-3 16,3-3-9-16,-1-1-5 0,-3-1-1 0,3 0-1 15,-3-1 2-15,1 4-1 0,0-3 0 0,-2 2 1 16,-1 1 1-16,0 1 2 0,0-1 1 16,-4 2 2-16,1 1 2 0,0 0 2 0,0 1 2 15,0 1 1-15,1 1 2 0,0 2-2 0,-1 0 2 16,1 3 1-16,0 1-3 0,2 0-5 0,0 2-11 16,0 0-14-16,0 0-17 0,0 0-14 15,0 0-10-15,0-1 7 0,0 1 16 0,0 0 16 16,2-1 14-16,0 0 4 0,1 0 0 0,1 0 2 15,-1-1 1-15,2 1 4 0,-1 0 2 0,5 0 3 16,-2 0 0-16,3 0-2 0,1 1-3 16,1 0-2-16,3 0-2 0,-1 0 0 0,5 0-2 15,-1 3-3-15,0 2-1 0,0-1-3 0,2 1-2 16,-3 0-1-16,-3-1-2 0,2 2-1 0,-2-1 0 16,-3-1 3-16,-1 0 2 0,-3-1 4 0,-3 1 8 15,-1-2 8-15,-3 1 14 0,0 1 7 16,-2 3 3-16,-4 1-4 0,-4 2-3 0,-6 2 3 15,2 2 4-15,-5-1 10 0,0 1 12 0,0 0 4 16,-2-1 12-16,0-2-3 0,6-1-9 0,-2 0-15 16,6-1-23-16,2-2-20 0,1 1-23 15,4-1-25-15,2 0-44 0,2-1-51 0,0 4-70 16,3-3-106-16,0-3-394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30T06:59:18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9609 11608 21 0,'0'0'52'15,"0"0"-53"-15,0 0 2 0,0 0-3 0,0 0 3 16,0 0-4-16,0 0-2 0,0 0 0 16,0 0-7-16,0 0-1 0,0 0-9 0,0 0 10 15,-34-53 12-15,34 50 0 0,0 2 0 0</inkml:trace>
  <inkml:trace contextRef="#ctx0" brushRef="#br0" timeOffset="264.02">9609 11608 0 0,'-36'-62'0'0,"34"61"0"0,-1 0 0 0,1 1 19 16,1 0-3-16,0 0-6 0,1-1-3 16,0 1 0-16,0 0 0 0,0 0-4 0,0-1 3 15,0 1-1-15,0 0-3 0,0-2 2 0,0 2-2 16,0-1 0-16,2-1 3 0,3 1-1 0,-2-3 4 16,3 2-1-16,-1 0 1 0,3-1-1 15,0 0-2-15,-1 0 0 0,2 0 2 0,1-1-2 16,2 1-1-16,2-1 3 0,-2 0-4 0,0 1 1 15,2-3 2-15,0 1-4 0,4 1 2 16,-3-2-1-16,4 1-1 0,1 1 0 0,-1-1 0 16,-3 2-1-16,1-1-2 0,1 2 1 0,-2-1-1 15,-1 3 1-15,-4 0-1 0,1 0-1 0,-2 0-3 16,-1 0-1-16,1 3-3 0,-3 1-2 16,-3 1 0-16,2 1-4 0,-3 0-1 0,-2-2 0 15,0 1 0-15,2-2 3 0,-3 1 1 0,0-2-3 16,0 1-26-16,-4-1 41 0</inkml:trace>
  <inkml:trace contextRef="#ctx0" brushRef="#br0" timeOffset="1061.17">9419 11651 257 0,'0'0'11'0,"0"0"-7"0,0 0-9 15,0 0-4-15,0 0 3 0,0 0 4 0,0 0 2 16,0 0 3-16,0 0-4 0,-80 136 0 16,73-109-1-16,4 3 1 0,2 4 3 0,-3 3 1 15,0 4 0-15,3 4-1 0,-1 1 1 0,-1 4 1 16,0 3 2-16,2 1-3 0,-1 0 2 16,-2 3-1-16,1-1 1 0,1 2-1 0,1 2-3 15,-2-2-1-15,0 2-1 0,1 0 1 0,1-4 4 16,-3-1 2-16,1-5 7 0,1-2 12 0,0 0 7 15,-3-3 5-15,0 0 3 0,3-1-2 0,-3 2-1 16,2 1-3-16,-2 1 1 0,1 0-3 0,-2 1-7 16,1 0-4-16,-2-1-7 0,3 1 0 15,-3-2-3-15,4-1-3 0,-5 0-5 0,7-4 0 16,-2-3-2-16,-2-7 1 0,3-5-1 0,1-7 2 16,0-6 2-16,0-6 3 0,-1-2 1 0,2-4 4 15,0-2 0-15,0 1 1 0,0-1-1 16,0 1 3-16,-1 1 2 0,1-1 6 0,0 0 4 15,-2 1 0-15,2 1-2 0,-1-1 2 0,0 1-2 16,1 1-1-16,0 2-2 0,0 1-4 16,0 0-6-16,0 0-6 0,0 0-2 0,1 0-4 15,6-1-1-15,-1-1 0 0,1-1 2 0,3 0-1 16,0 0 6-16,1-1-4 0,6 0 2 0,-5-1 0 16,6 0-4-16,-4-2 1 0,5 1 1 15,-1-1-3-15,-3 0 4 0,3 0-4 0,0 0 1 16,-1 2 0-16,0 0-1 0,2 0 2 0,1 1 0 15,-2 0 1-15,0 2-1 0,1-1-1 0,-1 2 1 16,1 0-2-16,0 0 1 0,1 1 1 0,-2 0-1 16,-2 1 1-16,1 1-2 0,1 0 1 15,-5 0 0-15,2-1 1 0,0 0 1 0,-2 0-1 16,3-2-1-16,-3-3-1 0,-1 1 1 0,3-2 3 16,-4-2 3-16,0 0 4 0,-1 0-1 0,-1 0 1 15,-2 0 1-15,-1-2 1 0,3 0 1 0,-6 0 0 16,2 1 1-16,-2 0 1 0,-3 1 4 15,1 0 6-15,0 0 11 0,-1 0 8 0,0 0 9 16,0 0 1-16,0 0-2 0,0 0-3 0,0 0-7 16,0 0-7-16,0 0-3 0,0 0-7 15,0 0-5-15,0 0-4 0,0 0-6 0,0 0-5 16,0 0-3-16,-1 0-4 0,1 0-1 0,-1 0-4 16,1 0-1-16,0 0-4 0,0 0-6 15,0 0-6-15,0 0-7 0,0 0-3 0,0 0-5 16,0 0-5-16,0 0-3 0,0 0-16 0,0 0-18 15,0 0-17-15,0 1-21 0,2 0-12 0,4-1-9 16,1 0-15-16,0 0-26 0,3 0-15 0,4-3 22 16,-4 1-49-16,-4-1 209 0</inkml:trace>
  <inkml:trace contextRef="#ctx0" brushRef="#br0" timeOffset="2529.94">16773 11470 116 0,'0'0'15'0,"0"0"-2"16,0 0-6-16,0 0 9 0,0 0 9 0,0 0 11 15,0 0 10-15,0 0 0 0,0 0 2 0,0 0-7 16,0 0-11-16,0 0-8 0,0 0-11 15,0 0-3-15,130 3-4 0,-110-3-3 0,3 0-1 16,1 0 0-16,-1 0 0 0,4 0-1 0,-3 0 2 16,3 4-2-16,-2 1 2 0,3 0 1 0,1 1-2 15,0 1 1-15,-1 1-2 0,0 0 1 16,1 1 0-16,0-1-1 0,-2 1 1 0,1 0-1 16,2-2 0-16,-1 3-4 0,1-2-2 0,-4 0 0 15,-1 0-3-15,1 0 1 0,-3-1 0 0,-2 1 2 16,-1-1 1-16,0 0-1 0,-2 1 3 0,-3 1 0 15,2 0 1-15,-4 1 3 0,-2 1 2 16,0 0 2-16,-3 2 6 0,0 2 5 0,-5 1 4 16,1 3 4-16,-2 3 0 0,-1 3 3 0,-1 5-4 15,0 2-1-15,-3 5-3 0,-1 3-3 16,1 4-3-16,-1 3-3 0,0 4-4 0,0 3 0 16,-2 2-2-16,3 2-1 0,2 0-2 0,-4 2 1 15,4 1-1-15,1 1 2 0,0 1-2 0,0-2 0 16,0 1 1-16,1-3-2 0,4-1 3 15,-3-1-2-15,1 0 3 0,2-2-1 0,-2 0 1 16,-1-3-2-16,3 1-2 0,-2-2 1 0,-1 0-2 16,2-1 2-16,-1-2 3 0,-2-1-1 0,2-4 5 15,-2-1 4-15,-1-3 3 0,0-1 6 0,0-2 4 16,0 0 2-16,0-6 7 0,0-2 2 0,0-3-1 16,0-4 0-16,-1-2-4 0,1-3-3 15,0-4-3-15,0 0-5 0,0-3-5 0,0-1-5 16,0-1-3-16,0-3-3 0,0 1-5 0,0 0 0 15,0-3 2-15,0 2 4 0,0-2 7 0,0 0 9 16,0 1 8-16,0 0 5 0,0 1-3 16,-4 0-7-16,-2 3-6 0,1 0 0 0,-3 1 1 15,-1 1 3-15,-3 1 6 0,1 1 8 0,-3-2 12 16,0 1 8-16,1-3-2 0,-3 0-12 16,2-2-11-16,-3-2-11 0,2-2-6 0,-3 1 0 15,-1-2-1-15,-1 0-3 0,-1 0 4 0,1-3 0 16,0 1 9-16,-1 0 8 0,2-1 2 0,3 2 1 15,1 0-5-15,3 0-12 0,3 1-8 16,-1 0-11-16,5 0-14 0,2 0-19 0,1 0-31 16,2 0-44-16,0 0-42 0,0 0-8 0,2 0 14 15,5 0 25-15,3 0 29 0,1-1 2 0,1-1-17 16,5 1-13-16,-3 1-9 0,4 0 0 16,1 0 28-16,-3 0 32 0,0-1 29 0,1 1 24 15,-3 0 8-15,-2-1 0 0,3 0 1 0,-3 0 3 16,-2-1 0-16,-2 1 0 0,-3-2-7 0,1 3-8 15,-3-1 20-15,-3 1 0 0</inkml:trace>
  <inkml:trace contextRef="#ctx0" brushRef="#br0" timeOffset="9754.44">18412 12246 400 0,'0'0'5'16,"0"0"-20"-16,0 0-16 0,0 0-15 0,0 0-8 16,0 0 4-16,0 0 14 0,0 0 14 0,0 0 9 15,0 0 4-15,0 0 5 0,0 0 1 0,-58 100 5 16,67-95-3-16,2 1 0 0,-1-3 0 16,5 1 0-16,0 1 0 0,2-1 0 0,-2 2 2 15,4 0-3-15,-1 2 1 0,1 2-1 0,-3-1 2 16,1 2 0-16,-3 2 1 0,0-1-1 0,-4 4 0 15,-3-3 3-15,1 2 6 0,-3 0 11 16,-4 0 19-16,-1 1 19 0,0-1 22 0,-5 1 15 16,1 0 14-16,-4-2 3 0,-3 1-3 0,1 1-5 15,-3-1-18-15,-3-1-18 0,1 0-19 0,-2 0-19 16,-2-1-15-16,1 0-11 0,2 1-10 16,0-2-4-16,1-1-9 0,3-3-10 0,1-2-22 15,5-4-60-15,1-2-102 0,3 0-28 0,2 0-184 0</inkml:trace>
  <inkml:trace contextRef="#ctx0" brushRef="#br0" timeOffset="10242.99">18850 12385 856 0,'0'0'45'0,"0"0"-48"15,0 0-7-15,0 0-1 0,0 0 2 0,0 0 11 16,0 0 17-16,0 0 10 0,0 0-3 16,0 0-7-16,0 0-7 0,0 0-8 0,0 0-1 15,0 120-2-15,-2-96-3 0,1 0-1 0,1-1 1 16,0 0-2-16,0-1 0 0,0-1 2 0,0-3-1 16,0-2-1-16,0-4 0 0,0-3-4 15,0-5-6-15,0 0-5 0,3-3 5 0,-2-1 4 16,2 0 13-16,2 0 11 0,-1-3 6 0,3-4-3 15,1-3-1-15,-1-2-5 0,2-2-3 16,1-2 0-16,0 0-4 0,0-1-1 0,-1-1-1 16,-1 3 1-16,2-1 1 0,-6 4 2 0,1 2-2 15,-2 3-2-15,-2 4-3 0,0 1-6 0,-1 2 0 16,1 0 12-16,3 1 8 0,-3 3 13 0,0 3 7 16,4 4-4-16,0 0-7 0,-1 2-8 15,3-1-9-15,1 1-7 0,2-2-4 0,0-2-4 16,1-2 0-16,1-2 6 0,0-3 0 0,3-1 5 15,-3-1 3-15,0 0-2 0,-1 0 4 0,0-2 0 16,0-2 0-16,0 1 2 0,-2-2-5 0,1 0 0 16,-1 2-1-16,0-1-2 0,-1 1-2 15,-3 0-2-15,4 0-9 0,-1 0-14 0,0-1-17 16,-2 1-18-16,4-2-22 0,0-2-23 0,3-2-31 16,0 0-42-16,-1-3 4 0,-2 4-139 15,-4 1 315-15</inkml:trace>
  <inkml:trace contextRef="#ctx0" brushRef="#br0" timeOffset="10558.83">19389 12719 846 0,'0'0'81'0,"0"0"-79"0,0 0-6 0,0 0 0 15,0 0 4-15,0 0 3 0,0 0 2 0,0 0 3 16,0 0 0-16,0 0 3 0,99-126 2 0,-86 106 5 16,-2 0 6-16,-1-1 2 0,1 2-4 15,-2 2-8-15,-2 1-5 0,-2 5-7 0,2 2-3 16,-3 3-1-16,1 3-2 0,-4 2 6 0,0 1 7 16,0 0 8-16,-1 2 4 0,1 5-4 0,1 2-4 15,3 3-8-15,-2 5-3 0,6 1-5 16,-2 0-3-16,-2 2-6 0,4-1-7 0,2-2-12 15,-1-2-15-15,0-3-22 0,2 1-30 0,1-3-31 16,-3-3-26-16,1 0-22 0,-5-2 20 16,1-2 24-16,-6 0 4 0</inkml:trace>
  <inkml:trace contextRef="#ctx0" brushRef="#br0" timeOffset="11003.33">19655 12665 175 0,'0'0'166'0,"0"0"-56"0,0 0-43 0,0 0-44 16,0 0-30-16,0 0-12 0,0 0 7 0,0 0 10 15,0 0 5-15,0 0 3 0,0 0-1 0,0 0-3 16,0 0-4-16,76-64 0 0,-63 62-4 0,0 0-5 16,4-1-11-16,-4 2-15 0,2 1-15 15,0 0-20-15,-3 0-8 0,5 0 11 0,-5 4 15 16,-1 2 24-16,2-1 16 0,-5 2 8 0,3 1 0 16,-3 2 2-16,-1-1 4 0,-3-3 0 0,2 3 5 15,-3-4 6-15,-2 0 12 0,4-1 26 16,-4-2 29-16,0-2 30 0,-1 0 20 0,1 0 6 15,-1 0-10-15,0 0-21 0,0 0-22 0,1 0-25 16,-1 0-12-16,1-5-10 0,4-2-6 0,-2-2-7 16,0-2-9-16,3-3-6 0,-3-4-5 15,4 2 0-15,-3-1 0 0,3-2 2 0,-2-1 0 16,2 1 2-16,3-3 1 0,-2 1 5 0,1 0 3 16,1-1-2-16,0 2 4 0,0 0-4 15,1 1-2-15,1 4-4 0,0 4-2 0,4 1-1 16,-1 2 2-16,1 2 2 0,-3 1-1 0,5 2 1 15,-5 0-2-15,5 2 2 0,-5 1 2 0,3 0-1 16,-4 0 1-16,0 3 2 0,-4 1 2 0,-1 1 6 16,-2 1 4-16,-4 1 15 0,1-2 10 15,-2 2 16-15,0 2 9 0,-3-3 1 0,-1 2-1 16,-2-1-10-16,-2-1-11 0,3 0-14 0,-2-2-22 16,2 0-25-16,0-1-43 0,1 0-52 0,-1 0-92 15,2 2-126-15,1-1-82 0,-2-2-380 0</inkml:trace>
  <inkml:trace contextRef="#ctx0" brushRef="#br0" timeOffset="13798.98">20729 11906 69 0,'0'0'19'0,"0"0"-14"16,0 0-1-16,0 0-2 0,0 0-2 0,0 0 1 15,0 0 0-15,0 0-1 0,0 0 2 16,0 0-1-16,0 0 1 0,0 0 1 0,12-31 2 16,-11 30 6-16,-1 0 6 0,0 1 10 0,0 0 10 15,0 0 5-15,0 0-1 0,0 0-1 0,0 0-7 16,0 0-4-16,0 0-6 0,-3 0-5 15,-5 0-7-15,4 3-2 0,-3 3-5 0,-1 2-1 16,-2 1-1-16,0 4 0 0,0 1-2 0,-1 1 0 16,0 1 0-16,0 1-1 0,-3 4 0 15,-1 0-1-15,-1 4 2 0,1 2-1 0,-4 2 2 16,4 2 0-16,-4 3 2 0,2 0-1 0,-3 5 5 16,5 1 6-16,-1 4 6 0,2 6 9 0,3 3 3 15,3 3-1-15,1 4-6 0,6 1-7 0,1 2-10 16,1 0-7-16,8-1-7 0,2-3-12 15,7-3-13-15,0-4-17 0,3-5-27 0,1-5-28 16,0-3-10-16,-5-11-10 0,-6-10 8 0</inkml:trace>
  <inkml:trace contextRef="#ctx0" brushRef="#br0" timeOffset="15533.06">20975 12256 281 0,'0'0'94'0,"0"0"-27"16,0 0 6-16,0 0-9 0,0 0-23 16,0 0-14-16,0 0-3 0,0 0-3 0,0 0-8 15,0 0-16-15,0 0-8 0,0 0-5 0,0 0 3 16,0 0 5-16,-52 48 0 0,50-23-2 0,-1 1-3 16,0 3-4-16,2-1 0 0,1 0 3 15,0-1-2-15,0-4 3 0,0-1 4 0,0-4 0 16,0-4 4-16,0-3 3 0,0-4 0 0,0-3 5 15,0-2 1-15,0-1 5 0,0-1 1 0,0 0 1 16,0 0 0-16,0-2 0 0,1-4 4 0,6-2-2 16,-3-5 0-16,5-1-2 0,1-4-1 15,1-1 0-15,-1-2-1 0,3-2 3 0,0-3-3 16,1 0 3-16,0-2-1 0,1-1-2 0,2 0-2 16,-3-1-1-16,4 0-2 0,-2 1-4 0,2 0-1 15,1 3-2-15,-2-1-1 0,-2 3-2 16,2 3-4-16,-3 2-5 0,2 2-15 0,-2 3-30 15,-2 1-57-15,-3 5-30 0,-1 3-189 0</inkml:trace>
  <inkml:trace contextRef="#ctx0" brushRef="#br0" timeOffset="15807.34">21372 12041 1316 0,'0'0'20'0,"0"0"-56"0,0 0-12 0,0 0 6 16,0 0 12-16,0 0 18 0,0 0 10 0,0 0 1 16,0 0-4-16,124-11-10 0,-97 11-19 0,1 0-25 15,-1 0-34-15,2 0-29 0,-1 0-17 0,-3 0 4 16,-1-3 20-16,-3-1 28 0,-1 2 20 15,-5-1 9-15,0-1 5 0,-5 2 8 0,-4 1 10 16,-1 0 11-16,-5 1 7 0,0 0-10 0,0 0-8 16,-2 0 35-16</inkml:trace>
  <inkml:trace contextRef="#ctx0" brushRef="#br0" timeOffset="16148.32">21686 11987 38 0,'0'0'46'0,"0"0"-17"0,0 0 11 16,0 0 6-16,0 0 4 0,0 0-10 0,0 0-14 15,0 0-12-15,0 0-15 0,0 0-13 16,0 0-6-16,0 0 5 0,0 0 15 0,0 0 23 15,-111 13 21-15,108-1 16 0,-1 4 7 0,1 2 0 16,-1 1-7-16,1 2-11 0,1 2-11 0,-1 2-7 16,0 2-6-16,-2-2-1 0,2 3-1 15,-1-2 1-15,-2 3 2 0,1 0 3 0,0-1 0 16,0 1-1-16,1 1-6 0,-1-1-4 0,1-2-5 16,0-1-7-16,-1-3-6 0,2-2-2 0,2-4-2 15,0-4-1-15,1-2-1 0,0-3-2 0,0-2-2 16,0-1 0-16,1-3-2 0,1 0 4 15,0-1 2-15,-1 1 3 0,2-1 6 0,-1-1 5 16,0 1 7-16,1-1 4 0,-1 0 2 0,2 0-1 16,-2 0-2-16,4 0-4 0,-2 0-2 0,6 0-4 15,-2 0-1-15,2 0 0 0,0 0-3 16,3 0 1-16,-1-1-2 0,3 1 2 0,-2-1-2 16,0-1-2-16,0 1 0 0,-1 0-7 0,1 0-5 15,-1 0-13-15,-4 1-18 0,3 0-29 16,-2 0-44-16,-2 0-47 0,-1 0-46 0,-1 0 19 15,-3 0-68-15</inkml:trace>
  <inkml:trace contextRef="#ctx0" brushRef="#br0" timeOffset="16449.18">21845 12404 665 0,'0'0'7'0,"0"0"-13"15,0 0-13-15,0 0-12 0,0 0-2 0,0 0 6 16,0 0 16-16,0 0 15 0,0 0 9 16,0 0 7-16,0 0 13 0,0 0 16 0,0 0 5 15,0 0-1-15,-44 64-9 0,40-54-16 0,1-2-14 16,1 2-13-16,1-2-10 0,1 0-1 15,0-1-7-15,1 0-2 0,4-1-1 0,2-1-3 16,0-2-1-16,3 0-4 0,1-2-18 0,4-1-25 16,0 0-27-16,2-6-40 0,0-2 8 15,-5 3 14-15,-4 0 7 0</inkml:trace>
  <inkml:trace contextRef="#ctx0" brushRef="#br0" timeOffset="16611.1">21942 12305 477 0,'0'0'100'0,"0"0"-3"0,0 0-11 0,0 0-32 15,0 0-42-15,0 0-27 0,0 0-27 0,0 0-10 16,0 0-11-16,0 0-11 0,0 0-19 16,0 0-40-16,0 0-3 0,0 0-82 0</inkml:trace>
  <inkml:trace contextRef="#ctx0" brushRef="#br0" timeOffset="17177.07">22146 12062 585 0,'0'0'245'0,"0"0"-289"0,0 0-30 16,0 0 3-16,0 0 9 0,0 0 22 16,0 0 32-16,0 0 8 0,0 0 0 0,0 0-5 15,0 0-23-15,0 0-20 0,0 0-2 0,117 17-9 16,-100-17 5-16,1 0 9 0,2 0-5 0,-3 0 4 15,-1 0 14-15,2-4 8 0,-6 2 10 16,1 0 6-16,-3 0 4 0,-4 1 4 0,-2-1 3 16,-2 2 5-16,-1 0 16 0,-1 0 24 0,0 0 12 15,0 0 7-15,-1 5-11 0,-3 0-18 0,1 5-11 16,-1 1-10-16,0 4-9 0,3 2-6 16,-2 4-4-16,0 1-3 0,2 2-4 0,0 3-3 15,-1 0-2-15,1 1 1 0,-1 1-3 0,0 1 2 16,1-2 1-16,1 0 2 0,-1-2 5 15,1 0 3-15,0-3 4 0,0-1 2 0,0-1 5 16,-2-1 4-16,2-1 2 0,0-1 7 0,-1-1 1 16,0-1 2-16,1-1 2 0,-2-1 6 0,0-2 9 15,0-3 11-15,-1-1 17 0,-1-1 9 0,-1-1 7 16,-1-2 0-16,-1 0-1 0,0-1 5 0,1 0 2 16,-1-1-2-16,1-2-11 0,0 0-19 15,2 0-21-15,0 0-16 0,0 0-15 0,-2 0-12 16,5 0-14-16,-1 0-12 0,0-1-19 0,1 1-30 15,1 0-47-15,0 0-62 0,0 0-41 0,0 2-23 16,0 2 43-16,1 0 17 0,1-1 146 0</inkml:trace>
  <inkml:trace contextRef="#ctx0" brushRef="#br0" timeOffset="17422.3">22587 12609 1319 0,'0'0'158'15,"0"0"-43"-15,0 0-40 0,0 0-81 0,0 0-37 16,0 0-9-16,0 0 14 0,0 0 17 0,0 0 4 16,0 0-1-16,0 0-8 0,0 0-15 15,0 0-19-15,16 121-20 0,-16-101-18 0,0-1-19 16,0 0-13-16,0-3-15 0,0 0-2 0,0-3-1 15,0 0 6-15,0-4 24 0,0-1 29 0,0-3 30 16,0-3 8-16,0-1 30 0</inkml:trace>
  <inkml:trace contextRef="#ctx0" brushRef="#br0" timeOffset="17928.84">22842 12188 1073 0,'0'0'-4'16,"0"0"-43"-16,0 0-20 0,0 0 0 15,0 0 10-15,0 0 27 0,0 0 26 0,0 0 9 16,0 0-4-16,0 0-5 0,0 0-9 0,37 124-7 15,-29-99-8-15,-3-2-2 0,0 0 4 0,-1-1 8 16,-1-3 10-16,0 1 11 0,-2-4 5 0,0-1 5 16,2-3 3-16,-2-1 1 0,0-3 2 15,1-2-2-15,-1-2-6 0,2-1-8 0,0-1-5 16,2-2 1-16,1 0 4 0,0 0 8 0,5-7 4 16,0-2-1-16,0-4 3 0,2-3-6 0,0-2-2 15,0-3-2-15,3 0-6 0,-3-2-1 16,3 1 0-16,-2 1-1 0,1-1 2 0,-1 1 0 15,-3 4 1-15,-1 0 0 0,1 5 3 0,-1 0 1 16,0 4 2-16,0 0 2 0,1 1-2 16,0 2-1-16,4 0-3 0,-2-1-4 0,2 3-3 15,-1-1-5-15,-1 1-4 0,1 0-5 0,0 1-6 16,-2 1-4-16,-1-2 0 0,-2 1 3 0,1 1 5 16,-5 0 6-16,0 1 7 0,-3 0 7 15,0 0 14-15,-2 0 13 0,0 0 10 0,0 0 4 16,0 0-9-16,-2 0-8 0,0 0-11 0,-2 0-4 15,0 0-7-15,2 0-14 0,-2 0-21 0,0 0-43 16,1 2-67-16,2 2-60 0,-2-2 0 0,2 0-65 16</inkml:trace>
  <inkml:trace contextRef="#ctx0" brushRef="#br0" timeOffset="18694.1">23512 12136 1109 0,'0'0'49'15,"0"0"-18"-15,0 0-8 0,0 0-36 0,0 0-27 16,0 0 0-16,0 0 10 0,0 0 32 0,0 0 7 16,0 0-3-16,0 0-2 0,0 0-4 15,0 0-4-15,0 0-2 0,107-42-3 0,-88 41-2 16,-4-1-2-16,3 1-5 0,1 1-7 0,-5 0-10 16,0 0-12-16,-2 0-5 0,-2 0-5 0,-2 0-3 15,-1 0-5-15,-1 0-20 0,-4 0-21 16,0 0-24-16,-2 0 0 0,0 0 24 0,0 0 27 15,-5 0 7-15,-3-1 72 0,0 0 0 0,-3-2 0 16,0 0 0-16,-2 0 0 0,-1 0 0 0,-2 0 0 16,2 1 0-16,-1 0 0 0,4-1 28 0,0 2-7 15,-2-1-12-15,3 2-5 0,2 0-2 16,-2 0-1-16,1 1-2 0,0 4 0 0,2 0 1 16,1 3 1-16,-2 0 2 0,3 4 0 0,0 1 3 15,0 1-1-15,0 4 0 0,2 3-2 0,-3 1-2 16,4 4-1-16,-3 1-2 0,1 2 1 15,2 1 0-15,-5 0 0 0,4 0 2 0,-1 0 0 16,0-3 2-16,3 0-2 0,-3-2 0 0,2-2 2 16,0-1 1-16,0-1 5 0,2-1 5 0,-1-3 4 15,1-1-1-15,0-3-1 0,0-2-3 16,0-3-3-16,1 0-3 0,1-3 4 0,4-3 0 16,-2 1 4-16,3-3 4 0,0 0 1 0,2 0 8 15,-2 0 5-15,3 0 6 0,1 0 10 16,2-3-7-16,1 0-10 0,-3-1-12 0,4 2-11 15,-1 0-7-15,-3-3-3 0,4 3-5 0,-3-1-6 16,2 1-6-16,-3 0-9 0,-1-1-13 0,2 1-19 16,-3-1-33-16,0 0-3 0,-1 1-8 15,-5 1 23-15</inkml:trace>
  <inkml:trace contextRef="#ctx0" brushRef="#br0" timeOffset="18995.08">23975 12393 554 0,'0'0'284'0,"0"0"-335"0,0 0-16 15,0 0-2-15,0 0 3 0,0 0 31 0,0 0 31 16,0 0 8-16,0 0-2 0,0 0-2 0,0 0-3 16,0 0-1-16,-64 126-5 0,64-116-6 15,0-2-4-15,3-1-6 0,1-3 2 0,2 1 3 16,2 0 1-16,-1-3-1 0,0-1-14 0,2-1-23 16,0 0-22-16,3-1 2 0,0-5 7 0,-5 0-8 15,2 3 78-15</inkml:trace>
  <inkml:trace contextRef="#ctx0" brushRef="#br0" timeOffset="19183.06">24041 12130 436 0,'0'0'169'0,"0"0"-125"0,0 0-17 16,0 0-22-16,0 0-30 0,0 0-12 0,0 0 6 15,0 0 14-15,0 0 10 0,0 0-2 16,0 0-14-16,0 0-29 0,0 0-59 0,45 3-16 16,-39-3-115-16</inkml:trace>
  <inkml:trace contextRef="#ctx0" brushRef="#br0" timeOffset="19439.97">24345 12237 1542 0,'0'0'713'0,"0"0"-728"0,0 0-68 0,0 0-38 16,0 0 0-16,0 0 37 0,0 0 50 15,0 0 13-15,0 0-9 0,0 0-23 0,25 139-30 16,-14-112-26-16,-1-1-19 0,1 0-12 0,-2-2 9 15,-1 2 8-15,-4-3 4 0,3-1-3 16,-4-4-4-16,1-1 0 0,-1-4-6 0,-1-3 11 16,-2-3 23-16,1-1 2 0,-1-4 57 0</inkml:trace>
  <inkml:trace contextRef="#ctx0" brushRef="#br0" timeOffset="19813.09">24259 12475 1060 0,'0'0'285'0,"0"0"-181"0,0 0-28 16,0 0-66-16,0 0-49 0,0 0 2 0,0 0 14 15,0 0 21-15,0 0 14 0,0 0-6 0,0 0-7 16,0 0-6-16,0 0-19 0,0 0-24 0,111 0-27 16,-90-4-31-16,-1 1-32 0,1-1-30 15,-1 0-25-15,-2-1-17 0,-4 1 25 0,3-2 48 16,-5 1 47-16,2 0 45 0,-3-1 46 0,-1 0 1 15,0-1 0-15,-2 1 0 0,1-3 0 0,0 1 0 16,-1 0 0-16,-2 1 14 0,0 1 8 16,-2 0 4-16,2 2 15 0,-3-1 13 0,2 2 5 15,-2 1 2-15,-1 0-9 0,1 0-7 0,0 1 2 16,-2 1 8-16,0 0 14 0,-1 0 17 16,0 0 13-16,1 0-4 0,-1 0-9 0,0 4-16 15,0 2-18-15,0 2-12 0,0 4-11 0,0 2-11 16,0 1-12-16,0 1-12 0,1-1-8 0,3 1-13 15,-1-1-12-15,-2-1-16 0,1-2-29 16,3 1-32-16,-3-2-37 0,0-1-32 0,2-1 8 16,1-2 36-16,-3-3 12 0,2-1 129 0</inkml:trace>
  <inkml:trace contextRef="#ctx0" brushRef="#br0" timeOffset="20237.06">24680 11936 853 0,'0'0'9'0,"0"0"-37"15,0 0 8-15,0 0 10 0,0 0 5 16,0 0 11-16,0 0 7 0,0 0 0 0,0 0-1 16,0 0-6-16,0 0-5 0,0 0-7 0,120 46-3 15,-101-33-1-15,1 0-1 0,-1-1 7 0,1 2 2 16,-2 0 3-16,-1 2 4 0,1 0 2 0,-1 2 3 16,0 3 4-16,-1 0 2 0,1 4-1 15,-5 0-2-15,3 4-4 0,-1 1-6 0,-2 4-3 16,-2 2-3-16,-1 3-2 0,0 2-4 0,-2-1-5 15,-2-2 2-15,-3-1 3 0,1-4 7 0,-3-2 11 16,-2-4 9-16,-3-2 14 0,-5-1 21 0,-5-2 16 16,0 0 7-16,-4 1-5 0,-3 0-12 15,-3 0-9-15,1 1-9 0,-1-1-10 0,1-2-9 16,2-2-22-16,4-4-25 0,4-4-38 0,1-2-71 16,5-2-113-16,0-2-73 0,6-2-269 0</inkml:trace>
  <inkml:trace contextRef="#ctx0" brushRef="#br0" timeOffset="22152.29">25062 12568 2217 0,'0'0'317'0,"0"0"-520"16,0 0-152-16,0 0-161 0,0 0-61 0,0 0 75 15,0 0 121-15</inkml:trace>
  <inkml:trace contextRef="#ctx0" brushRef="#br0" timeOffset="23002.21">25192 12458 1825 0,'0'0'157'15,"0"0"-203"-15,0 0-64 0,0 0-46 0,0 0-16 16,0 0 33-16,0 0 33 0,0 0 13 0,0 0-24 16,0 0-45-16,0 0-33 0,0 0-17 15,0 0 26-15,0 0 44 0,64-48 53 0,-64 48 55 16,0 0 29-16,0 0 16 0,0 0 9 0,0 0 12 15,0 0 4-15,0 0-4 0,-2 0-4 0,0 1-11 16,-1-1-8-16,0 1-8 0,1 0-10 0,2 0-13 16,0 0-11-16,0-1 1 0,0 1 4 15,0-1 12-15,0 0 8 0,0 0 7 0,1 0 1 16,-1 0 6-16,1 0 4 0,-1-1 6 0,0-1 5 16,0-1 7-16,0-1 8 0,0 1 5 15,0-2 3-15,0 1-6 0,0 0-9 0,0 0-13 16,0 1-10-16,0 0-4 0,0 2-3 0,0 0 0 15,0 1 1-15,0 0 2 0,0 0 7 0,0 0 6 16,-1 0 9-16,1 0 4 0,0 0 4 16,-1 1 5-16,1 3 4 0,0 0 5 0,-2 1 6 15,-1 0-2-15,0-1-1 0,1 1-3 0,-1 0 0 16,-2-3-4-16,4 0-2 0,-2 0-3 0,1-1-6 16,0-1-4-16,0 1-11 0,2-1-14 15,0 0-16-15,0 0-22 0,0 0-19 0,0 0-18 16,0 0-7-16,0-1 5 0,2-1 11 0,1-1 16 15,1-2 7-15,-3 2 9 0,4-2 7 0,-3 1 9 16,0 0 11-16,-1 2 5 0,0 1 1 0,-1-1 6 16,2 2 4-16,-2 0 9 0,0 0 7 15,0 0-1-15,0 0-7 0,-2 0-8 0,0 0-6 16,0 2-7-16,0 0 1 0,-4 0-7 0,6 2-10 16,-3-1-12-16,2 1-23 0,0 0-48 0,-1 1-25 15,2-2-108-15,0-1 226 0</inkml:trace>
  <inkml:trace contextRef="#ctx0" brushRef="#br0" timeOffset="23356.86">25248 12647 667 0,'0'0'-45'0,"0"0"-43"0,0 0-14 0,0 0-27 16,0 0 9-16,0 0 37 0,0 0 45 0,0 0 36 16,0 0 6-16,0 0 3 0,0 0 7 0,0 0 27 15,0 0 39-15,0 0 42 0,-2-1 37 0,2 1 14 16,0 0 3-16,0 0-12 0,0 0-16 15,0 0-12-15,0 0-21 0,0 0-16 0,0 0-26 16,0 0-27-16,0 0-32 0,2 0-25 0,-2 1-8 16,1 6 1-16,1 4 14 0,-2 4 10 15,0 5-2-15,0 2-7 0,0 5-19 0,-3 4-20 16,0 0-42-16,2 0-64 0,-2 0-102 0,-2-3-100 16,4-8-160-16,-1-8 330 0</inkml:trace>
  <inkml:trace contextRef="#ctx0" brushRef="#br0" timeOffset="34130.15">6704 7209 0 0,'0'0'0'16,"0"0"5"-16,0 0 23 0,0 0-21 15,0 0 0-15,0 0-2 0,0 0-2 0,0 0-1 16,0 0-1-16,0 0-1 0,0 0 0 0,0 0 2 16,98-6 0-16,-90 6-2 0,1 0 2 15,-1-1-2-15,0 1 1 0,0 0 2 0,0-1 2 16,-1 1 1-16,2-1 4 0,1 1 1 0,-1-1-2 16,-1 1 1-16,4-2-5 0,-2 1-1 15,0 0 0-15,-2 0-2 0,3 0 3 0,-2 0 2 16,1-1 0-16,1 1 0 0,-2 0 1 0,1-1-2 15,1 1 0-15,0 0-1 0,1 1-3 0,-2 0 2 16,1-2-3-16,1 2 0 0,-1 0 0 16,1 0 0-16,3 0-1 0,-2 0 1 0,0 0-2 15,-1 0 0-15,2 3 1 0,-2-2-1 0,0-1 2 16,2 0-1-16,1 0 1 0,-1 0 2 0,0 0-3 16,1 0 1-16,0-2 1 0,1-1 0 0,-1 0-2 15,1-1 0-15,-1 0 0 0,1 0-2 0,-1-1 4 16,0 2-2-16,-1-1 0 0,2 2 0 15,-4 0 0-15,2 0-1 0,0 0 0 0,-4 1 0 16,1 1 0-16,-1-2 3 0,0 2 5 0,1-1 1 16,-1 1 8-16,1 0 2 0,2 0 0 0,-1 0-1 15,2 0-3-15,-2 0-5 0,1 0-2 16,2 0-3-16,-2 0 1 0,4 0 0 0,-4 0-1 16,5 0 2-16,-5 0-2 0,4 0 1 0,-4-1 1 15,3 0-1-15,-1-1-3 0,2 0 1 16,-4 0-1-16,3 0-1 0,-2 1 0 0,2-1-1 15,-1 1 0-15,3 0 0 0,-3 0 0 0,1 0 0 16,-1 0-1-16,0-1 1 0,0 1-1 0,1 0 0 16,-1 0 1-16,1 1-2 0,-1 0 0 15,1 0 0-15,0 0 2 0,0 0 0 0,1 0 1 16,-1 0 0-16,0 0-1 0,-1 0 0 0,1 0 2 16,-1 0-1-16,1 2 3 0,-1-1 1 0,-1 1 2 15,3-2 2-15,-3 0 2 0,2 1-2 0,-2-1 1 16,4 0-3-16,-3 0-6 0,2 0-3 15,1 0-1-15,-1 0 0 0,0 0-3 0,-1 0 1 16,0 1-3-16,1-1 1 0,-1 1 1 0,-1 1 1 16,0 0 1-16,-1 0 1 0,-1 0 2 0,1 1-2 15,1-1 1-15,-3 1 1 0,1 1 0 16,3-1 1-16,-4 1-1 0,5 0 1 0,-4 1-1 16,4-2 1-16,-3 2 0 0,3-1-2 0,-5 0 1 15,4-1 2-15,-2 1-3 0,1-1 3 0,-1 0-1 16,0 0-1-16,2-1 1 0,-2 1 0 15,1-1-2-15,1 0 1 0,1 0 0 0,-1 0-1 16,-1-1 1-16,4 0-2 0,-3 0 0 0,1-1-1 16,2 1 2-16,-3 0-2 0,1-1 3 15,1 1 0-15,-2 0-2 0,-1 1 0 0,0-1 2 16,0-1 0-16,2 1 3 0,-2-1 1 0,3 0 2 16,-2 0-2-16,0 0 0 0,2 0 0 0,0 0 0 15,-3 0-2-15,5 0 0 0,-1 0 0 0,-3 0-1 16,1 0-1-16,1 0 1 0,1 0 0 0,-5-1 0 15,6 0 0-15,-1 1 0 0,-1-2-1 16,0 1-1-16,-1 0 1 0,1 0 0 0,1 1 0 16,-5-1-2-16,4 0 2 0,-1 1 1 0,-2-1 0 15,1 0 2-15,-2 0-1 0,2 1-1 0,-2-1 1 16,1 1-3-16,0 0 3 0,0 0 1 16,1 0 0-16,-2 0 1 0,2 0-1 0,1-2-2 15,-2 2 0-15,2 0 1 0,0-1-1 0,-2 1-1 16,4 0 0-16,-5-1 0 0,4 0 1 15,1 0 0-15,0 0 1 0,1-2 1 0,-3 2-1 16,2-1-1-16,0 1 1 0,1-2-1 0,0 2 1 16,-1-1 0-16,1 0 1 0,0 0 2 0,-2 1-3 15,-1 1 1-15,1-1 2 0,2 1 1 16,0-1-1-16,1 1 2 0,-2-1-1 0,2 1-1 16,-2 0 4-16,0 0 1 0,-4 0 2 0,3 0 5 15,1 0 1-15,-3 0 4 0,1 0-2 0,2 0-1 16,0 0-2-16,1 0-6 0,-1 0-1 0,2 0-5 15,0-3-2-15,-1 2-2 0,2-2-1 16,-1 0-1-16,-1 1 2 0,0-1-1 0,1 0 0 16,-1 1-3-16,-1 0 3 0,0-1-1 0,1 1 2 15,-4 0 1-15,1 1-2 0,1 0-2 0,-3 1 2 16,3-1 2-16,-5 1 4 0,4 0 3 0,-5 0 1 16,5 0 0-16,-5 0-4 0,5 0 0 15,-3 0 1-15,2 0 1 0,-2 0-2 0,4 0-3 16,-4 0 0-16,5 0-2 0,-2 0 0 0,-2 1-1 15,1 0 0-15,-1 0-1 0,0-1-2 16,-1 1 0-16,2 0 0 0,-2 0 1 0,2-1-2 16,-2 0 1-16,-1 1 0 0,3-1-1 0,-3 0 1 15,5 0 0-15,-5 0 1 0,4 0 1 16,-3 0 0-16,3 0 0 0,-4 0-1 0,5 0 0 16,-5 0 1-16,4 0 1 0,-5 0 1 0,4 0 0 15,-3 0 0-15,-2 0 1 0,5 0 0 0,-4 0 1 16,1 0 0-16,2 0-1 0,0 0 0 0,-3-1-2 15,4 1 1-15,-3-1-1 0,-1 1-1 16,4-1 1-16,-4 0 0 0,1 0-2 0,2 0 0 16,-3 0 0-16,-1 0-1 0,-2-1 1 0,1 2 0 15,-5-1 2-15,2 0 1 0,-1 0 0 0,-2 1 1 16,-3 0 0-16,0 0 3 0,2 0 5 0,-3 0 5 16,0 0 3-16,0 0-10 0,0 0-18 15,0 0-33-15,-3 0-55 0,1 0-18 0,2 0-188 0</inkml:trace>
  <inkml:trace contextRef="#ctx0" brushRef="#br0" timeOffset="35356.01">6747 7840 0 0,'0'0'55'0,"0"0"-20"0,0 0-23 15,0 0-6-15,0 0-2 0,0 0-2 0,0 0 0 16,0 0-2-16,0 0 2 0,0 0-2 0,0 0 0 16,0 0 0-16,75 14 0 0,-66-14 2 15,0 0-2-15,2 0 0 0,0 0 1 0,3 0-1 16,-2 0 0-16,1 0 0 0,2 0 0 0,-2 0 0 16,2 0 0-16,-1 0-1 0,1 0 0 0,-1 2 0 15,0 0 2-15,-1 1-1 0,1 1 0 0,-1-2 1 16,1 2-1-16,0-1 0 0,-1 2 1 15,1-2-2-15,0 2 1 0,1-2 0 0,-1 2-1 16,0-2 1-16,1-1-2 0,3 1-1 0,-2-1-1 16,3-1 1-16,-2 0-1 0,3-1-2 0,0 0-2 15,1 0-6-15,2 0-4 0,0-2-11 16,1-1 1-16,-3 0 28 0,4 1 0 0,-2 0 0 16,-7 0 0-16,-4 1 0 0</inkml:trace>
  <inkml:trace contextRef="#ctx0" brushRef="#br0" timeOffset="36318.87">7669 7883 0 0,'0'0'0'0,"0"0"0"0,0 0 0 0,0 0 0 16,0 0 0-16,0 0 0 0,134 2 0 0,-114 0 0 16,2-1 8-16,-1 1 3 0,-2 0-3 15,3-2 2-15,-1 0-2 0,-1 0 0 0,1 0-1 16,0-2-2-16,0 0-3 0,2 0-1 0,2-2 2 16,-4 2-2-16,1 0-1 0,-1 1 0 0,0-1-5 15,0 1 4-15,-3 1-1 0,1 0 0 0,0 0 5 16,-2 0-3-16,-2 0 2 0,2 1 2 15,-2 2 1-15,2-1 4 0,-4 1 1 0,2 1-1 16,-1-2-3-16,3 2 0 0,-2-1-1 0,3-1 1 16,-2 2 1-16,-1-1-5 0,1 0 3 0,1 1-4 15,2-1 1-15,0 1-2 0,1-2 1 16,-1 1 0-16,0-1-2 0,1 0 2 0,-1 1-1 16,-1-2 1-16,1 0 3 0,-1 0-4 0,-1 0 2 15,-1-1-2-15,3 1 0 0,-3 1 2 0,3-1-2 16,0 0 2-16,0-1-1 0,2 0 0 15,0 1-1-15,1-1 0 0,2 0-1 0,-2 0 0 16,3 0-1-16,-2 0-3 0,-1 0 1 0,0 0 1 16,0 0 0-16,2 0 5 0,0 0 0 15,-2 0-2-15,1 1 2 0,-1-1-1 0,2 1-2 16,-2-1 3-16,0 0-1 0,3 0-1 0,-2 0 2 16,3 0 0-16,-1 0-1 0,3 0-1 0,-4-1 0 15,4-1-2-15,-2 0 2 0,0 0-1 0,2-1-2 16,-4 1 2-16,3-1 0 0,-3 1 1 0,4 1 1 15,-4-2-3-15,3 2 1 0,-3 0-1 16,1 0 1-16,-2 0 2 0,2 0 2 0,0-2 0 16,1 2 0-16,-1-1-1 0,1-1 0 0,-1 1 0 15,3 1 1-15,-4 0-2 0,3 0 0 0,-3 0-1 16,3-2 0-16,-2 2-1 0,3 0 0 16,0 0-1-16,-2 0-1 0,2 0-1 0,-4-1 0 15,2 0 1-15,-4 1-3 0,2 1 1 0,0 0-2 16,-2 0 0-16,-1 0-1 0,1 0 1 15,0 0 1-15,1 0 2 0,-1 3 1 0,0-2 2 16,-2 1 1-16,1-1 1 0,0 0 0 0,-1 0 2 16,2 0 1-16,-1-1 0 0,2 1 0 0,-1-1-1 15,1 0-1-15,-1 0 0 0,4 0 0 16,-3-3 0-16,2 1-1 0,1 0-1 0,-3-1 0 16,4 1-1-16,-3 0 1 0,4 1 0 0,-2 1 2 15,-1-2-3-15,-2 2 2 0,1 0-2 0,-1 0 0 16,-2 0 2-16,0 0 0 0,4 0 0 0,-2 2 2 15,0 0-2-15,-1-1 0 0,4 1 0 16,-2 0 1-16,3-2-2 0,-3 1 0 0,3-1 2 16,-4 1 0-16,4-1 1 0,-3 1-1 0,4-1 0 15,-4 0-2-15,4 0 1 0,-5 0 0 0,5 0 1 16,-5 0-2-16,4 1 2 0,-3 0-1 16,3 0-1-16,-4 1 0 0,4 0 0 0,-3-1 0 15,2 1 0-15,-2-1-1 0,2 0 1 0,-3 0-2 16,3 1 1-16,-1-2-2 0,-2 1-1 0,3-1 2 15,-3 0 0-15,4 0 0 0,-4 0 1 16,3 0-2-16,-4 1 2 0,0 0 0 0,-1 0 0 16,-2 2 1-16,1-2-1 0,0 0 0 0,-2 1 1 15,-1 1 2-15,0 0-1 0,-3 1 1 16,1-1-2-16,-2 1 2 0,-3-1-1 0,0 1 3 16,0-1 1-16,-3 1 1 0,-3-2 7 0,2 1 3 15,-3 0 8-15,-2 0 11 0,-1-2 6 0,2 1 7 16,2-1-2-16,-4 0-6 0,1-1-1 0,-1 0-5 15,0 2-2-15,0-2-6 0,0 0-10 16,0 0-12-16,0 1-11 0,0 1-11 0,0 0-17 16,0 1-28-16,1 0-31 0,-1 1-10 0,1-2-133 0</inkml:trace>
  <inkml:trace contextRef="#ctx0" brushRef="#br0" timeOffset="38388.41">6091 8375 208 0,'0'0'128'0,"0"0"-101"0,0 0-10 0,0 0-14 15,0 0-16-15,0 0-10 0,0 0-1 0,0 0 6 16,0 0 3-16,0 0 6 0,0 0 1 0,0 0 4 15,-5-10 4-15,13 10-3 0,3 0 2 16,1 0 0-16,2 0 1 0,1 0-2 0,1 0 0 16,1-1-1-16,3 1-5 0,-2 0 5 0,-1 0-4 15,-1 0 4-15,2 0 0 0,-3 1 1 0,1 2-3 16,-4-2 0-16,1 1-1 0,-3-1-1 0,-3 2-1 16,0-1 1-16,-1-1 1 0,-3 0 5 15,-3 2 0-15,0-2 3 0,-6 1-1 0,-2 1 0 16,-2-1 1-16,-2-1 1 0,0 1 1 0,-3-2 1 15,-1 0 4-15,-1 0 4 0,1 0 10 0,-1 0 6 16,-1-2 3-16,5 0 0 0,-3-2-10 16,3 2-10-16,-1 0-4 0,1-1-2 0,-1 1-1 15,2 0-1-15,1-1 0 0,0 1-4 0,1 1-1 16,3 0-2-16,-1-1-1 0,5 2-1 0,2 0-8 16,0 0-15-16,1 0-5 0,0 0 1 15,0 0 7-15,3 0 17 0,1 3 6 0,3 0 1 16,0 1 1-16,0 0 0 0,0 1 1 0,3 0-1 15,-2-1-1-15,0 2 2 0,-1 0-1 16,0-1 2-16,1 1-2 0,-2 0 1 0,-1 0 1 16,-2-1-2-16,-1 0 6 0,-2 0 3 0,0-1 3 15,0 0 2-15,-6 1 0 0,-2-1-2 0,1 0 1 16,-3 0 0-16,0-1 1 0,-1 1 0 16,-1-2-3-16,1 2-2 0,1-2-6 0,-1 1-6 15,1 2-7-15,1 0-13 0,1 0-12 0,2 2-9 16,-1-2-27-16,6 0-140 0</inkml:trace>
  <inkml:trace contextRef="#ctx0" brushRef="#br0" timeOffset="41863.43">6420 8649 176 0,'0'0'7'0,"0"0"-4"0,0 0-2 0,0 0 0 15,0 0-1-15,0 0-2 0,0 0 2 0,0 0-1 16,0 0-1-16,0 0 2 0,0 0-1 0,0 0 1 16,-38-36 0-16,38 31 1 0,-1-2-1 15,1 1 2-15,0-1-2 0,0 0 1 0,0-1-1 16,0 1 2-16,-2 1-1 0,2 0 3 0,-1 3 4 16,-1-1 7-16,1 2 3 0,0 0 7 15,-1 1 5-15,2-1-1 0,-2 1 1 0,1 1-4 16,0 0-8-16,1 0-12 0,-1 0-15 0,1 0-12 15,-2 4-3-15,2 3 5 0,0 4 9 16,-1 4 8-16,1 5 3 0,-2 1-3 0,2 4 2 16,0 3-1-16,0 2 1 0,0 5 0 0,-1 4 2 15,1 5-4-15,-1 2 3 0,1 5 0 0,-1 4 0 16,0 4 1-16,0 3-2 0,1 3 3 0,0 4-1 16,0 4 1-16,0 0-1 0,0 2-1 15,0 1 1-15,2 4-1 0,1 0 2 0,0 3-1 16,1 2 0-16,-1 2 2 0,0 0 0 0,0 4 1 15,1 1 1-15,-2 4 0 0,2 2-1 0,-2 0 0 16,0 0-3-16,2 2 4 0,0 2-1 0,0-2 0 16,1-1 2-16,-1-2-1 0,2-2-1 15,-2 1 0-15,3-4-1 0,-1-1-2 0,1-2-1 16,1 1 0-16,0-1-2 0,-1-1 1 0,1-2 0 16,0-1-1-16,0 1-1 0,-3 1 0 0,-1-1 1 15,0-1 1-15,0 0 2 0,-1 1 2 16,-1-1 4-16,0 2 2 0,-2-2 5 0,2 1 5 15,-2-3 4-15,1 1 2 0,-1-3-4 0,1-1-4 16,1-3-2-16,-1-3-7 0,1-1-1 16,-1 0-8-16,2-2-5 0,0 1-4 0,0 1-4 15,-1-3-3-15,0-1-4 0,-2-2-2 0,0-2 4 16,0-2 3-16,-5-1 10 0,-1-3 6 0,1-2 6 16,-3 1 3-16,1 0 3 0,0 0 2 15,1 0 2-15,0-2 1 0,1-1-4 0,0-4-2 16,0-2-4-16,0-4-5 0,1-2-1 0,2-4-4 15,-2-1-2-15,0-1-5 0,1-2-4 0,-2 0-4 16,0-2-2-16,0 0 1 0,0 1 6 0,-2-1 6 16,2 0 5-16,-3 1 5 0,0 0 2 15,1-1 1-15,1-1-6 0,-2 1 0 0,-1-1-1 16,1 1 1-16,1 0 2 0,-2 0-4 0,2 0 0 16,3-2 3-16,-2 2 1 0,3-2 2 0,-1 0-2 15,1-2-1-15,0 0 1 0,2-1 0 16,0 0 2-16,1-2-3 0,0-1-2 0,0-1 0 15,0 1 1-15,0-2-4 0,2-2 2 0,0 3-1 16,-1-3-1-16,-1 1-2 0,0 0 6 0,0-2-2 16,0-3-1-16,0 0 4 0,0 0-4 15,0-3 1-15,0-1-2 0,0-1-2 0,-1-3-1 16,-1-2-8-16,1-4-8 0,1-1-46 0,-1-1-25 16,1-1-2-16,0 0-124 0,0 0 219 0</inkml:trace>
  <inkml:trace contextRef="#ctx0" brushRef="#br0" timeOffset="47924.01">7440 9215 0 0,'0'0'0'0,"0"0"0"15,0 0 35-15,0 0 9 0,0 0-16 0,0 0-15 16,0 0-2-16,0 0-3 0,0 0-3 0,0 0-1 16,0 0 0-16,0 0-1 0,-69 4-1 15,65-2 1-15,0-1-1 0,1 0-2 0,1 0 0 16,-2-1-2-16,1 1 2 0,0 0-1 0,1 2 0 16,0-2 2-16,-1 0-3 0,2 0 2 0,0 0-2 15,1-1 0-15,0 2-2 0,0-1 1 16,0 1-3-16,1 0 2 0,3 1-1 0,0 0 2 15,3 0-3-15,-1-1-2 0,3-1-14 0,0 0-15 16,1 0-18-16,-3-1 55 0,-2 0 0 0</inkml:trace>
  <inkml:trace contextRef="#ctx0" brushRef="#br0" timeOffset="48056.01">7440 9215 0 0,'10'48'92'0,"-23"-46"-55"0,-2 0-20 0,0 0 1 16,-1 0 2-16,2 1 3 0,0-1 1 15,0-1-2-15,4 0-10 0,-1-1-11 0,5 0-13 16,0 1-11-16,1-1-4 0,3 0-2 0,1 0-56 16,1 0-5-16</inkml:trace>
  <inkml:trace contextRef="#ctx0" brushRef="#br0" timeOffset="48235.91">7402 9263 172 0,'0'0'56'0,"0"0"-14"0,0 0-5 0,0 0-11 16,0 0-15-16,0 0-5 0,0 0 2 0,0 0-3 15,0 0-3-15,0 0-6 0,0 0-8 0,0 0-8 16,0 0-13-16,0 0-8 0,-94 11 2 16,89-10 0-16,2 0-26 0,1 0-47 0</inkml:trace>
  <inkml:trace contextRef="#ctx0" brushRef="#br0" timeOffset="48371">7285 9275 165 0,'0'0'41'0,"0"0"2"0,0 0 4 15,0 0-4-15,0 0-14 0,0 0-12 16,0 0-20-16,0 0-26 0,0 0-11 0,0 0-1 16,0 0 9-16,0 0 16 0,0 0 3 0,0 0-3 15,40-1-14-15,-32-2-135 0</inkml:trace>
  <inkml:trace contextRef="#ctx0" brushRef="#br0" timeOffset="53253.03">7415 9831 0 0,'0'0'101'0,"0"0"-96"0,0 0-3 16,0 0 0-16,0 0 0 0,0 0-4 0,0 0 0 15,0 0-1-15,0 0 3 0,0 0-1 0,0 0 2 16,0 0 1-16,-10 0-1 0,12 0 1 0,0 0-1 16,-2 0 0-16,2 0 3 0,1 0-2 0,-1 0 0 15,1 0 1-15,0 0-1 0,2 0 0 16,1 0 2-16,1 0-3 0,0 0 0 0,0 0-1 16,2 0-2-16,0 0 3 0,1 2-2 0,1 1 1 15,2-1 0-15,-1-1 1 0,2 1-3 16,-2 0 1-16,2 1-3 0,-3-2 0 0,-1 1-2 15,-1 0 1-15,-2 0 0 0,0-1-1 0,-5 0-3 16,2 0-2-16,-4-1-4 0,2 1 6 16,-2-1 6-16,0 0 1 0,0 0-3 0,-2 0-13 15,-3 0-6-15,0 0 21 0,-1 0 3 0,-2 0 0 16,0-1 0-16,0 0 0 0,-1 0 0 0,-1 0 0 16,2-1 0-16,-2 1 0 0,1 0 0 15,-1 0 0-15,1 0 0 0,3 0 0 0,1 1 0 0</inkml:trace>
  <inkml:trace contextRef="#ctx0" brushRef="#br0" timeOffset="53956.03">7402 10285 0 0,'0'0'0'15,"0"0"0"-15,0 0 0 0,0 143 6 0,0-102 14 16,0-1-8-16,0 1-3 0,0 2-2 0,0 0-3 16,0 0-1-16,0 1-1 0,0-2-1 15,0 0 1-15,0-2 0 0,-1-1-1 0,0 0 0 16,-3-2 1-16,2 1-1 0,-1 1 1 0,1 1 0 16,-1 0 0-16,1 1-1 0,-1 3 0 0,1 0 0 15,-1 1-2-15,1 1 1 0,-1 1 1 16,1 2 2-16,-2-1 4 0,2 0-4 0,-1 1 2 15,2 2-2-15,0 3-1 0,1 1 0 0,0 2-1 16,0 0 0-16,0 2-1 0,0 0-2 0,0 1 0 16,0-2 0-16,0 2 0 0,0-3 0 15,0-2 0-15,0-2-1 0,-3-2 1 0,-1-1 0 16,1-2 1-16,-1-1 2 0,0-1 0 0,1-2 0 16,0 0 1-16,1 0-1 0,-1-3-1 0,3 2 0 15,0 0-1-15,0 2 1 0,0-1-3 0,3 2 3 16,1-1-2-16,-1 0 1 0,-1-2 1 15,2 1-1-15,-3-4 0 0,1-1 1 0,0-1 0 16,-1-1 0-16,1 0 0 0,-2-2 0 0,1 0-1 16,-1 1 0-16,0-1-1 0,0 1 2 0,-1 1 0 15,-2 1-1-15,1 1 3 0,-2 0-1 16,0-1 3-16,1 0-2 0,-1-1 2 0,0-2 1 16,3 0-3-16,-2-1-2 0,1 0 0 0,-1-1-2 15,1 0 2-15,2 0 2 0,-2-1-4 16,0 2 1-16,1-3-2 0,-1 0 1 0,2-1-1 15,-1-1 1-15,1-1 0 0,0 0-1 0,0 0 1 16,0 2-2-16,0-1 1 0,-1 2-1 0,1-1 2 16,-1-1-1-16,1-1 2 0,-3-1-1 0,1 0 0 15,-1-1 4-15,1 2-2 0,1 0 2 16,-2-1-2-16,1 3 0 0,0 0 0 0,1 0-5 16,0 1 4-16,1-3 0 0,-1 3 0 0,1-3 4 15,0 0-2-15,0-1-1 0,0 0 0 0,0-1-1 16,0-2 0-16,0-1 1 0,0-3-3 15,0 2 3-15,0-1-2 0,1-2-2 0,1 0 2 16,2 1 1-16,-1 0-3 0,-1 1 1 0,1 0-2 16,1-1-4-16,0 2-5 0,1 1 3 0,0 0 11 15,0-1 0-15,-1-5 0 0,-1-5 0 0</inkml:trace>
  <inkml:trace contextRef="#ctx0" brushRef="#br0" timeOffset="54143.9">7343 15427 0 0,'0'0'0'0,"0"0"0"0,0 0 27 0,0 0-16 16,-15 128-2-16,10-104-5 0,0 1 3 15,1-4 1-15,-1 2 4 0,2-2 3 0,-1-2 7 16,2-1 3-16,1-3-4 0,1-3-1 0,0-1-7 16,0-3-9-16,3-4-6 0,1 0-4 15,0-3-3-15,2-1 4 0,2 0 2 0,0 0 0 16,1 0 0-16,3 0-1 0,-1-1-2 0,1 0 0 16,1-2-2-16,0 2-1 0,1 1-2 0,0-1 0 15,0 0 0-15,-1 0-1 0,1 0 0 0,-2 0 4 16,3-1-5-16,-5 0-9 0,-3 1-12 0</inkml:trace>
  <inkml:trace contextRef="#ctx0" brushRef="#br0" timeOffset="57694.05">12928 10283 0 0,'0'0'75'0,"0"0"-62"0,0 0-5 0,0 0-5 16,0 0 1-16,0 0-2 0,0 0-4 0,0 0 4 15,0 0 0-15,0 0-2 0,0 0 3 0,0 0-2 16,91-19-2-16,-82 16 3 0,2 1-1 16,-2 0 0-16,0 1 1 0,0 1-1 0,0 0 0 15,-1 0-1-15,0 0 2 0,1 0 1 0,-1 1 3 16,0 1 7-16,-1 1 6 0,4 1 7 0,-4 1 6 15,2-1 4-15,1 2 0 0,-1 0-1 16,0 0-6-16,2-1-4 0,0 1-5 0,0 1-7 16,1-1 0-16,3-1-8 0,-1 0-2 0,-1 0-3 15,3-3-2-15,-1 1 0 0,2-1 0 0,0 0-2 16,-2-2-1-16,1 1 1 0,-2-1-2 0,2 0 1 16,0 1 0-16,0-1-5 0,0 1-1 15,0 1 0-15,1 0 0 0,-3 0 2 0,0 2 3 16,1-1 4-16,-1 0 0 0,1 1 3 0,-1-1 0 15,2-1 1-15,-2 1-2 0,1-2 0 0,-1-1 0 16,1 0 0-16,0 0 0 0,0 0 1 16,0 0-1-16,1 0 1 0,-1 0-1 0,2 0-2 15,-3 0 0-15,0 0 0 0,0 1-4 0,0 0 4 16,-1 2-4-16,1-1 0 0,-2 0 0 16,-1 2 2-16,3-1-2 0,-1 1 1 0,-1-1 0 15,0 1-1-15,-2-1-1 0,4 1-1 0,-2-1-1 16,0 0 1-16,-1-1 1 0,-1 1 0 0,1 0 3 15,-1 0-3-15,2-1 3 0,-2 1 0 0,0 0 0 16,1-2 2-16,0 1-1 0,-1 0-3 16,1 0 0-16,3-2-1 0,-3 1-3 0,2-1-4 15,-1 0-1-15,0 0-1 0,2 0 2 0,1 0 5 16,-3-3 1-16,2 2 3 0,-1 0 0 0,0 0 0 16,1 1 2-16,-2 0-2 0,-1 0 4 0,2 0 2 15,0 0-2-15,0 0 1 0,-1 0 0 16,0 2-1-16,0-1 2 0,1 2 0 0,-1-1 0 15,0 2 3-15,0-2-1 0,2 0-2 0,-1 1-1 16,1-1 1-16,1-1-3 0,1 0 3 0,0 0-2 16,2-1 0-16,-2 2 1 0,2-2 0 15,-1 0-1-15,-3 0-1 0,1 0 3 0,2 0-3 16,-3 0 1-16,0-2 1 0,-1 1-1 0,1 1 1 16,-2-1 0-16,0 1 1 0,1 0 1 15,-2-1-3-15,3 1 3 0,-2-1-2 0,0 1 3 16,0-1-1-16,2 1-1 0,0-2-1 0,-1 1 0 15,2 0 0-15,-1 0 1 0,3 0 1 16,-3 0-2-16,4-1-1 0,-2 1 2 0,1 0-1 16,-2-1 1-16,1 1 1 0,0-1 1 0,2 1-1 15,-3 1-1-15,3-1 0 0,1 1 0 0,-3-1-1 16,3 0 0-16,-2 0 2 0,1-1-2 0,-2 1-1 16,0-1 0-16,0 1 3 0,2 0-2 15,-2 0 3-15,-1 1 0 0,2-2-3 0,-2 2 1 16,4 0 0-16,-3 0-3 0,1 0 4 0,0 0-3 15,-3 0 1-15,2 0 0 0,-2 0 1 0,3 0-1 16,-1 0 0-16,-1 0 2 0,2 0-4 0,-2 0 0 16,4 0 1-16,-1-2 0 0,0 0-1 15,1-2 0-15,-3 1-1 0,4 0 0 0,-3-1-4 16,1 1 1-16,0 1-3 0,-1 0 2 0,-3 1 0 16,1 0 2-16,-1 1 2 0,0 0 1 0,2 0 2 15,-4 0 2-15,3 0 2 0,0 1-1 16,0 2-1-16,0-1 0 0,-1-1 0 0,1 1-1 15,0-1 2-15,1 1-1 0,-1-1-1 0,0-1-1 16,1 0-1-16,-1 0 1 0,1 0 2 16,0 0-2-16,-1 0-2 0,0 0 1 0,0 0 0 15,-1 0-1-15,-1 0 7 0,3 0-5 0,-4 0 2 16,-1 0 0-16,1 0-3 0,-2 0 2 0,2 2 0 16,-4 0-2-16,2 0 4 0,-1 1-3 0,2-1 1 15,-2 1 1-15,1 1-2 0,1-1 0 16,-2 2 0-16,0-2 2 0,2 1-4 0,-1 1 2 15,0-2-1-15,0 1 0 0,0-2-1 0,-1 1 3 16,2 0 0-16,-1-1-1 0,0-1-3 0,1 2 3 16,0-2-2-16,-2 0 3 0,3-1 1 0,-1 0-3 15,1 0 0-15,1 0-1 0,-1 0 0 16,0 0 1-16,-1 0 2 0,1 2-1 0,-2-1-3 16,0 0 3-16,1 0-2 0,-2 1 0 0,1 0 5 15,0 0-2-15,0 0 1 0,0 1-2 16,0 0 1-16,1 1 1 0,-1-2 0 0,0 0 0 15,1 2 0-15,-2-3-2 0,1 1 0 0,2-1 0 16,-1 0 2-16,0 1-2 0,1-2 2 0,-1 0 0 16,2 0-2-16,-3 0 0 0,0 0 1 15,2-2-2-15,-2 0 2 0,0 1-2 0,1 0 0 16,-1 0 0-16,0 0 0 0,1 1 0 0,-2 0 0 16,0 0 1-16,1 0-2 0,0 0 1 0,0 0 1 15,-1 2-1-15,2-1 1 0,-1 0 0 16,1 1 1-16,-1 0-1 0,-1-1 0 0,0 0 0 15,2-1-2-15,-2 0 2 0,1 0-1 0,1 0 0 16,-1 0 0-16,0-2 0 0,1-2 0 0,-2 2 0 16,0 0 2-16,1-2-1 0,-1 2 0 0,-2-1 0 15,3 2-1-15,-1 0 2 0,-1 1-1 0,-1 0 1 16,3 0 0-16,-3 0-1 0,2 0 1 16,0 0 0-16,2 0 1 0,-2 0-2 0,1 0 1 15,1 0-1-15,-1 0-2 0,0-1 0 0,3 1 1 16,-1-1-1-16,2 0 2 0,-2-2 0 15,-2 2-2-15,2 0-4 0,-2 0 0 0,0 0-10 16,1-1-2-16,1 0-2 0,-1 0 9 0,-1-1 11 16,0 1 0-16,-1-2 0 0,2 1 0 15,-4-1 0-15,2 1 0 0,1-1 0 0,-3 2 0 16,-2-1 0-16,3 1 0 0,1 0 1 0,-3-1 8 16,0 1 1-16,1 1 0 0,-2 0 1 0,3 0-4 15,-5 1 2-15,3-2-2 0,-4 2 0 16,2 0 2-16,0 0-3 0,-3 0 0 0,2 0-1 15,-2 0-1-15,3 0 2 0,-2 0-2 0,-1 0-1 16,1 0-2-16,0 0-1 0,1 0-1 0,-1 0 1 16,-1 0 2-16,0 0-3 0,2 0 3 15,-2 0-3-15,1 0 1 0,-2 0 1 0,1 0-2 16,-1 0 1-16,0 0 1 0,0 0-2 0,1 0 2 16,-1 0 2-16,0 0 0 0,0 0 0 0,0 0 2 15,0 0-5-15,0 0 2 0,0 2-2 0,-1-1 1 16,0 1 1-16,-2-1 0 0,-1 2 2 15,3-1 5-15,-3 0 4 0,0 2 4 0,2-2 3 16,0 0-8-16,-2 0-3 0,1 0-8 0,2-1-10 16,1 0-7-16,0-1-10 0,0 1-9 0,0-1-102 0</inkml:trace>
  <inkml:trace contextRef="#ctx0" brushRef="#br0" timeOffset="67183.39">10607 11264 0 0,'0'0'3'0,"0"0"84"0,0 0-59 0,0 0-17 16,0 0-5-16,0 0-1 0,0 0-5 0,0 0 0 16,0 0-2-16,0 0 0 0,0 0 0 15,0 0 1-15,-6-18 1 0,11 15-1 0,-1 1 0 16,-1 1 1-16,2 1 0 0,-3-1 0 0,4 1 1 16,-3-2 1-16,1 2 1 0,2-1 0 0,-3 0 1 15,5 1-2-15,0-1 2 0,-2 0-1 0,4 0-1 16,3-1 2-16,-1 1-1 0,1 0-2 15,3 0 0-15,-2 0-1 0,5-2 0 0,-1 1 2 16,2 1-2-16,-3-1 2 0,2 1-2 0,0-2-2 16,-1 2 2-16,3 0 0 0,0 0 0 0,-1 0 2 15,3-1 9-15,5-2-2 0,0 0 1 0,2-2 1 16,1 1-13-16,1-1 3 0,0 2-1 16,1-1-3-16,3 0 3 0,-3 1 0 0,3-1 4 15,-1 2-2-15,-3 0 0 0,0 0-2 0,-1 1-4 16,-1 1 6-16,-2 0-4 0,-4 1 1 15,0 0 0-15,-2 0 2 0,-6 0 0 0,-1 1-1 16,-3 1 0-16,-2 1 2 0,-1-1 3 0,-2-2 7 16,-3 3 3-16,2-2-2 0,-2 0-1 0,1 0-2 15,-2-1-1-15,-1 1 2 0,4-1 2 16,-3 0-1-16,3 0 2 0,-2 0-1 0,4 0 0 16,-4-1-2-16,3 0 2 0,-3-1-2 0,2-1-1 15,-2 3-3-15,1-1-3 0,-3 0-5 0,-1 1-2 16,-1-2-3-16,1 2-1 0,-1 0-4 0,0 0-2 15,0 0-6-15,0 0-14 0,0 0-14 16,0 0-7-16,0 0 4 0,0 4 10 0,1-1-39 16,0-1 23-16</inkml:trace>
  <inkml:trace contextRef="#ctx0" brushRef="#br0" timeOffset="68379.87">13635 11279 201 0,'0'0'59'0,"0"0"-43"0,0 0 17 0,0 0-22 15,0 0-8-15,0 0-3 0,0 0-1 16,0 0 3-16,0 0 0 0,-119-3-2 0,117 3-6 16,1 0-17-16,1 0-17 0,0-1-3 0,0 1 4 15,2 0 12-15,4-1 17 0,0 0 2 0,1 0 0 16,1 0 4-16,-1 1 0 0,2 0 4 0,1 0 0 16,2 0 0-16,2 0 2 0,-1 0-1 15,2 0 2-15,1 0 1 0,4 0-1 0,0-2 1 16,1 2-1-16,5-1-2 0,-2 0 1 0,1-2 0 15,-1 1 0-15,4 1-1 0,-3-3-1 0,3 2-2 16,-1 0 0-16,0-2 4 0,3 2-2 0,1-1 2 16,-1 0 0-16,1 1 0 0,-1-1 0 15,1 1-1-15,1 0-1 0,-1-1 2 0,4 1 0 16,-2 0 1-16,1 0 0 0,1 0-2 0,-2 1 1 16,3 1 1-16,1 0 3 0,-2 0 0 15,1 0 1-15,1 0-1 0,-1 1-2 0,0 1 0 16,-1 1-3-16,1-1 1 0,-2 2-1 0,0 0-4 15,-1 1 3-15,-1 0 0 0,0-1 0 0,-4 2 0 16,-2-1 2-16,0-1 0 0,-4 0 1 16,0-1 4-16,-1-1 5 0,-2 0 7 0,0 0 11 15,-3-1 7-15,-2 0 4 0,-3 0 1 0,0-1-1 16,-2 0-3-16,0 1-1 0,-2-1-2 0,-2 0 0 16,0 1 0-16,-3-1 1 0,1 0 5 0,-2 0 1 15,-1 2 1-15,1-2 1 0,-1 0-5 16,0 0-9-16,0 0-7 0,0 0-11 0,0 0-8 15,0 0-2-15,0 0-4 0,0 0-1 0,0 1 0 16,0-1 0-16,0 0 0 0,0 0 0 0,0 0 0 16,0 0-4-16,0 0-1 0,0 0-2 15,0 0-4-15,0 0 1 0,0 1-6 0,2-1-3 16,-1 1-8-16,1 0-13 0,2 0-18 0,0 2-21 16,1-1-22-16,-2 0-13 0,2 1 8 0,1 0 22 15,0 2 20-15,0-3-51 0,-2 0 118 0</inkml:trace>
  <inkml:trace contextRef="#ctx0" brushRef="#br0" timeOffset="71474.28">10051 14687 953 0,'0'0'27'0,"0"0"-74"0,0 0-25 16,0 0 0-16,0 0 12 0,0 0 36 0,0 0 14 15,0 0 7-15,0 0-1 0,0 0 0 0,0 0-1 16,0 0-3-16,0 0-2 0,0 0-2 16,123-16 6-16,-112 15 0 0,2 1 4 0,1 0 5 15,-1 0 6-15,5 0 8 0,1 0 7 0,1 0 3 16,3 0 0-16,0 0-4 0,5 0-4 0,-1 0-4 15,2 0-4-15,-1 0-9 0,4 0 0 0,0 0-2 16,1-1 1-16,0-2 1 0,3 0 1 0,-3 1 0 16,-1-1-3-16,0 0 2 0,0 0-2 15,3 1 0-15,-3 0-1 0,0 1 2 0,-2-1-1 16,1 2 2-16,-2 0 0 0,0 0 2 0,0 0 1 16,-2 2 2-16,2 0 0 0,1 3 3 15,-1-1 5-15,0 2 5 0,0 0 1 0,-4 0 1 16,5 0-3-16,0-2 1 0,0 1-1 0,1-1 0 15,0 0 1-15,1-2 0 0,2 0-3 16,0-1 0-16,1-1-3 0,2 0-6 0,1 0-2 16,-3 0-2-16,3 0-2 0,-1 0-2 0,-2 0 1 15,1-1-2-15,-1 1-1 0,-2-1 0 0,2 1 3 16,-3 0 2-16,0 0-2 0,-1 0 2 16,-2 0-2-16,1 2-1 0,-2 1 7 0,-1-1-4 15,1 0 3-15,1 2-2 0,-3-1 0 0,1 1 3 16,2-2 2-16,-1 1 0 0,-1 0-1 0,2 0 2 15,2 0 0-15,-1-1-2 0,-1 0 3 0,1-1-3 16,0 1-3-16,1-1 1 0,-1-1-4 0,1 0 3 16,1 0-1-16,0 0 0 0,1-1-2 15,-1-2-2-15,-1 1 0 0,-2 0 0 0,2-1 2 16,-1 1-1-16,0 1-1 0,0 0 1 0,-3 1-5 16,2 0 5-16,-2 0 1 0,-2 0 0 0,3 2 6 15,0 1-4-15,-3 1 0 0,3 1 1 16,-1-1 1-16,-2 1-3 0,3-2 0 0,-2 1 1 15,1-1-1-15,1-2 2 0,-3-1 2 0,4 0 1 16,-1 0 1-16,1-2-3 0,-2-2-1 16,0-1-4-16,1-1-2 0,-2-1-1 0,2 1 0 15,-1 0 1-15,0 1 1 0,0-1-2 0,1 1 2 16,-1 2 0-16,0-1-1 0,-1 3 2 16,-3 0-1-16,2 1-1 0,2 0 0 0,0 0 4 15,-1 0-1-15,1 0 0 0,-2 2 2 0,1 1-2 16,-1 0-1-16,1 1 1 0,1-1-2 0,-2 0 1 15,2 0-1-15,1-2 1 0,-1-1-1 0,0 0-1 16,1 0-1-16,-3 0-2 0,3 0-1 0,-2 0 3 16,0-2-2-16,-1-1 4 0,1 0-2 15,-2 1 1-15,2-1 1 0,-3 2-1 0,-1 0 3 16,-1 0 0-16,0 1-2 0,-1 0 4 0,1 0-1 16,2 0 0-16,-2 3 2 0,3 0 0 0,-2 0-5 15,2 2 2-15,-2-2 1 0,2 2-3 16,-1-3 3-16,0 0-3 0,-1 1 0 0,1-2 0 15,2-1-1-15,-1 1 3 0,1-1-3 0,2 0 3 16,-1 0-1-16,0 0-2 0,1 0 1 0,-1 0-1 16,0 0 0-16,1 0-1 0,-2 0 0 15,2 0 2-15,-1 0 0 0,1 0-1 0,-3 0 2 16,1 0-1-16,-4 0 0 0,2 1 1 0,-2 0 2 16,-1 1 2-16,1-2 1 0,1 0 0 15,0 0-1-15,1 0-2 0,0 0 2 0,-1-2-1 16,-1 0-1-16,2-1 1 0,0-1-4 0,1-1 0 15,-4 1 0-15,3-2 1 0,1 1-1 0,-3 1 3 16,2-2-2-16,-1 2 0 0,-1-1 0 0,-2 1 0 16,1-1-1-16,-4 1 1 0,1 1 2 0,1-1-2 15,-1 1 3-15,1-2-1 0,0 2 0 0,1-1 10 16,1 1-1-16,-2-1-4 0,-1 1 2 16,-1 0-10-16,3 1 1 0,-6-1 0 0,4 1-1 15,-5 0 1-15,2-1-1 0,-3 2 1 0,-1 0 0 16,1 0 0-16,-3 1 1 0,-2 0 1 15,-1 0 3-15,0 0 3 0,-4 0 6 0,1 0 4 16,0 0 7-16,-2 0 3 0,0 0 0 0,0 0-3 16,0 0-10-16,0 0-8 0,0 0-10 15,0 0-11-15,0 1-17 0,0-1-40 0,0 0-65 16,0 0-104-16,0 1-117 0,-2-1-185 0,0 0 260 0</inkml:trace>
  <inkml:trace contextRef="#ctx0" brushRef="#br0" timeOffset="83105.95">4950 8506 0 0,'0'0'0'0,"0"0"45"0,0 0-19 0,0 0-16 16,0 0 0-16,0 0 6 0,0 0-1 0,0 0 5 15,0 0-2-15,0 0-5 0,0 0-5 16,0 0-4-16,-81-35-4 0,84 33 2 0,3 0 1 16,2-1 1-16,1-1 0 0,3 0 1 0,0-1-1 15,1-1 3-15,3 0 1 0,-1 0-3 16,3 1 2-16,2-1 0 0,0 0 0 0,3 0-1 15,2 1 0-15,-1-1-2 0,4 0 0 0,-1 1 0 16,0 0-2-16,2 0 0 0,0 2 0 0,1-1 1 16,0 1 3-16,-1-1 0 0,2 2 3 15,-1 0-4-15,0-1 1 0,1 1-3 0,-2 0 1 16,-1 1-2-16,1 1 2 0,0-1-4 0,-2 1 2 16,-3-1-2-16,2 1 1 0,-3 0-1 0,-3-1 0 15,-2 1-1-15,-3 0 1 0,-5 0 1 0,-1 0-1 16,-2 0 3-16,-4 0 17 0,-2 0 32 15,-1-2 19-15,0 2 4 0,-4-1-17 0,-5 0-33 16,0 0-17-16,-3 1-2 0,-4 0-4 0,2 0 0 16,-4 0-3-16,-2 0-2 0,0 2-1 0,0 1 1 15,-1 1-5-15,1-1 3 0,-1 3-3 0,2 0 3 16,-2 0 1-16,2 1 1 0,1 0 2 16,1 1 1-16,0 1 0 0,2-1-2 0,1-1 2 15,3-1 1-15,3-1-2 0,3-1-2 0,3-1-12 16,-2-2-24-16,4 0-10 0,0 1-4 15,4 0 12-15,0-1 20 0,4-1 14 0,2 0 5 16,2 0 1-16,0-1 2 0,5-3 0 0,-4-1 0 16,5-1 2-16,-3 0-3 0,2-1 2 15,0-1-2-15,-2 1-1 0,1-1 3 0,-3 1-3 16,2 0 2-16,-2 2 2 0,-2-1-5 0,-1 0 4 16,1 1 0-16,-3 1 0 0,0 0 1 0,-3 0-1 15,2 1 0-15,-3 0-2 0,-2 0 2 0,1 2-2 16,-1 1 0-16,-1 0 1 0,-1 0 0 15,0 0 5-15,1 0 5 0,-1 3 2 0,0 2 3 16,0 2-3-16,-1 3-3 0,-2 0-7 0,-2 3-2 16,3 1-3-16,-1-1-2 0,-3 2-2 0,4 0 1 15,-1-1-1-15,-1-1 0 0,3-1 1 0,1-2-2 16,0-1-2-16,0-2 1 0,0-1-1 16,0-2 2-16,3 0 2 0,0-2-2 0,-1 1 0 15,0-3 1-15,-2 0-2 0,4 0 5 0,-1 0 4 16,-2 0 4-16,1 0 9 0,-1-3 5 15,2-3 9-15,0-1-1 0,-2-2-2 0,1-1-5 16,-2-4-7-16,0-1-3 0,0-2-5 0,0-1-1 16,0 0 2-16,0 1-3 0,-1-1 2 0,-1 2-3 15,-1 0-1-15,0 0-1 0,2 2-1 0,-1 0 3 16,0 2-4-16,-4 0 4 0,5 3 3 16,-2 1 0-16,0 2 2 0,1 3-3 0,1 0-1 15,1 2-7-15,0 0-17 0,0 1-19 16,0 0-3-16,1 0 3 0,6 0 12 0,1 0 21 15,2 0 3-15,1 0 2 0,3 0 2 0,2 0 0 16,1 4-1-16,1 1 1 0,3 1-1 0,2 2-1 16,2-1 2-16,-1 1 0 0,3 1-2 0,2-2 1 15,0 2 1-15,-1 1-4 0,0 1 4 0,0 0 0 16,-3 2-1-16,-1-1 1 0,-4-1 0 0,-2 0 0 16,-2-1 1-16,-1 0-1 0,-4-3 2 15,-6 0 2-15,2 0 5 0,-6 1 7 0,-1-1 3 16,-1 3 3-16,-7-1 1 0,-2 0-5 0,-1 1 4 15,-5-2 3-15,1 0 8 0,-3 0 4 16,0-1 4-16,1-1 0 0,-2 0-4 0,0-1-2 16,-1 1-9-16,0 0-8 0,1 0-6 0,1 0-14 15,3-1-9-15,-2 2-11 0,5 0-15 0,0 1-12 16,2-1-21-16,2 0-42 0,6 0-12 16,0-3-27-16,2-1-87 0</inkml:trace>
  <inkml:trace contextRef="#ctx0" brushRef="#br0" timeOffset="85882.9">4996 8490 263 0,'0'0'37'0,"0"0"-8"16,0 0-5-16,0 0-17 0,0 0-10 0,0 0-10 16,0 0-13-16,0 0-2 0,0 0 1 0,0 0 12 15,0 0 13-15,0 0 2 0,0 0 2 0,0 0-3 16,57 9 1-16,-38-8-2 0,2-1-1 0,3 0 2 16,0 0 0-16,1 0 0 0,1 0 1 0,-1 0-2 15,1-1 0-15,-4 0 3 0,3 0 4 16,-1 1 2-16,-2 0 5 0,-1 0 2 0,2 0 2 15,-1 0 3-15,-1 0 3 0,0 0 5 0,-1 0 0 16,0 1 6-16,0 0-1 0,0-1-2 0,-2 0-4 16,0 0-4-16,1 0-5 0,0 0-2 15,-1 0-4-15,-3-1-3 0,3-1-4 0,-4 1 1 16,0-2-1-16,-3 1-1 0,-2 0-3 0,-1-1-7 16,-2 1-10-16,-2 0-11 0,0-1-14 15,-3 0-24-15,-1-2-12 0,0 1 4 0,-2-3 12 16,-4 0 20-16,-1 0 12 0,-2-1 6 0,-2 0 7 15,0-1 12-15,-3-1 13 0,3-1 5 0,0 0 1 16,-1-2-1-16,2-1 0 0,0-1-4 16,3-2-1-16,-1 2-2 0,3-2 1 0,-3 3-2 15,2-1 3-15,0 1 1 0,-1 1 13 0,3 3 22 16,-3 1 25-16,3 3 17 0,-2 1 5 0,3 2-13 16,-3 2-15-16,5 0-15 0,-2 1-16 0,0 0-13 15,1 0-17-15,1 2-13 0,-2 6-3 16,-1 4 4-16,1 2 10 0,2 6 9 0,-1 2 2 15,2 2 0-15,0 3-4 0,0 1-2 0,0 4-2 16,0-1 2-16,0 3-1 0,1-1 0 0,0-1 0 16,-1 0-3-16,3-5-1 0,-2 0-2 0,2-4-1 15,-1-5 2-15,0-3-2 0,1-3-2 16,0-4-3-16,-1-3 0 0,0-3 3 0,-1-1 5 16,4-1 11-16,-3 0 6 0,0 0 6 0,1-1 11 15,1-4 20-15,-2-3 18 0,3-5 12 16,-2-4-10-16,-1-5-23 0,-1-6-29 0,-1-1-13 15,0-3-5-15,0 0 0 0,0 1 3 0,-3-1-4 16,-3-2-2-16,2 4 0 0,-3-1-1 16,3-1-1-16,-2 4 0 0,1 1-1 0,-2 3 3 15,2 2 2-15,1 5 1 0,2 4 0 0,-2 4 0 16,3 5-2-16,-1 0-6 0,2 3-8 0,0 1-12 16,0 0-18-16,0 0-14 0,0 0 4 15,0 0 11-15,2 0 14 0,1 0 19 0,1 0 1 16,3 0 2-16,-3 2-1 0,2 2-2 0,-1-1 3 15,3 0 1-15,0 2-2 0,2-2 2 0,0 2-2 16,-1 0 1-16,4-1 2 0,-1 1 1 0,4 1 0 16,-2-2 1-16,4 2-2 0,-3-1 1 15,3 1 2-15,1 0-1 0,-1 1 1 0,0 0-2 16,3 0 2-16,0 1-2 0,1 0 2 0,1 2 2 16,3-3-2-16,-1 1 0 0,5 2 1 0,-1-1-1 15,0 1 1-15,1 3-1 0,0-3-2 0,-2 2 3 16,-1 0-2-16,2 0-1 0,-4 1 0 15,-2-2-1-15,-2 0-2 0,-5 0-1 0,-1-2-2 16,-5-1-1-16,-4-2 5 0,-1-2 14 0,-5-1 20 16,0 1 9-16,-6 1 2 0,-5 2-7 15,-1 1-11-15,-7 2-3 0,-3 2 6 0,-2-1 10 16,-2 1 3-16,-3-1 3 0,1 2-2 0,-2 0-2 16,0-1-6-16,-1 1-3 0,0 0-2 0,1 0-9 15,2-1-5-15,0-1-6 0,2 1-5 16,2 0-2-16,4-2-2 0,1-1-2 0,5-1-6 15,-1-1-8-15,3 0-13 0,2-2-14 0,4-1-9 16,1 1-15-16,1-3-14 0,1 1-15 0,1-1-17 16,1-1-3-16,1 0 11 0,0 0 18 0,0 1 22 15,0-1 17-15,0-1 12 0,0 0 16 16,1 0 13-16,1 0 11 0,-1 0 13 0,1 0 6 16,-2 0 6-16,1 0 5 0,-1-3 4 0,0 2 0 15,1-1 4-15,-1 0 2 0,0-1-3 0,0 1 0 16,0 0-4-16,0-1-4 0,0 2-1 15,0-1-3-15,0-1-3 0,-1 1-4 0,0 1-3 16,-1-3-1-16,1 2 3 0,-1 0 3 0,1 1-4 16,-1-2-3-16,-2 2-7 0,-1 0-4 0,1 0-6 15,-2-1-2-15,-1 1-1 0,0 0-1 16,-1 0 2-16,-1-2 2 0,1 2 4 0,3-1 4 16,-2 1 1-16,3-2 5 0,-2 2 1 0,4-1 2 15,-2-1-1-15,1 2-3 0,2-2-3 16,0 1-4-16,0-1-2 0,1 0 1 0,-1-2-1 15,1 0 1-15,-1 0 2 0,1-4 2 0,0 2 4 16,0-4 2-16,0 0 1 0,0-2-2 0,0 0 1 16,-2-1-5-16,0-3 3 0,0 0-2 0,1 0 3 15,-2 0-1-15,-2-1-2 0,3 0-1 16,-1 0-7-16,0-2 1 0,0 0-3 0,1 1-1 16,0 0 2-16,-1 1-3 0,-1 0 2 0,4 0 0 15,-1 2-1-15,1 3 0 0,0-1 0 0,0 1-3 16,0 1 0-16,0 2 2 0,0 0-4 0,0-1 0 15,0 2-3-15,1-1-5 0,4-1 3 16,0 0 5-16,-1 2 3 0,0-1 5 0,-1 2 1 16,-2 3 3-16,1 1 5 0,0 2 5 0,-2 1 3 15,0 1 1-15,0 0-6 0,0 0 0 16,0 0-6-16,0 0-1 0,0 0 0 0,0 0-3 16,0 0-3-16,0 0-4 0,0 0-3 0,0 0-6 15,0 0-7-15,0 0-5 0,0 0-6 0,0 0-1 16,0 0 4-16,1 0 10 0,-1 2 11 15,2 1 5-15,-1 2 5 0,0 2-3 0,5-1-1 16,-3 2-1-16,0-1-2 0,4 0-4 0,1 2 1 16,2-1-2-16,0 0 1 0,2 1-1 15,1-1 0-15,2 2-1 0,0-2 3 0,4 2 3 16,-2 0 2-16,1-1 2 0,0 2-1 0,4-1 0 16,0 0-2-16,0 0 1 0,1-1-1 0,0 0-1 15,3 2 0-15,-3-4-3 0,4-1 4 0,-3 1 0 16,0-1 1-16,0-2 2 0,-3 2-2 0,0-1 1 15,0-2 0-15,-3 2 0 0,-1 0 0 16,-2-2 1-16,-3 1 0 0,-1-1 2 0,-2 0-1 16,-1-1 3-16,-5 1 4 0,0-2 8 0,-2-1 22 15,-1 1 33-15,0-1 22 0,0 1-1 0,-4 0-21 16,-3 2-30-16,-1 0-22 0,-2 1-1 16,-1 0 0-16,-2 1 1 0,-1 0-2 0,-2 0-6 15,2 1-1-15,-3 1-5 0,1 0-5 0,-2 1-2 16,-1 2-3-16,0 1-2 0,0 1 0 15,-1 2 0-15,0 1-2 0,0 1-1 0,-1 1-2 16,1-1-2-16,0 2 4 0,2-1-1 0,-2 0 1 16,3-1 1-16,-2 1-1 0,4-3-1 0,-1-1-1 15,2 1-4-15,-2-1-10 0,4-2-2 16,-4 2-2-16,1-2 5 0,-1 1 13 0,1-2 11 16,-2-2 3-16,4-1 5 0,1-1-1 0,-1-1 2 15,2-3 0-15,1 0 10 0,3 1-1 0,-1-1 1 16,2-1 0-16,3-1-8 0,1 1-6 0,0-1-5 15,2 0-12-15,0 0-12 0,0 0-19 16,0 0-14-16,0 0-10 0,0 0 10 0,1-2 19 16,1-3 19-16,2 1 19 0,1-3 4 0,1-1 0 15,0-4 3-15,-2 1 3 0,1-2-1 0,-3-1 3 16,1-1-2-16,0-1-3 0,-1 0-1 0,0-1 0 16,-2-1-4-16,2 0 2 0,0-1-1 15,0 0 0-15,-1-2-2 0,1 1-2 0,0-2-1 16,-1-1-1-16,3-1-2 0,-3-1 0 0,1 1 0 15,-2 1 3-15,0 1 2 0,0 3 2 16,0 0 5-16,-1 3 1 0,-3 0 5 0,1 2 0 16,-1 1 5-16,-3 4 6 0,3-2 5 0,-1 3 1 15,2 1-4-15,-1 1-6 0,0 1-5 16,3 3-6-16,0 0-10 0,0 1-12 0,1 1-19 16,0 0-22-16,0 0-9 0,0 0 8 0,0 0 15 15,1 0 22-15,1 3 15 0,2 1 1 0,0 1 2 16,-1 2 1-16,2 2-3 0,1 0 1 0,0 1-1 15,-2 0 0-15,4 1-1 0,-1 0-4 16,4 1-1-16,-1-2-2 0,2-1 0 0,3 0 2 16,1 2 0-16,2-3 2 0,2 1 1 0,-1 0 3 15,2 0 0-15,0 1 2 0,0-2 0 0,2 1-1 16,1-1 0-16,0 0 0 0,-2 1 0 16,2 0 1-16,0 1-1 0,-2-1 0 0,-2 0-2 15,0 2-1-15,-4-3 0 0,0 3 0 0,-4-1 3 16,2 0 1-16,-3-1 2 0,-3 0 3 0,-1 0 3 15,-3-1 3-15,-1 0 8 0,-3 2 6 0,0-2 10 16,-6 1 3-16,-2 0 6 0,-2-1 2 16,-3 0-1-16,-2 0-5 0,-3-1-4 0,-2 1-3 15,-3-2-3-15,-1 1 2 0,0-2-4 0,-2 0-5 16,1-2-7-16,-3 2-9 0,4-3 2 16,-3 1-1-16,5-1-4 0,1-1-3 0,0-1-15 15,6 1-41-15,1 2-84 0,3 0-135 0,3 0-130 16,4-1-62-16</inkml:trace>
  <inkml:trace contextRef="#ctx0" brushRef="#br0" timeOffset="87089.93">4736 8535 216 0,'0'0'45'0,"0"0"1"0,0 0 6 16,0 0-7-16,0 0-8 0,0 0-4 0,0 0-1 15,0 0 7-15,0 0-4 0,0 0-5 16,0 0-11-16,0 0-18 0,-99-9-23 0,99 9-30 15,0 0-13-15,3 0 6 0,0 0 20 0,2 0 27 16,2 0 13-16,4 2 4 0,-1-1 1 0,5 0 0 16,-1-1 2-16,3 0-1 0,-2 1 1 0,4-1 3 15,1 0 0-15,0 0 3 0,1 0-1 16,1 0 3-16,5 0-2 0,2 0 1 0,0 0-5 16,2 0-2-16,-1 0-5 0,-1-1-3 0,-1-1 1 15,1-2-2-15,1 1 1 0,0 0 2 0,-2-1 0 16,0 0-1-16,-1 0 1 0,1 1-1 0,-5-1-1 15,3 1 4-15,-4-1-1 0,0 2 3 16,-3-2 0-16,-1 2-3 0,-4 0 3 0,3 1-4 16,-5-2 1-16,-2 2 2 0,-2 0 0 0,-4 0 3 15,-1 0 26-15,-3 1 52 0,0-2 26 16,-2 1 2-16,-2-1-25 0,-6 0-51 0,-2-1-27 16,-3-1-6-16,-5 2 1 0,-1 0-1 0,-1 0 1 15,-5 1-1-15,2 1 3 0,-4 0 2 0,-2 0-1 16,-1 0 2-16,-2 0 1 0,1 3 2 15,2 1-2-15,-1 0-3 0,1 1-5 0,0 1-5 16,0 1-1-16,1 1 3 0,-1 0-4 0,2 1 0 16,0 1-1-16,5-2 3 0,2 0-1 15,3 2 1-15,0-3-3 0,2 0-2 0,6-1-1 16,2-3-1-16,5-1-6 0,-1 0-25 0,5-1-39 16,0 0-8-16,2 0 4 0,4 0 21 0,4-1 39 15,3 0 11-15,3 0 4 0,2 0 8 0,2-2-1 16,2-3 1-16,1 1 1 0,4-3-3 15,-2 1 2-15,5-1 0 0,-1 0 0 0,1 1 0 16,0 0 2-16,0 2-2 0,0-1 1 0,1 2-1 16,0 1 1-16,0-1 1 0,-1 1-2 0,-1 1-1 15,-2 1 2-15,-2 0 2 0,-3 0 1 0,-3 0 3 16,-2 0-3-16,-4 0 1 0,-2 0-4 16,-3 0-2-16,-5 1 10 0,-3-1 34 0,0 1 17 15,-1-1 1-15,-8 1-7 0,-5 2-35 0,-2-1-9 16,-5 1 10-16,-2 0 10 0,-2-1 14 15,0-1 8-15,-3-1 1 0,3 1-9 0,-2-1-11 16,3 0-11-16,-1 0-7 0,4 0-10 0,1 2-8 16,2-2-10-16,3 1-19 0,0 2-25 0,2-1-33 15,4 1-56-15,3 3-57 0,-1 1-38 16,4 0 19-16,0-2-179 0</inkml:trace>
  <inkml:trace contextRef="#ctx0" brushRef="#br0" timeOffset="88302.97">9370 8774 178 0,'0'0'27'16,"0"0"-6"-16,0 0 1 0,0 0-4 15,0 0-10-15,0 0-6 0,0 0-16 0,0 0-10 16,0 0 0-16,0 0 2 0,0 0 11 0,0 0 5 16,5-25 1-16,8 24 0 0,0-1-1 0,2 1 4 15,1 1-5-15,1 0 3 0,1 0 0 16,1 0-2-16,0 0 3 0,2 0 1 0,1 0-1 16,2 0 2-16,-2 0 1 0,3 0-1 0,0 0 1 15,0 0 3-15,2 0-1 0,2-3 1 0,1 1 1 16,1-2-1-16,0 2 0 0,2-1-2 0,2-1 1 15,-1 2 0-15,-1-1-1 0,4 2 0 16,-3 0-1-16,3 1 0 0,-1 0 0 0,0-1-2 16,4 1 0-16,-4-1 0 0,2-2 1 0,1 2-1 15,2-2 1-15,-1 0 0 0,1 1-1 0,0 0 0 16,-1 1 2-16,0-1 1 0,2 2 0 0,-2 0-1 16,1 0 2-16,-1 0-2 0,1 0 1 15,0 0 0-15,-1 0-1 0,0 0-2 0,-1 0 1 16,-4 0 0-16,1 0 0 0,-2 0 0 0,-2 2-1 15,3-1 1-15,-4 1 1 0,-2 0 1 16,-4 1 0-16,2-1 2 0,-4 0 1 0,0 1 0 16,0-1-1-16,-5 2 3 0,2-2-1 0,-2 1 3 15,0 0 3-15,-5 0 5 0,3 0 4 16,-6 0 5-16,-1-1 5 0,-3 1 2 0,0-2 10 16,-3 0 9-16,-2-1 17 0,-1 1 23 0,1-1 26 15,-1 1 15-15,0-1 7 0,0 0-12 0,0 0-35 16,0 0-34-16,-2 0-31 0,0 1-26 0,-3-1-14 15,3 0-14-15,1 0-26 0,-2 2-47 16,-2-2-67-16,3 1-77 0,1 1 1 0,0-1-157 0</inkml:trace>
  <inkml:trace contextRef="#ctx0" brushRef="#br0" timeOffset="95366.63">8553 10603 97 0,'0'0'32'0,"0"0"-28"0,0 0 0 0,0 0-1 16,0 0-2-16,0 0-5 0,0 0 2 0,0 0-2 16,0 0 2-16,0 0 0 0,0 0 1 15,0 0 0-15,4-8-1 0,-1 7-2 0,1 0 0 16,-2 0-2-16,0 1 2 0,-1 0-1 0,0 0 3 16,-1 0 2-16,0 0-1 0,1 0 5 0,-1 0 0 15,2 0 0-15,1 0 1 0,-1 1 1 16,0 0-4-16,4 1 3 0,-2 1-1 0,3 0-2 15,0-1 2-15,0 2-1 0,3-2-1 0,1 0 0 16,1 1-1-16,-1-2 0 0,3 0-1 16,-3-1 0-16,2 0-1 0,0 0 0 0,-1-1 1 15,0-3 0-15,-2 2-1 0,0-1 1 0,0-1-1 16,-1 1 0-16,-2-1-2 0,-2 2-1 0,2 0 0 16,-4-1-5-16,-1 2-17 0,-1 1-69 15,1 0 95-15</inkml:trace>
  <inkml:trace contextRef="#ctx0" brushRef="#br0" timeOffset="96533.88">8446 10611 23 0,'0'0'113'0,"0"0"-111"0,0 0-2 16,0 0 0-16,0 0 2 0,0 0 0 15,0 0 0-15,0 0 1 0,0 0-3 0,0 0 2 16,0 0 0-16,0 0 1 0,0 0-2 0,21 126 1 16,-16-103 0-16,0 2-4 0,-1 4 0 15,1 2 0-15,-2 2-2 0,1 3 3 0,-1 2 0 16,-2 2 1-16,0 3 0 0,0 2 0 0,-1 2 2 15,0 2-1-15,0 5 0 0,-2 3 1 0,0 2 0 16,-4 3 0-16,3 2 4 0,-1 2 3 0,-1 2 3 16,0 2 5-16,0-1 4 0,2 1-1 15,-2 0-1-15,3-1-2 0,0-3-2 0,-1 0-1 16,0-1-3-16,1-4-1 0,1 0-1 0,-3-2 1 16,3 1 0-16,-2 0 3 0,2 2-1 0,0 3-1 15,0 1 1-15,1 3-1 0,0 4-2 0,0 1-1 16,1 1-2-16,1 1-2 0,5 2-2 15,-4 0-3-15,4-5 0 0,-1 0-3 0,-1-4 2 16,-1-4 0-16,2-2 2 0,-5-5 2 0,-1 0 2 16,0-4 3-16,0-2 3 0,-3-1 2 15,-4-2 3-15,1 2 3 0,1-2 2 0,-3 1 6 16,1-1 1-16,1 2 1 0,-2-2 0 0,3 0-1 16,0 0-6-16,3 1-5 0,-2-1-7 0,3 1-6 15,1-1-5-15,0-1-1 0,0 0-4 16,4-2-1-16,-2-1-5 0,0-4 2 0,1-2 1 15,-2-3 1-15,-1-2 6 0,0 0 2 0,0-2 0 16,0-1-2-16,-2 0 0 0,-2-1 1 0,-1 1 0 16,0 1 0-16,1 1 2 0,-2 0-1 0,0 1 3 15,0 0 3-15,-4-2 2 0,1-2 5 16,0-1-3-16,-1-2 2 0,1 1-2 0,1 0 5 16,-2-2 0-16,3 1 1 0,-1-2-4 0,2-1-6 15,1-2-3-15,-1 0-3 0,3-3 1 0,2 0-6 16,0-2-1-16,1-1-8 0,0-1-1 0,1 0-4 15,4 1 2-15,1-3 7 0,0 1 3 16,-1 0 3-16,2 0 2 0,-3-2 0 0,3 0-2 16,-4-1-1-16,4 1-1 0,-4-2-3 0,5 0 0 15,-3-1-2-15,2 0-3 0,1-2-1 16,1 0-4-16,-2-3 0 0,3 0 1 0,0-2 4 16,0-1 3-16,2-1 7 0,0 0 4 0,0 0 5 15,0-3 2-15,4-1 5 0,-1 0 0 16,3 0-2-16,1-1 1 0,2 1-3 0,0 0 0 15,0 2-2-15,1 0 1 0,1-1 2 0,-2 2-4 16,2 1 0-16,-1-1 1 0,0 1-5 0,1-1-1 16,1 1-3-16,-2-1-2 0,1 1 0 15,-1 0-4-15,2-2-2 0,-2 2 1 0,-1-1-8 16,-1 0 0-16,0-1-4 0,-4 1 2 0,-1-1 6 16,0 1 3-16,0-2 6 0,-4 2 2 0,1 0-1 15,-1 0 3-15,-1 1 2 0,-1 0 0 0,1 0 3 16,-1 0 1-16,-1 0-1 0,0 0 0 0,-1 0-1 15,2 0 1-15,-1 0 1 0,2 1-2 16,-3 0 2-16,-1 0-1 0,1 1 1 0,-2-2-3 16,0 0 0-16,-3 1-4 0,0-1-1 0,-2 0 2 15,2 0 7-15,-2 0 10 0,0 0 6 0,0 0 0 16,-5 0-6-16,1 0-7 0,-2 0 3 16,0 0 6-16,1 0 9 0,-2 1 8 0,4 0 3 15,-4 0 1-15,4 0-4 0,2 0-14 0,0-1-11 16,-1 1-17-16,2-1-24 0,0 0-18 15,0 0-17-15,0 0-2 0,0 0 15 0,0 0 21 16,0 0 16-16,0 0 12 0,0 0 4 0,0 0 2 16,0 0 3-16,0 0 5 0,0 0 3 15,0 0 5-15,0 0 5 0,0 0 3 0,0 0 0 16,0 0-4-16,0 0-6 0,0 0-8 0,0 0-7 16,0 0-7-16,0 0-4 0,0 0-5 0,0 0-5 15,2 0-2-15,-2 0 1 0,1 0-3 0,0 0-1 16,0 1-10-16,5-1-20 0,-2 0-14 0,1 0 4 15,0-1 5-15,-1-2-38 0,-1 1 99 0</inkml:trace>
  <inkml:trace contextRef="#ctx0" brushRef="#br0" timeOffset="97870.19">8593 10495 922 0,'0'0'-11'0,"0"0"-13"0,0 0-25 0,0 0-55 16,0 0-11-16,0 0 10 0,0 0 28 15,0 0 55-15,0 0 19 0,0 0-2 0,0 0 5 16,0 0-3-16,0 0-1 0,0 0-4 0,103-42-7 16,-85 39-2-16,1 2-1 0,2 0 5 0,1 1 2 15,2 0 5-15,-2 0 3 0,3 1 2 0,0 1 0 16,0 1 1-16,1-2-1 0,-1 0 0 16,1 0-1-16,0-1 3 0,0 0 0 0,3 0 3 0,0-1 0 15,-1-2-1-15,2-2 0 0,-2 0-2 16,0-1-1-16,2-1-1 0,-4 2-1 0,1-1 1 15,0 0-3-15,-5 3 0 0,0 0-2 0,-2 1 0 16,-2 2 2-16,-4 0 1 0,0 4 0 16,-2 1 2-16,-3 3 3 0,-1 2 2 0,-2 1 6 15,3 2 3-15,-6 3 4 0,3 4 1 0,-5 2 0 16,1 3-2-16,-2 5 1 0,0 3-2 16,0 5 1-16,0 2-4 0,-2 4-1 0,1 1-3 15,-2 0-1-15,0 1-2 0,1 1-1 0,1 0-4 16,0 2-1-16,-1-1 0 0,2 0-3 0,0 1 3 15,0 0-1-15,0 0 0 0,0-1 2 0,-2 2-2 16,2 1 4-16,-3 1-1 0,2 1 2 16,0 2-2-16,0 3 3 0,1 2 0 0,-1 3 1 15,0 0 2-15,-1 3-1 0,-1-1 4 0,2 2-5 16,0 1 1-16,0 1-2 0,-1 0-2 0,0 0 2 16,1-1-1-16,1 0 1 0,0-1-1 15,0-1-1-15,0 0 1 0,0 0-3 0,1-2-1 16,2 1 0-16,-1-2-1 0,0 1 0 0,4-3 0 15,-3 0-1-15,3 2 0 0,-3-5 2 0,2 1 0 16,-2-1 3-16,-1-2 0 0,-1-2 0 0,0-2 1 16,-1-2 2-16,0 1-1 0,0 0 5 15,0-3-1-15,-2 1 4 0,-2-3-1 0,0-2 0 16,-1 2 0-16,-1-3-1 0,3 0 1 0,-4-1 1 16,4 2-2-16,-3 0-3 0,4 3-3 15,0-1-4-15,-3 0-2 0,3 2-2 0,2 0 1 16,0-1 1-16,0 0 1 0,0-2 0 0,0-1-2 15,2-3 2-15,1-1 0 0,-1-2 0 16,0-2 1-16,-1 0-2 0,2-3-1 0,1 0-5 16,-2-1 3-16,-2 1 4 0,2-2-1 0,0-1 6 15,-1-3-2-15,1 1 1 0,-2-3 0 0,1 2-1 16,-1-1-2-16,0 1-3 0,1 1 2 0,-1-1-1 16,0 1 4-16,1-2-1 0,-1-1 1 15,0-4 1-15,1-1 2 0,-1-3-1 0,0-1 0 16,0-1-1-16,0-1 2 0,0 1-2 0,0-3 3 15,0 2 3-15,-1 0-2 0,0 0-3 0,1 0 1 16,-2 1-1-16,0-1 1 0,-1 1 5 0,1-3-1 16,0 2 2-16,-1-2-3 0,-1-1-2 15,1 1-3-15,-2-2-2 0,1 0-1 0,-1 1 0 16,0-2 1-16,-2 3 2 0,1-4-2 0,-3 1-3 16,-1-1-5-16,-2-1-1 0,-2 0-5 0,1 0 6 15,-5-3 1-15,3 1 2 0,-4-2 7 16,-2 0 2-16,1-2 7 0,-3 0 7 0,1 0 6 15,0-1 8-15,-1 1-3 0,2-1-4 0,-3 2-2 16,2-2 4-16,0 0 1 0,2 1 10 16,5 0 9-16,-2 1-3 0,6-1-3 0,1 1-12 15,-1-1-15-15,6 0-14 0,0 1-12 0,4-1-34 16,0-1-65-16,1 0-37 0,1 0-10 0,5 0 8 16,4 0 41-16,4 0 10 0,0 0-1 0,2 0 10 15,-8 0-60-15</inkml:trace>
  <inkml:trace contextRef="#ctx0" brushRef="#br0" timeOffset="100820.09">6453 8746 0 0,'0'0'23'15,"0"0"56"-15,0 0-45 0,0 0-17 0,0 0-17 16,0 0-3-16,0 0-3 0,0 0 5 0,0 0-2 16,0 0 5-16,0 0 0 0,0 0 0 15,0 0 1-15,101-85 4 0,-93 81-1 0,2-1 2 16,-3-1 3-16,-1 0 1 0,2 1-2 0,-2 1 0 15,-1-1-3-15,-3 1 0 0,0 2-1 0,-1 0 1 16,-1 2 1-16,0 0 0 0,0 0 0 16,-4 0-5-16,-3 0-2 0,-2 2-1 0,1 3 2 15,-4 1 0-15,1 1 2 0,0-1-2 0,-1 1 0 16,1 0 1-16,1 0 1 0,-1 0-4 0,3-1 2 16,-1 1-4-16,4 0 0 0,1-2-1 0,1 1 0 15,3-1-1-15,0 1-2 0,0 0 2 16,7-1-1-16,-1-2 2 0,2 1 2 0,3-3-2 15,0-1 1-15,2 0-2 0,0-1-1 0,1-5 1 16,2 0 1-16,-1-2 1 0,2 0 0 0,-1 0 2 16,-1 1 0-16,-1 0 0 0,0 3 1 15,-4-1 1-15,-1 2 0 0,-2 0 0 0,-2 1-3 16,-3 2 3-16,0 0 0 0,-2 0 3 0,0 0 3 16,0 1 0-16,-4 3 0 0,-5 1-2 0,1 2 1 15,-1 1-1-15,-1 0-1 0,-1 1-1 16,1 1-3-16,1-2-3 0,-1 1-1 0,4-1-3 15,-1 1 1-15,2-1-1 0,-2 0 0 0,2 0 1 16,1 0 2-16,3-2-3 0,-1-1-1 16,2 0 1-16,-1-4 2 0,1 0 1 0,0-1 3 15,0 0 1-15,0 0 0 0,0 0 4 0,0-4 2 16,0 1 4-16,0-3 5 0,0 1 8 0,1 1 7 16,1-2-2-16,-1 1-6 0,3 2-5 15,0-2 3-15,-2 3 12 0,1 0 1 0,-2-1 1 16,1 1-6-16,-1 0-6 0,0 1 6 0,-1 1 4 15,0 0 9-15,0 0 11 0,0 0-11 0,-2 0-15 16,-5 5-22-16,-2 1-22 0,-1 3-5 0,-2 3 7 16,-1 1 4-16,-2 1-2 0,0 1 0 15,-2-1-12-15,3 1-6 0,-1 1 3 0,2-4-3 16,2-1 6-16,0 0 3 0,4-4 0 0,1-1 3 16,2-3-1-16,3-2 0 0,0 0-7 0,1-1-6 15,0 0-2-15,0 0 6 0,0 0 11 0,2-2 13 16,2-4 4-16,1 1 3 0,3-4-2 15,-2 0 1-15,2 0 0 0,1-2-1 0,1 3-1 16,2-2-1-16,1 1-2 0,3 1-3 0,-2 1-3 16,4 0-5-16,-1 0-5 0,-4 4-34 15,-3 1-164-15</inkml:trace>
  <inkml:trace contextRef="#ctx0" brushRef="#br0" timeOffset="104850.93">7415 9736 0 0,'0'0'101'0,"0"0"-58"0,0 0-28 16,0 0-7-16,0 0-2 0,0 0-1 0,0 0 0 16,0 0-4-16,0 0 0 0,0 0-4 15,0 0 0-15,0 0 1 0,0 0 0 0,0 0 0 16,-31 24 1-16,30-15 0 0,1 0-2 0,0 0 3 15,-2 0-1-15,1 1 1 0,0 0 1 0,1 2 0 16,-2 0 0-16,0 3 1 0,-1 0-1 16,1 2 3-16,1 3 0 0,-4-1 0 0,2 4 1 15,1-1 1-15,1 3 1 0,-1 1 1 0,1 4 5 16,0 2 0-16,0 6 1 0,-1 4 2 0,1 4 2 16,0 5 4-16,0 5 3 0,-1 3 0 15,0 4-1-15,-1 1-3 0,1 3-1 0,0 0-1 16,-1 0 0-16,1 3-2 0,0-4-1 0,1 0-4 15,1 1-1-15,0 1-3 0,0-1-4 0,1 4 0 16,3 1-4-16,1 2-3 0,0 1 2 16,0 0 0-16,2 0 0 0,-2-1 2 0,3 1-4 15,-1 0 2-15,0 1-1 0,0 0 2 0,-1 1 2 16,0 0 1-16,-1 4 3 0,-2-2 0 0,-1 3 4 16,1 0 0-16,-2 0 2 0,2 1 3 15,-2 1 2-15,2-2 1 0,0-1-1 0,1 1-3 16,-1-1-2-16,0-3 1 0,-1 2 1 0,0-4 3 15,-1-3 3-15,-1 0 3 0,0-3 1 0,0-1 3 16,0 0-2-16,0 0-4 0,0-1-3 0,0-1-4 16,0 0-5-16,1-2-4 0,2 2-2 15,-1 0-3-15,1 2-1 0,-1-1-1 0,2 0-1 16,1 2 0-16,0 0-1 0,-1 3 0 0,-1-2 0 16,2 0 1-16,-3-2-3 0,0-2 2 0,-1-2-1 15,2-4 1-15,-3-1 2 0,1-4 2 16,0 1 0-16,2-5-3 0,-3 0 1 0,0-2-3 15,0-4 0-15,0-2 3 0,0-1 1 0,0-3 1 16,0-2 1-16,-5-2 1 0,0-4 2 16,-1 0 4-16,-2-6 3 0,-2-2-2 0,0-3 1 15,1-4 2-15,1-1 2 0,-3-3 4 0,3-2 8 16,2-3-1-16,1-2 2 0,0-1-4 0,1-3-11 16,3-1-10-16,0-1-21 0,1 0-20 15,0 0-4-15,0 0 5 0,0-1 11 0,0-4 17 16,0-2 8-16,0-1 0 0,-3-3-4 0,1-4-3 15,-2-5-9-15,0-2-1 0,-2-7 2 0,0-5 4 16,0-4 8-16,-1-2 1 0,2-4 1 0,-1-2 4 16,2-2 4-16,0-4 4 0,0-1 4 15,2-2 0-15,1-4-6 0,0-4-1 0,1-3-1 16,0-3-4-16,0-3-1 0,4-6 3 0,-2-1 0 16,4-3-1-16,-2-3 3 0,0 1-5 0,0-1 0 15,-1 2 2-15,0 0 0 0,-1-2-4 0,-2 0-1 16,0-3-5-16,0-1 2 0,-1-2 3 15,-4-4 3-15,0-1 2 0,-1 1 1 0,-4-1 1 16,1-1 0-16,2 2 0 0,0 2 3 0,-1 3 2 16,4 5 2-16,-1 2 4 0,3 4 4 15,0-1 3-15,2 6 0 0,0-1-4 0,0 2-6 16,2 2-5-16,4-1-5 0,-1 3-2 0,3-2-3 16,-1 4-2-16,-1 3-2 0,1 1-2 15,0 3-1-15,0 0-1 0,1 1-3 0,-3-2-2 16,1 2-3-16,2-2-4 0,-3 0-1 0,2 0 4 15,-3 0-1-15,0-1 4 0,-2 0-1 0,0 0-4 16,-2 1 2-16,1 0 3 0,-1 3 8 0,0 4 5 16,0 3 6-16,0 4 3 0,0 2 0 0,0 2-2 15,0-1-2-15,0 1-4 0,2 0-3 16,3 0-3-16,-2 1-4 0,2 3-4 0,-1 0-4 16,1 1-1-16,-1 4 6 0,1-2 2 0,0 3-2 15,-2 0 3-15,1 0-4 0,-1 0-1 0,-2 2-2 16,0 1 3-16,-1 1 0 0,0 3 6 15,0 1 7-15,-2 4 6 0,-2 1 7 0,0 3 2 16,2 0-2-16,-3 3-1 0,3-1-6 0,0 1-1 16,2 1-2-16,0 2 1 0,0-1-1 0,0 2-3 15,2-1 3-15,5 2-5 0,-4 0 1 16,2 1-3-16,1 1 1 0,0 0 0 0,0 0-2 16,1 0-1-16,0-1-1 0,-1 1-4 0,-1 0-1 15,0-1-8-15,1-2-3 0,0 2-2 16,-1-1 3-16,0 2 8 0,-1 0 7 0,-1 1 6 15,-1 1 8-15,-1 0 4 0,-1 2 4 0,3-1 8 16,-3 3 6-16,0 0 6 0,0 1 3 0,0 0 0 16,0 0-9-16,0 0-13 0,0 0-10 15,-3 3-13-15,2 6-4 0,-4-1 2 0,1 5 3 16,1 3 7-16,-1 4 3 0,-1 3 1 0,0 5-2 16,1 1 0-16,-1 5 0 0,3-1 0 0,-5 4 3 15,4 1 1-15,-4 3-2 0,1 4 3 0,0 3 0 16,0 5-1-16,1 6 1 0,-3 2-1 0,1 3-1 15,1 4 1-15,-2 2-1 0,3 3-2 16,-1 1 3-16,0 2-2 0,1-1 0 0,1 0 0 16,-1-2-1-16,1 2 0 0,-1-3 1 0,1 3 1 15,-2-2-2-15,3 0 1 0,-4-3 0 16,1-1 1-16,0-2 0 0,-3-3 0 0,3 0 1 16,-2-5-1-16,1-2 1 0,0-4-1 0,2-3 4 15,0-1 0-15,0-2 1 0,2-2 2 0,-1-1-1 16,2-1 1-16,-1 0-2 0,0-3-1 15,0 0 0-15,1 1-1 0,0-1-2 0,0 2 0 16,0 0 0-16,0-1-1 0,0 2 1 0,0 0 0 16,1 0-3-16,-1 1 1 0,0 0-1 15,1-1 1-15,0 0 1 0,1 2-3 0,0 0 0 16,0 0 0-16,0 0-4 0,0 0 4 0,0-2-2 16,2 3 3-16,2-2-1 0,-1-1-1 0,1-1-2 15,-1 1 1-15,1-2 0 0,0 0-2 0,2-1-1 16,-2 0-1-16,1 2 0 0,0-1-1 0,0 3-1 15,-2 2-1-15,3 1 3 0,-3 3 1 16,2 1 3-16,-1 3 1 0,0 3 0 0,-1 0 3 16,1 3 1-16,3 1 0 0,-2 3 1 0,2-2 0 15,-1 0-1-15,0 1-2 0,3-1-2 0,-2-1 1 16,0-2 0-16,0-2-1 0,2-5 0 16,-4-2-1-16,1-5-2 0,0-3 1 0,-2-3 0 15,1 0-2-15,0-3 3 0,-4-1-3 0,1-1 3 16,1 0 2-16,-2-1-2 0,0 3 2 15,1-2 3-15,-2 3-4 0,2-1 0 0,0-1-1 16,-1-1-3-16,-1-1 2 0,0 1-1 0,0-2 1 16,0-1 0-16,0-1-1 0,-4 0 4 0,1-1-2 15,0 1 3-15,-1-2 1 0,3 1 0 16,-4-4 4-16,1-3-4 0,2-3 5 0,-1-7 1 16,1-4 5-16,-1-4-5 0,1-4-20 0,2 0-9 15,-2-6-7-15,1-4 3 0,0-6 17 0,-2-4 6 16,1-5 2-16,-3-6-2 0,1-2 1 0,2-5 1 15,-3-1-2-15,1-3 5 0,1-3-3 16,0-4 0-16,-1 0-1 0,1-3 2 0,-3-2 0 16,3-1 0-16,0-3 2 0,-2 0-1 0,1-2 2 15,-1-4 2-15,0-1 3 0,-2-5 2 0,1-4 1 16,-1-4 1-16,0-3-1 0,0-3 6 16,0-2 1-16,1-2 6 0,1 0 1 0,1-3 3 15,2 0-4-15,2 0-4 0,0 1 0 0,0 1-8 16,0 0-1-16,5 4-5 0,0 0-1 0,4 5-2 15,-1 1 0-15,1 1-1 0,0 1-1 16,-2 2-3-16,2 2 0 0,-3 0-3 0,-1 2 1 16,0 1 0-16,-2 0 5 0,-3 4 2 0,1-1 1 15,-1 1 2-15,0 0-3 0,0-2-1 16,0-1-3-16,0-4-1 0,0 2-1 0,-1 1-2 16,1 0 1-16,0 4 1 0,0 2 1 0,0 3 3 15,0 5 1-15,0 2 0 0,0 7 1 0,0 3-1 16,0 4-1-16,0 2 2 0,0 0-3 0,0 0 0 15,0 0 0-15,0 1 1 0,1 2 1 16,0-2 0-16,-1 4 3 0,1 0 1 0,-1 1 5 16,0 0 0-16,0 3 1 0,2-1-4 0,-1-1-2 15,4 0-3-15,0-1-2 0,0 0-5 0,3 0 1 16,1 1-4-16,2 0-1 0,1 1 4 0,1 0-2 16,1 0-1-16,0 0-5 0,-3 0-3 15,0 0 1-15,0 1 4 0,-1 3 3 0,-2 0 5 16,-1 1 3-16,1 1 1 0,-5 0 3 0,0 1 4 15,1-1-2-15,-3-2 3 0,1 1-4 16,0-2-2-16,-2 1-1 0,1 0-1 0,0 1-3 16,2 0 2-16,-1 1-2 0,-1 1-1 0,2 1 0 15,0-1-2-15,0 1-3 0,1 1 0 0,-3-1 1 16,2 1 1-16,0 0 1 0,-1 0 2 16,-1 0 0-16,0 1-1 0,0-1 2 0,-1-1 0 15,0 1 1-15,2-4-2 0,-2 1 2 0,0 0 1 16,0 1 4-16,-2 2 2 0,0 3 8 0,-2 1 4 15,-1 4 2-15,1 1-5 0,0 3-5 0,1 0-2 16,-3 2-6-16,3 1 0 0,1 2 4 16,0 0-2-16,0 1-3 0,1 2-2 0,-1 0-7 15,2-1-2-15,-1 1-6 0,1 1-11 0,0 0-28 16,0 0-41-16,0 0-13 0,0 0-9 0,0 0-130 16</inkml:trace>
  <inkml:trace contextRef="#ctx0" brushRef="#br0" timeOffset="112626.02">9376 8783 179 0,'0'0'76'0,"0"0"-53"0,0 0-27 15,0 0-26-15,0 0 2 0,0 0 15 0,0 0 13 16,0 0 13-16,0 0 4 0,0 0-4 15,0 0-4-15,0 0-3 0,45-4 0 0,-34 1-3 16,-2 1 1-16,0 0-4 0,2 0-1 0,-2-1 2 16,-2 1-3-16,2 0 2 0,0-1 0 15,-1 2 0-15,1 1 1 0,-4 0 1 0,4 0 5 16,-2 0 4-16,2 0 5 0,-1 0 6 0,1 2 3 16,0 1 2-16,-1 0 1 0,5 1-4 0,0-1-5 15,0 1-9-15,-1-1 2 0,3 1-5 16,-1-1 0-16,1 1 1 0,0-1-2 0,-1 1-1 15,2-1 0-15,2-1-3 0,-1 2 1 0,-1-2 1 16,4 0-3-16,-1 3 2 0,0-3 2 0,2-1 0 16,0 1-1-16,0 1 5 0,0-1-3 0,0 0 0 15,-1 1-3-15,0 0 1 0,1 1 0 16,-2-2 0-16,3 1 4 0,0 1 4 0,1-2 1 16,-2 2 4-16,0-2 5 0,0 0 15 0,-1 1 8 15,2-2 8-15,0 0-1 0,1 0-14 0,2-1-13 16,-2 1-14-16,4-1-5 0,-3 0-7 0,2 0 2 15,-2 0 1-15,3 0 2 0,-3 0-3 16,-2 0 2-16,3 0 0 0,-3 0-2 0,1 0 3 16,-2 0-3-16,-1 0-1 0,2 0-2 0,-1 0 4 15,-1 0-2-15,-1 0 0 0,-1 0 3 16,2 2-4-16,-2-2 4 0,-3 1 1 0,4 2 2 16,1-2 2-16,0 0 1 0,1-1 1 0,-1 0-2 15,1 1-4-15,1-1 1 0,-2 0-2 16,1 0-2-16,3 0 3 0,-3-1-6 0,-2-3 1 15,2 2-3-15,-1 0 0 0,0-1 2 0,-2 1-2 16,-1-2 4-16,3 2-2 0,-1-1 0 0,-5 2 2 16,4-1-2-16,-2 1 3 0,-2 0 1 0,-2 1 0 15,4 0-1-15,-3 0 4 0,-1 0-6 16,6 0 1-16,-5 0 0 0,4 0-1 0,-2 0 1 16,1 0 0-16,1 0 0 0,-2 0 0 0,4 1-1 15,-2 0 1-15,-1 0 0 0,1-1-2 0,-2 1 1 16,2 0-2-16,0 1 3 0,-4-2-1 0,5 1 0 15,-4-1 2-15,4 1-3 0,-2 0-2 16,0-1 2-16,1 0-2 0,-3 1 1 0,2-1 1 16,-3 1-1-16,-1 1 0 0,4-1 3 0,-4 0-3 15,-1-1 3-15,2 1-2 0,1-1 2 0,-2 0-2 16,-1 0 5-16,0 0-1 0,1 0-3 16,2 0 6-16,-2-2-4 0,0-1 1 0,-1 2 1 15,0-1-3-15,1 0 3 0,2-1-3 0,-3 2 2 16,-1 0-2-16,2-1-1 0,-2 0 1 15,-1 1-2-15,1 0 1 0,-1 1-2 0,-4 0 0 16,4 0-2-16,-2 0 2 0,-3 0 2 0,1 0-1 16,-1 0 3-16,-1 0-1 0,2 1-1 15,-2-1 3-15,3 1-1 0,-3 1 2 0,-1-1-1 16,4 0 2-16,-3 0-1 0,1-1 0 0,1 1 1 16,-2 0-1-16,4 1 3 0,-4-2-5 0,3 1 2 15,-3-1-1-15,2 1-1 0,-2-1 0 0,-2 1 4 16,6-1-1-16,-5 0 4 0,0 0 6 0,-2 0 2 15,0 0 16-15,0 0 25 0,0 0 27 16,0 0 34-16,0 0 12 0,0 0-10 0,0 1-24 16,-3-1-21-16,-5 0-18 0,5 0-2 0,-3 0 7 15,-2 0-11-15,4 0-9 0,-4 0-14 0,5 0-17 16,-3 0-5-16,3 1-5 0,-3 1-7 16,3-1-10-16,0 0-38 0,-3-1-67 0,5 1-132 15,-3 0-164-15,0 0-159 0,3 1-41 0</inkml:trace>
  <inkml:trace contextRef="#ctx0" brushRef="#br0" timeOffset="120763.04">10712 16184 1205 0,'0'0'408'0,"0"0"-427"0,0 0-60 16,0 0-4-16,0 0-2 0,0 0 26 16,-115-93 56-16,108 85 21 0,1 4 4 0,3 0-3 15,2 2-12-15,1 1-14 0,0 1-18 0,0 0-14 16,1 0-9-16,6 0 2 0,0 0 12 16,5 0 15-16,0 3 11 0,2 2 5 0,4 3 1 15,3 4-8-15,3 1-12 0,0 6-22 0,-2 1-32 16,4 5-31-16,-3 2-31 0,-2 5-10 0,0 2 8 15,-1 2 8-15,-5 4 14 0,1 0 22 16,-6 3 21-16,-3 2 61 0,-5 1 14 0,-2-1 0 16,-1 1 0-16,-9-3 0 0,-6 0 9 0,0-2 60 15,-9 0 14-15,2-2-5 0,-7 0-8 0,-3 0-24 16,-3 0-14-16,0-1 11 0,-4-1-4 0,-6 0-1 16,1 0 4-16,-4-2-17 0,-1 1-6 15,-4-3-11-15,-3 2-9 0,-3-2-4 0,-2 1-7 16,-2 2 2-16,-4-1 2 0,-4 1 12 0,2-2 12 15,-1-3 15-15,-1-2 11 0,0-5 3 0,-1-2-3 16,-3-2-10-16,4-3-13 0,0 0-8 0,-2 0-15 16,3-3-2-16,0 1-8 0,0-1-1 15,2 0 1-15,4-2 7 0,2-1 4 0,2-2 7 16,5-2 9-16,1-1-2 0,8-4 11 0,2 1 6 16,6-1-6-16,5-1 4 0,6-1-19 15,3 0-34-15,6 0-40 0,3 0-73 0,3-2-85 16,4-2-38-16,5 1 108 0</inkml:trace>
  <inkml:trace contextRef="#ctx0" brushRef="#br0" timeOffset="121469.92">7803 17621 658 0,'0'0'214'0,"0"0"-206"0,0 0-58 0,0 0-16 16,0 0-20-16,0 0 23 0,0 0 54 15,0 0 29-15,0 0 10 0,0 0-1 0,0 0-10 16,130-35-4-16,-98 21-9 0,2-1-4 0,1 0-7 15,2-1-5-15,-1-2-10 0,-2 0-10 0,-1-3-11 16,0 0-12-16,-5-3-20 0,0 1-19 0,-4 1-4 16,-1 1 9-16,-3 1 23 0,-4 3 18 15,1 2 26-15,-6 3 9 0,-4 4 13 0,0 3 12 16,-3 3 22-16,-2 2 45 0,-2 0 28 0,0 4-7 16,0 5-19-16,-3 6-52 0,-2 5-25 0,4 6-6 15,-3 4 0-15,2 6-1 0,2 0-4 16,0 3 2-16,0-2-2 0,0 2-2 0,2 0-4 15,2 0 2-15,2-1-5 0,-2-4-2 0,2-4-2 16,-1-3 3-16,3-5-5 0,-2 3-12 0,0 0 6 16,2 2-2-16,-1-1-2 0,-1-1 21 15,0-3-18-15,-3-1 9 0,0-4-8 0,-1-2 1 16,-2-4 4-16,0-4-10 0,-3-1-2 0,-2-2 5 16,-2-4-4-16,-4 0 26 0,1 0 12 15,-4-6 14-15,-2-2 12 0,-3-2-9 0,-1-2 6 16,-3-2 5-16,-4-1 8 0,0-1 3 0,-3 0 9 15,-4-1-1-15,1-2-2 0,-14-4-2 0,-6-3 27 16,-4 0 12-16,1 1 39 0,14 7 7 0,7 4-9 16,7 3-32-16,7 1-43 0,3 2-28 0,8 3-38 15,2-1-42-15,4 0-55 0,2-1-66 16,0-1-85-16,2 1-47 0,0 1 52 0</inkml:trace>
  <inkml:trace contextRef="#ctx0" brushRef="#br0" timeOffset="183464.65">14095 11236 496 0,'0'0'29'0,"0"0"-9"0,0 0-20 15,0 0-26-15,0 0-16 0,0 0-10 0,0 0 3 16,0 0 10-16,0 0 10 0,0 0 15 0,0 0 7 16,0 33-1-16,10-28-7 0,3 0-1 15,1 1-3-15,2-2 4 0,0 1 5 0,3 1 5 16,-2 1 5-16,2 1 2 0,0 1 0 0,2 2 1 16,0 2-1-16,1 1 0 0,-1 2 1 15,1 0 1-15,0 0-1 0,1-1 2 0,-1 0-1 16,4-2 0-16,-1-3 1 0,3 0-1 0,-1-1 0 15,-1-2 0-15,1-3-2 0,2 0 1 0,-3-3-2 16,3-1 0-16,0 0-1 0,1 0 0 16,0-5 0-16,0-1-2 0,0-1-2 0,1 2 2 15,-1-2-1-15,0 0-1 0,0 0-1 0,0-3-3 16,0 3-5-16,-1-2-2 0,-1-1-5 0,0 1-2 16,-4-3 4-16,2 1 2 0,-1-3 7 0,0 2 3 15,-1-4 2-15,-2 2 5 0,-2 0 0 16,0-1 3-16,-2 0 5 0,-1-2 1 0,-3 2 7 15,2-2 6-15,-1 0 9 0,-3 1 5 0,2-3 8 16,0 0 1-16,-3 0-7 0,1-1-3 0,2-1-8 16,-1 1-4-16,-1-4-6 0,-2 3-3 0,2-3-4 15,-1-1-4-15,1 1-1 0,-4-1-3 16,2 1 0-16,-2-3 1 0,-2 2-1 0,-2-2-5 16,-2 1-2-16,1-2-1 0,-3 0-3 0,0 1 3 15,-3-4 2-15,-2 1 1 0,-2-1 3 16,-1 1 3-16,-2 1 2 0,2 2 1 0,-4 0 6 15,0 3 0-15,0 1 3 0,-5 1 7 0,4 2 1 16,-6 1 3-16,2 1-3 0,-3-1-4 16,-1 2-3-16,0-1-1 0,-1-1 3 0,0 2-3 15,-2 2 2-15,-2 1-3 0,1 1-5 0,-1 3-2 16,-3 1-1-16,3 0-3 0,0 3 0 0,0 0-2 16,-2 3-1-16,0-1-5 0,-1 2 3 15,0 1-1-15,0 0 2 0,0 1 2 0,0 0 3 16,1 0-1-16,-2 0 3 0,-1 0 0 0,1 0 2 15,0 2-1-15,0 1-4 0,-1 1-1 0,0 1-1 16,0 0 0-16,-1 3-6 0,-1 0 3 0,-1 2-1 16,0 1 2-16,2 2 1 0,-1 1 1 0,0 3-3 15,1 1-1-15,0 1 1 0,1 2-2 16,0 3 1-16,1-2-3 0,0 3-2 0,2 0-2 16,2-1 4-16,0 0 3 0,2-1 5 0,-1 0 2 15,3 0-3-15,0 0-2 0,3-1-5 0,1 0-5 16,1 0-3-16,2 0-2 0,0 1-1 15,3-1 5-15,-2-1-1 0,4 1 1 0,1 2 4 16,2-2-3-16,0 2 4 0,1-1 1 0,4 2-3 16,2 0 1-16,0 2-3 0,2 0-5 15,6 2 2-15,3 1-2 0,0 1-1 0,5-1 2 16,-1 0-1-16,2-2 0 0,1 0 2 0,2-1-1 16,1-3 3-16,-1-1 1 0,1-2 1 0,0-1-1 15,0-1 2-15,1-1 0 0,0 0 3 16,2-1 2-16,-1-2 0 0,3-2-1 0,-1 0 2 15,2-2-1-15,-1-3 4 0,2-3 1 0,-2-3 0 16,1 0 1-16,1-2-1 0,2 0 4 0,0-5-1 16,3 0 2-16,-2-3-4 0,1-2-3 0,1 1-6 15,-1 0-18-15,0-1-39 0,-1 3-46 0,-8 2-133 16,-6 2 178-16</inkml:trace>
  <inkml:trace contextRef="#ctx0" brushRef="#br0" timeOffset="191605.12">14098 11293 412 0,'0'0'76'0,"0"0"-63"0,0 0 3 16,0 0-16-16,0 0 3 0,0 0-2 15,0 0 2-15,0 0 1 0,0 0-8 0,0 0-13 16,0 0-11-16,0 0-1 0,-40-19 3 0,44 16 4 16,-1 1 5-16,3-2 0 0,-2 3 4 15,3-1 3-15,-2 1 2 0,1 1 2 0,-1 0 4 16,1 0 4-16,2 0 0 0,-2 0 2 0,2 3-1 15,1 1-1-15,2 0 0 0,-1 0-1 0,3 2-1 16,0-1 0-16,-1 0 1 0,3 0 1 16,-1-1 1-16,1 0 0 0,1 1 0 0,1-1 2 15,0 0 4-15,1-1 5 0,0-1 1 0,1 0 4 16,1-2 1-16,2 0 4 0,1 0 5 0,1 0 0 16,3-2-1-16,-1-2-2 0,1 1-10 15,-2-2-5-15,2 2-4 0,-1-2-2 0,0 0-4 16,0 1 0-16,-1 0-2 0,-1 1-4 0,1-1 1 15,-2 3 0-15,0 0-5 0,-3 1 2 0,0 0-1 16,-4 0 3-16,1 2 2 0,-3 1 4 0,0-1 3 16,-2 0 4-16,0 0 2 0,0-1 4 15,-2 1 6-15,-1-1 0 0,0 0 7 0,-1 0 4 16,0-1 4-16,-1 2 4 0,0-2 0 0,-3 0-4 16,1 0-6-16,-1 0-7 0,-2 0-5 0,2 0-5 15,-2 0-3-15,0 0-1 0,-1 0-1 16,-1 0 0-16,0 0 1 0,0 0 1 0,0 0 1 15,0 0 0-15,0 0 1 0,0 0 0 0,0 1-2 16,0-1-5-16,0 0-9 0,0 1-8 16,0-1-7-16,0 0-6 0,0 0-6 0,0 1-14 15,0-1-17-15,0 0-28 0,0 0-15 0,0 0-2 16,2 0-7-16,2 0-7 0,0 0 12 0,1 0 6 16,-3-1 29-16</inkml:trace>
  <inkml:trace contextRef="#ctx0" brushRef="#br0" timeOffset="-211363.78">15338 15512 1074 0,'0'0'96'15,"0"0"-35"-15,0 0-16 0,0 0-25 0,0 0-2 16,0 0 2-16,0 0 8 0,0 0 8 16,0 0-5-16,0 0-9 0,0 0-19 0,0 0-21 15,-53 35-6-15,51-22-1 0,-1 4 8 0,3 3 4 16,0 1 6-16,0 5 2 0,0 2 2 0,0 0 0 15,3 3 2-15,0 1 1 0,1 3 2 16,1 0 0-16,-3-2 1 0,3-2-1 0,0-3-4 16,4-4-5-16,-2-4-5 0,1-5-11 0,1-3-8 15,2-3-2-15,-1-3 0 0,3-4 3 16,0 0 4-16,1-2 0 0,2-2-6 0,-3-3-9 16,5-5-17-16,-5-1-32 0,4-3-38 0,-3-3-41 15,3-2-35-15,-1-2 24 0,-3 5 16 0,-7 4 106 16</inkml:trace>
  <inkml:trace contextRef="#ctx0" brushRef="#br0" timeOffset="-211135.28">15393 15184 81 0,'0'0'41'0,"0"0"3"15,0 0 3-15,0 0-5 0,0 0-1 16,0 0 9-16,0 0-1 0,0 0-13 0,0 0-19 16,0 0-13-16,0 0-2 0,0 0 8 0,0 0 4 15,0 0-5-15,-6-1-3 0,16 1-2 0,1 0-4 16,0 0-3-16,2 0-13 0,2-2-29 16,-3-2-58-16,-1 3-18 0,-3-1-88 0</inkml:trace>
  <inkml:trace contextRef="#ctx0" brushRef="#br0" timeOffset="-210533.14">15998 15540 594 0,'0'0'67'0,"0"0"-16"0,0 0-14 0,0 0-29 16,0 0-6-16,0 0 16 0,0 0 13 0,0 0 14 16,0 0 6-16,0 0-1 0,0 0 1 15,0 0 0-15,0 0-8 0,13-15-8 0,-2 12-10 16,1-1-5-16,0 2-6 0,5-1-5 0,-3 2-3 15,3 1-3-15,-3 0 0 0,2 0-4 0,0 0 0 16,-2 1-5-16,1 2-5 0,-2-1-6 16,1 0-6-16,0 2-15 0,-4-1-25 0,1 1-34 15,-1-1-47-15,-1 1-48 0,-3-1-34 0,-2 1 18 16,-2-2 21-16</inkml:trace>
  <inkml:trace contextRef="#ctx0" brushRef="#br0" timeOffset="-210330.82">15925 15774 1076 0,'0'0'101'0,"0"0"-39"0,0 0-45 16,0 0-51-16,0 0 1 0,0 0 18 15,0 0 24-15,0 0 7 0,0 0-5 0,0 0-9 16,0 0-12-16,0 0-19 0,123 20-29 0,-102-24-45 15,0 1-53-15,-1-2-59 0,1-1-33 0,-4 3-123 16,-7 0 349-16</inkml:trace>
  <inkml:trace contextRef="#ctx0" brushRef="#br0" timeOffset="-209797.93">16595 15836 1653 0,'0'0'102'15,"0"0"-73"-15,0 0-58 0,0 0-75 16,0 0-24-16,0 0 11 0,0 0 39 0,0 0 53 16,0 0 19-16,0 0-12 0,0 0-40 0,0 0-50 15,0 0-55-15,82-128-38 0,-67 103 3 16,2 0 26-16,-1 0 44 0,-1 1 49 0,1 1 38 15,-3 3 22-15,1 5 15 0,-2 1 6 0,0 3 1 16,-4 3 5-16,0 3 9 0,-1 3 12 0,0 2 18 16,-4 0 26-16,2 1 22 0,-1 6 14 15,-3 4-1-15,4 3-19 0,-2 1-24 0,-1 3-24 16,0 2-11-16,1-2-5 0,0-1 1 0,-1-2 0 16,-1-3-7-16,1-4-17 0,4-2-22 0,-5-3-12 15,5-3-3-15,-1 0 6 0,2 0 10 16,-2-4 9-16,3-2 4 0,1-2-3 0,-2-3 2 15,2 0-3-15,1-3-5 0,-2 0 1 0,2-1-1 16,0-1 0-16,1 1 2 0,3 0 4 0,-2 0 4 16,-1 3 4-16,0 2 7 0,0 2 2 0,-2 3 8 15,-1 2 13-15,-1 3 11 0,0 0 17 16,2 4 10-16,-2 2 13 0,1 5 5 0,-2 0 4 16,2 2 2-16,-4 1-5 0,2-1-5 0,-3 1-7 15,4-1-5-15,-5 1-14 0,0-3-16 0,3 0-18 16,-3-2-18-16,0-2-16 0,2 0-9 15,0-1-8-15,-3-1-9 0,7 1-13 0,-5 0-19 16,3-2-28-16,-3 2-35 0,2 0-37 0,0 0-36 16,1-1-24-16,-1 0-8 0,0-1 49 15,-1-2 34-15,-3-1 156 0</inkml:trace>
  <inkml:trace contextRef="#ctx0" brushRef="#br0" timeOffset="-209451.96">17548 15593 442 0,'0'0'131'0,"0"0"-64"0,0 0-46 16,0 0-59-16,0 0-5 0,0 0 22 0,0 0 48 16,0 0 36-16,0 0 6 0,0 0-6 0,0 0-13 15,0 0-19-15,0 0-19 0,0 0-12 16,112-11-12-16,-95 9-8 0,1 0-14 0,0 1-17 15,2 0-21-15,-2 0-35 0,-4-1-53 0,4 0-19 16,-8 1-60-16,-2-1 239 0</inkml:trace>
  <inkml:trace contextRef="#ctx0" brushRef="#br0" timeOffset="-208899.18">18115 15354 1148 0,'0'0'221'15,"0"0"-180"-15,0 0-34 0,0 0-35 0,0 0-2 16,0 0 11-16,0 0 2 0,0 0-13 15,0 0-48-15,0 0-35 0,0 0-11 0,0 0 1 16,0 0 29-16,-67-17 22 0,78 10 12 0,-1 0 11 16,2 1 19-16,4 0 15 0,-2 2 9 0,4 0 11 15,0 1 3-15,-2 0 2 0,3 1 1 0,-1 1-1 16,1 0 6-16,-4 1-3 0,3 0 6 16,-5 2-4-16,4 1 0 0,-5 3 2 0,0 0 1 15,-2 1 6-15,-1 1 6 0,0 1 12 0,-5 1 5 16,-1 1 3-16,-2 3-1 0,-1-1-5 0,0 0 1 15,-1 1-2-15,-5-1-3 0,3-1-1 16,-4-1-7-16,4-2-10 0,-3 0-13 0,3-2-10 16,0 0-11-16,-1 1-7 0,2-3-12 0,2 0-6 15,0 0-8-15,0-1-5 0,0 1 0 0,0-1 2 16,5 2 6-16,-1 0 10 0,-1 0 6 16,4 0 6-16,1 0 1 0,-3-1 5 0,3 2 5 15,2 1 8-15,-1 0 7 0,0 3 6 0,-1-1 3 16,-2 2 5-16,3 0 4 0,-2 1 8 15,-3 1 9-15,2 1 9 0,-4 0 10 0,-2 2 7 16,0 0 7-16,-1 2 13 0,-6-1 24 0,2 1 27 16,-3 0 15-16,-1-1-15 0,2-2-29 0,2-2-47 15,-2-3-36-15,4-4-35 0,-3-2-54 16,4-2-104-16,2-1-188 0,-1-2-140 0,1 0-387 0</inkml:trace>
  <inkml:trace contextRef="#ctx0" brushRef="#br0" timeOffset="-203923.34">15492 16818 226 0,'0'0'14'0,"0"0"-8"0,0 0-5 16,0 0-8-16,0 0-1 0,0 0 7 0,0 0 7 16,0 0 8-16,0 0 5 0,0 0 1 0,0 0 3 15,0 0-12-15,-68 63-4 0,62-47-1 16,0 5-2-16,-1-1 14 0,-1 5 9 0,3 2 3 16,0-1 4-16,1 4-4 0,0 0 2 0,2-1-1 15,2 2 1-15,0-3-4 0,0 0-6 0,0-1 0 16,2-5-9-16,5-2-9 0,0-4-10 15,2-3-17-15,4-5-6 0,1-2-6 0,5-4 5 16,2-2 3-16,-2-4 2 0,6-6 4 0,0-4-4 16,-2-3-18-16,0-4-38 0,0-2-48 0,-5 5-4 15,-8 5 76-15</inkml:trace>
  <inkml:trace contextRef="#ctx0" brushRef="#br0" timeOffset="-203732.19">15500 16580 877 0,'0'0'291'0,"0"0"-214"0,0 0-16 15,0 0-22-15,0 0-24 0,0 0-18 0,0 0-24 16,0 0-39-16,0 0-48 0,0 0-9 16,0 0 12-16,0 0 30 0,0 0 38 0,-51-7-9 15,65 2-29-15,1 0-43 0,1 1-52 0,1-1 4 16,-3 2-15-16,-4 0 187 0</inkml:trace>
  <inkml:trace contextRef="#ctx0" brushRef="#br0" timeOffset="-203429.26">16226 16704 1358 0,'0'0'43'0,"0"0"-63"16,0 0-35-16,0 0-11 0,0 0 10 15,0 0 17-15,0 0 19 0,0 0 10 0,4 126 7 16,-3-94 2-16,5 0-4 0,-3 3 4 0,-1-2-5 15,2 1-1-15,0 0-3 0,-2-3-9 16,3-1-7-16,-2-3-13 0,2-4-26 0,0-3-48 16,-2-4-64-16,3-5-67 0,-4-2 6 0,0-6 57 0</inkml:trace>
  <inkml:trace contextRef="#ctx0" brushRef="#br0" timeOffset="-203257.15">16123 16950 911 0,'0'0'364'0,"0"0"-291"16,0 0-55-16,0 0-67 0,0 0-42 0,0 0-9 15,0 0 16-15,0 0 32 0,0 0 15 0,0 0-1 16,0 0-17-16,0 0-28 0,0 0-57 0,0 0-61 16,127 41-7-16,-115-41-20 0,0-1 228 0</inkml:trace>
  <inkml:trace contextRef="#ctx0" brushRef="#br0" timeOffset="-203045.14">16679 16788 0 0,'0'0'0'0,"0"0"0"0,0 0 0 16,0 0 0-16,0 0 0 0,0 0 0 0,0 0 8 16,0 0 41-16,0 0 20 0,0 0 20 15,0 0 15-15,0 0 11 0,118-13-2 0,-116 26-13 16,-1 5-25-16,-1 4-24 0,0 4-15 0,0 0-10 15,0 2-11-15,0 1-3 0,0-1-14 0,0 0-6 16,0-2-15-16,0-1-7 0,0-1-18 16,2-4-25-16,3 0-30 0,-3-3-35 0,4-2-41 15,-2-3 9-15,-3-5 82 0</inkml:trace>
  <inkml:trace contextRef="#ctx0" brushRef="#br0" timeOffset="-201522.94">17653 16871 0 0,'0'0'0'0,"0"0"0"15,0 0 0-15,0 0 0 0,0 0 0 0,0 0 0 16,0 0 0-16,0 0 0 0,0 0 0 0,0 0 0 16,0 0 0-16,0 0 0 0,0 0 0 0,0 0 0 15,-10-7 0-15,10 5 0 0,0-1 0 16,0 1 0-16,0 0 0 0,0 1 0 0,0-1 0 16,0 2 0-16,0-1 0 0,0 0 0 0,0 0 0 15,0 0 0-15,0 1 0 0,0-1 0 16,-1 1 0-16,0-2 0 0,0 2 0 0,0 0 6 15,-1 0 18-15,2 0 4 0,-2 0 3 0,2 0 1 16,-1 0-1-16,1 0 2 0,0 0 5 0,0 0 2 16,0-1 9-16,0 1 3 0,0 0 2 0,0 0 2 15,0 0-5-15,0 0-5 0,0 0-17 0,0 0-17 16,0 0-16-16,1 0-3 0,4 0 3 16,-1 0 12-16,5 0 9 0,0 0 4 0,1 0 5 15,2 0 1-15,0 0-1 0,4-1-1 0,0-1-6 16,0-1-5-16,3 1-8 0,0 0-2 0,-4-2-6 15,4 2-5-15,-1 0-6 0,-4-2-4 16,4 2-2-16,0 0-3 0,-5 0-6 0,4 1-8 16,-6 1-6-16,1-2-8 0,-3 2-7 0,-2 0-5 15,-3 0-6-15,0 3-14 0,0 1-22 16,-3 2 0-16,-1 2 27 0,0-1 77 0,0-3 0 0</inkml:trace>
  <inkml:trace contextRef="#ctx0" brushRef="#br0" timeOffset="-201272.14">17388 17226 837 0,'0'0'192'0,"0"0"-32"0,0 0-87 15,0 0-109-15,0 0-54 0,0 0-7 0,0 0 17 16,0 0 41-16,0 0 43 0,0 0 12 0,0 0-8 15,0 0-4-15,0 0-12 0,121 22-5 16,-99-28 0-16,2 1-4 0,0 0-2 0,-1 0 3 16,0 2-5-16,2-2-10 0,-3 2-10 0,0 0-20 15,1-1-27-15,-2 2-39 0,0 1-34 0,-2 0-14 16,-1 1 24-16,-4 0 141 0,-6 0 10 0</inkml:trace>
  <inkml:trace contextRef="#ctx0" brushRef="#br0" timeOffset="-200201.36">18715 17076 0 0,'0'0'0'0,"0"0"0"16,0 0 0-16,0 0 0 0,0 0 0 0,0 0 0 15,0 0 0-15,0 0 0 0,0 0 0 16,0 0 1-16,0 0 62 0,0 0 6 0,0 0 3 16,0 0-1-16,2 4-12 0,-2-4-21 0,0 0-33 15,0-1-16-15,2-2-8 0,-1-3 15 0,4-2 21 16,-1-4 11-16,0-2-4 0,3-4-2 0,0-2-11 16,-2-1-6-16,3-2-2 0,2 0-5 0,-1-2-1 15,-1 2-3-15,4 4-5 0,-3 2-2 16,0 1-3-16,1 5 0 0,-5 2 3 0,2 4 5 15,-4 3 7-15,-1 2 23 0,2 0 26 0,-2 6 13 16,-1 3-1-16,-1 5-15 0,1 1-14 16,1 2-7-16,-1 1 0 0,2 0 2 0,-3-1-1 15,1-1-2-15,1 0-6 0,-1-2-7 0,0-1-5 16,4 0-5-16,-3-4-5 0,0 0-3 0,3-2-7 16,-3-3-21-16,1 0-20 0,0-3-5 15,3-1-5-15,-3 0 12 0,5-5 21 0,-1-2 8 16,0-2 13-16,1-3 4 0,1 0 5 0,-1-3 0 15,1-1-8-15,-3-2 4 0,3-1 0 0,-2 2-1 16,5 2 1-16,-4 1 0 0,1 3-3 16,-4 1 6-16,4 4 1 0,-4 3 9 0,0 2 14 15,-3 1 18-15,4 0 19 0,-4 2 12 0,4 5 0 16,-3 0-9-16,0 4-16 0,3 0-8 0,-2 1-8 16,2 2 2-16,-3 1 0 0,3-1 3 0,-3-1-7 15,-1-1-9-15,3-1-11 0,-3-1-10 16,0 1-13-16,0-2-12 0,2 0-16 0,-1-1-22 15,0-2-24-15,4-2-34 0,-4 0-45 0,3-3-13 16,-3 0 8-16,1-1 175 0</inkml:trace>
  <inkml:trace contextRef="#ctx0" brushRef="#br0" timeOffset="-199973.25">19411 16830 1433 0,'0'0'52'16,"0"0"-88"-16,0 0-59 0,0 0 18 0,0 0 41 15,0 0 32-15,0 0 12 0,0 0-2 0,0 0-4 16,0 0-12-16,0 0-16 0,130 35-16 16,-116-35-16-16,3 0-13 0,-4 0-4 0,3-2-2 0,-3 1-14 15,3-2-15-15,-4 2-35 0,1 0-28 16,-2 0-20-16,-1-1 29 0,-2 0 122 0,-1 0 38 0</inkml:trace>
  <inkml:trace contextRef="#ctx0" brushRef="#br0" timeOffset="-199547.05">19896 16693 248 0,'0'0'234'0,"0"0"-105"16,0 0-33-16,0 0-74 0,0 0-14 0,0 0 12 15,0 0 4-15,0 0 5 0,0 0-5 0,0 0-11 16,0 0-3-16,0 0-5 0,0 0-3 0,0 0-9 16,33-39-4-16,-21 32-4 0,2 0-3 15,1-2-4-15,1 2-5 0,0-1-10 0,1 0-23 16,5 0-25-16,-2 1-25 0,1 1-20 0,-2 0-12 15,2 1 13-15,-3 3 58 0,0 1 71 0,-3 1 0 16,1 0 0-16,-4 6 0 0,-2 1 0 0,-2 0 0 16,-5 2 0-16,-1 3 0 0,-2 1 0 0,-1 1 0 15,-7 1 0-15,-1 4 0 0,-2 1 0 16,-1 0 70-16,-1 2 108 0,-1-1 21 0,0 1-18 16,2 0-21-16,0-2-30 0,1 0-15 0,2-3-14 15,1 0-21-15,0-4-25 0,6 0-29 0,0 0-26 16,2-3-22-16,0-1-26 0,1-1-17 15,3-1-16-15,5-1 2 0,1 0 5 0,3-4 3 16,3 0 10-16,2-2-1 0,-1 0-10 0,6-2-10 16,-1-5-35-16,0-1-38 0,0-2-13 15,-2 3 30-15,-10 1 138 0</inkml:trace>
  <inkml:trace contextRef="#ctx0" brushRef="#br0" timeOffset="-189113.18">21288 14565 2253 0,'0'0'28'0,"0"0"-8"16,0 0-36-16,0 0-12 0,0 0-17 0,0 0-31 15,0 0-11-15,0 0-4 0,0 0 8 0,0 0 18 16,0 0 10-16,-90-131 1 0,101 116-12 0,2 1-21 16,4 2-21-16,-3-1-9 0,3 2 11 0,1 3 25 15,-2 2 29-15,3 2 25 0,-4 3 12 16,-1 1 8-16,2 2 6 0,-2 5 7 0,-1 2 3 15,0 3 4-15,-1 1 7 0,-2 1-2 0,-2-1 6 16,-1 3 5-16,-2 0 3 0,-3 0 9 0,-2-1 2 16,0-1 11-16,-2 1 10 0,-5-2 5 15,-3 2 2-15,0-4-3 0,0 1-6 0,-3-3-8 16,2-1-4-16,-1-1-11 0,3-1-13 0,1-3-11 16,2 1-18-16,2-3-24 0,3-1-53 0,-1 0-95 15,2 0-90-15,2-3-92 0,1 1-43 16,0 0-134-16</inkml:trace>
  <inkml:trace contextRef="#ctx0" brushRef="#br0" timeOffset="-188464.06">23509 14488 261 0,'0'0'143'0,"0"0"-102"15,0 0-34-15,0 0-22 0,0 0-5 16,0 0 7-16,0 0 8 0,0 0 6 0,0 0 0 15,0 0 2-15,61-129-1 0,-45 115 0 0,-2 2-2 16,3 0-4-16,-1 3-1 0,-1 2 2 0,-2 3 5 16,-2 1 2-16,1 2 5 0,-2 1 8 0,-4 0 13 15,0 4 16-15,-1 3 16 0,0 3 8 16,0 1 1-16,-1 2-7 0,0 1-7 0,-1-2-8 16,1 1-8-16,0-3-12 0,-2-1-11 0,4-2-13 15,-1-2-8-15,3-1-2 0,-2 0-4 0,3-3-2 16,2 0-2-16,-1-1-5 0,2 0-6 15,1-4-6-15,-3-3-9 0,2-1-8 0,1-1-12 16,-3-1-8-16,1 1-3 0,-2 0 5 0,-3 0 16 16,2 1 16-16,-4 2 17 0,-1 3 19 15,0 0 35-15,-3 3 44 0,0 0 22 0,0 0 11 16,0 3-18-16,-5 2-30 0,2 4-15 0,-2-1-13 16,1 2-8-16,2 0-6 0,-1-1-11 0,2 1-10 15,1-3-18-15,0-1-27 0,0-1-31 16,4-1-23-16,-1 0-32 0,4-1-34 0,0 0-44 15,-1-2 9-15,0-1 24 0,-4 0 172 0</inkml:trace>
  <inkml:trace contextRef="#ctx0" brushRef="#br0" timeOffset="-188261.06">24104 14421 819 0,'0'0'346'0,"0"0"-248"15,0 0-86-15,0 0-79 0,0 0 14 16,0 0 30-16,0 0 39 0,0 0 56 0,0 0 5 16,0 0-5-16,0 0-15 0,0 0-26 0,0 0-18 15,133-6-13-15,-109 2-16 0,3 1-26 16,-1-1-42-16,0 1-55 0,-3 0-72 0,-1 1-62 16,-1 1-33-16,-6 0 19 0,-6 1 175 0</inkml:trace>
  <inkml:trace contextRef="#ctx0" brushRef="#br0" timeOffset="-188063.27">24572 14250 0 0,'0'0'0'0,"0"0"0"15,0 0 0-15,0 0 0 0,0 0 0 16,0 0 27-16,0 0 34 0,0 0 45 0,0 0 41 16,0 0 23-16,0 0 5 0,0 0-28 0,0 0-34 15,69 3-36-15,-69 19-31 0,0 4-18 0,0 0-15 16,0 1-10-16,0-1-14 0,3-1-12 0,-2-1-17 15,0 1-23-15,2-3-26 0,-2 2-45 16,2-1-41-16,-2-1-38 0,-1-2 7 0,0-5 47 16,0-6 159-16</inkml:trace>
  <inkml:trace contextRef="#ctx0" brushRef="#br0" timeOffset="-187552.84">20555 15311 196 0,'0'0'-15'0,"0"0"-34"0,0 0-9 15,0 0 3-15,0 0 36 0,0 0 19 0,0 0 0 16,0 0 0-16,0 0 0 0,0 0 0 0,0 0 0 15,0 0 0-15,9-121 0 0,-3 114 0 16,4 0 0-16,-2 1 0 0,-1 2 0 0,0 0 0 16,1 3 0-16,-2 0 0 0,-1 1 0 0,2 0 0 15,-4 0 0-15,3 0 0 0,-2 0 0 0,1 2 0 16,-2 2 0-16,-1-1 0 0,1 3 56 16,0 2 35-16,-1 4 15 0,-1 2-2 0,2 3-22 15,0 4-26-15,2 4-28 0,0 3-19 0,-1 2-7 16,0 1-12-16,1-1-8 0,-2 2-8 0,3-3-13 15,-2-1-15-15,1-1-18 0,-2-4-27 16,-1-3-6-16,1-7 17 0,0-5 65 0,-2-4 23 16,-1-4 0-16,0 0 0 0,0-3 0 0,0 0 0 0</inkml:trace>
  <inkml:trace contextRef="#ctx0" brushRef="#br0" timeOffset="-187391.11">20682 15356 0 0,'0'0'0'15,"0"0"0"-15,0 0 0 0,0 0 0 0,8-144 0 16,0 116 0-16,2 4 0 0,1 2 0 0,1 3 0 15,6 4 1-15,1 1 30 0,2 4-1 16,4 0-3-16,5 3-5 0,5 2-6 0,1 0-7 16,5 3-2-16,4-1-6 0,3 2-5 0,2 0-8 15,5 1-11-15,0 0-14 0,6 1-10 0,0 3 26 16,0 0 21-16,6 0 0 0,0 0 0 16,-16 0 0-16,-15-2 0 0</inkml:trace>
  <inkml:trace contextRef="#ctx0" brushRef="#br0" timeOffset="-187113.14">24654 15100 1401 0,'0'0'100'15,"0"0"-115"-15,0 0-85 0,0 0-7 0,0 0 12 16,0 0 6-16,0 0 30 0,0 0 4 16,0 0-6-16,0 0-8 0,0 0-37 0,0 0-50 15,0 0-51-15,0 0 3 0,27 116 39 0,-24-104 152 16,-2-4 13-16</inkml:trace>
  <inkml:trace contextRef="#ctx0" brushRef="#br0" timeOffset="-186547.23">24672 15449 0 0,'0'0'0'0,"0"0"0"0,0 0 77 16,-8 129-7-16,8-99-27 0,0-4-21 0,0 0-16 15,0-3-4-15,1-2-6 0,1-3-9 0,2 0-13 16,-2 0-11-16,0-1-4 0,-2-2-2 0,0-1 3 16,-3-2 24-16,-4-2 16 0,-2-2 0 0,-2-2 0 15,-2-2 0-15,-4-1 0 0,-3 0 0 16,-2-2 0-16,-3 0 0 0,-1-1 0 0,-4 0 0 15,-2 0 12-15,-5 0 12 0,-1-1 6 0,-4-2 12 16,-2 1 10-16,-4-1 4 0,-1 1-7 0,-5-1-16 16,-3 0-19-16,-4-2-12 0,-5 1-7 15,0-2-4-15,-2 0-1 0,-5 1 1 0,-1 1 2 16,-2-1 2-16,-5 2 6 0,-2-1 3 0,-3 1-3 16,-3 0 7-16,-2-1 1 0,-1 1-1 15,-2 0 7-15,-1 2-9 0,-4 1-3 0,-3 0 4 16,-1 7-3-16,-3 2 4 0,-1 4 8 0,2 3 17 15,-1 0 11-15,4 1 18 0,3 1 14 0,-1-2 6 16,4 0 10-16,5-1 7 0,7-1 1 16,2-2-1-16,7-1-13 0,5-1-15 0,5-2-18 15,4-1-16-15,6-2-3 0,4-1 5 0,4-1 5 16,6-1 10-16,7-1 5 0,5 1-2 0,8 0-7 16,7-1-15-16,4 0-21 0,4-1-59 0,6 1-61 15,2-1-16-15,10 0 4 0,4 0 46 16,10 0 54-16,3 0 12 0,8 0 3 0,5 0 3 15,6 0-1-15,5-1 0 0,5-4 0 0,4 1-6 16,4-3-2-16,4 0-8 0,5-2-2 0,5 0-7 16,2-1 2-16,2 1 5 0,4 0 2 15,1-2 6-15,2 0-6 0,3-2-14 0,1-1-18 16,1 2-21-16,1-4-11 0,2 3-2 0,-2-1 9 16,-4 1 14-16,1 3 16 0,-3 1 16 0,-3 2 14 15,0 1 13-15,-3 2 7 0,-2 0 9 16,1 1 2-16,-7-1-1 0,-1 2 0 0,-4-2 0 15,-4 2 1-15,-3 0-1 0,-5-1-4 0,-4 1-2 16,-2 0-10-16,-6 0-6 0,-3 0-12 16,-3 1-21-16,-6 0-48 0,-3 0-67 0,-7 0-17 15,-7 0 20-15,-8 1 151 0</inkml:trace>
  <inkml:trace contextRef="#ctx0" brushRef="#br0" timeOffset="-186226.55">24125 15037 1443 0,'0'0'34'0,"0"0"-99"0,0 0-110 16,0 0-18-16,0 0 43 0,0 0 44 0,0 0 67 15,-14 142 8-15,18-101-63 0,-1 4-74 0,4 3-36 16,-5 4 13-16,-1-13 130 0,-1-12 61 0</inkml:trace>
  <inkml:trace contextRef="#ctx0" brushRef="#br0" timeOffset="-186177.3">24102 15753 0 0,'0'0'0'0,"0"0"0"0,0 0 0 0,0 0 0 15</inkml:trace>
  <inkml:trace contextRef="#ctx0" brushRef="#br0" timeOffset="-185689.34">21209 15426 443 0,'0'0'273'16,"0"0"-119"-16,0 0 11 0,0 0-14 0,0 0 5 15,0 0 0-15,0 0-32 0,0 0-46 16,0 0-61-16,0 0-36 0,0 0-14 0,0 0 9 16,0 0 9-16,0 0 4 0,13 133-6 0,-5-88-4 15,-1 1-5-15,-4-2-6 0,3 2-5 16,-3 0-13-16,-2-2-21 0,2-1-19 0,0-1-10 15,-3-1-2-15,0-1 9 0,0-5 5 0,0-4-12 16,1-7-28-16,0-9-48 0,2-10-29 0,-1-3 13 16,1-2 105-16</inkml:trace>
  <inkml:trace contextRef="#ctx0" brushRef="#br0" timeOffset="-174008.25">15698 10343 0 0,'0'0'0'0,"0"0"0"0,0 0 0 0</inkml:trace>
  <inkml:trace contextRef="#ctx0" brushRef="#br0" timeOffset="-172266.03">15698 10343 0 0,'-42'6'84'0,"38"-6"-23"16,3 0 5-16,-4 0-11 0,4 0-13 0,-2-1-6 15,2 0-10-15,0 0-11 0,-3-1-5 0,1 0-5 16,1 1 2-16,-1 0 3 0,1 0 4 16,-1-1 7-16,1 1 8 0,2 1 0 0,0 0-3 15,0 0-12-15,0 0-16 0,0 0-20 0,0 0-20 16,0 0-16-16,0 0 0 0,0 0 12 0,0 0 17 16,0 1 21-16,1 2 6 0,3 0 1 15,0 1-1-15,-1 0-2 0,1 0 4 0,0 1 4 16,1 0 5-16,1-2 5 0,-2 2 5 0,1-2 3 15,1 2 7-15,-2-1 4 0,1-1 2 0,-1-1 5 16,0 1 0-16,1-1 0 0,-2 0-2 16,1 1-3-16,-1-2-6 0,0 0 0 0,2 0-5 15,-1-1-4-15,-1 1-3 0,0 0-3 0,-1 1-4 16,1-1 0-16,-3-1 2 0,0 0 9 0,1 1 18 16,-1-1 27-16,0 0 26 0,0 0 7 15,0 0-10-15,-1 0-20 0,0 0-22 0,-3 0-10 16,0-2-2-16,0 0-3 0,-3 0-5 0,3-1-7 15,-1 0-7-15,0 0-4 0,0-1-2 0,0 1-2 16,0-1 0-16,2 1-5 0,-4-2 0 0,5 2-3 16,-2-2 0-16,0 2-1 0,3 0 1 15,-3 1 2-15,2 0 0 0,2 0-3 0,-1 2-2 16,-1 0-7-16,2 0-5 0,0 0-12 0,0 0-12 16,0 0-10-16,0 0-6 0,0 0 7 15,0 2 16-15,3 1 21 0,3 2 14 0,0-1 7 16,0 0 0-16,4 1 0 0,0-1 1 0,0 0-3 15,2-1-3-15,0 1 1 0,-1-2-2 0,2 2 5 16,-2-3-1-16,0 1 1 0,1-1-2 16,0-1-1-16,-4 1-1 0,2-1 2 0,-2 0 2 15,0 0 4-15,-5 0 2 0,2 0 3 0,-1 0 1 16,-4 0 16-16,2 0 25 0,-2 0 37 0,0 0 16 16,0 0-9-16,-2-2-33 0,-4 0-42 0,0-2-23 15,-3 1-2-15,-4-1 5 0,2 1 2 16,-2 0-1-16,0 0-3 0,0 1-3 0,-2-1-3 15,2 1 3-15,0 0-5 0,-2-1-9 0,3 1-2 16,-2 0-1-16,2-1 1 0,1 2 5 0,1 0-8 16,1 0-7-16,0 1-6 0,2-1 1 0,2 1 2 15,0-2 3-15,4 2-3 0,-2 0-3 16,0 0 1-16,3 0-9 0,0 0-12 0,0 0-18 16,0 0-7-16,0 0 11 0,0 0 21 0,4 0 31 15,-1 0 20-15,2 0 3 0,1 2 4 16,2 0-2-16,1 1-1 0,0 1-3 0,0-2-3 15,5 1-1-15,-3 0 0 0,2-1 1 0,0 2 1 16,1-2 0-16,-1 2-4 0,1-1-3 16,0 0 2-16,-2-1-4 0,0 0-1 0,0-1-3 15,-2 1-2-15,-2-2-3 0,0 0 4 0,-4 0 2 16,0 0 4-16,-3 0 11 0,0 0 13 0,-1 1 22 16,0-1 18-16,0 0-5 0,-1 0-16 0,-4 0-16 15,0-1-19-15,-3-2-2 0,-1 1 0 16,2-2-2-16,-2 1 2 0,-2-1-2 0,1 1 0 15,0-2 1-15,-2-1 1 0,2 1 0 0,-2-2 0 16,1 1 3-16,0-1-6 0,0 2 0 0,0-1 1 16,1 0-4-16,1 1 6 0,-1 2 1 0,4-1-3 15,1 3 3-15,1 0-12 0,2 0-4 16,0 1-13-16,1 0-29 0,1 0-29 0,0 0-10 16,0 0 13-16,5 0 28 0,-1 0 33 0,3 1 15 15,0 1 4-15,1 1 6 0,1 0 1 16,1 0 3-16,0 0 0 0,0 0-7 0,0 2 5 15,1-1-2-15,-1 0 1 0,0 0 3 0,1 0-4 16,-2-1 0-16,0 2 5 0,-2 0 5 0,2-2 5 16,-4 1 3-16,2-2-5 0,-3 1-11 15,1-1 0-15,-1 0-3 0,-1-1-3 0,1-1 7 16,-3 0-3-16,2 1 2 0,-3-1 7 0,0 0 7 16,0 0 15-16,0 0 9 0,0 0-7 0,0 0-14 15,-5-2-20-15,-1-2-14 0,-2 0-1 16,-1-2 12-16,1 0 8 0,-3 0 3 0,-1 0 0 15,1 0-2-15,-1 0-1 0,-1 0 2 0,1 2 1 16,1-1 4-16,1 1-3 0,-2 0-1 0,5 2-4 16,-2-1-4-16,3 1-9 0,0 1-6 0,3 1-8 15,1 0-10-15,-1 0-15 0,2 0-19 16,1 0-17-16,0 2-2 0,0 2 8 0,0 2 22 16,3-1 26-16,0 2 16 0,5 1 10 0,-1-1 3 15,3 2 12-15,0-3 0 0,4 2-4 0,-3-1-3 16,3 0-9-16,0 0-3 0,-1 0 4 15,1-1 2-15,0 0-3 0,-1-1-1 0,0 0 2 16,0 0-1-16,-1-1 2 0,-2 0 1 0,1 0 2 16,-2-1 1-16,-1 1 2 0,1-2 0 0,-4 1 2 15,1-1 1-15,-2-2-1 0,-2 1 7 16,0-1 7-16,-1 0 21 0,-1 0 25 0,0 0 14 16,0 0-10-16,-3 0-26 0,-1-2-35 0,-4-2-25 15,-2-2-4-15,0 2 1 0,-1-2 5 16,-3 0 2-16,-1 2 3 0,-1-2 2 0,0 2 2 15,0-1 4-15,1 2 0 0,-3-1 1 0,6-1 1 16,-3 2-3-16,2 1-3 0,3-1-3 0,0 2-3 16,4 0-1-16,-1 0-4 0,4 1-8 0,2-1-12 15,0 1-27-15,1-2-41 0,0 2-16 16,0 0 8-16,4 0 25 0,0 0 47 0,5 0 24 16,1 2 11-16,-1-1 1 0,2 1 1 0,1-1 6 15,0 2 5-15,-1-1 7 0,3 0 7 0,-3 2 0 16,4-1-1-16,-3 2-5 0,1-2-2 0,0 2-5 15,-1-1 1-15,0 1-1 0,-1-2-3 16,-1 1-1-16,0-2 1 0,-2 0 0 0,-2 1 2 16,-1-3 0-16,-1 1 1 0,-3-1 9 0,-1 0 21 15,0 0 17-15,0 0 3 0,0-1-16 16,-4-4-28-16,-2-1-24 0,-4-1-10 0,-2 0 6 16,-2-3 9-16,-1 2 8 0,-3-1 2 0,0 1 8 15,-1 0 0-15,-1 1-1 0,-1 0-2 0,2 1-6 16,-1 2-3-16,3 0-2 0,-3 2-6 15,4 1-1-15,2 0 1 0,3 1 5 0,0 0 6 16,2 0 5-16,1 2-15 0,2 0-15 0,3 1-23 16,1 0-25-16,2 2-5 0,0 2 3 0,5-1 15 15,5 2 17-15,2-2-1 0,4 0-22 16,2-3-49-16,7-1-62 0,1-2-71 0,3 0-55 16,-5-3 21-16,-8 1 8 0</inkml:trace>
  <inkml:trace contextRef="#ctx0" brushRef="#br0" timeOffset="-164602.15">15358 7720 59 0,'0'0'43'16,"0"0"-5"-16,0 0-7 0,0 0-14 0,0 0-7 15,0 0-2-15,0 0 0 0,0 0-3 0,0 0-7 16,0 0-6-16,0 0-1 0,0 0-3 15,-91 73 4-15,85-56 1 0,0 0-1 0,-4 0 4 16,4 3-1-16,-1-2 2 0,0 2 2 0,2-2 1 16,-1 1 3-16,3-2 4 0,2-1 4 15,1 0-1-15,0-1 5 0,6-3-3 0,3 1-2 16,1-2 3-16,2-3-2 0,3-2 3 0,-1-3 5 16,6-1 3-16,0-2-8 0,0 0-7 0,0-3-16 15,2-4-20-15,-2 0-18 0,1-2-24 16,-1-1-3-16,-1 1 7 0,-6 2 44 0,-4 1 23 0</inkml:trace>
  <inkml:trace contextRef="#ctx0" brushRef="#br0" timeOffset="-164381.24">15298 7635 1409 0,'0'0'22'0,"0"0"-104"16,0 0-48-16,0 0-41 0,0 0-15 0,0 0 1 16,0 0-27-16,0 0 14 0,0 0-69 0,0 0 267 0</inkml:trace>
  <inkml:trace contextRef="#ctx0" brushRef="#br0" timeOffset="-163865.15">15793 7767 233 0,'0'0'47'0,"0"0"-19"0,0 0-16 16,0 0-6-16,0 0-3 0,0 0 3 0,0 0 3 15,0 0-1-15,0 0 1 0,0 0-4 16,0 0-3-16,0 0 2 0,0 0 1 0,121-97 2 16,-105 81 2-16,0 0-2 0,3 1-4 0,-5 2-3 15,2 2-10-15,-4 3-12 0,-2 2-16 0,-3 2-16 16,-3 2-6-16,0 1 0 0,-2 1 6 16,-2 0 12-16,0 0 12 0,0 4 7 0,0 0 13 15,-4 5 10-15,0-1 0 0,-3-2 0 0,5-1 0 0</inkml:trace>
  <inkml:trace contextRef="#ctx0" brushRef="#br0" timeOffset="-163576.92">15780 7835 1000 0,'0'0'132'0,"0"0"-32"0,0 0-19 16,0 0-58-16,0 0-39 0,0 0-7 16,0 0 6-16,0 0 22 0,0 0 9 0,0 0-5 15,0 0 2-15,0 0-5 0,0 0-7 0,0 0-8 16,107 47-13-16,-86-39-6 0,2 1-7 0,0 0-9 16,-1 2-8-16,-1 2-14 0,-1 0-8 15,-4 0-3-15,-3 1 8 0,1 0 2 0,-2-1 5 16,-1-1-3-16,-4-3-10 0,1 0-9 0,-2-2-11 15,-2-1-16-15,3-1-3 0,-3-3 14 16,-2 0 25-16,0-2 75 0</inkml:trace>
  <inkml:trace contextRef="#ctx0" brushRef="#br0" timeOffset="-162614.21">16381 7889 268 0,'0'0'152'0,"0"0"-74"0,0 0-5 15,0 0-19-15,0 0-27 0,0 0-10 0,0 0-6 16,0 0-2-16,0 0-3 0,0 0-2 0,0 0-4 15,0 0 2-15,0 0 0 0,0 0 2 0,22-67 3 16,-17 55 2-16,0-1 3 0,1-2-2 16,0-1 1-16,2 1-1 0,0-1-3 0,-3 0 1 15,4 0-1-15,0-1-1 0,0 3-3 0,-2 2-3 16,2 2-7-16,-3 2-3 0,2 2-3 0,-4 2-3 16,4 3-1-16,-6 1 4 0,2 0 8 0,-1 1 11 15,-2 5 15-15,0 2 8 0,0 5 4 16,-1 0-3-16,0 4-6 0,0-1-6 0,0 0-5 15,0-1-7-15,0-2-4 0,0-3-4 0,0-1-4 16,0-3-4-16,3-1-5 0,1-3-3 16,-2-2 0-16,3 0 4 0,1 0 0 0,1-3 3 15,-1-2-4-15,-1-2-3 0,3 0 1 0,-2-1 3 16,1 1 7-16,1-1 3 0,-4 1 3 0,5-1 1 16,-2 0-2-16,-3 1 1 0,4-1-1 0,-3 0 3 15,2 0-3-15,0 1 0 0,-4 0-3 16,2 2-3-16,-1 1-5 0,-2 3-1 0,1 1 1 15,-3 0 11-15,0 0 14 0,0 0 15 0,0 2 10 16,0 3 7-16,0 1 1 0,0 2-2 16,0 2-6-16,-1 0-9 0,-1-1-9 0,2 1-7 15,0-3-10-15,0 0-7 0,0-2-9 0,0 0-7 16,2-2-1-16,1 1-6 0,1-2-10 0,0 0-12 16,1 2-22-16,-2-2-29 0,4 0-31 0,-2 1-23 15,1-1 6-15,2 2 30 0,-5-3 68 16,0 0 51-16</inkml:trace>
  <inkml:trace contextRef="#ctx0" brushRef="#br0" timeOffset="-161861.12">17015 7767 62 0,'0'0'69'16,"0"0"-50"-16,0 0 3 0,0 0 0 0,0 0-5 15,0 0 5-15,0 0 5 0,0 0 5 0,0 0 0 16,0 0-2-16,0 0-2 0,0 0 0 15,0 0 5-15,-3-21 6 0,6 19 11 0,3 0 11 16,-2 0 4-16,4 0 3 0,0 1-4 0,0 0-8 16,1 0-8-16,1 1-11 0,-3 0-11 0,2 0-9 15,-1 0-4-15,2 0-5 0,0 0-1 16,0 0-5-16,1-2-9 0,-1 2-15 0,-1 0-26 16,0-1-28-16,0-1-27 0,-2 0-24 0,1-1-20 15,2 0-16-15,-4-1 15 0,1-1 32 16,0 0 69-16,-4 3 47 0</inkml:trace>
  <inkml:trace contextRef="#ctx0" brushRef="#br0" timeOffset="-161669.24">17501 7456 311 0,'0'0'129'0,"0"0"-5"0,0 0 24 15,0 0-3-15,0 0-22 0,0 0-40 16,0 0-42-16,-10 128-27 0,10-103-21 0,0 2-30 16,0 0-41-16,0 0-52 0,0 1-65 0,1-2-51 15,2-7 6-15,-3-7 55 0</inkml:trace>
  <inkml:trace contextRef="#ctx0" brushRef="#br0" timeOffset="-160650.04">15316 8678 117 0,'0'0'78'0,"0"0"-8"0,0 0-10 0,0 0-17 16,0 0-17-16,0 0-10 0,0 0-11 16,0 0-7-16,0 0-3 0,0 0-1 0,0 0 0 15,0 0-2-15,0 0 3 0,0 0 0 0,-41 68 3 16,38-53 3-16,1 3 2 0,1-2 4 0,-1 0 2 15,2 0-1-15,0-2-3 0,3-1-2 0,2-3-3 16,5-1 0-16,-2-1 1 0,2-2-1 16,3-1-1-16,-2-4-7 0,2-1-15 0,0 0-19 15,0-7-18-15,0-3-16 0,0-1-5 0,0-3 13 16,-1 1 14-16,-2 2 54 0,-5 4 0 0</inkml:trace>
  <inkml:trace contextRef="#ctx0" brushRef="#br0" timeOffset="-160441.15">15454 8413 1321 0,'0'0'28'15,"0"0"-48"-15,0 0-48 0,0 0-67 0,0 0-30 16,0 0-38-16,0 0-40 0,0 0 15 16,0 0-59-16</inkml:trace>
  <inkml:trace contextRef="#ctx0" brushRef="#br0" timeOffset="-159835.16">15936 8668 894 0,'0'0'65'0,"0"0"-20"0,0 0-31 16,0 0-40-16,0 0-1 0,0 0 9 0,0 0 11 16,0 0 0-16,0 0-3 0,0 0-2 0,0 0-2 15,110-124 1-15,-90 112 1 0,-2 4-1 16,0-3-2-16,0 3-5 0,0 0-5 0,-2 1-3 15,-2 1 1-15,-2 1 4 0,-2 2 10 0,-2 1 2 16,-6 0 5-16,0 2 12 0,-2 0 8 0,0 0 6 16,-3 3-1-16,-5 3-16 0,-3 3-7 0,-2 1-8 15,-5 3 5-15,-2 0 2 0,-1 3 3 16,1-1 2-16,-1 0 2 0,0-2 4 0,2 1-1 16,-1 0 8-16,1-2 0 0,4-1-2 0,1-1-3 15,1 0-12-15,3-2-7 0,-1 1-8 16,3 0-7-16,3 2-1 0,-1-1-2 0,2 0 0 15,-2 2 0-15,2-2 8 0,-1 2 4 0,3-2 11 16,0-1 8-16,-1 0 2 0,2-2 6 16,1-1 9-16,0 0 11 0,0-1 14 0,0-1 11 15,4 1 6-15,-2-1-4 0,4 3-2 0,1-2-13 16,1-1-6-16,2 1-10 0,4 0-8 0,0 0 1 16,1 0-11-16,2 0-3 0,0 0 1 0,-2 0-10 15,3 0-8-15,-5 1-13 0,2-1-20 16,-2-1-19-16,-3 1-15 0,1-1-15 0,-4-1-29 15,1 2-32-15,-3-2-23 0,0 1 19 0,-3-2 37 0</inkml:trace>
  <inkml:trace contextRef="#ctx0" brushRef="#br0" timeOffset="-159547.22">15859 9108 968 0,'0'0'372'15,"0"0"-298"-15,0 0-23 0,0 0-51 16,0 0-32-16,0 0 9 0,0 0 23 0,0 0 6 15,0 0-1-15,0 0-12 0,0 0-51 0,0 0-55 16,0 0-62-16,127 1-42 0,-107-1-6 0,0 2 18 16,0 2 32-16,0-1 37 0,-1 0 49 0,-5-1 60 15,-5-1 27-15</inkml:trace>
  <inkml:trace contextRef="#ctx0" brushRef="#br0" timeOffset="-158989.21">16472 8869 1102 0,'0'0'173'0,"0"0"-88"15,0 0-20-15,0 0-75 0,0 0-41 0,0 0-1 16,0 0 5-16,0 0 18 0,0 0-10 16,0 0-34-16,0 0-47 0,0 0-31 0,0 0-22 15,84-122 1-15,-67 106 25 0,-3 0 28 0,1 4 43 16,-2 1 39-16,-2 0 29 0,-2 4 16 0,-1 3 13 15,-3 1 11-15,-1 2 17 0,-1 1 19 16,-1 0 16-16,-2 0 15 0,0 1 7 0,1 3-4 16,0 1-14-16,2 2-21 0,-1 2-25 0,-1-1-17 15,-1 2-10-15,1-1-8 0,1-1-4 16,-1-1-9-16,2-1-12 0,1 0-17 0,-1-3-12 16,4-1-13-16,-1 0-9 0,2-2-13 0,0 0-13 15,1 0-16-15,-1 0-7 0,-2-3 3 0,2-1 21 16,-1-1 28-16,-2 0 45 0,1 1 21 15,-2-1 0-15,-1 2 0 0,0-1 0 0,-1 2 0 16,-1-1 19-16,0 1 26 0,1 1 9 0,-1 1 6 16,-1 0-1-16,0 0-1 0,2 0 2 0,-2 0 5 15,1 3 2-15,-1 3 2 0,1 2-4 16,0 3-14-16,-1 2-25 0,1 2-20 0,0-1-19 16,1 0-14-16,-1-3-12 0,2-1-32 0,-1-3-37 15,3-3-38-15,1 0-1 0,-2-2-6 0,0-2 153 0</inkml:trace>
  <inkml:trace contextRef="#ctx0" brushRef="#br0" timeOffset="-158787.37">17089 8756 1896 0,'0'0'3'0,"0"0"-74"0,0 0-26 0,0 0 2 16,0 0 42-16,0 0 38 0,0 0 6 0,0 0-22 16,0 0-38-16,0 0-67 0,0 0-74 0,131 15-66 15,-110-15-50-15,-5-3 44 0,-6 2 53 0</inkml:trace>
  <inkml:trace contextRef="#ctx0" brushRef="#br0" timeOffset="-158447.15">17632 8575 1005 0,'0'0'75'16,"0"0"-63"-16,0 0-8 0,0 0-15 15,0 0-2-15,0 0-1 0,0 0 2 0,0 0-4 16,121-42-15-16,-107 40-18 0,3 1-15 0,-6 1-2 15,1 0 14-15,-3 0 19 0,-2 3 20 16,-3 1 10-16,1-1 12 0,-3 3 19 0,-2 0 28 16,0 2 18-16,-4 3 12 0,-3 1 3 0,-4 2-6 15,-4 2-2-15,3 2 12 0,-2-3 5 0,-1 0 5 16,5-1 0-16,2-2-16 0,4-2-24 16,3-2-29-16,1 2-24 0,3 1-14 0,8 1-2 15,3 1-3-15,1 0-13 0,4-2-17 0,2 0-23 16,1-2-22-16,3-2-16 0,0-1-16 0,3-2-15 15,-2-1-19-15,0-1-17 0,1-2-27 16,-5 0-31-16,4 0 1 0,-8 0 15 0,-7-2 135 0</inkml:trace>
  <inkml:trace contextRef="#ctx0" brushRef="#br0" timeOffset="-151538.4">15674 10295 0 0,'0'0'0'0,"0"0"0"0,0 0 2 16,0 0 0-16,0 0 0 0,0 0 1 0,0 0-1 15,0 0 1-15,0 0 4 0,0 0 1 0,0 0 6 16,0 0 11-16,-48 5 4 0,47-5 11 16,-1 0 8-16,0-1-2 0,2 0 3 0,-6 0-7 15,4 0-2-15,-1 0 4 0,-1 0 0 0,-1 0 3 16,3 0 3-16,-4-1 3 0,3 0-4 16,-3 1-3-16,3 0-7 0,1 0-11 0,-3-1 2 15,1 2-8-15,0-1-7 0,0 1-4 0,2 0-5 16,1 0-6-16,-3 0 1 0,4 0-5 0,-3 0-10 15,3-1-10-15,0 1-17 0,0 0-16 0,0 0 6 16,3 0 16-16,2 0 19 0,2 0 21 16,1 2 0-16,1 1 3 0,2-1-2 0,1 0-2 15,3 2 0-15,0 0-3 0,0-1-1 0,3 2 2 16,-4-1-3-16,1 0-1 0,-1 1 1 0,-2 0-1 16,0-1 0-16,-1 1 0 0,-4-1-1 0,1 2 0 15,0-1 2-15,-4 1 3 0,1-2 2 16,-2 0 3-16,-1 2-3 0,1-2 0 0,-1 0 1 15,1 0-3-15,-2-1 1 0,1 1-2 0,1-2-3 16,1 1-1-16,-1-1 0 0,2 0-1 16,-1-1 1-16,1-1-3 0,-1 2-10 0,0-2-17 15,-2 0-20-15,1 0-17 0,-3 0-2 0,0-3-6 16,0 0-7-16,-5-2 9 0,-1-1 15 0,-3 0 24 16,-5 2 31-16,0-1 21 0,-3 2 18 15,-1 0 21-15,-1 0 18 0,-2 0 20 0,0 2 6 16,-1-3 2-16,0 2 1 0,3 0-8 0,0-1-14 15,3 1-4-15,2 0-17 0,2-1-13 0,2 2-11 16,3 1-15-16,0-1-15 0,5 1-22 16,1 0-50-16,1 0-29 0,1 0 0 0,5 0 13 15,4 0 38-15,5 0 16 0,-1 0-9 0,5 0-17 16,4 0-15-16,-1 0-13 0,6 0-5 0,-2 2 8 16,3 1 16-16,-3 0 22 0,1 1 21 0,-1 0 10 15,-2 0 5-15,2 2 0 0,-2 0 4 16,-2-1 3-16,-1 0 0 0,-1 1 0 0,-2 0 0 15,-5-1 0-15,0-1 3 0,-3 0 2 0,-3-1 2 16,0 0 0-16,-5-1 9 0,0-1 21 0,-2-1 39 16,0 1 15-16,0-1 0 0,-6 1-13 15,-1 1-33-15,-3-1-8 0,-5 2 5 0,0-3 8 16,-4 0 11-16,-1 0 7 0,0 0 4 0,-1 0-3 16,-1 0-11-16,2-3-7 0,0 2-15 15,-1-1-14-15,2 0-14 0,-1 0-8 0,4-1-8 16,-1 1-1-16,1 0-4 0,3 0-4 0,0-1 0 15,2 1 3-15,3 0 3 0,-1 0 1 0,6 1-1 16,-1 1-7-16,4 0-25 0,0 0-23 16,0 0-3-16,3-1 10 0,3 1 26 0,4 0 23 15,3 0 1-15,0 0 0 0,2 0-3 0,3 1 2 16,-1 2 4-16,1-1 2 0,1 0-1 0,1 1-3 16,-1 0 1-16,2-1 0 0,-2 2 2 0,1-1 2 15,0 0 0-15,-3 0 0 0,-1-1 0 16,0 0 1-16,-4 1 4 0,-2-1-1 0,-4-1 2 15,-2 0-1-15,-3-1 10 0,0 1 22 0,-1-1 18 16,0 0 4-16,-2 1-10 0,-6-1-27 0,-2 2-24 16,-2-1-12-16,1 0-14 0,-3 1-29 0,-1 1-54 15,4-1-52-15,1 0-104 0,4 1 180 0</inkml:trace>
  <inkml:trace contextRef="#ctx0" brushRef="#br0" timeOffset="-146664.37">24092 13903 379 0,'0'0'231'0,"0"0"-149"16,0 0-43-16,0 0-56 0,0 0-10 0,0 0 2 16,0 0-3-16,0 0 9 0,0 0-2 0,0 0-4 15,0 0-7-15,0 0-13 0,-54-35 1 16,44 33 6-16,-2 2 21 0,1 0 20 0,-5 2 7 15,2 2 3-15,-3 3-5 0,-1 0-3 0,-1 4-4 16,-4 0-3-16,-3 3-3 0,1 1-6 0,-4 2-2 16,-1 1-3-16,-1 2-2 0,-1 2 3 15,-1 0 6-15,1 1 13 0,1-2 25 0,0 0 27 16,1-1 34-16,1-2 17 0,6 1 1 0,0-1-23 16,5 0-33-16,-1 3-33 0,4 4-29 15,2 1-19-15,2 3-15 0,2 3-7 0,2 1-2 16,2 1 5-16,3-2 14 0,2 0 14 0,0-1 10 15,5-1 8-15,5 0 2 0,6-3 15 0,4-1-4 16,2-2 4-16,7-2 1 0,2 0-10 16,6-2 2-16,4-1-3 0,3-1-4 0,3 1-4 15,1-3 0-15,4-1 1 0,2-1-1 0,1-1 0 16,3-4 1-16,3-2-1 0,-1-3-3 0,2-4 2 16,1 0-1-16,1-6 1 0,-1-4 1 0,0-4-2 15,0-2 0-15,-2-3 1 0,0-1-1 16,-1-1 1-16,-2-2 2 0,-3 0 0 0,0 0 3 15,-2 0 3-15,-8 1 4 0,0 0 0 0,-5-2 3 16,-5 1 2-16,-4-1 6 0,-4-1 11 0,-6-2 12 16,-7-2 10-16,-3-3 9 0,-3-2 3 0,-8-4 2 15,-2-2 1-15,-14-2 4 0,-5-2 6 16,-6 1 7-16,-8-3 5 0,-7-1 2 0,-8 0 1 16,-5 3-4-16,-4 3-4 0,-8 3-11 0,-3 3-15 15,-3 6-14-15,-6 3-10 0,-1 6-5 16,-5 5-8-16,-2 7-8 0,-1 6-9 0,-4 2-6 15,2 10 1-15,0 6 7 0,8 3 2 0,3 6 2 16,10 1-4-16,6 3-12 0,10 1-14 16,7 2-32-16,6 1-61 0,9 3-99 0,6 1-100 15,5 3-83-15,4 0-16 0,7-10 74 0,4-9 168 0</inkml:trace>
  <inkml:trace contextRef="#ctx0" brushRef="#br0" timeOffset="-26763.47">14808 7185 99 0,'0'0'18'0,"0"0"-11"0,0 0 0 16,0 0 4-16,0 0 6 0,-61 125 12 0,51-80 10 16,0 7 4-16,-1 8 2 0,3 5-9 0,3 9-10 15,0 6-11-15,2 5-8 0,-1 2-2 0,4 3-1 16,0-2 4-16,0 1-5 0,0-3 0 16,2-2-3-16,2-4-3 0,-2-4 2 0,1-5 0 15,-2-4 3-15,-1-5 1 0,0-5 3 0,0-1 4 16,-4-5 6-16,0-3 8 0,0-4 8 0,-1-7 12 15,1-3 8-15,-2-6 9 0,1-6 9 0,0-7-3 16,1-4-2-16,-1-5-1 0,3-3-4 16,2-3-12-16,-2 0-14 0,1-5-22 0,-1-5-14 15,-1-3-5-15,1-8 1 0,0-8-1 0,1-8 5 16,1-9-2-16,0-9 0 0,1-10 2 0,4-6-3 16,4-6 0-16,4-7 2 0,0-6 0 15,3-6-4-15,2-4 1 0,3-3-7 0,1-2 0 16,3 1-3-16,-1-2-2 0,3 6 1 0,1 4 2 15,-1 4 5-15,2 6 6 0,1 7 2 16,1 6 4-16,0 8 6 0,1 9 7 0,1 7 9 16,-1 10 6-16,2 6 3 0,-1 6 0 0,5 4 1 15,1 2-3-15,3 2 1 0,3-1-3 0,4 2-4 16,4 0-5-16,3 3-2 0,1-2-1 16,3 3-2-16,5 3 0 0,2 1-4 0,1 2-3 15,4 2-1-15,4 1 0 0,0 3-1 0,4 2 0 16,1 0-3-16,4 3-3 0,2 6 1 0,1-1 0 15,6 3 1-15,-1 2 1 0,3 1-2 0,1 2 0 16,4 0-4-16,0 0-1 0,0 1-4 0,1 0-3 16,1-2-4-16,0 0-7 0,1-1-9 15,-4-2-13-15,0 0-5 0,-5 0-2 0,-3-1 7 16,-3 0 10-16,-2-1 10 0,-6-1 12 0,-1 0 3 16,-8 1 6-16,-3-2 4 0,-2-1 4 15,-6 0 1-15,0 0 1 0,-3 1 0 0,-4 2-5 16,-2 1 0-16,-2 3-3 0,-3 2-3 0,-5 6-2 15,0 4-5-15,-9 4 2 0,0 6 0 0,-8 7 1 16,-4 6 3-16,-2 7 1 0,-7 6 1 16,-2 6 4-16,-4 7 0 0,-5 7 3 0,-1 4 0 15,-1 6-2-15,-5 0 2 0,2 3-4 0,-4 1 0 16,4 2-4-16,-2-1-1 0,2-1-10 0,-1-3-17 16,1-3-17-16,-2-6-16 0,1-4-8 15,-3-9 9-15,0-8 21 0,0-6 15 0,1-6 19 16,-3-4 12-16,-4-7 3 0,2-5 4 0,-1-5 3 15,-4-3-2-15,-4-4-4 0,-1-5-14 0,-6-3-10 16,-3-2-7-16,-4-3-5 0,-5-3 10 0,-5-1 14 16,-1-3 17-16,-10-1 16 0,0-2 8 15,-6 0 10-15,-6 0 0 0,-4 0 1 0,-6 2-10 16,-4 0-15-16,-7 1-12 0,1 3-12 0,-7 0-2 16,0 0 1-16,-4-1 5 0,1 1 9 15,-5-1 11-15,5 0 13 0,-3-3 17 0,2-1 1 16,3-1-9-16,3 0-13 0,-1-2-20 0,3-3-15 15,0-2-11-15,0 1-14 0,1-1-15 0,-1 0-8 16,-1 2-8-16,1 0-5 0,0 2 5 0,-3 2 6 16,1 1 15-16,0 0 10 0,2 6 14 15,-1 3 13-15,2 4 13 0,3 4 15 0,5 1 14 16,2 1 3-16,4 3-1 0,5 0-14 0,4 1-17 16,5-1-14-16,4 0-16 0,5-1-6 15,7-2-8-15,2-2 4 0,7-2 7 0,6-2 12 16,5-2 14-16,7-6 5 0,5 0 6 0,7-4-8 15,4-1-33-15,3-1-11 0,6-8-10 0,6-2 2 16,9-4 27-16,5-3 11 0,8-4 5 0,3-1 7 16,8 0 5-16,3 0 6 0,6 0 7 15,4 1 8-15,6 1 1 0,1 0 0 0,2 3-1 16,5 0-7-16,2 1-4 0,0 2-1 0,3-1-8 16,3 0 3-16,0 2 6 0,3 1 3 15,5 0 6-15,-3 0 3 0,6 1-3 0,-2 1-6 16,3 1-1-16,0 2-4 0,3 0-3 0,1 2 2 15,-1 2-6-15,1 0 2 0,-1 1-2 0,-2 1-1 16,0 1 4-16,1 1 1 0,-1 0 5 0,-1 0 4 16,-1 4 3-16,-4 0-3 0,2 0-2 15,-7 1-9-15,1-1-7 0,-3 0-3 0,0 0-1 16,-7 1-2-16,-1 0 0 0,-3-1-8 0,-3-1-2 16,-9 2-5-16,0 0-1 0,-9-2-4 0,-3 1 6 15,-5 0-3-15,-7 0 8 0,-2-1 5 16,-3 1 4-16,-5-2 7 0,-3 1 1 0,-2-1 0 15,-4 0 2-15,-1 0 1 0,-2-1-2 0,-5 1 2 16,1-1 0-16,-5 0-2 0,3-1 3 0,-4 1-1 16,-1-1-1-16,0 0 6 0,0 0-1 15,0 0-2-15,0 0-9 0,0 0-29 0,-5 0-51 16,2 0-68-16,-6 0-82 0,-2 0-59 0,-1 0 25 16,-1 0 46-16,6 0 162 0</inkml:trace>
  <inkml:trace contextRef="#ctx0" brushRef="#br0" timeOffset="-25171.58">14461 8395 1009 0,'0'0'297'15,"0"0"-280"-15,0 0-30 0,0 0-39 0,0 0-47 16,0 0 2-16,0 0 14 0,0 0 32 16,0 0 46-16,0 0 8 0,0 0 0 0,0 0-4 15,103-49-1-15,-71 42-3 0,3-1-8 0,5 2-4 16,1 2-10-16,3-1-7 0,4 3-4 15,3-1 1-15,2 1 7 0,1 1 13 0,3 1 14 16,3-1 9-16,1 1 3 0,3 0 3 0,1 0 1 16,1 0 2-16,1 0 0 0,1 0 0 0,3 0 2 15,0 0-3-15,5 0 3 0,-1 0 2 16,5 0 1-16,-1-1 8 0,5-5 0 0,-1-1 5 0,3-1 3 16,0-1-5-16,3-2-1 0,0 0-6 15,5 2-6-15,-3 0-4 0,2 1-9 0,-1 2 1 16,-1 0-3-16,1 1-1 0,-2 2 2 0,-2-1-4 15,0 2 0-15,1 0 0 0,-4 1 0 0,2 1-1 16,-4-2 1-16,0 2-1 0,-2 0-1 16,-1 0 2-16,-1 0 0 0,-1 4 2 0,-1-1 2 15,-2 2-3-15,-1 1-2 0,-3 0-3 0,-5-1 1 16,-1 0-4-16,-4 0-1 0,-5-3-3 16,-4-1-6-16,-1-1-2 0,-2 0 2 0,-7 0 1 15,-3 0 8-15,-2-3 5 0,-4-1 5 0,-3 1 4 16,-3 0 4-16,-3 1 1 0,-2 0 1 0,-4 0 0 15,2-1-6-15,-6 2-2 0,3 0-4 16,-5 0-7-16,-1 0-8 0,0-1-8 0,-2 2-18 16,-2-1-31-16,-4 0-51 0,-1 1-70 0,1-1-34 15,-3 0-47-15,0 1 158 0</inkml:trace>
  <inkml:trace contextRef="#ctx0" brushRef="#br0" timeOffset="5963.46">5352 7118 684 0,'0'0'80'0,"0"0"-140"16,0 0-12-16,0 0 18 0,0 0 23 0,0 0 12 16,0 0 5-16,0 0 2 0,0 0 0 0,0 0 1 15,0 0 1-15,124-28-2 0,-108 33 5 0,0 0 1 16,0 1 1-16,-2 2 2 0,3 0 0 15,-3 2 0-15,6 0 0 0,-3 0 1 0,5 3 1 16,-1 0 1-16,-1 2 0 0,2 2 0 0,1 1 1 16,1 1 3-16,-2 1 3 0,6 0 3 15,0 2 10-15,3-2 7 0,3 3 5 0,2-1 0 0,2-1-6 16,1 1-7-16,-1-1-7 0,-3-1-4 16,4 3-7-16,-7-3-14 0,-1 0-11 0,-3-1-12 15,-6-2-4-15,-5-2 4 0,-5-1 10 0,-4-2 13 16,-4-2 8-16,-1-1 11 0,-3-1 6 15,0 2 3-15,-3-1 1 0,-7 1-6 0,0 3-6 16,-1-1-2-16,-6 4-6 0,0 0-2 0,-1 0-7 16,-3 0-7-16,1 0-4 0,-1-1 5 0,0-3 10 15,1-1 18-15,2-4 21 0,2-1 25 16,5-4 18-16,2-1 14 0,4-1 1 0,2 0-20 16,-1 0-21-16,2 0-24 0,2-2-19 0,-2-1-7 15,1 0-4-15,0-2-3 0,-2-2 0 0,0 0 2 16,3-1-1-16,-2-3 5 0,1 1 0 15,0-4 0-15,-1-1 1 0,2-1-3 0,0-4 0 16,0-2 2-16,4-1 1 0,0-2 1 0,2-1 2 16,-1-3 2-16,5-2 0 0,-2-2 1 0,4-1-2 15,2-2-1-15,-1 0-1 0,-1 1-1 0,1 2 3 16,-3 5 1-16,0 4 1 0,-3 3 6 16,1 5 5-16,-3 3-1 0,-1 4 4 0,-2 3-3 15,-1 4-2-15,-1 1 2 0,0 1-1 0,0 0 2 16,0 0-4-16,0 0-14 0,0 1-30 0,0 4-13 15,0 6-1-15,-1 6 5 0,-3 7 32 16,2 8 19-16,-1 4 5 0,3 5 10 0,0 4-7 16,5 1-6-16,1 0-4 0,4 2-4 0,3 1-1 15,1 1-1-15,-1 1 0 0,5-2-2 16,-3 1-8-16,6-3-12 0,-1 1-15 0,2-3-10 16,1-3-7-16,0-3 5 0,1-6 11 0,-1-4 7 15,-1-5 13-15,-2-5 9 0,-4-2 3 0,0-5 7 16,-5-2-1-16,0-3 0 0,-2-1 3 0,-5-1 3 15,0-2 4-15,-2 0 12 0,-2-2 23 16,0 0 29-16,0 0 8 0,-3 0-7 0,-4 0-20 16,-4 2-26-16,0-2-3 0,-3 0-1 0,-1 0 0 15,-2-1-7-15,-2 1-6 0,-1-1-4 0,-1 0-5 16,-3 0 0-16,1 0-3 0,-2-1 4 16,2 0 1-16,-3-1 5 0,1-1 10 0,2 2 7 15,-1-1 12-15,3 1 14 0,3 0 2 0,2 1-14 16,3 0-15-16,4 0-23 0,1 0-15 0,4 0-5 15,-2 0-8-15,6 0-22 0,0 0-32 0,0 0-11 16,0 0 10-16,8 2 27 0,0-1 41 16,3 1 16-16,3 0 0 0,2-2-1 0,1 0 1 15,2 0 1-15,3-3 3 0,-1-1-3 0,1 0-4 16,0-1-3-16,-2 2-6 0,0 1-5 16,-1-1-4-16,-1 2-4 0,1-3 0 0,0 2-1 15,-2-2-3-15,-1 0 0 0,-1-2 0 0,-2-1-2 16,-3-1 5-16,2-3 4 0,-4 1 3 15,1-2 3-15,-4-2 1 0,-1 1 2 0,-3-1-1 16,-1-1-7-16,0 1-12 0,-1-1-20 0,-5 0-17 16,0 1-12-16,-2-2-12 0,-2 4-5 0,0-1-7 15,-1 3 14-15,-3 2 17 0,4 2 15 0,4 4 55 16</inkml:trace>
  <inkml:trace contextRef="#ctx0" brushRef="#br0" timeOffset="7035.67">6160 7400 0 0,'0'0'2'0,"0"0"1"0,0 0-3 15,0 0 1-15,0 0 3 0,0 0-2 0,0 0 2 16,0 0-1-16,0 0 1 0,0 0 0 16,0 0 1-16,0 0 4 0,-37 129 8 0,29-111 12 15,0 2 9-15,-3 1 9 0,0 2 3 0,0 5-4 16,-3 2-8-16,3 5-7 0,-2 1-7 0,2 5-9 15,0 0-3-15,-1 3-2 0,0-2-4 0,0 2-4 16,2-4-7-16,1-5-9 0,1-2-12 16,0-7-9-16,2-4-3 0,2-6 6 0,-1-5 15 15,2-3 16-15,0-3 18 0,0-3 11 0,-2-2 3 16,5 0-6-16,0-3-15 0,0-5-11 0,0-4-3 16,3-4-1-16,3-2 7 0,0-4 0 15,2-2-3-15,1-3 3 0,1-1-1 0,0-4-1 16,2 1-1-16,0-2-1 0,0 0 1 0,0-2 0 15,-1 3 2-15,0 0 0 0,4-1 5 0,-1 1 1 16,1 0 2-16,-2 2 0 0,0 2-2 16,-1 4-2-16,-3 4-3 0,0 6 0 0,-4 5 1 15,-1 2 3-15,-3 4 7 0,0 3 14 0,-1 0 6 16,0 0 1-16,0 1-10 0,-3 4-20 16,-3 4-14-16,-4 4-6 0,0 4 2 0,0 3 7 15,-3 1 5-15,-1 4 0 0,0-1 1 0,4-1 0 16,0-2 1-16,-1-2-2 0,4-3 1 0,1-3-4 15,0-2-2-15,5-6-9 0,0 0-8 0,1-3-1 16,0-2 1-16,0 1 9 0,0-1 11 0,0 0 10 16,2 0 10-16,4-1 11 0,-2-3 8 15,4-4 0-15,1-3-6 0,0-2-8 0,1-3-7 16,2-2-4-16,-1-3 0 0,-1-2 0 0,1 0 0 16,-3 0-1-16,0 0 3 0,-3 0 0 0,0 0 2 15,-1 1-1-15,-3 0-4 0,0 1 2 16,-1-2-2-16,0 5 1 0,0 1 3 0,0 2 3 15,0 3 9-15,0 4 13 0,0 3 12 0,0 3-2 16,-1 1-12-16,1 1-25 0,0 0-29 16,0 0-23-16,0 1-10 0,0 4 2 0,0 3 16 15,0 5 19-15,3 5 14 0,3 5 9 0,1 4-1 16,1 4 1-16,3 2-2 0,2 4-2 0,1 2 0 16,4 3-3-16,2-1-1 0,2 0-6 15,1-1-1-15,4 1-6 0,2-2-5 0,3-1-2 16,-1-1-7-16,0-1-4 0,-1-2-1 0,2-3-3 15,-4-1-1-15,-1-5 5 0,-3 0 8 0,-3-5 5 16,-2-2 10-16,-5-4 5 0,-6-5 4 0,0-2 7 16,-6-2 17-16,-2-1 17 0,0 0 12 15,-4 1 5-15,-5 2-11 0,-5 0-11 0,0 0-5 16,-6 0 1-16,2-2 1 0,-4 0-2 0,0-2-2 16,-2-1-1-16,-1-2 3 0,-2 2 0 0,0-2 3 15,-1 0-6-15,-2 1-13 0,2 0-3 0,1 0-12 16,0 1-6-16,2 2 2 0,0 1-1 15,4-1 1-15,0 1 0 0,2 0 0 0,4-2-2 16,0 2-3-16,4-2-1 0,1 0-5 0,2 1 2 16,-1-1 0-16,4-1 0 0,0 1 3 15,1-2-3-15,3-1 0 0,0 1-15 0,1-1-17 16,0 0-14-16,0 0-11 0,0 0 13 0,0 0 22 16,2 0 22-16,2 0 16 0,2 0 6 15,1-2 1-15,-1-1 1 0,2 0 3 0,1-1-9 16,1 0-10-16,0 0-29 0,0-1-44 0,2-1-59 15,-2 2-41-15,0-1-18 0,-4 3 43 0</inkml:trace>
  <inkml:trace contextRef="#ctx0" brushRef="#br0" timeOffset="8030.42">9379 8710 0 0,'0'0'0'0,"0"0"0"0,0 0 0 0,0 0 0 15,0 0 0-15,0 0 0 0,0 0 0 0,119 3 0 16,-97-3 0-16,0 0 0 0,1-3 0 0,-4 1 0 15,-9 0 0-15</inkml:trace>
  <inkml:trace contextRef="#ctx0" brushRef="#br0" timeOffset="8879.58">9727 8695 0 0,'0'0'0'0,"0"0"0"0,0 0 0 15,0 0 5-15,0 0 20 0,0 0 11 0,0 0 0 16,0 0-11-16,0 0-13 0,0 0-18 15,0 0-17-15,0 0-8 0,-122 18-5 0,116-18 3 16,0 1 23-16,-2 0 10 0,3 2 0 0,-2-1 0 16,0 2 0-16,2-2 0 0,-2 1 0 0,3 0 0 15,-1 0 0-15,3-2 0 0,0 1 0 0,1-1 0 16,-1-1 0-16,2 1 0 0,0-1 0 16,0 1 0-16,0 0 0 0,4-1 0 0,-2 0 0 15,4 0 0-15,-2 0 0 0,3 0 3 0,-2 0 0 16,2 0-1-16,1 0 0 0,-2 0-1 0,2 0 0 15,1-1-2-15,0 0 2 0,1 0 1 16,-1 0 0-16,1-2 6 0,-2 2 1 0,0 0 4 16,3 0 2-16,-2-2 5 0,0 2-2 0,0-1 0 15,1 1-1-15,1-2-5 0,0 2-3 0,3-2-2 16,-3 0-5-16,1 1 0 0,-3 0-3 16,-1 1 0-16,-1-2-2 0,1 2 1 0,-2 0 1 15,-1 1 1-15,1-1 2 0,-2 1 0 0,2-1 2 16,-3 1 1-16,1-2-1 0,1 2-2 15,-3 0-1-15,1 0 0 0,1 0-2 0,-3 0 2 16,1 0-1-16,-1 0 0 0,0 0 3 0,-1 0-1 16,2 0 4-16,-2 0 8 0,0 0 11 0,0 0 4 15,0 0 2-15,0 0-7 0,-3 0-11 0,2 0-8 16,0 0-7-16,-1 0-6 0,-2 0-3 0,2 0-6 16,1 0-2-16,0 0-2 0,-1 2 3 15,-2-2 1-15,1 0 11 0,2 0 4 0,-1 1 6 16,2-1 9-16,-1 0 2 0,-1 0 3 0,2 0 0 15,0 0-5-15,0 0-8 0,0 1-9 0,0-1-7 16,0 0-3-16,0 0 5 0,0 0 6 16,2 1 5-16,-1-1 3 0,1 0-1 0,0 0 2 15,0 0-2-15,2 0 4 0,-3 0 2 0,0 0 3 16,0 0 5-16,-1 0 2 0,1 0 3 16,0 0-1-16,0 0-3 0,1 0-3 0,1 0-7 15,-1 0-4-15,0 0-3 0,3 0 1 0,-4 0-3 16,2 0 2-16,2 0-2 0,-2 0 0 0,-1 0 0 15,-1 0 0-15,2 0 0 0,-1 0-2 16,-1 0 4-16,0 0 0 0,-1 0-1 0,1 0 4 16,-1 0-5-16,0 0 2 0,0 0-1 0,0 0 0 15,0 0-1-15,0 0 0 0,0 0 1 0,0 0 1 16,0 0 6-16,0 0-2 0,0 0 4 16,0 0 5-16,0 0-2 0,0 0 7 0,0 0 4 15,0 0 4-15,0 0 1 0,0 0 3 0,0 0 1 16,0 0-1-16,0 0-2 0,0 0-9 0,0 0-8 15,1 0-7-15,-1 0-7 0,0 0-2 0,0 0-1 16,0 0-2-16,0 0-1 0,0 0 0 0,0 0 2 16,0 0 2-16,0 0 1 0,0 0-1 15,0 0-3-15,0 0-10 0,0 0-14 0,0 0-19 16,0 0-28-16,0 0-24 0,0 0-18 0,0 0-5 16,0 0 18-16,0 0 30 0,0 0 40 15,-1 0 36-15,1 0 0 0,-1 0 0 0</inkml:trace>
  <inkml:trace contextRef="#ctx0" brushRef="#br0" timeOffset="12611.47">12946 10351 46 0,'0'0'55'0,"0"0"-54"16,0 0-3-16,0 0-6 0,0 0 7 15,0 0 4-15,0 0 1 0,0 0 6 0,0 0 4 16,132 14 0-16,-107-20 1 0,2 0-7 0,3-1-7 16,-1 1 1-16,2 0-3 0,1 2 0 0,-1 2 3 15,3 1-3-15,1 1-1 0,0 0 2 0,2 0 1 16,2 3 2-16,3 2 2 0,-1 1-3 15,3 0 1-15,0 0-2 0,-1-1 0 0,3 1-1 16,-2-2 1-16,2 0-2 0,-2-2 1 0,-1-1 0 16,-1-1 0-16,0 0 0 0,0-3-1 15,-3-4-1-15,1-1 1 0,-1-3-1 0,-3-5 3 16,1-1 2-16,-1-3 1 0,-2-4-2 0,-1-1-2 16,-4-2-4-16,-1 0 0 0,-3 1 0 0,-3-1 1 15,-2 1 3-15,-3-1 4 0,-1 0 3 16,-4 0 7-16,-4-2 12 0,-4 2 12 0,-2-1 12 15,-2 0 10-15,0 1 0 0,-2-1-5 0,-5 0-12 16,0 0-15-16,-5 2-9 0,-2-2-9 16,1 3-3-16,-2 1-4 0,-2 1-3 0,-1 2-8 15,-2-2-5-15,-3 4-5 0,-1 0-8 0,-6 1-4 16,-1 2 4-16,-3 1 6 0,-4 3 11 0,-2 1 8 16,-2 3 11-16,-2 3 7 0,-2 3 6 0,-3 2 1 15,-3 0-2-15,-1 0-3 0,1 1 2 0,-2 4 1 16,-3 1-6-16,5 1-1 0,-1 1-10 15,-1 1-5-15,4 2 1 0,1 1-4 0,3 0 4 16,1 4 5-16,2-1 3 0,3 3 7 0,2-1-1 16,1 2-4-16,4 1-6 0,2 0-4 0,-1 0-6 15,3 2-3-15,0 0-5 0,0 1-3 16,1 0-1-16,2 2 2 0,-2 1-2 0,6-1 3 16,-1 3 2-16,2 0 2 0,2-1 2 0,0 2 3 15,1 0-3-15,5 1-1 0,2-1-3 16,1 2-2-16,3 1 2 0,7-2 1 0,0 2 1 15,0-2 1-15,9-1 1 0,3-2 0 0,7 0-3 16,0-2 1-16,4-2 0 0,3 0 0 0,2-4 3 16,3 1 2-16,3-2 2 0,2-4 3 15,2-1 2-15,2-1-4 0,4-4-1 0,1-1-4 16,0-5-12-16,4-2-22 0,1 0-37 0,0-6-11 16,-12-2-70-16,-13 2 159 0</inkml:trace>
  <inkml:trace contextRef="#ctx0" brushRef="#br0" timeOffset="13373.58">7979 8255 1 0,'0'0'12'0,"0"0"-10"0,0 0-5 15,0 0 2-15,0 0 1 0,0 0-3 16,0 0 3-16,0 0 0 0,0 0 0 0,0 0-1 16,0 0-3-16,0 0 1 0,0 0 3 0,0 0 0 15,27-2 0-15</inkml:trace>
  <inkml:trace contextRef="#ctx0" brushRef="#br0" timeOffset="15564.07">4115 6818 367 0,'0'0'15'0,"0"0"-88"0,0 0 1 16,0 0 31-16,0 0 26 0,0 0 14 16,0 0 4-16,0 0 3 0,0 0 3 0,0 0 0 15,0 0 3-15,0 0 3 0,0 0-1 0,131-19-1 16,-109 18-2-16,6-1-2 0,-2-1 0 15,4 0-1-15,1-2-3 0,4 1-8 0,-2-1-13 16,2-1-18-16,0 1-17 0,-3 1-3 0,0-1 1 16,-6 3-39-16,-13 0 92 0</inkml:trace>
  <inkml:trace contextRef="#ctx0" brushRef="#br0" timeOffset="15854.28">4562 6817 0 0,'0'0'108'0,"0"0"-113"0,0 0 1 15,0 0 10-15,0 0 7 0,0 0 3 0,19 142-2 16,-7-108-2-16,0 1-2 0,3 1 1 16,-1 0-1-16,0 3 1 0,2 2-2 0,-5 0-8 15,-1 2-6-15,0-1-8 0,-1-2-4 0,-6-1-1 16,1-3 4-16,-4-4 7 0,-2-2 7 0,-5-4 4 15,-7 0 5-15,1-4 4 0,-7-1 4 16,1-1 7-16,-3-2 11 0,1-2 16 0,-1-2 21 16,-2-3 8-16,1-3 1 0,2-4-12 0,0-2-27 15,-1-2-23-15,3 0-28 0,-2-1-41 16,1-4-45-16,1 0-49 0,6-1-5 0,4 3-58 0</inkml:trace>
  <inkml:trace contextRef="#ctx0" brushRef="#br0" timeOffset="16427.12">4402 6813 519 0,'0'0'5'0,"0"0"-1"16,0 0-15-16,0 0-23 0,0 0-8 0,0 0 1 16,0 0 17-16,0 0 33 0,0 0 13 15,0 0-3-15,0 0-2 0,0 0-7 0,0 0-5 16,135-48 1-16,-106 45-3 0,5 2-12 0,1 0-9 15,6-2-22-15,5 1-10 0,0-3-15 16,5-1-9-16,-12 0 3 0,-10 2-69 0</inkml:trace>
  <inkml:trace contextRef="#ctx0" brushRef="#br0" timeOffset="29355.68">16046 10653 259 0,'0'0'12'15,"0"0"-77"-15,0 0-5 0,0 0 13 0,0 0 33 16,0 0 16-16,0 0 7 0,0 0-2 0,0 0 2 16,0 0-1-16,0 0 1 0,122-36 0 15,-99 36 0-15,4 0 2 0,-2 0-1 0,3 0 0 16,3 0-1-16,-1 0 0 0,1 0 5 0,0 0-1 16,3 0 6-16,1 0 1 0,-2 0 1 0,4-1 1 15,-4 0 2-15,3-2 2 0,-1 2-2 16,1-1 1-16,-1 0-2 0,-3-1 0 0,1 1 3 15,-4 1-2-15,-1 0 2 0,0 1-4 0,-6 0-3 16,-1 0-2-16,0 0-5 0,-4 0-3 16,-4 0-2-16,-1 0-6 0,-3 0 0 0,-1 1 1 15,-6-1 2-15,-1 1 15 0,-1 0 10 0,-3 1 7 16,-8 0-5-16,0 0-10 0,-7 0-7 16,-1 1-3-16,-2 0 11 0,-4-1 14 0,-1 1 15 15,-1-1 20-15,-1-2 5 0,-2 0 2 0,1 0-3 16,-3 0-13-16,0 0-14 0,0 0-12 0,1 0-16 15,1-1-11-15,1 1-9 0,0-1-8 0,-3 0-11 16,2 1-12-16,0 0-11 0,0 0 1 0,0 0 4 16,3 3 12-16,-1 1 11 0,3 1-1 15,-2 0 0-15,6-1-11 0,0 1-5 0,1-1-9 16,4 0 0-16,1-1 5 0,5 1 12 0,2-2 16 16,3-1 9-16,3-1 2 0,2 0-9 0,0 0-2 15,5 0-2-15,4 0 5 0,2-1 10 16,4-1 4-16,1-3-2 0,4 1 2 0,3-1 1 15,3-1-6-15,-1 0 5 0,2-1-4 0,2 0 0 16,-1 1 2-16,3-1-4 0,1 1 1 0,-1 2 0 16,1 0-1-16,-1 1 2 0,0 0 2 15,0 1-1-15,-1 0-1 0,1 0 2 0,-1 1 2 16,0-1 0-16,0 1 0 0,-2-1 0 0,-3 1 0 16,0-1 0-16,-2 0 1 0,-2 0 2 15,-2 1-1-15,-5-1 0 0,0 0 6 0,-4 0-3 16,-4 1 4-16,0 1 4 0,-4 0 25 0,-2 0 28 15,0 0 11-15,-8 0-2 0,-2 0-27 0,-3 1-35 16,-6 1-15-16,-2 2-1 0,-4-1 6 0,-1 2 4 16,-4 0 5-16,-2-1 0 0,-2 0-1 15,-1 0 6-15,2-2 3 0,-3 1 1 0,3-2 1 16,2-1-10-16,0 0-9 0,-2 0-5 0,4-3-10 16,-1 1-10-16,1-1-9 0,1-2-5 15,3 1-2-15,0-1 10 0,2-1 9 0,0 1 8 0,0-1 2 16,2-1-4-16,2 0-11 0,2 0-15 15,3 0-7-15,0 0 2 0,4 2 4 0,1 0 15 16,5 1 7-16,-3 2 8 0,6 1 9 0,1 0 3 16,0 1 1-16,4 0 3 0,3 0-1 15,5 0 4-15,4 0-1 0,0 0 1 0,4 0-3 16,2 0-1-16,1 0-4 0,0 0-3 0,5 0-3 16,-2 2-1-16,2-1 3 0,2 0 2 0,0-1 5 15,2 0-1-15,0 0 1 0,0 0-2 16,-2 0 1-16,-2-1-1 0,0 0 0 0,-1 0 2 15,-3 0-1-15,0 1 3 0,-3 0 11 0,-5 0 15 16,1 0 18-16,-6 0 14 0,-2 0 12 16,-3 1-6-16,1 0-9 0,-3 1-16 0,1 0-18 15,-4-1-14-15,3 1-11 0,0-1-13 0,-2 3-21 16,0-1-42-16,2 1-52 0,0 0-13 16,-3-2-33-16</inkml:trace>
  <inkml:trace contextRef="#ctx0" brushRef="#br0" timeOffset="55181.18">15326 9522 0 0,'0'0'0'0,"0"0"0"16,0 0 0-16,0 0 0 0,0 0 0 15,0 0 0-15,0 0 0 0,0 0 0 0,0 0 0 16,0 0 0-16,0 0 0 0,0 0 0 0,1-55 0 16,-1 53 3-16,0 1-2 0,0 1-1 0,0-1 2 15,0 1-2-15,0 0 1 0,0 0 0 16,0 0 2-16,0 0-2 0,0 0 3 0,0 0 0 16,0 0 3-16,0 0 0 0,0 0 6 0,0 0 3 15,0 0 5-15,0-2 2 0,0 2 1 16,-1 0 4-16,1-1 3 0,-1 1 1 0,-2-1 4 15,0 0 0-15,1 0 2 0,1-2 3 0,-4 2 0 16,1 0 1-16,2 0-1 0,-2 1 3 0,-1-1 7 16,1 0-3-16,0 1-4 0,1 0-10 15,-3 0-9-15,2 0-4 0,-1 0-7 0,0 0-4 16,2 0-3-16,-2 0-3 0,1 1 0 0,-2 0-2 16,3 2 0-16,-5 1-1 0,3 1-1 0,-2 0 4 15,-1 1 1-15,-2 0 1 0,3 1 2 0,-3 1 2 16,0 0 1-16,-1 1 1 0,-2 0-3 15,2 3-2-15,0-1-4 0,0 3-1 0,-1 0-2 16,2 0 0-16,1 1-1 0,-2-2 1 0,3 1 1 16,-2 2 1-16,0 1-5 0,1 0 0 0,-1 1-3 15,3 1-10-15,0 2 1 0,-1 3 3 0,-2 2 4 16,1 3 14-16,-1-1-1 0,-2 1-2 16,2 1-3-16,0-2-2 0,-1-2 1 0,3 0-3 15,1-3 0-15,1-2-3 0,0-1 1 0,3-1 1 16,-1-2 3-16,3-2 0 0,0-1-7 15,1-3-4-15,0 0-1 0,2 1 0 0,2 1 7 16,2 0 4-16,-1 0 2 0,2 1 1 0,2 1 0 16,1 0-2-16,0 1 4 0,1-1 0 15,3 1-1-15,-2 1 4 0,4-2-4 0,0 3 0 16,1-1 3-16,3 1-1 0,-2 1 2 0,2-1-1 16,0 0-4-16,1 1-4 0,2-2-2 0,-1-1 0 15,5-4 0-15,-1-2 2 0,0 0 2 0,1-4 1 16,-1 0 5-16,3 0 2 0,0-2 0 15,-2 0 0-15,4-1-3 0,0-1 1 0,2 2-4 0,-2-3 1 16,-1 1 1-16,-2 1 6 0,0-1 7 16,2 2-3-16,-1 0-2 0,-1 0-5 0,2 2-6 15,-2-2 1-15,1 2-1 0,0 1 2 0,0-1-1 16,1 0 0-16,3 1 1 0,-1 1-1 16,2-1-2-16,-1 1 3 0,3 1-1 0,-4-2 3 15,6-1 3-15,-2 0-2 0,2-2-2 0,-2 1 2 16,1-3 1-16,3 1 0 0,-2-3 1 0,-1 0-1 15,1 0-2-15,1 0 0 0,1 0 0 16,0 0 0-16,-1 0 0 0,-1-1-3 0,-1-2 2 16,2 2 0-16,0-1 1 0,-3-1-2 0,2 1 0 15,0-1-2-15,-4-2 0 0,2 0 1 16,-3-2-4-16,3-1 1 0,-3-3 0 0,-2-2 0 16,-1 1 8-16,-5-3 4 0,3-1 2 0,-3-1 7 15,-1 2 5-15,-2-2 4 0,-2 1 11 0,-1 0 9 16,-2 0 6-16,-1-1 5 0,1-2-4 15,-4 1-4-15,-1-2-6 0,1 1-10 0,0-2-3 16,-2 0-5-16,0-1-4 0,0 1 1 0,-2-2-4 16,-2 0-1-16,-2 0 0 0,-1-1-5 0,-1 2-1 15,-2-2-4-15,-1 2-5 0,0 0-1 16,-2 0-4-16,-4 1 0 0,1 3 0 0,-1-1 1 16,-3 2-2-16,1 1-2 0,0 1-3 0,0 0-1 15,-2 1-2-15,0 0 0 0,0 0-3 0,-3 0 2 16,1 1-3-16,-1-2 6 0,-2 0 1 0,-1 1 6 15,-1 0 5-15,1 0 0 0,-2 1 1 16,-2-1-4-16,-1 0 2 0,0 0-3 0,-5 0 3 16,3 2-3-16,-7 0-5 0,0 1 0 0,-3-1-4 15,-5 2 0-15,-3 2-1 0,-1 1-2 0,0 1 4 16,-6 2 3-16,4 0 8 0,-4 1 6 16,3-1 4-16,0 1 1 0,3-1-2 0,2 1-3 15,-2 0-1-15,3 1-2 0,2 0 0 0,1 0-2 16,-3-1-1-16,5 1-2 0,-4 1-3 0,3-3-3 15,-2 2-3-15,-2 0-1 0,2-2 0 16,-2 2 1-16,-2 1 0 0,-3 0-2 0,1 1 1 16,-4 0 0-16,1 1-1 0,-3 4 0 0,3 1 3 15,-1 2 4-15,0 0 4 0,3 2 5 0,3-1 3 16,1 2 4-16,1-2 1 0,7 1-2 0,1 0-10 16,2 1-4-16,3 0-8 0,2 0-5 15,1 2-4-15,-1-1-8 0,2 2 1 0,1-1-1 16,0-2 5-16,4-1 7 0,0-1-5 0,3-1 0 15,3-1-19-15,2 2-33 0,4-2-47 0,2 1-58 16,2 3-66-16,1-2 9 0,0-3-30 0</inkml:trace>
  <inkml:trace contextRef="#ctx0" brushRef="#br0" timeOffset="56907.41">19198 7702 392 0,'0'0'42'0,"0"0"-45"0,0 0 7 16,0 0-10-16,0 0-3 0,0 0 2 0,0 0 3 15,0 0 2-15,0 0 2 0,0 0-7 0,0 0-5 16,0 0-6-16,-24-4-2 0,24 4-2 15,0 0 5-15,0-1 4 0,3 1 7 0,2-2 8 16,2-2 2-16,3-1 1 0,5-2-1 0,1-2-2 16,3-2-4-16,3-2-1 0,3-2 0 15,-1 0-1-15,-3 2 2 0,4-1-1 0,-3 0 2 16,0 1 1-16,-3 1 0 0,-1 0 4 0,-4 1 3 16,-2 0 6-16,-2 2 9 0,-2 1 16 0,-2 2 20 15,-2 4 28-15,-3 0 10 0,-1 2-12 0,0 0-25 16,0 0-36-16,0 0-26 0,0 1-7 15,-1 4 2-15,-6 4 12 0,4 7 11 0,-4 3 5 16,3 6 0-16,-4 4-8 0,4 5-8 0,-2 2-8 16,4 0-5-16,0 1-10 0,-2 0-11 0,3-3-22 15,1-1-26-15,0-1-16 0,0-6-14 0,0-4-3 16,0-4 14-16,0-4 23 0,-1-7 26 16,1-1 30-16,-4-4 20 0,-2-1 4 0,-5-1 5 15,-2 0 5-15,-5-1 9 0,-1-3 19 0,-2-2 14 16,-2-1 11-16,-2-1 12 0,-1-1 9 15,-2-3 19-15,-1 2 11 0,6-2 22 0,1 1-4 16,5 2-30-16,6 2-30 0,2 1-43 0,6 1-27 16,-2 2-8-16,4 1-34 0,1 0-56 0,0 2-21 15,5-1-6-15,4-1 17 0,3 0 30 16,1-1-7-16,6 1-12 0,-1 1-3 0,2 0 17 16,1-1 20-16,-1 2 22 0,2 0 16 0,-1-1 10 15,0 0 11-15,2-1 6 0,4 0 10 0,0-1 6 16,0-1 11-16,4-1 8 0,3 1 6 15,0-1 3-15,0-1 0 0,4 1-5 0,3-1-5 16,0 0-5-16,0 0-5 0,4 2-9 0,-4-2-5 16,1 2-8-16,0-1-2 0,-1 0 0 0,-2 2-2 15,-4-1-1-15,1 2-2 0,-5 0-4 0,-5-1 2 16,-1 2-1-16,-4-1 4 0,-2 1 1 0,-7-1 3 16,-3 1 1-16,-4 1 4 0,0 0 8 15,-4 0 11-15,-1 0 9 0,0 0 2 0,0 0-10 16,0 0-22-16,0 0-35 0,0 0-64 0,0 0-96 15,0 0-81-15,0 0-262 0</inkml:trace>
  <inkml:trace contextRef="#ctx0" brushRef="#br0" timeOffset="59042.38">19183 8821 710 0,'0'0'162'0,"0"0"-140"0,0 0 26 16,0 0 7-16,0 0-32 0,0 0-36 0,0 0-20 16,0 0-12-16,0 0 8 0,0 0 10 0,0 0 0 15,54-124 5-15,-32 103 3 0,-2 1 5 0,2-1 4 16,-2 0 5-16,-2 0 6 0,2 2 5 15,-3 1 5-15,-2-1 9 0,1 2 7 0,-3 1 11 16,-2 1 5-16,-1 1 4 0,-2 2-4 0,-3 0-10 16,2 3-9-16,-1 2-11 0,-2 1-10 0,-3 3-6 15,0 2-2-15,0 1-5 0,-1 0-1 16,0 0-3-16,0 0 3 0,0 1 10 0,0 5 10 16,3 4 10-16,-2 1 5 0,0 5-8 0,-1 4-5 15,0 3-7-15,0 3-5 0,0 3-3 16,-2 2-5-16,-2 2-6 0,3-1-7 0,-3-2-5 15,0-2-3-15,3-2 3 0,-1-3 8 0,2-3 4 16,-1-1 6-16,0-3 1 0,0-3 2 0,0-3 2 16,-2-3 3-16,2-2 6 0,0-2 11 0,0-1 10 15,-1 0 8-15,-4-2-2 0,3 0-2 16,-6 0-5-16,-1 0 1 0,0 0-2 0,-1 0 0 16,0 0-2-16,-2 0-5 0,-1-5-2 0,2-1-6 15,1-1-7-15,0-2 1 0,1-2-1 0,0 0-3 16,1-3-1-16,4 2-7 0,0-1-7 15,1 0-1-15,-2 3 0 0,5 1 2 0,-1 1 4 16,1 1 0-16,0 2 0 0,-2 0-9 0,3 3-9 16,0 1-10-16,0 0-11 0,0 0-8 0,0 1 3 15,5-3 12-15,4 1 17 0,0-2 15 16,3 1 4-16,3-2 4 0,3 2 3 0,4-1 1 16,5-1 4-16,2 0 1 0,3 1-1 0,2-1 6 15,5 1 1-15,4-2 1 0,3 1-5 0,3 0-4 16,-2 2-2-16,3 1-4 0,0 2-5 15,-2 0 0-15,-2 0-1 0,-2 0 1 0,-8 0 0 16,1 2 1-16,-6 0 3 0,-4-1 2 0,-3 2 3 16,-4-2 1-16,-3 0 1 0,-3 0 6 15,-5 0 5-15,-3-1 9 0,-1 2 14 0,-3-2 23 16,-2 0 23-16,0 0 24 0,0 0 6 0,0 0-9 16,0 0-15-16,0 0-24 0,0 0-22 0,0 0-21 15,0 0-16-15,0 0-17 0,0 0-18 0,0 0-22 16,0 0-31-16,3 0-26 0,1 1-29 15,-1 0-36-15,1 1-56 0,1 3-53 0,-3-2-212 16,2 0 493-16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30T07:10:45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19005 13055 222 0,'0'0'71'0,"0"0"-64"0,0 0-14 0,0 0-5 16,0 0-7-16,0 0 0 0,0 0 0 16,0 0 6-16,-4-126 3 0,7 113-1 0,4-1-8 15,-3 1-21-15,-2 4-61 0,2 3 71 0</inkml:trace>
  <inkml:trace contextRef="#ctx0" brushRef="#br0" timeOffset="915.22">18720 13505 862 0,'0'0'23'0,"0"0"-20"0,0 0-4 0,0 0-8 15,0 0 3-15,0 0 2 0,36-145 5 16,-24 110 4-16,0-5 3 0,1 2 1 0,1-2 3 16,-1 1 3-16,0-1-2 0,4-2 2 0,-4 2-4 15,5-1 1-15,-1 1 6 0,-1-1 1 16,3 0 8-16,-1 0 3 0,0 3 0 0,-1 1-5 15,1 5-6-15,2 2-7 0,-1 5-7 0,0 3-5 16,-4 5-4-16,1 3-4 0,-3 3-7 0,-1 7-10 16,-2 3-3-16,0 1 5 0,-1 7 15 15,-1 5 17-15,0 5 14 0,-2 7 5 0,2 2-3 16,0 6-6-16,0 3-4 0,-3 4-4 0,3 1-2 16,-4 1 2-16,3 3-4 0,0-3-1 15,-3-1-5-15,1-2-6 0,-1-2-12 0,-2-2-12 16,3-4-8-16,-2-2-15 0,-1-5-9 0,2-4-18 15,-2-2-29-15,-1-1-42 0,-1-4-27 0,0-2 11 16,0-5-160-16</inkml:trace>
  <inkml:trace contextRef="#ctx0" brushRef="#br0" timeOffset="1132.29">18945 13100 1333 0,'0'0'47'16,"0"0"-58"-16,0 0-20 0,0 0-9 0,0 0 1 16,0 0 28-16,0 0 32 0,0 0 27 15,0 0 13-15,0 0-3 0,0 0-14 0,0 0-13 16,0 0-11-16,126 38-5 0,-99-38-6 0,7 0-1 16,0 0-5-16,-1-1-6 0,5-2-22 0,-4 0-43 15,3 1-75-15,-4-2-100 0,-5 3-81 16,-11 0-436-16</inkml:trace>
  <inkml:trace contextRef="#ctx0" brushRef="#br0" timeOffset="3384.35">19387 14456 368 0,'0'0'92'15,"0"0"-92"-15,0 0-1 0,-42 158-1 0,35-120-1 16,0-1 1-16,3-3 4 0,-2-4 1 0,3-5 1 16,-1-5 3-16,0-7-6 0,3-7-25 0,1-5-51 15,0-1-8-15,0-5-8 0,0-1-7 16,0 0 0-16</inkml:trace>
  <inkml:trace contextRef="#ctx0" brushRef="#br0" timeOffset="4014.71">19421 14233 745 0,'0'0'13'0,"0"0"-28"0,0 0 4 16,0 0 2-16,0 0 4 0,-22 150 5 0,21-114-2 16,1-1-2-16,0 0-2 0,0 1-2 0,2 1 1 15,-1 1-7-15,1 1-13 0,1-1-10 16,-3 1-3-16,0-2 6 0,0-3 14 0,0-2 12 16,0-3 5-16,0-4 3 0,-3-5-1 0,3-2-2 15,0-4-17-15,0-5-38 0,0 0-25 16,0-5-9-16,0-1-18 0,0-2-31 0</inkml:trace>
  <inkml:trace contextRef="#ctx0" brushRef="#br0" timeOffset="6303.27">19402 14340 372 0,'0'0'117'0,"0"0"-94"16,0 0-23-16,0 0-21 0,0 0-12 0,0 0 7 15,0 0 18-15,0 0 29 0,0 0 14 16,0 0-1-16,0 0-6 0,0 0-12 0,0 0-8 16,0 0-3-16,97-18-1 0,-81 16-2 0,2 1 0 15,1 1-2-15,1 0 0 0,-1 0 0 0,2 0 0 16,0 0 1-16,1 0-2 0,-2 0 1 15,2 1 1-15,-1 2-3 0,2 0 2 0,0 0 0 16,0 0 0-16,3 0 2 0,-2 1 1 0,2-2 5 16,0 0 3-16,4 0 3 0,0-2 0 15,1 2-1-15,0-2-1 0,4 0-1 0,-1-3-3 16,-1-1-3-16,6-1-2 0,-4-1-1 0,2 0 1 16,1 1-1-16,0-1 1 0,-1-1-3 0,2 2 0 15,0 0-1-15,-1 1-3 0,-2 1 2 16,2 2-1-16,-1 0 1 0,-2 1 1 0,1 0-2 15,1 0 1-15,0 0-4 0,-4 1 1 0,5 2 0 16,-4 1-2-16,4 0 3 0,-2 0-1 0,1 1-1 16,-1 0-2-16,-1-1 0 0,2 1 1 0,-4 0 4 15,8-3 0-15,-4 0 3 0,-2 0 1 16,2-2 1-16,-2 0 0 0,4 0 0 0,-1-2-1 16,-1-1-1-16,0 1-1 0,2-2 0 0,-1 1 2 15,-3 0 0-15,2 1 0 0,-1 2 1 0,1 0-2 16,-1 0 1-16,0 0 1 0,-1 0-1 15,1 2 4-15,-1 2 1 0,3-1 3 0,-1 1 2 16,-1-1-3-16,1 1-2 0,0-1 0 0,-1 0-2 16,3-1-1-16,-1 0-1 0,-1-1-3 0,1 0-1 15,0-1-2-15,-2 0 0 0,2 0 3 16,0 0 4-16,-1 0 1 0,1 0-2 0,0-3 0 16,-1 1-2-16,-1-2 1 0,1 2 2 0,-1-2-2 15,-1 2-1-15,-1 0 0 0,-2 1-3 16,0-1 4-16,0 2 1 0,-1 0 0 0,-1 0 2 15,1 0 1-15,0 0 1 0,0 0 0 0,-1 0-1 16,1 0-1-16,-1 0-1 0,1 0-1 0,0 0-1 16,0-3 0-16,0-1-1 0,-1 1-4 0,-1-1 1 15,-2 1-4-15,1 1-1 0,-2-1 0 16,-2 2 1-16,0-2 3 0,0 3 2 0,-3-1 1 16,-1 1 0-16,-1 0 2 0,-1 0 0 0,0 0-1 15,-1 0 6-15,0 1 2 0,0 2 3 0,2-2 1 16,0-1-2-16,-1 0-5 0,2 1-4 0,1-1-2 15,-2 0-1-15,2 0-1 0,0 0 1 16,-3 0-1-16,4 0 2 0,-2 0 1 0,-1-1 1 16,2 1 2-16,0-1-3 0,-1-2 3 0,4 2-2 15,-2 0 0-15,0-1 3 0,0 0-6 16,0 2 2-16,1 0-2 0,-5 0-1 0,3 0 3 16,-1 0 2-16,-1 0 0 0,2 0 5 0,0 0 4 15,-1 3 6-15,3-2 5 0,-1 1 7 0,-3-1-3 16,7 1-3-16,-2-1-6 0,-1-1-9 15,-2 0-3-15,4 0-3 0,0 0-1 0,0 0 0 16,0 0-3-16,-2 0-1 0,3 0-1 0,-3-1 1 16,-1-2 0-16,-2 1-1 0,1-2 0 0,1 2-1 15,-4 0 5-15,2-1 0 0,0 1 1 0,-2 0 2 16,-1-1-2-16,-2 1-1 0,0 1-1 16,-2 1-1-16,-1-1 0 0,-2 1-4 0,-2 0 2 15,-4 0-2-15,1 0-1 0,-2 0 4 0,-2 0 4 16,-1 0 8-16,0 0 5 0,0 0-2 0,0 1-3 15,-1-1-6-15,-2 1 1 0,-1-1-1 16,3 1 3-16,0-1 0 0,1 0-4 0,-1 0-4 16,1 0-8-16,0 0-7 0,0 1-7 0,0-1-5 15,0 0-1-15,0 0 5 0,0 2 9 0,0-1 9 16,1 1 8-16,-1 2 3 0,2-1 0 16,2 3-1-16,-3 0-2 0,2 2-1 0,-3 3 3 15,1 2-3-15,-1 3-1 0,1 2-1 0,-1 3-4 16,0 1-1-16,2 1-2 0,-2 2 0 15,1 0-3-15,1 2-1 0,0 0-3 0,-1 1-7 16,3 0 1-16,0 1 1 0,-1-1 0 0,2 1 7 16,-1 0 2-16,-1 0 3 0,2-1 8 0,-2 0 5 15,-1-2 9-15,3 1 5 0,-2-1 3 16,-2-4-3-16,2 2-1 0,0-5-3 0,0 1-2 16,-3-2-4-16,1 0-1 0,0 0-1 0,-1-2 0 15,0 0 4-15,2-1-4 0,-2 1 1 0,0 0 3 16,0 1 2-16,0-1 6 0,-2 1 3 0,0-2-1 15,0-1-1-15,-2 3-4 0,0-2-2 16,-1 1 0-16,0-1 0 0,0-2-2 0,0 1 0 16,-4-2 3-16,5-2 2 0,-3-2 2 0,1-1-2 15,1-3-6-15,-4-1-8 0,3-2-4 0,-1-1-4 16,-1 0-1-16,-3 0 4 0,2-1-5 0,-2-4 2 16,0 1 1-16,-1-1-3 0,-4-1 5 15,4 0-2-15,-6 1 2 0,3-1-2 0,-4 1-4 16,0 0-4-16,-2 1-5 0,-2 1-7 0,-4-1-1 15,-3 3-1-15,-1-1 1 0,-2 2 10 16,-4 0 9-16,1 0 12 0,0 0 16 0,0 0 10 16,-2 2 8-16,0-1 0 0,2-1-6 0,1 0-17 15,2 0-7-15,-1 0-10 0,1 0-9 16,0 0-5-16,1 0-10 0,-2 0-3 0,-1-1-4 16,2 0 4-16,-3 0 5 0,0-1 3 0,-1 0 7 15,-4 1-2-15,1 0 5 0,-1 0 3 0,-2 1 3 16,-4 0 4-16,0 0 1 0,-2 1 2 0,-5 1 0 15,0 3-1-15,-1 0 3 0,-1 1 0 16,1-1 7-16,-3 1 9 0,2 1 9 0,-1 0 10 16,-1-2 0-16,2 2 3 0,0-1-10 0,1 0-7 15,2 0-9-15,1-2-9 0,1 0-2 0,1-1-5 16,4 0-1-16,0-3-3 0,3 0-3 0,0 0 4 16,3 0 0-16,-1 0-1 0,-1 0 0 15,3-1-2-15,-2-3-4 0,-2-1 2 0,2 1-1 16,-1-1 0-16,-3 1 3 0,1-1 0 0,-4 1 0 15,1 3 2-15,-1 0 1 0,-1 1 3 0,0 0 6 16,-2 0 7-16,2 4 14 0,0-1 13 16,1 2 10-16,-2-1 5 0,0 1 2 0,5 1-2 15,-3-3-8-15,2 1-7 0,0-2-9 0,1-1-9 16,1-1-6-16,3 0-3 0,3 0-3 16,1 0-5-16,-1 0-3 0,2-3-2 0,1-1-4 15,2 0-3-15,-1 0-2 0,1 0-3 0,-1 0 0 16,0 1 0-16,0 0 5 0,-1 1 3 0,1 1 6 15,1 1 5-15,2 0 3 0,0 0 3 0,0 0 1 16,-1 1 0-16,1 0 1 0,1-1-2 16,1 1-4-16,0-1-4 0,2 0-5 0,2 0-5 15,-3 0 2-15,3 0-3 0,-2 0 2 0,2 0 3 16,0-3-2-16,1-1 2 0,0 0 1 0,1-1-1 16,2-1 0-16,1 0 0 0,-2-1-1 15,2 0 3-15,-1 0-1 0,-1 0-2 0,1 0 1 16,1 1-2-16,-1 0 0 0,1 1 0 0,2 0-2 15,-1 2-3-15,0 1-6 0,3 0 0 0,-4 1 2 16,4 1 5-16,-3 0 6 0,4 0 4 16,-3 0 0-16,0 3 1 0,2 0-1 0,-2 0-2 15,1 2-1-15,3-2-1 0,-2 2 0 0,4-2 1 16,-1 1 2-16,-1-1-1 0,2-1 0 0,1 1 2 16,1-1-2-16,0-1 1 0,1 0 1 15,3-1-2-15,-1 0-2 0,-2 2-2 0,4-2 0 16,-1 0-1-16,-1 0-1 0,3 1-6 0,-3-1-2 15,3 0-7-15,-3 0-9 0,2 0-12 16,-5 1-15-16,1 0-21 0,-2 1-14 0,-4 1 6 16,3 0 19-16,-1 1 37 0,-4 0 36 0,6 0 23 15,-3 0 17-15,-1-1 8 0,3 1-1 0,-1-1-3 16,-1 1-10-16,3-1-15 0,1 0-11 0,4 0-10 16,-2-2-7-16,0 1-4 0,5-1-1 0,-3-1-4 15,4 0-1-15,0 0 0 0,-4-3-5 16,4-1 2-16,2-3 5 0,-2-3 0 0,1 2 5 15,0-2 2-15,1 0 6 0,0 1 2 0,-3-1 5 16,3 1 1-16,0 0-4 0,0-1-1 0,0-1-1 16,0 0-4-16,0-1 0 0,0 0-2 15,0-1-1-15,0-1 0 0,0-1 1 0,0 1 0 16,0-2 0-16,0 2 4 0,3 1-2 0,-1 0 1 16,-1 2 1-16,0-1-4 0,1 2-2 15,-1-2 0-15,4 3-3 0,-4 0 1 0,1 0-2 16,-2 0-4-16,2 3-4 0,1-1-1 0,-2 0-5 15,-1 1-4-15,0 0-4 0,1 2-17 0,-1-2-27 16,0 0-51-16,0 2-107 0,0-1-198 16,0 3 183-16</inkml:trace>
  <inkml:trace contextRef="#ctx0" brushRef="#br0" timeOffset="7066.49">19411 14451 274 0,'0'0'48'0,"0"0"-58"16,0 0-6-16,0 0 1 0,0 0 4 0,-53 118 8 16,45-86 10-16,-1 5 11 0,4 3 5 0,-2 2 1 15,0 3-7-15,4 2-8 0,-2 1-6 0,0 0-4 16,3-2 0-16,-1-2 2 0,-2-4-1 15,2-5 8-15,-2-7 13 0,3-7 9 0,1-5 9 16,-1-4-2-16,1-5-16 0,-4-3-25 0,5 0-46 16,0-3-42-16,0-1-8 0,0 0-2 0,0 0-73 0</inkml:trace>
  <inkml:trace contextRef="#ctx0" brushRef="#br0" timeOffset="7991.46">19736 13674 109 0,'0'0'60'0,"0"0"-47"0,0 0-5 0,0 0 0 16,0 0 0-16,0 0 6 0,0 0 3 0,0 0-3 15,0 0-6-15,0 0-6 0,0 0-4 0,0 0 6 16,0 0 3-16,-5 40 1 0,6-24 2 16,1 3-2-16,-1 1-1 0,0 0 4 0,1 2-2 15,1 1 3-15,-2 1 2 0,-1 2 4 0,0-1 0 16,2 0 1-16,-2-1-6 0,1 2-4 15,-1-3 0-15,0-1 1 0,2-3 10 0,-2 1 4 16,0-3 6-16,0-3 3 0,1-1 0 0,-1-3-6 16,0-2-3-16,1-1-9 0,-1-4-2 0,0 0 1 15,3-3 8-15,-3 0 12 0,0 0 16 16,0 0 6-16,0-5-4 0,0-2-11 0,0-3-17 16,0-5-14-16,0-2-7 0,0-4-3 0,-4-4 1 15,3-1 2-15,-2 0 2 0,0-3 1 0,-2 0-2 16,3-2-2-16,-1 0-4 0,-1 0 0 0,3 0 1 15,0 0-1-15,0 2 0 0,1 2 0 16,0 1-1-16,0 3 0 0,2 2-2 0,4 3-1 16,-2 3-5-16,2 1-1 0,4 4-3 0,-4 1-2 15,2-1 2-15,2 3 0 0,1 2 3 0,-1-1 5 16,2 2 0-16,2-1 2 0,0 2 0 16,2-1-1-16,-1 2 1 0,2-1-1 0,-1 2 2 15,1 1-1-15,1 0-2 0,-5 0 1 0,5 0-2 16,-5 1 1-16,-2 3 2 0,0-1 1 0,-3 1 1 15,-1-1 1-15,-5 0 2 0,1-1 9 16,1 1 23-16,-4 0 22 0,0 1 12 0,-4 2 1 16,1 2-20-16,-5 0-20 0,-1 1-10 0,-2 2-6 15,0-3 0-15,1 2-4 0,-1-3-3 16,1 0-8-16,2 0-16 0,2-2-26 0,-1 0-31 16,3 0-42-16,0-2-57 0,4 1-22 0,0-3 8 15,0 0-106-15</inkml:trace>
  <inkml:trace contextRef="#ctx0" brushRef="#br0" timeOffset="9139.2">23973 13945 0 0,'0'0'556'0,"0"0"-489"0,0 0-37 15,0 0-11-15,0 0-18 0,0 0 7 0,0 0 15 16,0 0 13-16,0 0 3 0,0 0-3 16,0 0-9-16,0 0-9 0,0 0 2 0,0 0-2 15,-18-15 3-15,23 7 6 0,0-3 6 0,5-2 4 16,-2-3 1-16,1-2-1 0,4-2-7 0,-3-2-4 16,5-3-6-16,-1 0-7 0,-2 0-4 15,3-1-3-15,-2-1 1 0,-2-1 1 0,-2 1 5 16,-2-1 1-16,-3 1 7 0,3 2 7 0,-4 5 9 15,-2 3 13-15,-1 4 8 0,0 5 5 0,-1 4-11 16,-3 1-13-16,-2 0-24 0,5 2-19 0,-3 1-9 16,1 0-7-16,2 0 0 0,-1 0-5 15,2 1-10-15,0 4-6 0,0 1 2 0,2 3 7 16,2 1 8-16,3 2 13 0,3-2 1 0,1 1 0 16,3-1 4-16,-1-2-4 0,0 1-2 0,1-3-3 15,1 0-6-15,-1-2 3 0,3 0 0 16,-2-2 1-16,0-1 0 0,-2 0 0 0,-1-1 0 15,-2 0-1-15,-2 2-1 0,-2-1-4 0,-4 0-5 16,-2 2 4-16,0 3 6 0,-5 2 15 16,-4 5 18-16,-3 3 24 0,-2 2 26 0,-4 3 26 15,4 1 14-15,-4-2-4 0,6 1-21 0,0-1-28 16,2-2-24-16,2-1-19 0,-1 1-12 0,4-2-7 16,0-1-5-16,3 1-10 0,-2-1-13 0,2-2-25 15,2 0-35-15,0-1-47 0,2-2-53 0,3 0-64 16,-3-3-3-16,2-5-213 0</inkml:trace>
  <inkml:trace contextRef="#ctx0" brushRef="#br0" timeOffset="20939.41">19610 15808 672 0,'0'0'209'0,"0"0"-162"15,0 0-90-15,0 0-11 0,0 0 11 0,0 0 31 16,0 0 37-16,0 0 12 0,0 0-1 15,0 0-12-15,0 0-10 0,0 0-7 0,57-54-4 16,-49 44-1-16,1-2 0 0,0 2-2 0,-3 1 2 16,0 0 0-16,0 0 2 0,0 1 4 0,0 1 0 15,-3 2 2-15,2-1 2 0,-3 2 2 0,0-1 4 16,-1 3 2-16,-1-1 8 0,0 1 7 16,0 2 9-16,0 0 8 0,0 0 1 0,0 0-11 15,0 0-18-15,0 0-18 0,-1 0-18 0,-1 0-13 16,0 0-16-16,-1 1-12 0,1 3-9 0,2 1 4 15,-1 2 9-15,1 2 13 0,0 2 16 0,0 1 7 16,0 2 5-16,1 1 4 0,4 1-3 16,-2 2 3-16,0-1-2 0,5 1 1 0,-1 1-2 15,-2 0 1-15,4-1 0 0,-1 1-5 0,-3-3-3 16,3-1-7-16,-2 0-3 0,-2-2-1 0,1-3 4 16,-2 1 6-16,-1-1 7 0,0-3 5 15,0 1 4-15,-2-2 2 0,0 1 4 0,-2-2 4 16,-2 1 4-16,-4 0 1 0,0-1 6 0,1 0 5 15,-5 1 2-15,0-2 11 0,1 2-1 16,-1-1 2-16,0-1-1 0,0 1-11 0,0-1-8 16,0 0-7-16,0 1-13 0,3-2 3 0,0 2-5 15,3-1-6-15,-2-2 1 0,3 2-4 16,1-2-2-16,1 1-2 0,2-1-5 0,-2-1-9 16,3-1-3-16,0 1 5 0,6 2 7 0,-1-2 16 15,2 1 11-15,3-1 2 0,0-1 3 0,1 0-2 16,1 0-2-16,2 0-2 0,-2-1-1 0,1-1-3 15,1-1-1-15,-1 1-1 0,-2-1-1 0,0 0 0 16,-1 2 2-16,-1-1-1 0,-1 1 1 16,-4-1-1-16,3 2 1 0,-4 0 3 0,-3 0 17 15,0 0 26-15,0 0 22 0,0 0 8 0,-3 0-15 16,-6 0-28-16,0 0-27 0,-2 0-7 0,-4 2 1 16,1 1 1-16,0-1 2 0,-2 2 4 15,3-2-3-15,1 1 1 0,-1 0-2 0,2-1-7 16,5 1-4-16,-1-2-5 0,3 1-7 0,-1-1-6 15,5-1-15-15,0 1-22 0,0-1-16 0,0 2 5 16,1-1 16-16,6 0 30 0,0 1 19 16,-2-1 6-16,6-1 2 0,-2 0 3 0,1 0 0 15,0 0 4-15,1-2 0 0,0 0 1 0,1-2 1 16,-1 2 1-16,-1-1-3 0,-1 0 1 16,0 0 0-16,-1 0-4 0,-1 2 2 0,-3-1-1 15,0 1 3-15,0 1 5 0,-3 0 6 0,-1 0 14 16,0 0 10-16,0 0 8 0,0 0 2 0,0 0-9 15,0 0-17-15,0 0-21 0,-2 0-20 0,-1 0-22 16,-1 0-24-16,3 0-32 0,0 0-46 16,-2 0-58-16,-1 1-63 0,3 0 22 0,0-1-119 0</inkml:trace>
  <inkml:trace contextRef="#ctx0" brushRef="#br0" timeOffset="21949.12">19660 15799 713 0,'0'0'77'0,"0"0"-92"0,0 0-44 15,0 0-19-15,0 0 11 0,0 0 27 0,0 0 35 16,0 0 35-16,0 0 4 0,0 0-2 0,0 0-13 16,0 0-15-16,0 0-11 0,51-37-7 15,-44 27-2-15,1-2 0 0,-1 2 4 0,-2 0 4 16,2-1 1-16,-3 2 5 0,1 1 1 0,-3 0 1 16,-1 1 2-16,0 0 3 0,1 3 6 15,-2-1 13-15,0 2 12 0,0 0 6 0,0 2-3 16,-3 0-6-16,2 0-12 0,-1 1-12 0,-3 0-8 15,3 0-11-15,0 0-7 0,-1 1-7 0,2 1-5 16,-2 3-3-16,2 1 5 0,0 1 3 16,1-1 6-16,0 3 7 0,0 1 4 0,0-1-2 15,0 3 4-15,0 0-3 0,0 1 2 0,0 1 0 16,0 1 1-16,-1 0 3 0,1 1 0 0,0 0 0 16,-1 1-2-16,0 0 1 0,0 1 0 0,-3-2 0 15,2-1 7-15,1 0-2 0,-1-2 1 16,-3 1 4-16,2-2 3 0,1-1 3 0,0-2 5 15,-2-2-4-15,3 0-5 0,0-1-2 0,1 0-4 16,-1 1-2-16,0-1 0 0,0 0 2 0,0 0-1 16,-3 1 2-16,3-1 3 0,0-2 1 0,0 1 2 15,0-1 2-15,0-1-1 0,-3-1-2 16,3 2-2-16,0-3-2 0,1 0-2 0,0 0-3 16,0-1-9-16,0 2-6 0,0-2-4 0,0 0 1 15,0 1 6-15,1 0 15 0,4 0 7 16,-2 0 7-16,5 0 5 0,-2 1 1 0,0-2-3 15,5 0-1-15,-3 0-4 0,2 1-4 0,1-1-2 16,-1 0-5-16,1 0-4 0,0 0-2 16,-1 0 0-16,-1 1 0 0,1-1 1 0,-2 0 1 15,-3 0-1-15,2 2-1 0,-3-2 2 0,1 0 0 16,-2 1 4-16,-3-1 7 0,0 1 20 0,0-1 25 16,0 1 23-16,0 0 7 0,0-1-13 15,-2 1-23-15,-4 1-26 0,0-1-13 0,-1 1-3 16,-3 0-5-16,2 1 2 0,-3-1-5 0,2 2-1 15,2-1-2-15,-3-1 0 0,2 2 0 0,0-2 0 16,0 2 4-16,2-3-2 0,1 1 1 0,3-2-2 16,1 1-9-16,1-1-14 0,0 0-30 0,0 0-10 15,2 0 3-15,3 0 20 0,2-1 27 16,2-1 13-16,1-3 1 0,5 2-4 0,-3-2-2 16,1 0-4-16,1 2-5 0,1-2-2 0,-1 1-1 15,1-1 0-15,-2 0-1 0,2 2 4 0,-2 0-1 16,-3 1 0-16,-1-1 2 0,-4 2 2 15,3 0 3-15,-6 0 3 0,1 1 5 0,-3 0 9 16,0 0 6-16,0 0 3 0,0 0-6 0,-4 0-17 16,-2 1-25-16,-1 2-42 0,0 1-68 15,2-2-21-15,0 1-172 0</inkml:trace>
  <inkml:trace contextRef="#ctx0" brushRef="#br0" timeOffset="26497.19">19916 13665 0 0,'0'0'0'0,"0"0"45"15,0 0-17-15,0 0-10 0,0 0-7 0,0 0-3 16,0 0-1-16,0 0 0 0,0 0 2 15,0 0 0-15,0 0 2 0,0 0 0 0,2 0-3 16,-2 0-3-16,0 0-5 0,0 0-4 0,0 1-3 16,0-1 2-16,1 2 2 0,0 0 3 0,1 0 1 15,1 0-1-15,-2 0 0 0,1-1 1 16,-1 2-2-16,0-1 1 0,4-1 0 0,-3 0-1 16,-1 1 2-16,-1-1 0 0,1 0 3 0,-1-1 4 15,0 1 4-15,0-1 9 0,0 1 7 16,0 0 5-16,-2 2-5 0,-2-1-4 0,-1 0-5 15,1 2 1-15,-3 1 10 0,-1-1 11 0,3 0 6 16,-5 0 5-16,2 1 0 0,-1 0-4 0,-1-1-1 16,0 0 2-16,1 0 0 0,-2 1-2 15,1-1-7-15,2 0-11 0,2 0-10 0,-2 0-8 16,2-1-11-16,3 0-5 0,0-1-12 0,2-1-20 16,-2 0-36-16,3-1-53 0,0 0-37 0,0 0 5 15,3 0 28-15,-1 0-79 0</inkml:trace>
  <inkml:trace contextRef="#ctx0" brushRef="#br0" timeOffset="33855.21">19914 14836 420 0,'0'0'-2'0,"0"0"-22"16,0 0 2-16,-8-135-6 0,11 86 1 15,6-2 8-15,1-1 6 0,1 0 10 0,1 3 6 16,4 4 2-16,-4 3 1 0,0 7 1 0,1 5 4 16,-2 6 10-16,-5 6 16 0,3 7 21 0,-5 3 19 15,0 5 18-15,-2 0 23 0,-2 3 23 16,1 0 15-16,-1 0 1 0,0 1-21 0,0 6-36 15,0 4-34-15,0 10-28 0,-1 11-17 0,-1 12-5 16,0 14-1-16,2 8-6 0,0 9-2 0,0 5-4 16,3 3-7-16,2 0-1 0,1-3-4 0,5-4-10 15,-1-6-9-15,2-10-19 0,3-14-20 16,0-13-28-16,0-16-20 0,-1-13-22 0,7-6-50 16,-5-6-72-16,-6 0-354 0</inkml:trace>
  <inkml:trace contextRef="#ctx0" brushRef="#br0" timeOffset="34637.94">23889 14586 0 0,'0'0'6'16,"0"0"28"-16,0 0-8 0,0 0 16 16,4-142 19-16,-3 114 25 0,-1 0 17 0,1 0 6 15,2 2-1-15,0 4-5 0,-1 4-3 0,-2 4-8 16,3 6-9-16,-1 3-15 0,-2 4-20 0,1 1-17 15,2 2-11-15,-1 7 3 0,3 10 8 16,-1 10 9-16,2 10 2 0,-1 11-11 0,1 7-15 16,-2 7-17-16,0 3-19 0,0-1-13 0,-2-2-8 15,-2-2-5-15,1-4 5 0,-1-4 10 16,0-6 8-16,0-7 9 0,0-6 6 0,-1-11 5 16,0-8 7-16,0-10-7 0,-1-6-20 0,2-6-14 15,0-12-17-15,0-11-33 0,0-10-54 0,0-11-66 16,0 10-1-16,2 12-78 0</inkml:trace>
  <inkml:trace contextRef="#ctx0" brushRef="#br0" timeOffset="41941.92">21990 13689 34 0,'0'0'9'0,"0"0"0"16,0 0-5-16,0 0-3 0,0 0-3 0,0 0 0 15,0 0 2-15,0 0 1 0,0 0 0 0,0 0 0 16,0 0-1-16,0 0-2 0,-68 14-1 0,66-14-1 16,2 0 2-16,0-1-1 0,0-1 0 0,-1-1 1 15,1 2 1-15,0 0 2 0,-1 1 0 16,0 0 1-16,0 0 0 0,-1 0-1 0,0 0 1 16,2 0-1-16,-2 0 2 0,0 0-3 0,1 0 2 15,-2 1 0-15,2 1-1 0,-1 0 1 16,0-1 0-16,2 0 0 0,-2 0-1 0,1-1 2 15,0 1-1-15,-2 0 1 0,2-1 5 0,-1 2 3 16,0-1 9-16,1-1 18 0,-2 0 15 16,0 1 14-16,2-1 10 0,-1 0-1 0,-2 0-4 15,0 0-7-15,2 0-11 0,0 0-6 0,-1 0-6 16,0 0-2-16,0 0-1 0,-1 0-3 0,3 0-5 16,-2 0-9-16,2 0-7 0,1 0-6 0,0 0-5 15,0 0-6-15,0 0-6 0,0 0-7 16,0 0-6-16,0 0 3 0,0 0 4 0,2 0 7 15,1 0 7-15,2 0 3 0,-1 0 1 0,0 0 1 16,0 0 1-16,1-1 5 0,0-2 0 0,1 1 5 16,0 0 0-16,2-3 2 0,1 0-1 15,1-2 0-15,2 0 1 0,0 1-6 0,2-2-2 16,1-1-7-16,-1-1-5 0,2 1 0 0,-2 0-5 16,2-1-1-16,-2 3-1 0,2 0 1 0,-2 0 1 15,1 0-1-15,-2 2 2 0,-3 1-2 0,2-1 2 16,-2 3 2-16,-3-1 1 0,1 1 3 15,-4 1 0-15,-2 1 1 0,0 0 3 0,0 0 8 16,-2 0 12-16,0 0 12 0,0 0 0 0,-2 0-18 16,-3 0-17-16,-4 3-20 0,-2 3-5 15,-1 3 7-15,-4 0 8 0,0 0 9 0,-2 0 4 16,-2 1 1-16,1-1-1 0,-2 2 1 0,0-1 3 16,1 1-2-16,-1-1 3 0,2 0 0 0,-2 1-4 15,0-2 2-15,0 1-6 0,2 0-2 16,1-2 0-16,0 1 0 0,3 0 4 0,3-2 2 15,1 0 0-15,3-3-2 0,2 0-1 0,3-1-5 16,1-1-16-16,2 0-24 0,0-1-6 0,2 0 3 16,4 0 18-16,1 2 26 0,5-1 7 0,0 0 2 15,2-1 2-15,4 1-1 0,1-1 1 0,-1-1 2 16,4 0 2-16,0 2 3 0,-1-2 3 16,3 0 0-16,-1 1-3 0,1-1-4 0,0 1-4 15,-2 0-4-15,3 1 0 0,-3 0-2 0,-2 0-4 16,0-1-2-16,-2 1 1 0,-3 0-1 15,-5-1 0-15,3 1-1 0,-4-1-3 0,-3 2-4 16,-2-2-7-16,1 1-7 0,-4 0-14 0,-1 1-29 16,0 0-58-16,0 1-77 0,0 0-31 0,0-1-16 0</inkml:trace>
  <inkml:trace contextRef="#ctx0" brushRef="#br0" timeOffset="70585.08">21741 15799 128 0,'0'0'51'0,"0"0"-23"16,0 0 0-16,0 0 7 0,0 0 6 0,0 0 18 15,0 0 21-15,0 0 10 0,0 0-2 16,0 0-18-16,0 0-15 0,0 0-12 0,-100-59-4 16,94 47 3-16,1-2-2 0,1-1-9 0,4-1-10 15,0-1-14-15,0-3-9 0,4-1-4 16,2 1-7-16,4-1 0 0,3 2-7 0,0 1-5 15,0 3-4-15,2 2-4 0,0 2 0 0,1 3-1 16,0 1 1-16,1 1 2 0,-1 2-1 0,-1 3 3 16,-2 1-6-16,3 1 3 0,-4 7 4 0,0 1 6 15,-2 3 12-15,-3 3 6 0,-3 3 3 16,1 1-2-16,-3 2-2 0,-2 0 0 0,0-1 0 16,-7 0 3-16,-1 0 2 0,-2-1 1 0,-1-2 4 15,-2 0 2-15,2-2 4 0,-1-1-1 0,0-1-1 16,1-2-4-16,0-2-2 0,2-2-6 0,2-2-9 15,-1 0-11-15,2-3-15 0,3-1-23 16,0-1-22-16,2 0-3 0,1-1 13 0,0-6 21 16,0-2 28-16,4-2 7 0,0-2-8 0,2-1-6 15,3-2 17-15,-1 1 14 0,-4 4 0 16,2 2 0-16</inkml:trace>
  <inkml:trace contextRef="#ctx0" brushRef="#br0" timeOffset="70797.1">21851 15579 0 0,'0'0'0'0,"0"0"0"0,0 0 0 16,0 0 0-16,0 0 30 0,0 0 6 15,0 0-8-15,0 0 12 0,0 0 31 0,0 0 16 16,0 0 10-16,0 0-9 0,0 0-28 0,0 0-24 16,29-16-19-16,-29 22-9 0,-1 1-4 0,-1 3-2 15,1 3 1-15,-1 3 0 0,1 5 1 16,0 4 3-16,1 5 1 0,0 7 4 0,0 7 0 16,0 5-3-16,0 5-2 0,0 4-3 0,0 4-6 15,0-1-2-15,0 1-5 0,0-1-14 0,0-4-27 16,0-8-3-16,0-9 5 0,0-10 19 0,0-12 32 15,0-6 4-15,0-7-13 0,0-4-58 0,0-1-47 16,0 0-56-16,0 0 50 0</inkml:trace>
  <inkml:trace contextRef="#ctx0" brushRef="#br0" timeOffset="74071.06">21596 14254 469 0,'0'0'67'15,"0"0"-43"-15,0 0-32 0,0 0-32 0,0 0-32 16,0 0-13-16,0 0 9 0,0 0 25 16,0 0 35-16,0 0 22 0,0 0 4 0,0 0 0 15,-12 118 1-15,12-82-3 0,0 0-2 0,0 4-3 16,0 1 2-16,0 2 0 0,0-2 3 0,0 0 4 16,0 2-5-16,0-3 1 0,1 2-1 15,-1-3-4-15,0-1 3 0,0-1 2 0,0-3-1 16,-1-3 1-16,-1-2 6 0,-2-4 3 0,1-3 9 15,0-5 7-15,-1-2 5 0,1-4 3 16,2-3 2-16,1-5 2 0,-2 0 1 0,2-3-4 16,0 0 0-16,0 0-4 0,0-4-12 0,0-3-9 15,0-3-16-15,0-5-13 0,3-6-9 16,-1-4-5-16,2-3-3 0,0-3-3 0,-1 0 4 16,2-2 2-16,-1-3 2 0,1 1 2 0,1-4 5 15,-1 1 7-15,-1 2 6 0,-2-3 8 0,2 4 2 16,-3 0 1-16,-1 4 5 0,0 3 5 0,0 2 3 15,-5 5 4-15,3 4-3 0,-3 2-3 0,-1 3-5 16,2 1-6-16,3 2-5 0,-3 2-5 0,4 2-7 16,-2 1-7-16,2 1-11 0,0 0-6 15,0 1-7-15,3 1-1 0,4 1 6 0,-3 0 6 16,2 0 10-16,1 0 8 0,0 0 8 0,3 0 5 16,0 0 6-16,4 0 6 0,1 0 2 15,1 0 5-15,3 0-3 0,2 0-4 0,1 0 0 16,2 0-9-16,3 0-2 0,0 0-1 0,0 0-2 15,1-1 1-15,-1-1 0 0,-3 1-2 0,-2-1-6 16,-1 1 2-16,-1 0-2 0,0-1-1 16,-4 2 6-16,-1 0-5 0,-4 2 1 0,0 3 0 15,-2 2-2-15,-2 3 7 0,0 3 5 0,-3 5 5 16,-1 4 6-16,0 3 0 0,-3 5 1 16,0 5-3-16,0 3-2 0,0 3-4 0,0 0-1 15,0 3-6-15,-2 0-2 0,2 3-3 0,-1 1-2 16,0 0 0-16,-1 1-1 0,0 1 2 0,-4 2 1 15,2-3-1-15,-1 0 1 0,0-4 2 0,-1-4-5 16,1-4 2-16,-2-6 1 0,2-4 0 16,1-7-3-16,0-4-37 0,3-6-47 0,0-3-37 15,1-4-64-15</inkml:trace>
  <inkml:trace contextRef="#ctx0" brushRef="#br0" timeOffset="77392.03">16729 16044 164 0,'0'0'1'0,"0"0"-4"0,0 0-6 0,0 0-1 15,0 0 1-15,0 0 2 0,0 0 6 0,0 0 2 16,0 0 3-16,0 0-1 0,0 0 3 16,0 0 1-16,25-2 0 0,-18-4 2 0,1 1 0 15,-1-1-1-15,-2-1 2 0,5-1 4 0,-1 0 3 16,0-1 4-16,1-3-2 0,2 0-4 16,1-1-6-16,2-1-3 0,-3-1-4 0,5 0-1 15,-4 0 1-15,3 0-2 0,-2 0-4 0,1 2 2 16,-1 2-5-16,-2 2-3 0,-1 2-1 0,-2 3-3 15,-1 2 1-15,-4 1-1 0,3 1 5 16,-5 0 5-16,0 6 5 0,0 4 8 0,-1 5 0 16,-1 4 2-16,0 7-4 0,2 4-2 0,-1 2-1 15,0 6-3-15,0 0 0 0,1 3-4 16,3-3-4-16,-2 1-3 0,2-1-8 0,0-6 1 16,-2-5-2-16,4-4 6 0,-4-4 4 0,3-5 1 15,-3-3 6-15,3-3 0 0,-4-2 3 0,-1-3-3 16,1-2 2-16,0-1 1 0,-2 0-1 0,0-1 6 15,0-6 1-15,0-1-2 0,-3-4 0 0,0-1-3 16,-5-3-1-16,2 1 2 0,-1-1 3 16,-1 1 5-16,-2 1 6 0,-2 1 5 0,1 3 9 15,-5 1 13-15,5 0 8 0,-3 3 1 0,1 0 4 16,-1 3-10-16,3 0-8 0,1 3-8 0,-1 0-10 16,2 0-12-16,1 0-10 0,4 1-9 15,-2 2-14-15,3-1-10 0,2 0-15 0,-2 1-16 16,3-1-2-16,0-1 5 0,0 2 13 0,3-1 24 15,1-1 12-15,3-1 10 0,-1 0 6 16,3 0 3-16,3 0 5 0,0 0 4 0,1-2 3 16,5-2-1-16,0 0 2 0,-1 0-2 0,3-1-3 15,0 1-1-15,1-1-7 0,1 2-1 0,-1-1-3 16,1 1 0-16,-1 0 0 0,0 1 2 16,-1-1 1-16,-2 1 1 0,-1-1-2 0,1 1 1 15,-3 0-1-15,0 1 1 0,-4-2 1 0,-1 2-3 16,-1 1-1-16,-3 0 5 0,-1 0 1 0,-1 0 7 15,0 0 8-15,-1 0 2 0,-2 0-2 0,2 0-7 16,0 0-6-16,0 0-5 0,-2 0 1 16,2 0-4-16,0 0 3 0,-2 0-3 0,1 0-2 15,-2 0 2-15,1 0-4 0,-1 0 0 0,2 0-2 16,-2 0-1-16,0 0 3 0,0 0-2 0,0 0 2 16,0 0-3-16,0 0-10 0,0 0-13 15,0 0-19-15,0 0-12 0,4 0-7 0,-3 0 2 16,1 2 12-16,0 0-6 0,1-1-85 0</inkml:trace>
  <inkml:trace contextRef="#ctx0" brushRef="#br0" timeOffset="78731.11">16757 16193 172 0,'0'0'17'0,"0"0"-5"16,0 0-7-16,0 0-13 0,0 0-4 15,0 0 1-15,0 0 7 0,0 0 3 0,0 0 1 16,0 0 7-16,0 0-1 0,0 0 3 0,16-24 0 15,-11 17 1-15,0-1 2 0,0-1 8 0,1-1 14 16,0 0 13-16,-1-2 7 0,-1 1-1 16,2-3-10-16,1 1-9 0,1-3-11 0,-1 0-7 15,0 0-9-15,1 0-1 0,1-1-5 0,0 0 1 16,0 2 0-16,0 0-2 0,-2 3-3 0,-1 2 2 16,1 0-3-16,-4 3-2 0,3 3 0 0,-1 0-5 15,-4 1-2-15,3 2-4 0,-2 1-2 16,0 0 1-16,-1 0 3 0,0 0 2 0,2 2 7 15,-2 4 9-15,1 2 6 0,0 2 1 0,-2 3 0 16,0 1-4-16,0 4-4 0,2-1 1 0,2 3-4 16,0-1 3-16,-2 2-5 0,4 1 0 15,-3 0-2-15,4 1 0 0,-3 0 2 0,5-1-2 16,-3 1 3-16,0-1-3 0,1 0 2 0,2-1 0 16,-4-2 0-16,3-2 1 0,-3 0 0 15,0-3 0-15,0 0 0 0,0-2 2 0,-3-1-1 16,1 0 0-16,0 0 6 0,-2 0-5 0,0 1 5 15,-1 0 1-15,1-1 0 0,-1 0 1 0,0 1 3 16,0-3 2-16,0-1 3 0,0-1 4 16,-1-1 8-16,-1-1 5 0,-3-1 3 0,3-1-1 15,-3 0-3-15,-1-1-1 0,3-2-8 0,-4 0-10 16,1 0-10-16,-1-3-13 0,-3-4-10 0,0-1 0 16,-2-2 1-16,-3-2 7 0,3-2 7 0,-6 1 6 15,4 0 2-15,-5 1 3 0,-1 1 2 16,2 0 4-16,0 2 1 0,0 0 1 0,1 2 0 15,0 0 4-15,2 1 0 0,-1 1-4 0,3 0-4 16,1 0-4-16,1 1-5 0,0-1-5 0,4 0-2 16,-1 1-5-16,4 0-6 0,-1 0-3 15,3-1-9-15,1 1-10 0,1-1-11 0,0-1-8 16,0 1-5-16,2-2-10 0,5 1-3 0,0 0 7 16,-2 2 4-16,-1 2-109 0</inkml:trace>
  <inkml:trace contextRef="#ctx0" brushRef="#br0" timeOffset="83867.06">19229 16829 154 0,'0'0'106'0,"0"0"-2"0,0 0-22 15,0 0-37-15,0 0-25 0,0 0-13 16,0 0-12-16,0 0 12 0,0 0 1 0,0 0 3 16,0 0-4-16,0 0-8 0,-12-3-1 0,12 18 2 15,0 6 1-15,1 5 0 0,5 6 2 0,-4 2-5 16,0 2 1-16,4 1-3 0,-3 0-1 0,0-1-1 15,2 0 4-15,-2-2-2 0,-2 1-3 16,3-2-4-16,-2 2-8 0,-1 0-11 0,-1-1 0 16,0 1-9-16,0-1 6 0,0-4 7 0,0-6 8 15,0-5 10-15,0-4 6 0,0-6 4 0,-1-2 8 16,1-3-5-16,0-2-5 0,0-1-28 16,0-1-56-16,0-1-11 0,0-7 5 0,0 1 69 15,0 2 21-15</inkml:trace>
  <inkml:trace contextRef="#ctx0" brushRef="#br0" timeOffset="84084.05">19264 16797 8 0,'0'0'4'0,"0"0"-13"16,0 0 6-16,0 0 3 0,0 0 0 0,0 0 0 15,0 0 0-15,0 0 0 0,0 0 0 0,0 0 0 0</inkml:trace>
  <inkml:trace contextRef="#ctx0" brushRef="#br0" timeOffset="85572.86">19229 16881 0 0,'-2'1'26'0,"-1"1"-16"15,-3 0-3-15,5-1-6 0,1 0 1 16,0-1-3-16,0 1 1 0,0-1-2 0,0 1 2 16,0 0 1-16,3-1-2 0,4 2 0 0,-4-2 1 15,4 1 1-15,-1-1 0 0,-1 0 0 0,4 0 3 16,-2 0-2-16,-1 0 3 0,3-1-3 0,1 1-1 15,1-2 1-15,1 2-3 0,1-1 3 0,-1 1-1 16,1 0 0-16,-1 0 2 0,4 0 4 16,-3 0 1-16,3 0 7 0,-1 0 7 0,4 0 12 15,-1 0 2-15,2 0 2 0,2 0-10 0,-1 0-13 16,7 0-7-16,-2 0-7 0,3 0-3 0,1-1-2 16,0 0-10-16,-2 0-7 0,1-2-7 15,-4 0-1-15,3-1 2 0,-1 0 7 0,-2 1 9 16,2 1 6-16,-3-2 0 0,4 2 5 0,-5-2-2 15,2 2 1-15,-1 0 0 0,-1-1 4 16,4 1 0-16,-5 1-1 0,7-3 0 0,-1 2 0 16,-2 0 2-16,3-1 0 0,-1 1 0 0,1 0-3 15,-2 0 1-15,3 0 0 0,3 0-1 0,-1-1 2 16,1 1 0-16,-2-1-2 0,0 0 0 16,-1-1-2-16,0 1 1 0,-1-1 0 0,-1 1 1 15,0 0 1-15,1 1-2 0,-2 0-2 0,-1 0 1 16,0 0-2-16,-1 2 0 0,-1 0 1 15,-1 0 2-15,-1 0-2 0,4 0 3 0,-2 0 0 0,0 0 2 16,0 0 3-16,0 0-4 0,3 0 0 16,-3 0 0-16,3 0-2 0,-4-2 5 0,6 0 1 15,-1-2-1-15,-1 0-1 0,1 0-2 0,0-1 0 16,0 1-2-16,-3 0 2 0,2 1-5 0,-4 1-1 16,2 0-5-16,-1-1-7 0,-1 2-2 0,-1 1 0 15,-1 0-3-15,0 0 2 0,-2 0 1 16,0 0 5-16,-1 0 3 0,-3 0 5 0,-1 0 2 15,0 0 2-15,1 0-2 0,-1 0 2 0,-3 0 0 16,5 0 0-16,-5 0-2 0,0 0 3 16,-1 0 0-16,-1 0-2 0,-2 0 0 0,1 0 2 15,1 0-1-15,-2 0 3 0,-1 0 1 0,2 0-1 16,0 0-1-16,-1 0-1 0,0 0-1 16,2 1 1-16,0-1 2 0,0 2-4 0,-2-1 2 15,2 0-4-15,0 0 2 0,-2 1 0 0,2 0 1 16,0-1 3-16,-1 0-3 0,-1 1-1 0,0-1 2 15,2 0-3-15,-1 0 4 0,-2-1 0 16,1 0 0-16,1 1 0 0,-3-1-1 0,2 0 1 16,0 0 0-16,0 0 1 0,0 0-1 0,0 0 1 15,-1 0 1-15,3 0-3 0,-1 0 5 0,0 0-2 16,-1 0-1-16,-1 0 2 0,4-1-6 0,-3 1 1 16,-1-1 1-16,3 0 1 0,-2 1 0 0,-1-1 0 15,0 1 0-15,1-2-2 0,0 1-1 16,-1 0 2-16,1-2-4 0,-2 1 5 0,1 0-5 15,-2 0 3-15,2 0-1 0,-4 1-1 0,1 0 1 16,-2 1 0-16,-1 0 2 0,1 0 2 0,-1 0 7 16,0 0 9-16,0 0 2 0,0 0 6 15,0 0 1-15,-1 0-1 0,0 0 2 0,-2 1 4 16,0 0-5-16,-1 1-4 0,0 1-7 0,3 0-10 16,-1 1-11-16,-1-1-5 0,2 2-4 15,-2 0 0-15,2 2 2 0,0 0-1 0,1 1 0 16,0 1 1-16,0 2 0 0,0 0 3 0,0 3 3 15,0 1 2-15,0 1 2 0,0 4-3 0,0 0 4 16,0 2-3-16,0 1-2 0,0 0 0 16,0 2 2-16,0 3 0 0,-1 0 6 0,-2 1-5 15,2-1 3-15,-2 1-5 0,2 0 5 0,-2 0-3 16,2-2 4-16,-1 1 0 0,0-3 1 0,2 1 1 16,0-1-3-16,-2-1-3 0,1 2-2 0,0-1-1 15,-1-2 3-15,0 0 0 0,2-1 6 16,-2-4 7-16,1 0 5 0,1 0-1 0,0-3 0 15,0-1-6-15,0 0-6 0,0-2-4 0,3 0-7 16,-3-3 7-16,2-1-7 0,0-2 4 0,-1-1-1 16,0-1 6-16,-1-2 4 0,0 0 13 15,0-1 5-15,0 1-3 0,-4-1-3 0,0 1-7 16,-2 0-5-16,0 0 5 0,-3 0-3 0,1 0 7 16,-3-1-1-16,-2 1-2 0,-1-1 0 0,-3 0-5 15,0 0 1-15,0 1-4 0,-1 0-1 16,-3-1-1-16,-1-1-6 0,0 0-12 0,-2 0-13 15,-3-3-19-15,-2 0-11 0,-2-2 10 0,-2 3 16 16,-1 0 25-16,-1-1 26 0,-2 2 0 16,0 0 5-16,-1 1-5 0,-1-1-6 0,0 1-7 15,0 0 1-15,-1 0-4 0,0 0 2 0,-1 0 0 16,0 0 1-16,-4 1 1 0,1 1 2 0,2 1 3 16,-4 0 9-16,3 1-3 0,-2 0 6 0,-2 1-2 15,2 2-1-15,-1 0-1 0,2 0-6 0,-3 1 7 16,3-1-3-16,-1-1 2 0,1 0 0 15,0-1-2-15,2-2 0 0,-4 1-4 0,5-1 4 16,-1 0 11-16,1-1 7 0,1-1 16 0,1 0 8 16,-1-1 14-16,5 0-3 0,-1 0 1 0,4 0-14 15,0-1-14-15,1-2-19 0,-1 0-9 16,-3 0-7-16,4 2-5 0,0-2 1 0,0 2 1 16,1 1 1-16,1 0 8 0,2 0 14 0,0 1 15 15,1 3 4-15,3-1 1 0,0 1-12 16,2 0-9-16,4-1-8 0,2 1-8 0,1-1-5 15,3 0-5-15,5-2 1 0,1-1-10 0,2 1-9 16,2-1-30-16,1 0-39 0,0 0-12 0,2-4-6 16,5-3-14-16,3-2-35 0,2-4-51 15,-3 1-41-15,-4 4 187 0</inkml:trace>
  <inkml:trace contextRef="#ctx0" brushRef="#br0" timeOffset="88813.62">17706 16766 139 0,'0'0'11'0,"0"0"-10"0,0 0-2 15,0 0-4-15,0 0 1 0,0 0 1 16,0 0 1-16,0 0-1 0,0 0-3 0,0 0 0 16,0 0 4-16,0 0 3 0,0 0 1 0,0 0 0 15,-3 3 1-15,8-5 1 0,0 0 1 0,4-1 6 16,-3-2 8-16,0-1 16 0,4-1 14 15,0-4 7-15,0-2-4 0,0-2-7 0,2-3-14 16,3-2-7-16,-1-2-6 0,1-1-7 0,1-1-6 16,0 1-2-16,-2 1-5 0,-2 2 4 15,0 3-2-15,1 3 0 0,-5 3 0 0,-1 1-4 16,1 5 1-16,-5 1-4 0,2 1-11 0,-3 2-8 16,-1 1-8-16,-1 0 3 0,0 2 11 0,1 6 18 15,0 4 9-15,3 5 6 0,-2 5-5 16,0 4-7-16,-1 5-1 0,2 1-5 0,2-1 0 15,-3 3-3-15,0-2 1 0,3 0-3 0,-2-5 0 16,-1-2 0-16,3-4 1 0,-2-4 5 0,-3-3 0 16,2-4 4-16,1-2 3 0,-3-1-4 0,2-3 5 15,-2 0-4-15,0-1 0 0,1-1 0 0,-1-1 2 16,0 0 3-16,0-1 3 0,0 0 5 16,0 0 3-16,0 0 11 0,0 0 2 0,0 0-7 15,0-1-3-15,-1-2-16 0,-5-3-5 0,3-1 1 16,-5-1 5-16,2-1 2 0,-2 0 0 15,-2-2 2-15,-2 1-1 0,0 0 5 0,0-1 2 16,1 1 9-16,-2 1 6 0,2 1 7 0,-3 1-2 16,2 2-7-16,1 0-13 0,0 4-9 0,2-1-7 15,-1 1 0-15,4 1 0 0,0 0 2 16,1 0-3-16,1 0-9 0,4 0-36 0,0 0-51 16,0 0-8-16,0 0 7 0,8 0 33 0,-3 3 52 15,3-2 13-15,2 2 2 0,0-1 0 16,2 0-1-16,3 1 0 0,-1-1 1 0,-2 1-3 15,4 0 4-15,-4-1 0 0,5 2-2 0,-4-2 5 16,1 0-4-16,2 1 1 0,-4-1-1 0,5 1 0 16,-4-2-3-16,4 2 3 0,-3-2-2 0,4-1-1 15,-4 0 2-15,4 1-1 0,2-1-7 0,-3 1 2 16,-1-1-10-16,0 1 1 0,-2-1-1 16,1 2 5-16,-2-2 5 0,-2 0 0 0,-2 0 0 15,1 0 3-15,-3 0-1 0,-3 0 0 0,2 0 2 16,-4 0 2-16,0 0 2 0,-2-2 3 0,0 1 2 15,0 0 0-15,-1 0-1 0,-6-1-5 16,3-1-1-16,-3 2-3 0,-2 1 1 0,3 0-3 16,-3 0-4-16,2 0-32 0,4 0-7 0</inkml:trace>
  <inkml:trace contextRef="#ctx0" brushRef="#br0" timeOffset="90662.18">22228 16580 0 0,'0'0'4'15,"0"0"3"-15,0 0-1 0,0 0 0 0,0 0 1 16,0 0 1-16,0 0-1 0,0 0 1 0,0 0-5 16,0 0-1-16,0 0-2 0,0 0 2 15,-10 19-1-15,9-11 6 0,1 1 4 0,-2 1 6 16,1 0 9-16,0 1 0 0,1 3 1 0,0 2-4 15,0 4-7-15,0 3 0 0,0 6-8 0,0 4-3 16,1 4-6-16,2 3 1 0,-1 4-1 16,1 4-6-16,1 0-3 0,-3 3-2 0,1 0-4 15,0 0 5-15,-2-3 4 0,0-2 0 0,0-2 1 16,0-6 3-16,-2-4 0 0,0-3 4 0,-1-8 3 16,0-3-2-16,0-7 4 0,2-3 1 0,-2-3 8 15,2-5-8-15,1-2-20 0,-1 0-41 0,1-7-16 16,-1-6 6-16,-2-2 64 0,3-7 0 15,0-5 0-15,0-3 0 0,0 7 0 0,0 7 0 0</inkml:trace>
  <inkml:trace contextRef="#ctx0" brushRef="#br0" timeOffset="92467.04">22201 16723 0 0,'0'0'0'0,"0"0"0"15,0 0 0-15,0 0 0 0,0 0 0 0,0 0 0 16,0 0 0-16,0 0 0 0,0 0 0 16,0 0 0-16,0 0 0 0,0 0 0 0,0 0 0 15,0 0 0-15,66 12 0 0,-54-13 0 0,3 0 0 16,1-2 0-16,2 1 0 0,2 1 0 0,-1-2 0 16,1 0 0-16,2 0 0 0,1-1 0 0,1 1 0 15,0-1 0-15,1 2 0 0,1 1 0 16,-1-1 0-16,1 1 0 0,-2 1 0 0,2-2 0 15,-3 2 0-15,1 0 0 0,1 0 0 0,-3 0 0 16,4 0 0-16,0 0 0 0,2 0 0 0,0-1 3 16,2 1-2-16,-1 0-3 0,0 0 0 15,-1-1 2-15,0 1 0 0,3 0 0 0,-1 0 0 16,-1 0 0-16,0 0 0 0,1 0 0 0,-2 0 0 16,-1 0 0-16,2 0 0 0,-2 0 0 0,0-1 0 15,2 0 0-15,1 0 0 0,-3 0 0 16,-2-2 0-16,4 2 0 0,-3-1 0 0,0 1 0 15,-1-2 0-15,0 2 0 0,-2 0 0 0,1 0 0 16,-1 0 0-16,-1 1 0 0,-3-2 0 0,2 2 0 16,0-1 0-16,-2 0 0 0,2-1 0 15,0-1 0-15,-2 0 0 0,3-2 0 0,-1 2 1 16,-1-2 2-16,3 0-3 0,-4 1 1 0,2 1-1 16,-3 1 3-16,1-1 1 0,1 2-2 0,-1 0-2 15,-2 0-2-15,3 1 3 0,1 0-2 0,-1 0 3 16,1 0-2-16,2-1 0 0,-4 1 1 15,0 0-2-15,0 0 1 0,-1 0 0 0,0 0 0 16,-2 0 2-16,0 0-4 0,0 0 2 0,-3 0 0 16,2 0 0-16,0-2 3 0,-4 1-2 0,3-1 0 15,0 1 1-15,-2-2-2 0,-1 2 0 0,0 0-1 16,0 0 2-16,2 0-2 0,-3 0-2 16,0 1 3-16,1 0-3 0,-2 0 3 0,-2 0 3 15,3 0-2-15,-1 0 0 0,-2 0-3 0,-3 0-3 16,4 0 1-16,-4 2 2 0,2 0 3 15,-2 1 0-15,4-1 0 0,-3 0-4 0,2 1 5 16,1-1-2-16,0-1 1 0,2 1 2 0,-2 1-3 16,2-2-1-16,3 0 2 0,-3 0-3 15,1 0 2-15,0-1-2 0,-1 2 0 0,1-2-4 16,-1 1 6-16,0-1 0 0,0 1 0 0,1-1 0 16,-2 0 0-16,-3 2 0 0,0-2 0 0,2 1 0 15,-5 0 0-15,3-1 0 0,-4 0 0 0,-1 1 0 16,0-1 0-16,1 0 3 0,-2 0-1 15,0 0 2-15,0 0 3 0,0 0 2 0,0 0-4 16,0 0-5-16,0 0-5 0,0 0-3 0,1 0 1 16,2 0 0-16,-1 0 4 0,0 0 3 0,4 0 0 15,-3 0 0-15,2 0 0 0,-1-1 0 0,-2 1 0 16,4-1 0-16,-3 1 0 0,-2 0 0 16,4 0 0-16,-3 0 0 0,0 0 0 0,-1 0 0 15,0 1 0-15,1 0 0 0,-1 0 0 0,1 0 0 16,-1 1 0-16,0-2 0 0,0 1 0 0,-1 0 0 15,2 0 0-15,0 1 0 0,1 0 0 16,-2-1 0-16,1 0 0 0,-1 0 0 0,0 0 0 16,1-1 0-16,-2 1 0 0,1-1 0 0,-1 2 0 15,0-1 0-15,0 1 0 0,0-1 0 16,0 2 0-16,2-1 0 0,-2 1 0 0,0 0 0 16,0 1 0-16,0 0 0 0,0-1 0 0,-2 1 0 15,-1-2 0-15,2 0 0 0,0-1 0 16,-1 1 0-16,-1 1 0 0,2-1 0 0,-1-1 0 15,1 0 0-15,0-1 0 0,1 2 0 0,0-2 0 16,0 0 0-16,0 0 0 0,0 0 0 0,0 0 0 16,0 0 0-16,0 0 0 0,0 0 0 0,0 0 0 15,0 0 0-15,0 1 0 0,0-1 6 16,0 0 2-16,0 1 10 0,-1 0 5 0,0 0 12 16,0 0 8-16,-2 2 5 0,0-1-3 0,2 0-14 15,-2 1-12-15,0 0-12 0,1 1-7 0,0 1-6 16,2 4 1-16,-1-1 0 0,0 4 0 0,1 3 2 15,0 2-1-15,0 1-2 0,0 3 3 16,0 0 0-16,-1 1 2 0,1 0-1 0,0 0 4 16,0 0-8-16,0 0 5 0,0 0 0 0,0 0-4 15,0 1 3-15,0-1-2 0,0 1-2 0,0 0 3 16,0 2 1-16,0-2 2 0,0-1-5 16,2 1 1-16,-1-3 0 0,1 0 2 0,2-1-4 15,-3 1 3-15,-1-2 3 0,0 2-2 0,0-2 3 16,0 2 4-16,0-2 0 0,0 0 0 15,-1 0 2-15,-3-2-6 0,2-1 0 0,2-1-1 16,-2 0-4-16,-1 0-1 0,2-2 3 0,-2 1 0 16,2-2 0-16,1 0-1 0,-2-1 4 0,1 1-7 15,-1-2 6-15,1 1-2 0,-1-1-2 16,1 0 3-16,0-2 3 0,-2 0 6 0,2-2 6 16,-2 0 3-16,0-1 5 0,2-1-4 0,-2 1-2 15,-3-1-2-15,3 2 3 0,-3-2 5 0,1 0 3 16,-2 0-3-16,1-1-7 0,-1 1-7 0,-1 0-5 15,-2 0 5-15,0-2 6 0,0 1 3 0,-1-2-5 16,0 1-4-16,-3-1-2 0,1 0-1 16,1 0-5-16,-3 0 4 0,0-1-10 0,-1-1 4 15,1-2-6-15,-4 0 4 0,1 0-10 0,0-2-7 16,-3 2-7-16,-2-1-12 0,0 0-10 16,-2 1 1-16,-1 1 2 0,-2-1 6 0,1 3 6 15,-2 0 2-15,-3 1 10 0,0 0 10 0,-2 1 12 16,1 3 13-16,-3 0-1 0,1-1 0 0,-3 1 2 15,3-2-8-15,0 0 2 0,1 1-4 16,-1-1 1-16,-1-1-2 0,-1 0 8 0,2 0-2 16,-2 1 7-16,3-1 2 0,-3 1 0 0,1-1-10 15,-1 0-6-15,-2-1-8 0,3 2 4 16,0-1 1-16,-1 1 7 0,1 0 10 0,-1 2 0 16,-1-2 2-16,3 2 7 0,1-1-13 0,1 1 5 15,2 0-2-15,-1 0-1 0,3 2 4 0,-1-1-8 16,2-1 1-16,1 0-2 0,0-1 4 0,3 0 6 15,0 0 0-15,-1 0 1 0,3-3-6 0,-3 0-9 16,2 0-3-16,0-2-1 0,2-1-8 16,-4-1 2-16,5 1 1 0,-3-1 1 0,1 1 9 15,2 0-4-15,-2-2 2 0,2 1-4 0,-3 0-6 16,1 1 4-16,-2 2 5 0,1-1-4 0,-1 1 9 16,2 1-4-16,-2 0 5 0,3 0-2 15,-4 0 4-15,4 0 11 0,-3 3 0 0,2-1 7 16,3 1 4-16,-2 0-3 0,0 0 3 0,4 0 5 15,1 0-3-15,1-2 0 0,2 0-9 16,3 0-12-16,1-1-6 0,-1 0-7 0,5 0-15 16,1 0-13-16,2-1-27 0,2-1-29 0,0-2-34 15,0 1-22-15,0 0-18 0,0-2 12 0,2 0 115 16,1 2 31-16,-1 1 0 0</inkml:trace>
  <inkml:trace contextRef="#ctx0" brushRef="#br0" timeOffset="99285.99">9690 16021 820 0,'0'0'-23'0,"0"0"-8"16,0 0-16-16,0 0-23 0,0 0-17 0,0 0 7 15,0 0 12-15,0 0 8 0,0 0-3 0,0 0-1 16,0 0 8-16,0 0 14 0,51-113 27 0,-45 109 7 16,2 1 3-16,-5 0 3 0,4 2 0 0,-6 0 2 15,2 1 0-15,0 0 2 0,0 2 2 16,-2 3-1-16,-1 1-1 0,0 3 2 0,0 1-1 15,0 3 1-15,-2 2-3 0,-5 1 0 0,5-1-2 16,-5 1-1-16,3-2 4 0,-3-3 0 16,4-1 3-16,-5-3 6 0,6-3 11 0,-4-2 16 15,4-1 10-15,-1-1 7 0,-1 0-12 0,3 0-22 16,0-4-26-16,1-3-24 0,0-3-9 0,2-1 1 16,4-3 0-16,0-1 5 0,4-1 5 15,-2-2 0-15,1 2 6 0,2 0 7 0,-1-1 4 16,0 4-1-16,-1 0 4 0,1 4 0 0,-1 1 2 15,-1 2-1-15,-2 2 1 0,1 3 2 0,-4 1 2 16,2 0 3-16,-3 0 6 0,-1 5 1 16,-1 1 4-16,0 1 0 0,0 2 0 0,-2 1-4 15,-5 2 2-15,0-1 10 0,-1 0 19 0,-2 0 27 16,0-2 30-16,-3 1 15 0,3-2 3 0,-2-1-17 16,0-1-23-16,2 0-21 0,0-1-18 0,0-2-10 15,5 0-12-15,-2-1-6 0,2-1-8 16,0-1-9-16,4 0-16 0,1 0-42 0,0 0-69 15,0 0-39-15,0 0 3 0,4-1 7 0,0 0 30 0</inkml:trace>
  <inkml:trace contextRef="#ctx0" brushRef="#br0" timeOffset="99911.01">9904 16790 136 0,'0'0'246'0,"0"0"-172"16,0 0-2-16,0 0-11 0,0 0-29 0,0 0-19 16,0 0-11-16,0 0-4 0,0 0-3 15,0 0 1-15,0 0 1 0,-119-7-8 0,114 3-21 16,4-2-11-16,0-2-22 0,1-1-13 0,0-3-6 16,4 1-3-16,1-1 11 0,2 2 24 0,-3 1 20 15,5 2 18-15,-4 2 8 0,0 2 4 16,-2 2-1-16,2 1 0 0,-2 0 1 0,2 0 0 15,-1 0 4-15,-3 3-2 0,2 2 1 0,-1 0 0 16,1 2 0-16,-3 1 4 0,0 0-2 0,0 1-1 16,0 1 2-16,-3-2-4 0,-1-1 8 0,2-1 3 15,-4-2 9-15,2-2 12 0,2 0 5 16,-3-2 3-16,2 0-5 0,2 0-10 0,-3 0-10 16,1 0-13-16,2-1-6 0,-1-1-13 0,1 0-6 15,-2-1-14-15,1-1-7 0,0 0 4 0,2 0 6 16,0-2 10-16,0 0 12 0,0 1 2 15,4-2-6-15,0 0 3 0,-2 3 13 0,-1 1 0 0</inkml:trace>
  <inkml:trace contextRef="#ctx0" brushRef="#br0" timeOffset="99994.08">9809 16791 0 0,'0'0'17'16,"0"0"26"-16,0 0 18 0,0 0 21 0,0 0 3 16,0 0-21-16,0 0-36 0,0 0-78 0,0 0-53 15,0 0-124-15</inkml:trace>
  <inkml:trace contextRef="#ctx0" brushRef="#br0" timeOffset="104036.01">8948 17597 0 0,'0'0'0'15,"0"0"0"-15,0 0 0 0,0 0 0 16,0 0 0-16,0 0 0 0,0 0 0 0,0 0 0 16,0 0 0-16,0 0 0 0,0 0 0 0,0 0 0 15,6 1 0-15,-1-1 0 0,-1 1 0 16,3-1 0-16,-1 0 0 0,2 0 0 0,0 0 0 15,1 0 0-15,1 0 0 0,0 0 0 0,3 0 0 16,-2 0 0-16,2 0 0 0,3 0 0 16,-4 0 0-16,6 0 0 0,-5-1 0 0,6 1 0 15,-2 0 0-15,-1-1 0 0,3 1 0 0,0 0 0 16,0 0 0-16,-1 0 0 0,4 0 0 0,-1 0 0 16,-1-1 0-16,-2-1 0 0,2-2 0 0,-2 1 0 15,1-1 0-15,0 1 0 0,-4-1 0 0,1 2 0 16,-4-2 0-16,3 1 0 0,-2-1 0 15,-2 2 0-15,0 0 0 0,-2 1 0 0,-5 1 0 16</inkml:trace>
  <inkml:trace contextRef="#ctx0" brushRef="#br0" timeOffset="104606.01">9505 17411 276 0,'0'0'12'0,"0"0"-29"0,0 0-12 0,0 0 1 15,0 0 13-15,0 0 4 0,0 0 8 16,0 0 0-16,-16 120-2 0,15-100 1 0,1-1-5 15,-2 1 4-15,2 2-5 0,0 1-1 0,0 1-3 16,0 0 0-16,2 1-4 0,2-3-3 0,-1-3-6 16,4-4-6-16,-2-3 22 0,0-4 11 15,0-4 0-15,2-2 0 0,-1-2 0 0,-2 0 0 16,2-3 0-16,-2-4 0 0,2-2 0 0,-2-5 0 16,1-1 0-16,-1-4 0 0,-3-2 0 0,1-1 0 15,0-1 0-15,-2-1 0 0,0 1 0 0,-2 0 0 16,-1 1 0-16,-2 1 0 0,-2 0 0 15,0 2 0-15,-1-1 0 0,3 4 0 0,-3 2 0 16,2 4 0-16,1 2 0 0,-2 2 28 0,4 2 12 16,-1 2-5-16,1 1-17 0,3 1-34 0,0 0-23 15,0 0-6-15,0 0 24 0,3 4 21 16,2 0 0-16,4 3 0 0,0 0 0 0,3 0 0 16,0 2 0-16,6 2 0 0,0 0 0 0,0 4 0 15,3 0 0-15,-2 0 0 0,0 0 0 16,1 3 0-16,-2-2 0 0,2 3 0 0,-5 2 0 15,1-1 0-15,-5 0 0 0,-2 0 0 0,-1-3 0 16,-6-2 0-16,-1-1 25 0,-1-3 91 0,-4 0 32 16,-7 1 17-16,-4 0-7 0,-2 0-17 0,1-1-21 15,-2 0-17-15,6-2-25 0,0-2-6 0,4-1-41 16,-1-1-43-16,3 1-107 0,0-2-148 16,5 0-112-16,0-2-1 0</inkml:trace>
  <inkml:trace contextRef="#ctx0" brushRef="#br0" timeOffset="107860.03">19227 16925 6 0,'0'0'19'0,"0"0"-10"16,0 0-4-16,0 0-1 0,0 0 0 16,0 0 0-16,0 0 0 0,0 0 1 0,0 0-3 15,0 0 1-15,0 0 0 0,0 0 0 0,-20-48 2 16,20 44-2-16,0 0 1 0,0 0 5 0,0 0 4 16,0 0 9-16,0 2 6 0,0-2 5 15,0 2-1-15,0 0-6 0,0 0-11 0,0 1-6 16,0 0-8-16,0 1 7 0,0 0 5 0,0 0 4 15,0 1 2-15,0 3-3 0,0 3-3 16,0 4-4-16,0 6-2 0,0 5-2 0,0 6-2 16,0 2-2-16,0 1-3 0,-1 2 2 0,1 2 0 15,-1 0-6-15,0-1 2 0,-3 0 1 0,2 0 0 16,1-2 0-16,-1-1 3 0,-4-1 3 16,2-1 1-16,-2-3 3 0,2 0 5 0,-2-1 4 15,3-4 0-15,-4-2-6 0,4-3-2 0,2-1-11 16,0-3-3-16,0-3-7 0,1-1-6 0,0-2-12 15,0-2-8-15,0 0 3 0,2-1 1 16,1-3 5-16,5 0 1 0,-2-1-12 0,-1-7-4 16,3-3-12-16,-4-3 9 0,4-6 43 0,-2-3 5 15,-2-3 0-15,-1-7 0 0,3-2 0 0,-4-4 0 16,0-1 0-16,-2-3 0 0,0 1 0 0,0 1 0 16,-4 2 0-16,-3 0 0 0,1 2 0 0,-2 3 0 15,-1 3 0-15,0 6 0 0,1 4 20 16,4 4 11-16,-3 7 30 0,4 3 12 0,0 4 9 15,0 1-18-15,3 1-37 0,0 1-37 0,0 0-38 16,0 0-6-16,3 0 9 0,1 0 16 16,5 0 27-16,0 0 5 0,2 0 5 0,2 0-3 15,3 0 1-15,-1-2-2 0,3-1 4 0,1-2 2 16,1-1 0-16,0 0 5 0,2 0-1 16,0-1 1-16,4 2-6 0,-2-1-1 0,2 2-7 15,-1 2 1-15,-2 1-1 0,1 1 4 0,0 0 4 16,-2 0 7-16,4 2 2 0,-2 3 4 0,2 1-1 15,-1 1-1-15,3 0-3 0,-2 1-1 0,1-1-8 16,3 0 1-16,-1 0 1 0,2-1-3 0,0 0 2 16,1-1-3-16,4-2 0 0,-2-1 3 15,0-1-5-15,2-1 3 0,4 0 1 0,0-1 0 16,0-3-2-16,1-2-4 0,-1 0 0 0,0 0-12 16,-2 0 0-16,1 1-9 0,0 1-3 0,-1 0 1 15,-4 4 1-15,1 0 7 0,-4 0 5 16,-1 2 4-16,-2 4 6 0,-1-1-2 0,2 1 5 15,-4 0 3-15,1 1 10 0,-2 0 5 0,2-1 5 16,0 0 0-16,0-1 1 0,1 0-6 0,-1-1 1 16,3-3-9-16,1-1-2 0,0 0-5 15,0-1 1-15,0-3 2 0,0-3-3 0,0 0 0 16,1 1-10-16,-2 1-9 0,-2-1-5 0,0 1-14 16,-5 2-11-16,1 1-4 0,-5 1 0 15,1 1 5-15,-2 0 10 0,-5 0 14 0,-1 0 6 16,-1 3 12-16,-1 0 8 0,0-1 10 0,-2 2 11 15,2-2 7-15,-1 2 1 0,2-1-2 0,1 1-14 16,-1-1-9-16,2-1-7 0,4 0-3 16,-4 0-1-16,6-2 3 0,-3 0-2 0,3 0 2 15,-1 0-4-15,0-2-4 0,0-3-6 0,2 1-7 16,-1 0-9-16,-1 0-7 0,0 1-3 0,3-1-8 16,-4 0-3-16,-1 0-1 0,0 1 1 0,-2 0 2 15,-1-1 8-15,-2 2 7 0,-1 0 10 0,-1-1 5 16,-4 2 7-16,-1 0 5 0,1 1 9 15,-3 0 9-15,1 0 13 0,0-1 9 0,1 1 1 16,-2-1-7-16,5 0-11 0,-4-2-11 0,3 2-6 16,0-1-7-16,0-1-1 0,0 0-7 15,1-2-13-15,2 2-17 0,-3-2-14 0,1 0-19 16,-1 2-4-16,0 0 13 0,0 0 15 0,0 0 48 16,-1 1 1-16,-2 1 0 0,2 0 0 0,-2-1 0 15,0 2 0-15,-1-1 0 0,0 1 0 16,-1 0 0-16,0 0 0 0,0 0 0 0,0 0 0 15,0 0 0-15,0 0 20 0,-2 0 22 0,-1 0 9 16,1 1 3-16,-2 2-4 0,3-2-5 16,-3 1-7-16,0 1 3 0,2-1-2 0,-1 0 5 15,2 0-2-15,-1 0-10 0,1 2-14 0,1-1-14 16,0 2-10-16,0 1 1 0,0 2 1 0,0 2 0 16,1 2 4-16,2 0-3 0,1 4 2 0,1 3-3 15,-1-1-2-15,3 4 3 0,0 1-1 0,0 0 2 16,1 3-1-16,3-1 2 0,-3-1-3 15,2 1-2-15,-1-3 0 0,-1 0-1 0,-1-2 4 16,-1-1-3-16,-2 1 3 0,1-2-3 0,-1 1 3 16,-3-1 4-16,2 3 4 0,-2 0 3 0,-1-1 0 15,0 3-1-15,0-1 4 0,0 1-2 16,0-1-1-16,0-1 1 0,0-1 1 0,-1 0-5 16,-1-1 1-16,0-2-1 0,0-1-3 0,0-2 1 15,1-3 3-15,-2-1 2 0,0-3 3 16,3-1-1-16,-2-2 1 0,0-2 1 0,-1 0-9 15,-1-1-2-15,0 1-13 0,-2-2-8 0,-2 0-7 16,-1 0-3-16,-2 0 6 0,-1 0 9 0,-2-4 6 16,0 1 7-16,-1-1 0 0,-3 2 2 15,0-1 2-15,1 2 6 0,-4 0-3 0,-2 1 6 16,1 0-5-16,-3 1-2 0,0 2 1 0,-5 0-1 16,3 1-6-16,-1-1 6 0,-1 1-2 0,-1-1-6 15,2 2 4-15,-2-1-2 0,-1 0 1 16,2 0 0-16,-2 0 0 0,0-2-4 0,-1-1 2 15,1-1-3-15,0 0 3 0,-1 0 3 0,-1 0 0 16,-4-3 0-16,3-2-5 0,-2 1-3 0,0-3-5 16,-3 1-19-16,1-1-5 0,-2 1-1 0,-1 0 8 15,0 0 16-15,-1 2 16 0,0 1 4 16,1 1 5-16,-1 0 6 0,-1 1 5 0,0 1-2 16,3 0 3-16,-1 0-4 0,0 3-1 0,3 1-7 15,-4 0-5-15,5 0-5 0,-2 0-5 0,0 0-6 16,-1-2 0-16,0-1-2 0,1 1 1 15,1-2 14-15,0 0-2 0,1 0 11 0,0-3 12 16,0-3-1-16,-2 1 12 0,3-2 7 0,0 0-5 16,1-1 1-16,1 0-8 0,2-1-3 15,-1 0-10-15,-2 0-6 0,3 2-2 0,2 1 2 16,-1 0 2-16,2 3 6 0,4 0 5 0,-2 2-6 16,1 0-1-16,0 1-6 0,2 0-5 0,0 0 1 15,2 0-6-15,2 1 4 0,5 3-6 16,-2-1-2-16,4 2-2 0,-3-2 3 0,5 1 0 15,1-1-4-15,-1-1 4 0,2 0-2 0,0-1 3 16,5 1-1-16,-4-1 5 0,6-1 1 0,1 1-3 16,0-1-11-16,1 0-21 0,0 0-12 0,0 0-2 15,1-4 0-15,2 0 20 0,3 0 1 0,-2-2-14 16,2 2-17-16,-1 0-33 0,3 1-50 16,-4 1 2-16,1 0-10 0</inkml:trace>
  <inkml:trace contextRef="#ctx0" brushRef="#br0" timeOffset="109809.85">22301 16826 0 0,'0'0'0'0,"0"0"0"0,0 0 1 0,0 0 63 15,0 0 37-15,0 0 26 0,0 0 10 0,0 0-13 16,0 0-27-16,0 0-36 0,0 0-27 16,0 0-19-16,0 0-11 0,-79 70-3 0,79-50 1 15,0 0-4-15,1 6-4 0,3 0 3 0,2 3-8 16,-1 1 0-16,1 1 5 0,-2 1-5 16,0 2-5-16,-2-1 4 0,-1 1-1 0,1 1 1 15,-2 0 5-15,0 3 2 0,0-2-2 0,0 0 1 16,0-3 0-16,0-3 4 0,-2-2-2 0,0-4 0 15,0-2-2-15,-1-1 2 0,2-4 4 16,-2-3 0-16,2-4 0 0,0-4-11 0,1-4-31 16,0-1-8-16,0-1-2 0,2-1 10 0,2-3 21 15,1-6 6-15,0-1 4 0,0-4 0 0,1-2 4 16,3-5-4-16,-3-2-2 0,0-3 1 16,1-3 0-16,1-2 6 0,-1-4 2 0,-1 0-4 15,-1-1 5-15,0-2 1 0,-1 0 7 0,-1-2 1 16,1 1 1-16,-3 0 1 0,2-1 4 0,-2 4-3 15,1 3 8-15,0 4-6 0,0 4-4 16,1 2-3-16,-1 6-7 0,1 4-2 0,1 5-4 16,0 2 0-16,0 3-3 0,1 0 8 0,-1 2 5 15,2-2 2-15,-1 1 7 0,4-1 3 0,-2 1-3 16,2-1 0-16,1 0-2 0,3-1-2 0,0 0-4 16,2-2 4-16,0 0-5 0,2 0 2 15,1-1-3-15,2 0 1 0,0 1-3 0,1 0 1 16,2 1-1-16,0 2-1 0,0 0 0 0,1 2 2 15,0 1 2-15,-1 0 3 0,4 1 0 16,-3 0-3-16,4 0 0 0,-1 0 3 0,2 0 2 16,2 0 6-16,2 0 3 0,-1 0 2 0,3 0-2 15,0 1-3-15,-1 0-3 0,4-1-2 0,3 0-2 16,0 0-1-16,-1 0-1 0,2-1-9 16,3-3 3-16,-1 1-2 0,0-1-3 0,0 0 0 15,1-1-5-15,-4-1-5 0,1 0-3 0,0 1-2 16,-2 0-1-16,-1 1-2 0,1 0-1 0,-5 1-4 15,-2 1 0-15,0 2 7 0,-2 0 10 0,-2 0 12 16,-4 4 13-16,1 0 8 0,-4 0 15 16,1 0 1-16,-1 1 0 0,-1 0-6 0,2-1-12 15,0 1-8-15,-1-2-6 0,4 0-1 0,-2-2-4 16,1-1-2-16,0 0-1 0,-3 0-4 0,4-1-5 16,-3-3-5-16,0 0-7 0,2-1-5 15,-3 0-8-15,-1 0-2 0,0 0-1 0,-2 1 3 16,0-1 9-16,-3 2 12 0,0-1 11 0,-5 2 2 15,1 2 2-15,-2 0 0 0,-1 0-3 0,0 0 11 16,-3 0 3-16,-1 2 13 0,2 1 8 16,-4-1 3-16,5 1-3 0,-2 0-7 0,0-1-8 15,2 0-10-15,-3 0-3 0,3 0-3 0,0 1-13 16,-2-2-14-16,0 1-13 0,1-1-14 16,-2-1 4-16,2 2 13 0,-5-2 35 0,2 0 4 15,0 0 0-15,-3 1 0 0,-1-1 0 0,1 1 0 16,-1 0 0-16,0 1 0 0,0 2 0 0,0 0 0 15,-1 2 0-15,-1 1 0 0,-2 3 16 0,0-2 12 16,2 2 7-16,-2 0-2 0,1 2-6 16,2-1-11-16,-2 1-12 0,2-1-9 0,1 2-7 15,0-2-8-15,0 3 1 0,0 0 0 0,0 0-3 16,0 2-4-16,1 1-2 0,1 0 20 0,-1 2 8 16,0 2 0-16,0 0 0 0,1 3 0 0,-1-2 0 15,1 4 0-15,0-2 0 0,-1 1 0 16,1 1 0-16,1-2 0 0,1 0 0 0,-2 0 0 15,4 0 0-15,-2 2 0 0,0 0 0 0,0 1 0 16,-2 0 0-16,-1 1 0 0,2-1 0 16,0 1 0-16,-2-4 0 0,1 1 0 0,-1-3 0 15,4 0 0-15,-1-2 0 0,-2-2 0 0,1 0 0 16,1-3 0-16,-3-3 0 0,1 1 0 0,0-3 0 16,-1-1 0-16,-1 0 0 0,0-2 0 15,0-1 0-15,-1 0 0 0,-3-2 0 0,-4 0 0 16,2-1 0-16,-3 1 0 0,-1-1 0 0,-4 1 0 15,0 0 0-15,-3 1 0 0,3 0 15 0,-6 1 41 16,2-1 11-16,-2 0 1 0,1 0-10 16,-1 0-12-16,0 0-7 0,-1-1-14 0,1 1-8 15,1 0-7-15,3-1 0 0,1 0-7 0,1-2 2 16,1 1-9-16,-3 0 8 0,-1-2 7 0,0 1-18 16,-3-1 3-16,-2-1-8 0,-5 0-11 0,0 0 9 15,-2 0 14-15,-9-4-9 0,4 0 16 0,-6 0-3 16,-1 0-5-16,2 1 7 0,2 2-7 15,2-1 5-15,-1 2 1 0,-1 0-3 0,0 2 11 16,3 2-6-16,5 0 4 0,3-2-12 0,4 1 11 16,-6 0-13-16,1 0 19 0,-3 2-2 15,-3-2-7-15,0 2 29 0,-3-1-9 0,1-2 0 16,-3 2 2-16,3-2-13 0,-2 1 1 0,3-1-5 16,-4-1 5-16,3 0 1 0,-1-1-7 15,1 0-3-15,0 0-10 0,2 0 4 0,-3 0-8 16,1-2 10-16,1 0-1 0,-1-1 8 0,1 1-6 15,0 1 15-15,0 0-7 0,2-1 18 0,-2 2 8 16,2 0 3-16,-1 0-6 0,1 0-12 16,0 0-17-16,1 4 3 0,-2-1-2 0,0 2-5 15,0 0-5-15,1-1 14 0,1 2 0 0,-4 0-12 16,6 0 13-16,0-1-12 0,1 0 6 0,3 0 1 16,1-1-1-16,1 0-1 0,5-2-5 0,0 0-13 15,1-1 1-15,1 1-10 0,4-2-6 16,-3 0-13-16,2 0-1 0,1 0-17 0,1 0 8 15,1-2-8-15,-2 1-12 0,4-1-15 0,-1 0-40 16,-1-1-27-16,2 1-21 0,0 0 102 0,-1 0 71 16,1-1 0-16,5 2 0 0</inkml:trace>
  <inkml:trace contextRef="#ctx0" brushRef="#br0" timeOffset="115657.83">10367 17895 0 0,'0'0'0'0,"0"0"0"0,0 0 0 16,0 0 0-16,0 0 0 0,0 0 0 0,0 0 0 15,0 0 0-15,0 0 0 0,0 0 0 16,0 0 0-16,0 0 0 0,-13 0 0 0,13 0 0 15,0 0 0-15,0 0 0 0,0 0 0 0,0 0 0 16,0 0 0-16,-2 0 0 0,2 0 0 0,0 0 0 16,0 0 0-16,0 0 0 0,0 0 0 0,0 0 0 15,0 0 0-15,0 0 0 0,0 0 0 16,0 0 0-16,0 0 0 0,0 0 0 0,0 0 0 0,0 0 0 16,0 0 0-16,0 0 0 0,0 0 0 15,0 0 0-15,0 0 0 0,0 2 0 0,0-2 0 16,0 0 0-16,2 1 0 0,-1 0 0 0,-1 0 0 15,1 0 0-15,-1-1 13 0,1 1 8 16,0-1-5-16,0 0 16 0,3 2-18 0,-3-2-9 16,0 0 15-16,0 1-7 0,0-1 2 0,1 1 8 15,1-1-4-15,-1 0-3 0,0 0 1 16,-2 0-5-16,2 0 2 0,2 0-16 0,-1 2 13 16,-1-2-7-16,-1 1 7 0,2 0 7 0,0-1-5 15,0 1 4-15,-1 0 9 0,3 0-3 0,-2 1 2 16,2-1-8-16,-1 0-1 0,-1 0-4 15,3 0 4-15,-3 2-5 0,3-2 3 0,-3 1-7 16,3-1-4-16,-1 2 0 0,1-2 3 0,-2 0-8 16,0 1 16-16,1-1-3 0,0 2-12 0,1-1 7 15,0 1-1-15,-2 0 6 0,2 0-3 0,-1 1 5 16,2-1 0-16,0 1 3 0,0-1-5 16,2 1 6-16,-1 0 3 0,2 0-4 0,0 0-5 15,1 1-3-15,1-1-8 0,0 0 12 0,4 0-10 16,-3 1 7-16,4-1-8 0,-3 0-8 0,4 0 0 15,-4-1 6-15,4 1-4 0,1 0 9 0,-1-1-7 16,-2 0 6-16,1 0-3 0,1-1 1 16,-5 1-5-16,5-1 12 0,-5 0-15 0,3-1 0 15,-3 2 5-15,-1-2-5 0,3 0-1 0,-4 0 6 16,1 0 12-16,-1 1-9 0,-1-1 9 16,1 0-12-16,-1-1 0 0,-1 1 5 0,1 0-6 15,0 0 3-15,-1 1 5 0,1-1-3 0,-1 0 5 16,-2 0-9-16,2 0 17 0,2 0-12 15,-1 1 11-15,4-2-1 0,-3 0-4 0,0 1-5 16,1-1 1-16,-1 0-2 0,-1 0-1 0,3 0-6 16,0 0 10-16,-1 0-6 0,-1 0 1 0,0 0-4 15,1 0 11-15,-2 0-6 0,0 0-5 0,1 0 6 16,-1 0 1-16,0-1 8 0,1-1-5 16,-2 1 6-16,1 0-9 0,1 1-1 0,-1-1-7 15,-1 0 7-15,2 1-2 0,-1-1 7 0,0-1-4 16,0 1 0-16,0 0-5 0,0 0 12 0,1 0-13 15,-2 0 12-15,1-1-8 0,0 1-7 16,0 0 2-16,-1 0 0 0,2 1 2 0,0-1 5 16,-1 1 5-16,1 0-2 0,-1-1-7 0,1 1-3 15,1 0 3-15,-2 0 6 0,2 0-11 0,0 0 4 16,-2 0 1-16,-1 0 1 0,2 0-5 0,-4 0 6 16,3 0 6-16,0 0-8 0,-1 0 12 15,1 0-9-15,0 0 5 0,-1 0-6 0,1 0 2 16,-2 0 6-16,2 0 2 0,-2-3 0 0,-2 1 0 15,3 0-10-15,-1-1 12 0,-3 1-5 16,2 0 3-16,0-1-9 0,-4 1 2 0,5 1-13 16,-5-1 11-16,2 0 11 0,-1 1-10 0,-1-1 3 15,3 1 2-15,-4 0-7 0,1 0 0 0,2 1-4 16,-3 0 10-16,0-1 1 0,2 1-9 16,-3 0 2-16,1 0 1 0,-1 0 1 0,-1 0 3 15,1 0 2-15,0 0-6 0,0 0-3 0,2 0-2 16,-3 0 2-16,0 0 3 0,1 0 10 0,-1 0-3 15,0 0 3-15,0 0-4 0,2 0-12 16,-2 0 5-16,0 0 16 0,0 0-14 0,1 0 20 0,-1 0-24 16,0 0 9-16,1 0-14 0,4 0 5 15,-4 0 11-15,0 0-7 0,0 0 7 0,1 0-7 16,-2 0-1-16,1 0 1 0,0 0-5 0,3 0 5 16,-3 1 5-16,0-1-1 0,0 0-6 15,0 0 2-15,-1 1 3 0,1-1-3 0,0 0 4 16,2 0-12-16,-2 1 6 0,0-1-3 0,-1 0 10 15,0 0 4-15,0 0 7 0,2 0-4 0,-2 0 8 16,0 0-1-16,0 0 10 0,0 0 0 16,0 0 1-16,0 0-6 0,0 0 9 0,0 0-21 15,0 0 31-15,0 0 7 0,0 0-14 0,0 0 5 16,0 0-11-16,0 0-16 0,0 0-11 0,0 0 2 16,-2 0-10-16,2 0 5 0,0 0-10 15,0 0-6-15,-1 0-8 0,1 0-17 0,-1 0-37 16,1 0-35-16,0 0-64 0,0 0-39 0,0 0-40 15,0 0-42-15,0 1-25 0,2-1 58 0</inkml:trace>
  <inkml:trace contextRef="#ctx0" brushRef="#br0" timeOffset="149091.9">4803 15827 66 0,'0'0'3'0,"0"0"1"16,0 0-2-16,0 0 1 0,0 0 1 0,0 0-1 15,0 0 0-15,0 0-2 0,0 0-4 0,0 0-1 16,0 0 1-16,0 0-1 0,-30-4 4 15,33 3 0-15,-3 0 0 0,2 0 1 0,3 1 0 16,-4 0 0-16,0 0 3 0,-1 0-2 0,0-1 0 16,1 1-1-16,-1 0-3 0,0 0 5 0,0 0 3 15,0 0-2-15,1 0 3 0,-1 0-2 16,2-1 5-16,4-1 6 0,-2 1 11 0,4-1 8 16,2-2 1-16,0 0 0 0,-1 0-9 0,5 0-11 15,2-1-4-15,0 0-6 0,1 0 1 0,-1-1-2 16,-1 0 0-16,4 1 0 0,0-2-3 15,1 0 3-15,1-1 0 0,2-2 2 0,5 2 4 16,1-2 2-16,2 1 8 0,2-3 3 0,4 2 17 16,-2-2-8-16,4-2-9 0,3 0-5 15,-1-1-17-15,4 1 1 0,-1 0 1 0,-1 0 1 16,5-1-1-16,-5-2 1 0,5 0 7 0,-5-2-5 16,5 1-2-16,-5-1 0 0,4-1-8 0,-3 2 6 15,5-2 10-15,-3 1-4 0,2 2-1 0,0 0-4 16,-1 1-5-16,-1 1 22 0,0 1-13 15,-1 3 0-15,-3-1-8 0,-1 2-18 0,-1 0 15 16,-2 2 6-16,-4 2-3 0,-2-1-3 0,-5 1-3 16,-3 0-4-16,-3 1 5 0,-3 2 3 0,-2-1 1 15,-4 1 2-15,-1 1-2 0,-4 1 2 0,-3-1 0 16,-1 2-2-16,0 0 2 0,-3 0 1 16,0 0 4-16,0 0-2 0,0 0-15 0,-3 0-30 15,-2 4-38-15,-3 2-27 0,0-1-8 0,-2 1 20 16,0 0 33-16,0-2 28 0,0-1 26 15,0-2 5-15,3-1 4 0,-4 0 2 0,4-4 1 16,-1-2 4-16,3-1-1 0,-2-3-3 0,1 1-1 16,2 0 0-16,-1-1 1 0,1 0 1 0,0-1 0 15,-2-1-3-15,2 1-1 0,-2-1 0 16,4-1 5-16,-1 0 5 0,0 0 14 0,0 0 11 16,1 2 7-16,0 0-1 0,0 0-3 0,1 2-3 15,-1 2-3-15,2 0 1 0,0 4-6 16,0 0-7-16,0 1-13 0,0 1-12 0,0 0-6 15,3 0-1-15,2 1 5 0,-1 0 6 0,2 2 4 16,2 5 7-16,-1 4 5 0,0 7 4 0,3 3 3 16,1 5-6-16,-1 2-5 0,-1 1-6 0,1 3-5 15,1-3 1-15,-1 3-3 0,1-2 3 0,1-1-2 16,1-2-1-16,0 0 0 0,-2-2-3 16,0-2 1-16,-1-4 3 0,-2-3 1 0,-2-3-3 15,0-2 2-15,-2-6-3 0,-3-2 3 0,1-2 15 16,-2-1 14-16,0 0 12 0,0-2-1 0,0-5-15 15,-2-7-19-15,-3-4-17 0,2-3-6 16,-2-7-3-16,0-2-5 0,-1-2-1 0,-1-3-1 16,-1 2 0-16,-1-2-2 0,-1 1-5 0,-2-1-5 15,-1 0-4-15,1-3 6 0,-2 1 6 16,1-2 9-16,0 1 10 0,-1 2 8 0,-1 3 9 16,2 5 22-16,-1 6 15 0,3 5 13 0,-1 5 5 15,0 4-14-15,4 5-16 0,1 0-19 0,0 3-12 16,4 0-12-16,0 0-16 0,2 3-10 15,1 0-4-15,0 3 7 0,6 2 18 0,2 1 14 16,2 3 8-16,3 0 3 0,3 2 2 0,1 1-4 16,1 0 4-16,5 0-1 0,2 0 3 0,-1 0 6 15,4-1 0-15,2 1-1 0,1 1-2 0,1-2-4 16,2 0-4-16,-1-1 0 0,-1 1-1 16,-1-1-2-16,-1 0 4 0,-1-1-3 0,-4 1-1 15,1-2 0-15,-4 1-1 0,-2 1 1 0,-4-2-1 16,-2-1 3-16,-4 2 5 0,-4-2 6 0,-2 2 14 15,-4-1 10-15,0 3 3 0,-7 1 0 0,-5 3-9 16,-5 1 2-16,-3 2-1 0,0 0 0 16,-3-2-2-16,0 1-12 0,3-2-10 0,1 0-12 15,2 0-21-15,5 0-42 0,2 1-80 0,2-3-115 16,4-4-378-16</inkml:trace>
  <inkml:trace contextRef="#ctx0" brushRef="#br0" timeOffset="150370.84">3976 16287 41 0,'0'0'47'0,"0"0"-53"0,0 0-4 0,0 0 7 16,0 0 5-16,0 0 4 0,0 0 15 0,0 0 14 15,0 0 15-15,0 0 13 0,0 0 13 0,0 0 1 16,14-65 0-16,-19 60-5 0,1-1-8 15,-5-1-2-15,0 1 3 0,-1 2-1 0,-3 0-2 16,-2 2-9-16,1 2-13 0,-3 0-22 0,1 2-15 16,-2 5-14-16,-3 4-3 0,0 3-3 0,-3 2-2 15,1 3 6-15,1 3 2 0,-2 1 7 16,-2 1 10-16,5 0 8 0,-1-2 8 0,0 1 9 16,4-2 2-16,0 1 4 0,4-2-7 0,0-1-9 15,7 1-10-15,1 1-15 0,3 0-10 0,3 1-6 16,0 0-4-16,2-1 0 0,5-2-2 0,3-2 2 15,2-3-2-15,1 0 0 0,4-2-1 16,-3-3-2-16,5-1 5 0,0-2 6 0,-1-4 3 16,-3-1 13-16,5-1-2 0,-2 0 0 0,-4 0 3 15,4-4-1-15,-2-1 4 0,-1-2 1 0,2 0-2 16,-3-1 1-16,3 0-3 0,-3-1-5 16,4-2-10-16,-1-1-32 0,-3-1-67 0,6-2-73 15,-9 3-30-15,0 4 21 0</inkml:trace>
  <inkml:trace contextRef="#ctx0" brushRef="#br0" timeOffset="150812.78">4369 16614 1201 0,'0'0'-52'0,"0"0"-21"0,0 0 32 0,0 0-5 16,0 0-30-16,0 0-3 0,0 0 7 0,0 0 15 16,0 0 10-16,0 0-4 0,0 0-3 15,0 0-1-15,0 0 11 0,-108-119 11 0,108 101 8 16,3 1 11-16,1 0 8 0,3-2 6 0,-1 3 3 15,5 1 2-15,2 1 4 0,0-1-2 16,0 2 1-16,3 0 2 0,1 1-2 0,0 2-1 16,2 3-2-16,1 0-1 0,-1 4 0 0,1 2 0 15,1 1 0-15,-4 0 2 0,1 2 1 16,1 6 3-16,-2 2 3 0,-2 4 8 0,1 4 2 16,-5 1 1-16,1 4-5 0,-3 3-7 0,-1 0-12 15,-6-1-4-15,1-1 1 0,-3-1 4 0,0-2 11 16,-5-2 7-16,-4 0 1 0,-2-2 1 0,-4 0-1 15,1-3-3-15,-4-1 0 0,6-2-1 0,-3-4-10 16,6-1-10-16,0-4-30 0,2-2-54 16,1 0-91-16,2-2-10 0,3-2-48 0</inkml:trace>
  <inkml:trace contextRef="#ctx0" brushRef="#br0" timeOffset="151776.07">4895 16659 126 0,'0'0'-31'0,"0"0"19"15,0 0 22-15,0 0 4 0,0 0 6 0,0 0 3 16,0 0-10-16,0 0-14 0,0 0-8 0,0 0-2 16,0 0-1-16,0 0 6 0,0 0 3 15,0 0-1-15,-9-116 10 0,11 91 6 0,0-1 5 16,3 1 7-16,-1-1 4 0,-3 0 5 0,6 1 2 16,-3-2 2-16,4 1 2 0,1-1 0 0,2 2-4 15,-1 3-3-15,7 3-8 0,-3 2-6 16,4 3-10-16,-2 2-1 0,2 2-5 0,0 4-3 15,3 0-3-15,-1 4 0 0,-1 1-6 0,0 1-3 16,-2 0-3-16,1 7-4 0,0 1-5 16,-5 4 2-16,-1 2-4 0,0 1-4 0,-7 2-1 15,0 3-4-15,-4-1 3 0,-1 2 12 0,-5 0 11 16,-3-1 12-16,-5-1 17 0,1-1 25 0,-5-1 35 16,3-3 41-16,-3-3 36 0,5 0 13 15,-1-2-4-15,2 0-32 0,2-2-38 0,2 0-40 16,0-1-43-16,3 1-23 0,3 1-17 0,1 1-6 15,0 3 1-15,0 1 3 0,2-1 3 0,7 2-1 16,-2-1 4-16,0 0 0 0,3-3 1 16,1 0-3-16,1-1-3 0,1-2-6 0,-1 0-5 15,-1-1-6-15,5-1-5 0,-4-2-3 0,0 1 2 16,-2-2-3-16,0 0 7 0,0-1 10 0,-3-1 10 16,-2 0 14-16,3 0 8 0,-2 0 5 0,-1 0 3 15,1 0 3-15,-2 0 8 0,-1 0 11 16,3 0 8-16,-2-2 10 0,3-3 11 0,2 1 2 15,-1-4-2-15,2-2-6 0,1-2-11 0,0-2-13 16,2-2-9-16,2-2-5 0,0-1-7 0,1-3 2 16,1-1-6-16,0-2-1 0,0-1-5 15,-3-1-4-15,2 0 4 0,-2 0 2 0,-3 0 3 16,-1-1 7-16,-1 2-2 0,-3 2 5 0,-3 2 5 16,-2 2 7-16,-1 5 17 0,0 4 19 15,-2 4 14-15,-3 2 6 0,1 1 0 0,-3 3-11 16,3 0-8-16,-3 1-9 0,3 0-9 0,-2 1-13 15,4 2-15-15,-3 1-15 0,2 0-11 0,2 2-8 16,1 0-8-16,0 1 2 0,0-1 3 16,0 1-1-16,1 2 6 0,4-2-1 0,-1 1 2 15,4-1-2-15,0-2-2 0,-2-2-2 0,5 0-3 16,1-3 2-16,2 0-1 0,0-6-4 0,3-2-3 16,2-3-13-16,-5-2-10 0,5-1-10 0,-5-1-9 15,1 0-5-15,-3 1 1 0,-2 0 8 0,0 3 16 16,-3 2 22-16,-4 1 20 0,1 3 23 15,-2 1 29-15,-2 1 24 0,0 3 13 0,-5 0 7 16,1 0-12-16,-2 0-11 0,-4 3 2 0,2 4-4 16,-1 1-2-16,-1 3-1 0,1 3-6 15,-1 2-8-15,1 3-14 0,0 1-10 0,-1 3-6 16,0 2-9-16,0 3-4 0,1 3-2 0,0 2-6 16,0 1 4-16,3 1-6 0,0 0 1 0,0 1-4 15,2-3 0-15,3-2-3 0,0-2-6 16,1-6-18-16,0-3-48 0,1-6-72 0,4-5-64 15,0-4-16-15,-3-3 66 0</inkml:trace>
  <inkml:trace contextRef="#ctx0" brushRef="#br0" timeOffset="152065.91">5800 16449 2287 0,'0'0'-39'0,"0"0"-21"0,0 0-6 16,0 0-12-16,0 0 15 0,0 0 25 0,0 0 1 16,0 0 3-16,0 0-1 0,42 121 5 0,-20-108-8 15,5-3-16-15,-4-2-38 0,9-3-38 16,-3-4-17-16,1-1-24 0,-1 0 22 0,0-6 9 15,-2-2 3-15,0-1-3 0,-3-2-28 0,-3-2-2 16,-2-1 23-16,-1 1 50 0,-5-2 70 0,-3-1 27 16,2 0 0-16,-6 4 0 0,-3 3 0 0</inkml:trace>
  <inkml:trace contextRef="#ctx0" brushRef="#br0" timeOffset="152439.87">6238 16391 0 0,'0'0'0'0,"0"0"0"0,0 0 0 16,0 0 28-16,0 0 29 0,0 0 26 0,0 0 32 15,-131-115 22-15,112 108 3 0,5 3-16 0,-3 4-7 16,6 0-16-16,-2 0-20 0,3 1-16 15,2 4-29-15,-1 0-30 0,6 0-15 0,1 2-11 16,0-1-9-16,2 0-3 0,0-1-3 0,3 2 1 16,1 0 5-16,5-1 4 0,0 0 5 0,2-1-2 15,1-3 2-15,3-2 1 0,0 0 2 16,1-4 0-16,-1-4-5 0,1-2-8 0,-1-2-3 16,0-2 0-16,-2-1 4 0,-2-1-1 0,-3 3-2 15,-3-1 5-15,-1 1 5 0,-2 2 19 0,-2 0 11 16,-2 1 8-16,-4 1 9 0,-2-1 5 15,-2 0 7-15,-3 1 8 0,1 0-3 0,-1 0 8 16,-2 1-3-16,2 1 9 0,-2 1 7 0,2 0-1 16,0 2-2-16,0 0-9 0,2 1-9 15,1 0-4-15,3 2-1 0,0-1-3 0,3 1-4 16,-2-1-5-16,4 1-12 0,1 1-6 0,0 0-12 16,1 0-14-16,0 0-21 0,0-1-13 0,0 1 0 15,2 0 12-15,3-1 20 0,2 1 19 0,2-1 7 16,1-2 5-16,2 1-2 0,3-1-4 15,-1 0 0-15,0-1-5 0,3 0-5 0,-1 0-5 16,-1-1-13-16,3 1-28 0,-3 0-39 0,1 2-76 16,-3 1-74-16,-3 0-14 0,-2 1-13 0</inkml:trace>
  <inkml:trace contextRef="#ctx0" brushRef="#br0" timeOffset="152857.9">6402 16647 878 0,'0'0'-88'0,"0"0"3"0,0 0 46 0,0 0-8 16,0 0-32-16,0 0-31 0,0 0-31 0,0 0 12 16,0 0 33-16,128-10 32 0,-111-12 64 0,-2-4 0 15,-2-3 0-15,0-3 0 0,-3-1 0 0,-3 0 0 16,-3 1 0-16,-1 1 0 0,-3 1 0 16,0 1 0-16,0 0 0 0,-3 2 0 0,-1 0 10 15,1 6 13-15,-1 3 39 0,0 6 53 0,1 7 41 16,-1 2 4-16,2 3-39 0,0 0-62 0,0 6-50 15,-1 5-24-15,2 3-1 0,1 4 6 16,0 3 7-16,1 1 3 0,5-1-7 0,1-1-11 16,3-4-8-16,0-3-9 0,1-4-5 0,5-5 8 15,-1-4 6-15,4-2 2 0,0-9-1 0,0-5-24 16,1-6-51-16,-1-3-4 0,0-3 5 16,1 0 17-16,-7 7 78 0,-7 7 4 0</inkml:trace>
  <inkml:trace contextRef="#ctx0" brushRef="#br0" timeOffset="154045.93">6513 16669 1050 0,'0'0'43'0,"0"0"-6"16,0 0-1-16,0 0-27 0,0 0-17 0,0 0-6 15,0 0-11-15,0 0-17 0,0 0-10 16,0 0-2-16,0 0 4 0,0 0 19 0,-33-29 17 15,37 17 4-15,1 0 9 0,-1-3 3 0,0 0 7 16,0-4 1-16,1-1 5 0,0-1 1 0,-2-3 1 16,3 0-3-16,-2-1-3 0,0-3-1 15,1 2 1-15,0-2-3 0,0 0 4 0,-1-3-6 16,2 3 1-16,-1 1-3 0,0 3-2 0,1 4 5 16,-2 5-3-16,0 5 0 0,0 5-8 0,-1 1-9 15,0 2-2-15,3 2-1 0,-4 0 13 0,6 6 12 16,-2 4 4-16,2 2 5 0,0 7-5 15,2 3-2-15,0 4-8 0,1 2-3 0,1 2-5 16,2-1-6-16,-1-2-6 0,-1-1-9 0,5-4-9 16,-4-1-10-16,-1-6-7 0,3-5-4 0,-3-3-5 15,2-4 12-15,-2-3 13 0,1-3 18 0,-3-6 17 16,-2-3 2-16,0-5 4 0,0-3 2 16,-4-1 0-16,0-3 10 0,-3-2-1 0,-1-2 5 15,0-1 8-15,-2 1 5 0,-3 2 5 0,-3-1 1 16,1 2-5-16,-1 0-11 0,2 2-12 15,1 0-16-15,-1 1-19 0,2 2-27 0,3 3-65 16,0 2-104-16,1 3-53 0,0 5 21 0</inkml:trace>
  <inkml:trace contextRef="#ctx0" brushRef="#br0" timeOffset="158292.79">6705 14958 0 0,'0'0'12'0,"0"0"8"0,0 0-10 16,0 0-3-16,0 0-5 0,0 0 3 16,0 0 0-16,0 0-2 0,0 0-1 0,0 0-3 15,0 0 1-15,0 0-1 0,-121-14 2 0,115 14 0 16,2 1-3-16,1-1 2 0,1 0 1 0,1 0-1 16,0 0-1-16,1 0-1 0,0 0 1 15,0 0-2-15,0 0 0 0,0-1 3 0,0-2 1 16,0 0-2-16,0-2 4 0,0 2-2 0,0 0 0 15,0 1 3-15,0-2-2 0,-3 2 1 0,1-2-1 16,-2 2 3-16,0 0-2 0,1-1 3 16,-3 0 4-16,4 0 3 0,-1 1 5 0,-2 0 5 15,3-1 3-15,-1 1-3 0,1 0-3 0,1 1-7 16,0 0-4-16,1-1-2 0,0 1-4 0,0-1-2 16,0 0-4-16,0-2-3 0,0-1 4 0,0 0 0 15,0-2 2-15,1 1 4 0,0 1 1 16,1-1 6-16,-2 1 11 0,0 2 13 0,0-1 18 15,0 2 10-15,0 1 8 0,0-1-1 0,0 1-6 16,0 1-7-16,0-1-12 0,0 1-15 0,0 0-19 16,0 0-19-16,0 0-16 0,0 0-7 15,0 0 7-15,0 0 7 0,3 2 14 0,-1 4 8 16,4 0 1-16,-2 2 1 0,1 2 4 0,1 2 0 16,2 2 1-16,2 3-2 0,-1 3-2 15,2 1-2-15,1 5 0 0,-1 2-3 0,4 5 0 16,-2 1-3-16,2 1-1 0,-1 1 0 0,-2-1-2 15,-1 1-3-15,1-3 2 0,-4 1-1 0,4-2-1 16,-5-2 3-16,1-1 0 0,-1-3 0 0,0-2 0 16,1 0 2-16,-3-4 1 0,3-1-1 15,-2-1 0-15,-1-3 0 0,-3-1-1 0,2-4-2 16,-2-2-2-16,0-3-1 0,-2-3-3 0,0-1 5 16,0-1 1-16,0 0-3 0,0-3-15 0,-4-5-14 15,-2-4-13-15,0-4-4 0,-4-3 6 16,1-6 11-16,-2 0 15 0,-3-3 16 0,1-1 16 15,-4-2 11-15,2 1 4 0,-4-3 6 0,3 1-5 16,-1 0-2-16,-1-2-7 0,2 2-3 0,0-1-4 16,1 0-1-16,0 0 2 0,3 2-1 15,-1 2-2-15,3 4-4 0,3 3-9 0,0 2-5 16,4 3-10-16,2 2-8 0,-1 1-7 0,2 3-7 16,0 2 0-16,0 2-3 0,3 2-1 0,0 1 0 15,0 0-1-15,1 2 2 0,-1 1 5 16,1 0 7-16,0 1 8 0,-1 0 11 0,2 0 9 15,-3 0 1-15,1 0 5 0,-3 0-1 0,3 0 2 16,0 1 1-16,-2 0 8 0,0 0 6 16,0-1 8-16,1 1 9 0,0 0 8 0,2 2 0 15,-2-2 1-15,2 1 0 0,1 1-7 0,0-1-6 16,1 0-7-16,3 1-3 0,-1 0 1 0,3 0 7 16,1 2 6-16,3-1 2 0,2 1-3 0,3 0-10 15,3 0-3-15,2 1-3 0,0 0-1 0,5 1 0 16,4 0-6-16,1 0-2 0,3-1-1 15,-1 2-1-15,1 2 0 0,5-1-1 0,-3 1-2 16,0 2-5-16,2-1 0 0,-4 1-3 0,-1 2-3 16,-5-1 3-16,-2-1-4 0,-3-1 0 0,-2-1 1 15,-3-1 1-15,-4-2 5 0,-4-2 3 16,-4-1 2-16,-3-1 9 0,-4-1 15 0,-2-1 33 16,-1 0 16-16,0 0 4 0,-5 3-13 0,-3 0-26 15,-4 3-13-15,-2 1-1 0,-1 3 3 16,-3-1-2-16,-3 3-2 0,0-1-4 0,-1 2-6 15,-1 1-5-15,-2 0-5 0,-3 2-2 0,2 0-2 16,-5 2-1-16,-2 0-1 0,0 1 1 0,-2 0 2 16,2-1 1-16,-1 1 7 0,3-2 1 15,1-1 2-15,1-1-2 0,6 0-3 0,1-2-1 16,4-3-3-16,5 0-3 0,1 0-6 0,4 0-11 16,1 0-9-16,3-1-3 0,0 1-5 0,1 1 3 15,3 0-2-15,0-1-4 0,0-2-2 16,0-1-1-16,5-1 0 0,-1-1 4 0,0-2 5 15,1 1 4-15,-1-3 2 0,1 1 1 0,-1-2-1 16,2 0-1-16,-2-1 3 0,2 0 5 0,-4-1 6 16,4-3 7-16,-3 0 3 0,0-2 6 0,0-1 3 15,0-1 3-15,-2-1 0 0,0-1 1 0,-1-1-3 16,0-2 0-16,0 1-4 0,0-2 2 16,0 1-7-16,-1-2 5 0,-1 3-4 0,0-1 0 15,-1-1 1-15,0-1-1 0,2 0-1 0,-3-1 0 16,0-1 0-16,2-3-3 0,-2 0 2 15,0-3 3-15,0-2-2 0,-4 0 3 0,0-3-2 16,1 0-4-16,0-2 1 0,-3-1 0 0,0-1 2 16,0 2 4-16,-4-1 3 0,1 3 7 15,0 1 3-15,2 6 7 0,0 1 5 0,-1 4-10 16,5 1-5-16,-1 2-6 0,1 2-2 0,1 0-1 16,1 3-1-16,1 0-7 0,2 3-6 0,0-1-4 15,2 1-5-15,0 1-3 0,0-1-4 16,0 0 1-16,0 2 0 0,4-2 1 0,0 2 3 15,1 0-1-15,-2 1-1 0,5 0 0 0,-5 0 2 16,3 1 1-16,-3 1 5 0,1 0 5 0,-1 0-1 16,-2 0 6-16,2 0 2 0,-3 0 6 0,0 0 5 15,0 1 3-15,0 1 6 0,0-1 1 16,0 1-1-16,0 0-4 0,-1 2-5 0,-1-1-3 16,-2 2-5-16,1-1-1 0,1-1-1 0,0-1 0 15,0 1-3-15,1-2 2 0,1 0-7 0,0-1-8 16,0 1-4-16,0 0 1 0,0 1 4 0,4 0 8 15,1 0 5-15,2 2 1 0,3 0 4 16,1 0 0-16,3 0 0 0,3 1 2 0,3-2 4 16,2 2 0-16,5-1 3 0,4 0-3 0,2-1-3 15,5 1-2-15,0-1-1 0,0 2-1 16,2-2-3-16,0 3-3 0,0-1-7 0,-3 0-2 16,-3 2-1-16,-1-1-1 0,-2 1 4 0,-4 1 0 15,-4-1 1-15,0 0 4 0,-5 0 2 16,0 0 2-16,-6 0 2 0,1 2 0 0,-6 0 5 15,1-1 2-15,-6 1 7 0,1 1 7 0,-3-2 2 16,0 3 8-16,-2 0-4 0,-3 1-3 0,-3 1-2 16,-1-1-4-16,-2 2-5 0,-3-1-2 0,-3 1-3 15,2-2-7-15,-4 2 0 0,-2-1 1 0,0 0-3 16,-4 0 4-16,-1 0-2 0,-2 2 2 0,-2-1 0 16,0 0 5-16,0 0 4 0,2 0 0 15,3 0-4-15,-1-1-4 0,5 0 1 0,-1 0-2 16,6-1-2-16,3-1-7 0,3 0-15 0,1-2-11 15,4 1-21-15,2-1-37 0,3 2-86 16,0-3-109-16,0-2-389 0</inkml:trace>
  <inkml:trace contextRef="#ctx0" brushRef="#br0" timeOffset="159468.94">6686 14973 34 0,'0'0'15'16,"0"0"-8"-16,0 0-1 0,0 0-1 0,0 0-2 16,0 0 0-16,0 0-1 0,0 0 1 0,0 0 1 15,0 0-2-15,0 0 7 0,0 0 6 0,0 0 13 16,0 0 13-16,-51-107 11 0,49 102 4 16,-1 1-2-16,1 1-8 0,-1 1-11 0,3 0-12 15,0 2-15-15,0 0-18 0,0 0-7 0,0 0 0 16,0 1 8-16,3 5 14 0,1 3 12 0,0 4 4 15,3 6-4-15,0 3-3 0,2 4-6 0,0 5-5 16,1 5-4-16,1 1-5 0,-1 2 0 16,-2 0 1-16,1-1-2 0,-4-1 3 0,0-2 0 15,-2 1 4-15,-1-1-1 0,0-2 6 0,-2-3 0 16,0-1-2-16,0-5 2 0,0-4-3 0,0-6 3 16,-3-3 6-16,2-5 10 0,1-4 7 0,-2-2 3 15,1 0-6-15,-1-5-16 0,-2-4-13 16,0-3-15-16,-1-3-6 0,1-6 0 0,-2-5 3 15,2-2 0-15,-3-3 7 0,0-4 6 0,-2 1 7 16,0-1 7-16,-3 1 3 0,1-1 1 16,-2 0 0-16,1 1 2 0,1-1-2 0,0 2-4 15,1 0 0-15,2 3-3 0,0 2 0 0,2 4 5 16,1 2 6-16,3 6 5 0,-1 5 0 16,2 2-6-16,0 6-23 0,1 1-16 0,0 0-10 15,3 1 1-15,3-1 12 0,2 1 15 0,2-2 4 16,1 1 2-16,3 1 0 0,0 1 4 0,1 0 5 15,2 0 5-15,2 0 6 0,3 1 6 16,1 3 6-16,1-1 2 0,3 1 6 0,1 0-5 0,2 1-10 16,1 1-4-16,3 0-10 0,-1-2 0 15,2 1 1-15,1 1-1 0,-2 0-4 0,3 0-3 16,-4 0-4-16,0-1-2 0,-3 2 0 0,-2-1 1 16,-4 2 0-16,-3-1 0 0,-3 1 1 0,-3 0 3 15,-1 1 3-15,-5-1 3 0,-3 1 7 16,-2-1 7-16,-2 0 11 0,-2-1 13 0,0 3 6 15,-2 0 2-15,-6 1 0 0,-1 3-5 0,-3-1-2 16,-1 3-2-16,-4 1-3 0,2-1-5 0,-5 0-9 16,-1-1-9-16,-1 1-12 0,-1 0-6 15,1 1-14-15,2 1-19 0,-1-1-29 0,2 1-54 16,4 2-90-16,5-5-48 0,4-6-253 0</inkml:trace>
  <inkml:trace contextRef="#ctx0" brushRef="#br0" timeOffset="-209255.97">8732 13778 23 0,'0'0'23'0,"0"0"-26"0,0 0-34 15,0 0 31-15</inkml:trace>
  <inkml:trace contextRef="#ctx0" brushRef="#br0" timeOffset="-208312.07">8617 13749 0 0,'0'0'0'0,"0"0"0"0,0 0 0 16,0 0 0-16,0 0 0 0,0 0 0 0,0 0 30 15,0 0-10-15,0 0-7 0,0 0-3 0,0 0-5 16,0 0 1-16,0 0 2 0,0 0-4 16,36-1 3-16,-29 0-5 0,1 1 1 0,0 0 0 15,0-1 2-15,3-1-3 0,-1 1 0 0,0 0-1 16,1-1-1-16,0 1 2 0,2-1 0 0,-1 1-2 15,1 0 2-15,2-1 0 0,-3-1 1 0,4 2 1 16,-2-2 0-16,2 1-1 0,0-1 0 0,2 0-2 16,-1 1 1-16,2-2-2 0,-2 2 0 15,2 0-2-15,0 1 2 0,0-2-1 0,0 2 2 16,3 0 0-16,-2 1-1 0,2 0 0 0,0 0 0 16,-2 0 1-16,5 0 1 0,-2 0-1 15,0 0 0-15,-2 0 0 0,3 0 0 0,0 0-1 16,-1 0 1-16,1 0 0 0,1 1-1 0,-2-1 1 15,1 1-1-15,0 0 0 0,-3 1 0 0,0-1-1 16,1 1 2-16,0-1-1 0,0 0 0 16,2 1 0-16,-2-1 1 0,-1 0-1 0,3 0 0 15,0 0 0-15,-3-1 0 0,1 1-2 0,2 1 2 16,-1-1 0-16,-1 1 0 0,0 0 1 16,1 1-1-16,0-2 1 0,-1 3-1 0,0-1 0 15,-1 2 0-15,-1 0 0 0,0-1 1 0,0 1-1 16,-1 0 1-16,-1-1 0 0,2 0 0 0,0 0 0 15,1 1-1-15,1 0 0 0,-1 0 0 0,0 1 0 16,1 0 0-16,-2-1-1 0,1 2 2 16,0-1-2-16,1 1 1 0,0 0 0 0,2-1-2 15,-1 0 1-15,1 1 1 0,2-1-2 0,1 0 1 16,-1-1 0-16,3-1-2 0,-1 0 4 0,1-1 2 16,1-2-1-16,2 2 2 0,0-3-3 0,0 0 0 15,5 0-1-15,-3 0 1 0,-1 0-1 16,4 0 0-16,-1 0 2 0,0-1-2 0,1-2 1 15,-3 2-1-15,2 0-1 0,-3 0-1 0,0 0 1 16,-2 1 0-16,1-2 0 0,3 2 2 16,-3-1-3-16,-1 0 4 0,1 0-1 0,-1-1 0 15,0-1 1-15,1 2-1 0,-1-1 0 0,3 1 0 16,-4-1 0-16,0 2 0 0,-2-1-1 0,2 1 2 16,-2 0-1-16,2 0 0 0,-3 0-1 15,-1 1-1-15,2 1 0 0,-2 0 0 0,-3 0 1 16,-1-1-2-16,0 1 2 0,-1 0 0 0,0-1 0 15,-2 0 3-15,0 0-4 0,0-1 0 0,-2 2 1 16,-2-2-6-16,1 0 5 0,-2 1 2 0,-2-1-1 16,2 0 0-16,-2 0 1 0,-1 0 0 15,-1 0-1-15,-1 0 3 0,-3 0-4 0,1 0 0 16,-4 0 1-16,2 0-3 0,-2 0 3 0,-3 0 1 16,0 0 2-16,1 0 5 0,-1 0 9 0,0 0 14 15,0 0 21-15,0 0 11 0,0 0-1 0,0 0-13 16,0 0-22-16,0 1-20 0,0-1-9 15,-1 1-7-15,1 0-4 0,-2 0-6 0,0 1-8 16,1-1-10-16,-3 0-11 0,3 0-8 16,1 0-1-16,0-1 4 0,0 1-113 0</inkml:trace>
  <inkml:trace contextRef="#ctx0" brushRef="#br0" timeOffset="-204514.02">9784 14710 745 0,'0'0'100'0,"0"0"-122"0,0 0-41 16,0 0-105-16,0 0-22 0,0 0-212 0</inkml:trace>
  <inkml:trace contextRef="#ctx0" brushRef="#br0" timeOffset="-196116.02">9551 14885 157 0,'0'0'5'0,"0"0"-10"0,0 0 0 15,0 0 6-15,0 0-3 0,0 0 0 0,0 0 2 16,0 0-3-16,0 0 2 0,127-10 1 0,-107 10 1 16,6 0-1-16,1 0 1 0,1 0 1 15,5 0 0-15,1 0 3 0,0 0-2 0,5 3 2 16,0-1 1-16,2 2-4 0,2-1 0 0,4 3 0 16,-3 0-3-16,6 2 2 0,1 0-4 0,0 2-1 15,4-1-4-15,2 1-4 0,-14-3-31 0,-13-3-63 16</inkml:trace>
  <inkml:trace contextRef="#ctx0" brushRef="#br0" timeOffset="-188669.99">771 13426 155 0,'0'0'-4'0,"0"0"1"0,0 0 4 0,0 0-2 16,0 0-2-16,0 0-2 0,0 0 1 0,0 0 2 16,0 0 0-16,0 0 1 0,0 0-2 0,0 0 0 15,-59-76 1-15,59 71 0 0,0 1 0 16,0 3-3-16,0 1-1 0,0 0 2 0,0 1-1 16,0 8 5-16,3 2 1 0,0 7 2 0,1 4 1 15,-2 6 1-15,3 7 3 0,-1 3 1 16,1 6 1-16,-1 5 1 0,3 2 0 0,-3 0-2 15,1 3-1-15,0 0-4 0,-1-1-3 0,0-2 2 16,-1-5-1-16,1-4 4 0,-2-8 0 16,-2-5 5-16,0-10 7 0,0-5 15 0,0-6 20 15,0-4 14-15,0-3 5 0,0-1-7 0,0 0-23 16,0-5-23-16,0-5-14 0,0-6-12 0,-1-9 2 16,-2-6-1-16,-2-4 2 0,3-5 1 0,-2-3 3 15,1-3 4-15,-1-1 4 0,-1-2 2 0,2 0 3 16,1-2 3-16,-2 0 1 0,4-2 1 15,0 2 4-15,0 2 3 0,0 2 4 0,5 5 1 16,0 2-6-16,4 3-6 0,-1 3-9 0,5 3-5 16,-1 5-2-16,1 1-3 0,-1 5 0 0,1 3-1 15,-3 2-4-15,1 4-1 0,1 1-4 16,1 4-3-16,0 3 1 0,-1 2-2 0,-2 1-1 16,0 0 1-16,1 4 3 0,-1 4 5 0,-4 1 8 15,-1 3 5-15,0 3 7 0,-2 1 6 0,-3 5 4 16,0 2 3-16,-8 1 0 0,-3 2 1 15,0 2-2-15,-6 0 0 0,3-2 2 0,-5-1 0 16,1 0-5-16,4-4-6 0,-3-1-11 0,5-2-12 16,-1-3-23-16,0-2-39 0,4-3-64 15,3-1-78-15,1-4-31 0,1-1-43 0</inkml:trace>
  <inkml:trace contextRef="#ctx0" brushRef="#br0" timeOffset="-188237.01">1089 13518 1416 0,'0'0'36'0,"0"0"-58"0,0 0-17 0,0 0-5 16,0 0-2-16,0 0 14 0,0 0 9 0,0 0 12 15,0 0 5-15,0 0 0 0,0 0 4 0,0 0-2 16,0 0 1-16,133 2-3 0,-113 5-13 0,-2-1-26 16,3 1-43-16,-5-1-43 0,0-1-37 15,0 0-38-15,-3-2 17 0,-2 0 36 0,-1 0 16 16,-5-2 65-16</inkml:trace>
  <inkml:trace contextRef="#ctx0" brushRef="#br0" timeOffset="-188031.87">1139 13826 851 0,'0'0'85'0,"0"0"-30"0,0 0-22 0,0 0-63 16,0 0-24-16,0 0 2 0,0 0 15 0,0 0 33 16,0 0 8-16,0 0-1 0,0 0-6 0,0 0-26 15,0 0-51-15,81-5-72 0,-66 2-35 0,-1 1 3 16,-6 0-35-16</inkml:trace>
  <inkml:trace contextRef="#ctx0" brushRef="#br0" timeOffset="-187672.73">1703 13733 870 0,'0'0'102'0,"0"0"-16"0,0 0-10 15,0 0-30-15,0 0-28 0,0 0-6 0,0 0-5 16,0 0-4-16,0 0 0 0,0 0-8 0,-67-124-5 16,68 99-9-16,9 1-5 0,-1 3-4 0,2 1-3 15,1 3 1-15,2 3-3 0,1 2 3 0,-2 3 2 16,4 2-1-16,-2 4 4 0,1 0-6 16,-4 3 0-16,4 0 6 0,-4 6 8 0,-3 1 10 15,3 3 7-15,-2 3 9 0,-3 1 2 0,-4 3 7 16,-1 3 3-16,-2 0 5 0,0 5 2 0,-4-2 3 15,-5 1 3-15,-2-1 0 0,-5-2 3 0,3-1 1 16,-2-2 4-16,1-4 8 0,2-1-8 16,0-4-15-16,3-2-25 0,0-2-53 0,6-2-93 15,-1-1-152-15,3-2-483 0</inkml:trace>
  <inkml:trace contextRef="#ctx0" brushRef="#br0" timeOffset="-185975.03">3028 13750 227 0,'0'0'251'0,"0"0"-184"0,0 0-37 0,0 0-12 15,0 0-25-15,0 0-10 0,0 0-15 16,0 0-10-16,0 0 7 0,0 0 12 0,0 0 22 16,0 0 19-16,-1-29 3 0,6 12-5 0,2-3-7 15,2-1-6-15,0-3-2 0,0-1-1 0,-3-1 0 16,4-1 1-16,-2 3-3 0,-1 1-4 16,-3 0-9-16,1 1-21 0,-3 1-27 0,-2 2-8 15,0 1 5-15,-6 1 21 0,0 5 32 0,-3 3 22 16,-3 2 19-16,-2 2 26 0,2 3 19 0,-1 2 9 15,-2 0-5-15,4 1-21 0,0 5-22 0,0 1-21 16,8 0-17-16,-2 0-15 0,5 2-7 16,0-1-7-16,7 0 7 0,4 0 9 0,0-1 3 15,7-2 9-15,0-1-3 0,3-1-7 0,3-2-21 16,0 0-26-16,2-1-13 0,2 0 3 0,-3-4 23 16,3 1 25-16,-5-2 15 0,1 1 3 15,-2-1 3-15,-3 1 1 0,-4 2 1 0,1 1 2 16,-4 1 2-16,-3 0 3 0,-3 1 5 0,-1 5 11 15,-3 1 25-15,-2 3 17 0,0 4 9 0,-4 3-3 16,-3 5-15-16,-3 3-11 0,1 3-3 16,-1 3-4-16,-2 4-2 0,2-3-2 0,0 0-4 15,0-1-3-15,1-3 0 0,5-4-4 0,-2-3-4 16,5-5-7-16,1-2-11 0,0-5-9 16,1-2-6-16,6-1 2 0,-1-2 2 0,6-1 3 15,1-2 0-15,-1-1-6 0,5 0-16 0,-2-6-28 16,4-2-42-16,-1-3-36 0,-4 3 6 0,-5 2-120 0</inkml:trace>
  <inkml:trace contextRef="#ctx0" brushRef="#br0" timeOffset="-185702.02">3702 13493 1730 0,'0'0'-6'0,"0"0"-63"0,0 0-18 0,0 0 1 15,0 0 28-15,0 0 36 0,0 0 15 0,0 0 6 16,0 0-4-16,0 0-2 0,0 0-25 0,0 0-45 15,0 0-59-15,102 0-58 0,-85-3-61 0,-5 1 9 16,-2 0 13-16,-1 0 24 0</inkml:trace>
  <inkml:trace contextRef="#ctx0" brushRef="#br0" timeOffset="-185486.9">3708 13689 1215 0,'0'0'145'0,"0"0"-75"0,0 0-34 0,0 0-33 16,0 0-23-16,0 0-3 0,0 0 1 16,0 0 3-16,0 0-8 0,0 0-7 0,0 0 3 15,0 0 7-15,0 0 17 0,0 0 11 0,-2 13 2 16,13-13 0-16,1 1-2 0,2-1 0 0,1 0-2 16,0 0-9-16,1-1-21 0,3-1-39 15,-2-3-56-15,2 1-58 0,0-1-60 0,1 0 9 16,-8 1 40-16,-3 2-25 0</inkml:trace>
  <inkml:trace contextRef="#ctx0" brushRef="#br0" timeOffset="-184971">4228 13662 1419 0,'0'0'116'0,"0"0"-45"0,0 0-31 0,0 0-54 16,0 0-31-16,0 0-2 0,0 0 5 0,0 0 22 16,0 0 22-16,0 0-5 0,0 0-23 15,0 0-36-15,57-141-42 0,-42 113-36 0,3 0-13 16,-4 4 14-16,3 3 31 0,-5 5 32 0,-1 5 24 15,-1 4 12-15,-2 4 5 0,-2 3 8 0,-2 0 20 16,-3 4 29-16,1 5 29 0,0 2 23 0,-2 3 7 16,2 1-6-16,-2 1-7 0,0 0-7 15,0 0-7-15,0-2-9 0,0-1-7 0,0-4-11 16,0-1-7-16,0-3-9 0,0-3-9 0,3-1-1 16,-1-1-1-16,5 0 7 0,-1 0 6 0,0 0-1 15,5-4 0-15,-2-2-7 0,1-2-8 0,1-2-11 16,0-1-8-16,-1 0-9 0,1-2-2 15,-1 0 2-15,-1 1 3 0,0 1 6 0,0 2 7 16,-3 0 1-16,0 3 3 0,-4 2-4 0,2 2 4 16,-4 2 18-16,0 0 28 0,0 5 19 0,0 5 6 15,0 4-3-15,-1 3-16 0,-4 5 0 16,1 1 1-16,-2 1 0 0,3 1-4 0,-3-3-5 16,3-1-6-16,0-2-6 0,3-5-12 0,0-1-12 15,0-3-13-15,4-4-12 0,5 0-14 16,0-2-25-16,0-2-44 0,3-2-60 0,0 0-101 15,-3-2-17-15,-1-2-156 0</inkml:trace>
  <inkml:trace contextRef="#ctx0" brushRef="#br0" timeOffset="-184755.04">4814 13459 1135 0,'0'0'101'15,"0"0"-86"-15,0 0-22 0,0 0-3 0,0 0 10 16,0 0 20-16,0 0 8 0,0 0 2 0,0 0-4 16,0 0-10-16,0 0-8 0,0 0-5 0,0 0-3 15,0 0-4-15,71 47-3 0,-57-46-8 16,2 0-14-16,-3-1-25 0,5 0-43 0,-5 0-68 16,5-2-83-16,-6-3-13 0,-1 1-27 0,-3 2 91 0</inkml:trace>
  <inkml:trace contextRef="#ctx0" brushRef="#br0" timeOffset="-184601.02">5100 13343 175 0,'0'0'101'0,"0"0"-1"0,0 0-14 0,0 0-27 16,0 0-18-16,0 0-9 0,0 0-7 15,0 0-9-15,0 0-8 0,0 0-6 0,0 0-4 16,119-118-7-16,-114 118 1 0,1 0 6 0,-3 8 9 16,2 3 11-16,-3 4 7 0,0 3 3 0,-2 4-3 15,0 2-3-15,0 1-4 0,-2 1-10 0,0-2-11 16,-2 0-37-16,3-3-71 0,1-6-64 0,0-5-271 15</inkml:trace>
  <inkml:trace contextRef="#ctx0" brushRef="#br0" timeOffset="-172249.08">9655 16179 466 0,'0'0'61'16,"0"0"-15"-16,0 0-6 0,0 0-6 0,0 0-6 15,0 0-2-15,0 0-12 0,0 0-19 0,0 0-21 16,0 0-21-16,0 0-7 0,0 0 4 16,-87-79 10-16,100 61 6 0,1-1-3 0,4 0-16 15,1 2-12-15,-1 1-4 0,-1 2 7 0,2 1 19 16,-1 4 17-16,-1 1 7 0,-2 3-2 0,4 1-5 15,-7 2 0-15,1 2 14 0,-2 0 12 0,-2 2 0 16,-1 5 0-16,-1-2 6 0,-5 1 13 16,1 1 2-16,-1 1 2 0,-2 3-1 0,0-1 0 15,-5 0 18-15,2 1 19 0,-4-1 26 0,-3-2 27 16,2-1 3-16,-1-1-7 0,-1 1-10 0,-2-2-2 16,2 1-6-16,-2 0-3 0,2-3-7 0,2 1-26 15,1-2-17-15,1-1-12 0,1 1-12 16,2-1-8-16,1-1-16 0,2 0-24 0,0 0-23 15,0 0-7-15,0-3 7 0,0 0 17 0,2-2 19 16,3-2 6-16,-2 0-3 0,0 1 2 16,2-1 1-16,-3 1 3 0,-1 1 7 0,0 2 3 15,0 1 2-15,0-1 5 0,-1 3 5 0,0 0 7 16,0 0 6-16,0 0-3 0,0 0-7 0,0 1-12 16,-1 2-10-16,-1 0-3 0,0 1 2 15,-3 0 5-15,1 1 3 0,1 1 4 0,-3-1 1 16,4 0-1-16,-2 1 1 0,0-1 0 0,3 0-2 15,-1-1 2-15,0-1-4 0,1-1-2 0,1-1-2 16,0 1-7-16,0-2-9 0,0 0-6 0,0 0 0 16,0 0 6-16,0 0 13 0,0 0 9 15,0-3 13-15,0 1 2 0,0 0 2 0,0-1-1 16,1 0-1-16,-1-1 0 0,0 1 0 0,0-1 0 16,0 1 1-16,-3-1 3 0,2 2 5 0,-1 0 4 15,0 1 2-15,-1 0-4 0,0 1-8 0,2 0-12 16,0 0-22-16,1 0-29 0,0 0-36 15,0 0-12-15,0 0 8 0,1 0 22 0,2 2 35 16,1 0 15-16,-2 0 5 0,1 1 2 0,2-1 5 16,-2-1 0-16,2 0 1 0,-1-1 2 15,1 0-1-15,0 0 1 0,-2 0 0 0,2 0 1 16,-3-1-4-16,-1 0-3 0,0 1-5 0,0 0-10 16,2 0-23-16,-1 0-46 0,-1 0-25 15,1 0 5-15,-2 0 11 0,0 0-31 0</inkml:trace>
  <inkml:trace contextRef="#ctx0" brushRef="#br0" timeOffset="-164301.66">9761 16756 272 0,'0'0'9'15,"0"0"17"-15,0 0-20 0,0 0-19 0,0 0 0 16,0 0 4-16,0 0 1 0,0 0-3 0,0 0 3 15,0 0-1-15,0 0 1 0,-122 41 4 0,118-41-1 16,2 0-1-16,1 0-8 0,-1 0-20 16,2-1-6-16,0-2-2 0,0-2 7 0,2-1 16 15,1-1 3-15,4 1-2 0,-3 0 17 0,4 1 1 16,-4 1 0-16,3-1 0 0,-1 1 0 0,1 1 0 16,1 1 0-16,0-1 0 0,0 2 0 15,-1 1 0-15,2 0 0 0,0 0 0 0,0 0 0 16,2 1 0-16,-2 3 0 0,0 0 0 0,-2 2 0 15,-2 0 0-15,0 0 0 0,-1 3 0 16,-2 0 0-16,-1 0 0 0,-1 2 0 0,0-1 0 16,0-1 0-16,-2 0 0 0,-3-1 0 0,-1-1 0 15,-3 0 0-15,0-2 0 0,2 0 0 0,-2-2 0 16,-2-1 0-16,4 0 0 0,-1-2 0 16,0 0 0-16,2-2 0 0,-1-3 0 0,2-1 0 15,1-1 0-15,1 0 0 0,-2-3 0 0,2 1 0 16,3-2 0-16,0 1 0 0,0-3 0 0,0 1 0 15,2-1 0-15,5 2 0 0,-1 1 0 0,1-1 0 16,2 3 0-16,1 1 0 0,0 3 0 0,0-1 0 16,3 2 0-16,-1 2 0 0,-3 0 0 15,-2 1 0-15</inkml:trace>
  <inkml:trace contextRef="#ctx0" brushRef="#br0" timeOffset="-164142.3">9869 16780 0 0,'0'0'0'0,"0"0"0"0,0 0 0 15,0 0 0-15,0 0 27 0,0 0 5 0,0 0-5 16,0 0-11-16,0 0-11 0,0 0-7 16,0 0-11-16,-125 67-5 0,111-65-3 0,5 0-3 15,1-1 3-15,0 1 13 0,3-2 8 0,1 0 0 16,3 0 0-16,1 0 0 0,0-4 0 16,0 1 0-16,0 0 0 0</inkml:trace>
  <inkml:trace contextRef="#ctx0" brushRef="#br0" timeOffset="-163977.25">9822 16836 0 0,'0'0'0'0,"0"0"0"15,0 0 0-15,0 0 0 0,0 0 2 0,0 0 82 16,0 0 32-16,0 0 9 0,0 0-6 0,0 0-21 16,0 0-25-16,0 0-19 0,0 0-22 0,0 0-19 15,-65 93-19-15,62-91-29 0,0 0-32 16,0-2-56-16,2 1-60 0,1-1-3 0,0 0 70 0</inkml:trace>
  <inkml:trace contextRef="#ctx0" brushRef="#br0" timeOffset="-151354.09">14217 16364 0 0,'0'0'0'0,"0"0"0"15,0 0 0-15,0 0 0 0,0 0 0 0,0 0 0 16,0 0 0-16,0 0 0 0,0 0 0 0</inkml:trace>
  <inkml:trace contextRef="#ctx0" brushRef="#br0" timeOffset="-150867.18">14217 16364 0 0,'21'-8'0'0,"-21"8"0"0,0 0 0 16,0 0 0-16,0-1 0 0,0 1 0 0,0 0 0 16,0 0 0-16,-2 0 0 0,1 0 0 0,-3 0 7 15,2 0 2-15,0 0 2 0,0 0 0 0,0 0 1 16,0 0-2-16,2 0-4 0,-1 0-4 15,1 0-5-15,0 0-5 0,0 0-2 0,0 0-1 16,0 0 3-16,0 0 1 0,0 0 3 0,3 0 3 16,0-1-1-16,0 0 0 0,3 0 0 0,-3 0 1 15,4 0 2-15,-1-2 0 0,2 2 2 0,0-1-1 16,1 1-1-16,1-2-1 0,1 2 1 16,0 0-2-16,1 0 1 0,-1 0 0 0,1-1 1 15,3 1-1-15,-2 0 1 0,1 0-2 0,0-1 3 16,0 0-3-16,3 1 1 0,0 1-1 0,0 0 0 15,2 0 1-15,-3 0 0 0,1 0-1 0,0 0 1 16,1 0-1-16,-1 0-2 0,1 0 3 16,1 0-5-16,-2 0-2 0,2 0 7 0,-3 0 0 15,3 0 0-15,-4 0 0 0,2 1 0 0,-1 1 0 16,1 0 0-16,-2 0 0 0,-1 1 0 16,3-1 0-16,-2 1 0 0,0-1 0 0,1 0 0 15,-4-1 0-15,4-1 0 0,1 0 0 0,-1 0 0 16,0 0 0-16,1-3 0 0,-1-1 0 0,1-1 0 15,-1 2 0-15,-1-1 0 0,-3 1 0 16,4-1 0-16,-5 2 0 0,5 0 0 0,-4-1 0 16,0 2 0-16,0 1 0 0,-1 0 0 0,1 0 0 15,0 0 0-15,-1 0 0 0,-1 0 0 0,0 4 0 16,-1-2 0-16,2 0 0 0,-3 1 0 16,0-1 0-16,4 0 0 0,-3 0 0 0,0 0 0 15,1 0 0-15,-3-1 0 0,-2 1 0 0,-1-2 0 0</inkml:trace>
  <inkml:trace contextRef="#ctx0" brushRef="#br0" timeOffset="-147703.96">15286 16356 0 0,'0'0'0'0,"0"0"0"0,0 0 0 15,0 0 0-15,0 0 0 0,0 0 0 0,0 0 0 16,0 0 0-16,0 0 0 0,0 0 0 0,0 0 0 16,0 0 0-16,0 0 0 0,21 4 0 15,-13-4 0-15,-4 0 0 0,3 0 0 0,-1 0 0 16,-1 0 0-16,2 0 0 0,-2-1 0 0,2 0 0 15,-2-1 0-15,0 1 0 0,0 0 0 16,1 1 0-16,-1-1 0 0,0 0 0 0,2 0 0 16,-2-2 0-16,4 2 0 0,-3 0 0 0,0-1 0 15,1-1 0-15,0 2 0 0,1-1 0 0,-1 0 0 16,-1 0 0-16,0 1 0 0,2 0 0 16,-3 0 0-16,-1 1 0 0,1 0 0 0,-1 0 0 15,-2 0 0-15,0 0 0 0,1 0 0 0,-2 0 0 16,2 0 0-16,-2 0 0 0,-1 0 0 0,1 0 0 15,-1 0 0-15,0 0 0 0,1 0 0 0,-1 0 0 16,0 0 0-16,0 0 0 0,0 0 0 0,0 0 0 16,0 0 0-16,0 0 0 0,-1 0 0 15,0 0 3-15,1 0-2 0,-1 0-1 0,-2 0 0 16,2 0 2-16,1 0-2 0,-2 0 2 0,2 0-1 16,-1 0 0-16,1 0 0 0,0 0-2 15,0 0-1-15,0 0 0 0,0 0-2 0,0 1 2 16,0-1 2-16,1 1 0 0,2 2 0 0,1-1 0 15,0 0 0-15,-1-1 0 0,0 2 0 0,2-2 0 16,0 0 0-16,0 1 0 0,0 0 0 16,-2-1 0-16,4-1 0 0,-2 1 0 0,0-1 0 15,1 0 0-15,0 0 0 0,0 0 0 0,-1 0 0 16,2 0 0-16,-2 0 0 0,2 0 0 16,1 0 0-16,-1 0 0 0,2 0 0 0,1 0 0 15,-2 0 0-15,1 1 0 0,2 0 0 0,0 1 0 16,3 0 0-16,-3 0 0 0,2-1 0 0,-1 1 0 15,2-1 0-15,0 0 0 0,-1 0 0 0,0 1 0 16,2 0 0-16,-5-1 0 0,3 1 0 16,-1 0 0-16,-1 0 0 0,1 0 0 0,0-1 0 15,-4 2 0-15,3-1 0 0,-3-1 0 0,-1 0 0 16,1 2 0-16,1-1 0 0,-3 0 0 0,-1-1 0 16,1 2 0-16,-2-2 0 0,1 1 0 0,-1-1 0 15,-2 1 1-15,2-1 2 0,1-1-1 16,-3 1-2-16,3-1 0 0,-3 0-2 0,1 0 3 15,1 0-2-15,-2 0 3 0,0 0-3 0,-1 0 0 16,1 0 0-16,-1 0 2 0,2 0-1 16,-2 0 2-16,1 1-2 0,-1-1 0 0,-1 0-2 15,1 0 2-15,0 0 2 0,-1 0-2 0,0 0 2 16,0 0 0-16,0 0 0 0,0 0 2 0,0 0-1 16,0 0 3-16,0 0-2 0,0 0-3 15,0 0 2-15,0 0-2 0,0 0 3 0,0 0-4 16,0 0 1-16,0 0-2 0,0 0-1 0,0 0-1 15,0 0 0-15,0 0-1 0,0 0 3 0,0 0-3 16,0 0 3-16,0 0-2 0,0 0 2 0,0 0-1 16,0 0 4-16,0 0 0 0,0 0-4 15,0 0 0-15,0 0-2 0,0 0 2 0,-2 0 3 16,2 0 2-16,-1 0-3 0,-1 0 1 0,1 0 0 16,0 0-1-16,-1 0 4 0,2 0-1 0,-1 0-2 15,0-1 2-15,0 1-1 0,1 0 0 0,0-1 2 16,0 1 1-16,-1 0-1 0,1 0 0 15,0 0-3-15,0-1-1 0,0 1 0 0,0 0-2 16,0 0 0-16,0 0 1 0,0 0 0 0,0 0-4 16,0 0 3-16,0 0 3 0,0 0-2 15,0 0 5-15,0 0-4 0,0 0 3 0,0 0-1 16,0 0 2-16,0 0 4 0,0 0-2 0,0 0 1 16,0 0-2-16,0 0-3 0,0 0 2 15,0 0-3-15,0 0 0 0,0 0 2 0,0 0-2 16,0 0-1-16,0 0 1 0,0 0-2 0,0 0 1 15,0 0 1-15,0 0 3 0,0 0 1 0,0 0 1 16,0 0 1-16,0 0 0 0,0 0 3 0,0 0-2 16,0 0-2-16,0 0-1 0,0 0 2 15,0 0 1-15,0 0 1 0,0 0 2 0,0 0-4 16,0 0-3-16,0 0 2 0,0 0-3 0,0 0 2 16,0 0 0-16,0 0-2 0,0 0-1 0,0 0-3 15,0 0 0-15,0 0-1 0,0 0 1 0,0 0-2 16,0 0-2-16,0 0 2 0,0 0-5 15,0 0 4-15,0 0 1 0,0 0-1 0,0 0 1 16,0 0-3-16,0 0 1 0,0 0 0 0,0 0 3 16,0 0-1-16,0 0 4 0,0 0 0 0,0-2-1 15,0 2 2-15,0 0 3 0,0 0-3 16,0 0 5-16,0 0 0 0,0 0 1 0,0 0 1 16,0 0 1-16,0-1 1 0,0 1-2 0,0 0-3 15,0 0-4-15,0-1-4 0,0 1-4 16,0 0 0-16,0 0 3 0,0 0 1 0,1-1 3 15,-1 1 0-15,0 0 3 0,0-1 0 0,0 1 1 16,0-1 4-16,0 1 2 0,0 0 3 16,0 0 3-16,0 0 1 0,0 0 1 0,0 0 0 15,0 0-5-15,0 0-3 0,0 0-2 0,0 0-2 16,0 0-2-16,0 0 0 0,0 0-3 0,0 0-2 16,0 0-5-16,0-2 0 0,0 2-2 0,-1 0 5 15,-1-1 3-15,1 0 5 0,0 1 4 0,-3 0 0 16,3-1 5-16,-1 1 1 0,2 0 2 15,-2 0-1-15,2 0-6 0,-1 0-2 0,1 0-9 16,0 0-5-16,0 0-3 0,0 0-4 0,0 0-6 16,0 0 0-16,0 0 1 0,0 0 4 0,0 0 7 15,0 0 7-15,0 0 4 0,0 0 6 16,0 0 1-16,0 0 1 0,-1 0-1 0,1 0-2 16,0 0-4-16,0 0-4 0,0 0-1 0,0 0-6 15,0 0 1-15,0 0-4 0,-2 0-1 0,2 0-1 16,0 0-1-16,0 0 3 0,0 0 2 15,-1 0 2-15,1 0 4 0,0-1 2 0,-1 1 2 16,1 0 0-16,0-1 3 0,0 1-6 0,0 0 1 16,0 0-2-16,0 0 1 0,-1-2 2 15,1 2-2-15,0 0 2 0,0 0-1 0,0 0 0 16,0 0 2-16,0 0-3 0,0 0 3 0,0 0-2 16,0 0-1-16,0 0-2 0,0 0 0 0,0 0 0 15,0 0-3-15,0 0 3 0,0 0 0 0,0 0 1 16,0 0 0-16,0 0 1 0,0 0 0 0,0 0 2 15,0 0 0-15,0 0 3 0,0 0 1 0,0 0 4 16,0 0 1-16,0 0 4 0,0 0-1 16,0 0 6-16,0 0 2 0,0 0 9 0,0 0 1 15,0 0 8-15,0 0 4 0,0 0-3 0,0 0 1 16,0 0-8-16,0 0-11 0,0 0-5 16,0 0-8-16,0 0 0 0,0 0 2 0,0 0 3 15,0 0-1-15,0 0 4 0,0 0 4 0,0 0 2 16,0 0 4-16,0 0-1 0,0 0 3 15,0 0 1-15,0 0-4 0,0 0 2 0,0 0-5 16,0 0-6-16,0 0-4 0,0 0-5 0,0 0-3 16,0 0-2-16,0 0-1 0,0 0-8 0,0 0 0 15,0 0-4-15,0 0 3 0,0 0-3 16,0 0 1-16,0 0 0 0,0 0 2 0,0 0 5 16,0 0 0-16,0 0 1 0,0 0 4 0,0 0-1 15,0 0 0-15,0 0-1 0,0 0 1 0,0 0-1 16,0 0-4-16,0 0 4 0,0 0 0 15,0 0-1-15,0 0 0 0,0 0-3 0,0 0-2 16,0 0-2-16,0 0 1 0,0 0-3 0,0 0 1 16,0 0 0-16,0 0-3 0,0 0 4 0,0 0-1 15,0 0-1-15,0 0 2 0,0 0 0 0,0 0-1 16,0 0 3-16,0 0-3 0,0 0 5 0,0 0-2 16,0 0 2-16,0 0-1 0,0 0-1 15,0 0 2-15,0 0 1 0,0 0 0 0,0 0 3 16,0 0-6-16,0 0 5 0,0 0-2 0,0 0 2 15,0 0-2-15,0 0-2 0,0 0 0 16,0 0-6-16,0 0 1 0,0 0-1 0,0 0 1 16,0 0 2-16,0 0-2 0,0 0 2 0,0 0 3 15,0 0 1-15,0 0 2 0,0 0-1 16,0 0 1-16,0 0-1 0,0 0 3 0,0 0-4 16,0 0-1-16,0 0-4 0,0 0-3 0,0 0-1 15,0 0-4-15,0 0-3 0,0 0 2 0,0 0 3 16,0 0 4-16,0 0 4 0,0 0 1 0,0 0 4 15,0 0 4-15,0 0-1 0,0 0 6 16,0 0-5-16,0 0 0 0,0 0 1 0,0 0-2 16,0 0-1-16,0 0 0 0,0 0 2 0,0 0 1 15,0 0 0-15,0 0-1 0,0 0-3 0,0 0 0 16,0 0-1-16,0 0-4 0,0 0-1 0,0 0-1 16,0 0 0-16,0 0 4 0,0 0 1 15,0 0 1-15,0 0 1 0,0 0-2 0,0-1 3 16,0 1-1-16,0 0 3 0,0 0-1 0,0 0 0 15,0 0-1-15,0 0-2 0,0 0 0 0,0 0 1 16,0 0-2-16,0 0 0 0,0 0 3 16,0 0-5-16,0 0-1 0,0 0 1 0,0 0-2 15,0 0 3-15,0 0 0 0,0 0 3 0,0 0 2 16,0 0 1-16,0 0 0 0,0 0 2 16,0 0-1-16,0 0 1 0,0 0 1 0,0 0 0 15,0 0 2-15,0 0-3 0,-1 0 1 0,1 0-2 16,0 0-3-16,0 0-1 0,0 0 0 0,0 0-2 15,0 0 0-15,0 0-2 0,0 0 1 16,0 0-3-16,0 0 0 0,0 0 2 0,0 0-2 16,0 0 2-16,0 0-1 0,0 0-3 0,0 0 2 15,0 0 1-15,0 0 0 0,0 0 1 0,0 0 1 16,0 0-4-16,0 0 3 0,0 0 0 16,0 0 1-16,0 0 2 0,0 0-1 0,0 0-1 15,0 0 4-15,0 0-3 0,0 0 5 0,0 0 5 16,0 0-5-16,0 0 5 0,0 0-2 0,0 0-1 15,0 0 2-15,0 0-2 0,0 0-3 0,0 0-1 16,0 0-1-16,0 0-4 0,0 0 1 16,0 0 2-16,0 0 0 0,0 0 2 0,0 0-3 15,0 0 2-15,0 0 0 0,0-1 3 0,0 1 1 16,0 0 1-16,0 0-3 0,0 0-1 0,0 0-2 16,0 0 0-16,0 0-4 0,0 0 1 15,0 0-2-15,0 0-1 0,0 0-2 0,0 0 1 16,0 0 3-16,0 0 2 0,0-1 4 0,0 1 3 15,0 0 0-15,0 0 1 0,0 0 2 16,0 0-1-16,0 0 3 0,0 0-4 0,0 0-1 16,0 0-5-16,0 0 0 0,0 0-1 0,0 0 0 15,0 0 2-15,0 0-3 0,0 0-3 0,0 0 3 16,0 0-4-16,0 0 3 0,0 0 2 0,0 0 0 16,0 0 0-16,0 0 0 0,0 0-2 15,0 0 2-15,0 0 1 0,0 0-2 0,0 0 0 16,0 0 0-16,0 0-4 0,0 0 3 0,0 0 1 15,0 0 0-15,0 0 1 0,0 0-2 0,0 0 2 16,0 0-2-16,0 0 3 0,0 0-1 0,0 0-1 16,0 0 0-16,0 0-2 0,0 0 0 15,0 0 2-15,0 0 1 0,0 0 2 0,0 0 0 16,0-1 4-16,0 1 1 0,0 0 3 0,0 0 1 16,0 0 2-16,0-1-1 0,0 1 0 15,0 0-2-15,0 0-1 0,0 0-4 0,0 0-1 16,0 0-1-16,0 0 0 0,0 0-3 0,0 0 1 15,0 0-1-15,0 0-3 0,0 0-1 0,0 0 1 16,0 0-2-16,0 0 0 0,0 0 0 16,0 0 1-16,0 0 4 0,0 0 2 0,0 0 1 15,0 0 3-15,0 0 0 0,0 0-1 0,0 0 2 16,0 0 3-16,0 0 1 0,0 0 2 0,0 0 5 16,0 0-5-16,0 0 4 0,-2 0-6 15,2 0-3-15,0 0-1 0,-1 0-3 0,1-2-1 16,0 2-2-16,-1 0 0 0,1 0 1 0,0 0 1 15,-2 0 3-15,2 0-1 0,0 0 1 0,-1 0 2 16,1 0 2-16,-1 0-3 0,1 0 4 0,0-1-2 16,-1 1-1-16,1 0 1 0,-1 0-1 15,-1-1-1-15,1 1 2 0,0-1 0 0,-2 1-1 16,3 0 2-16,-1 0 1 0,0 0-2 0,1-1 3 16,-2 1 3-16,1 0-1 0,0 0 4 0,0-1-6 15,-2 1 0-15,2-1-9 0,-1 1-7 16,-1-2-11-16,-1 2-13 0,2 0-17 0,-2 0-23 15,-1 0-20-15,3 0-39 0,-2 0-61 0,0 0-86 16,3 0-45-16,-1 0-213 0</inkml:trace>
  <inkml:trace contextRef="#ctx0" brushRef="#br0" timeOffset="-145162.25">576 14622 138 0,'0'0'48'0,"0"0"1"16,0 0-1-16,0 0-24 0,0 0-17 0,0 0-8 15,0 0 0-15,0 0 1 0,0 0 3 0,0 0-2 16,0 0-4-16,0 0-3 0,-39-25-4 16,39 25-2-16,0 0-2 0,0 0-2 0,0 0-1 15,0 0 0-15,0 0 1 0,-1 1 0 0,0 6 0 16,0 4 5-16,-2 4 11 0,2 5 8 16,-3 7 14-16,2 3 11 0,1 5-1 0,-2 4-4 15,3 2-8-15,0 4-9 0,0 2-5 0,0 1 2 16,0 3-1-16,0-4-2 0,0-2 0 0,0-6-4 15,0-4 3-15,0-6 3 0,0-8 0 16,0-4-1-16,0-7-9 0,0-4-9 0,3-4-16 16,-2-1-5-16,3-1-11 0,-1 0-8 0,2-7 1 15,0-2 0-15,0-5 6 0,-1 1-8 0,-2 5 53 16</inkml:trace>
  <inkml:trace contextRef="#ctx0" brushRef="#br0" timeOffset="-143599.09">530 14730 55 0,'0'0'12'0,"0"0"-7"0,0 0-4 16,0 0-4-16,0 0-4 0,0 0 1 15,0 0 2-15,0 0 3 0,0 0 4 0,0 0 0 16,0 0 3-16,0 0-1 0,0 0 0 0,0 0-1 16,41-8-3-16,-28 8 1 0,2 0-2 15,-2 0 8-15,5 0 1 0,-1 0 1 0,2 0 3 16,2 0-3-16,0 1 1 0,3 0 0 0,2 1-2 15,-1 1 6-15,3-2 4 0,1 1 7 16,1-1 0-16,1-1-4 0,3 0-2 0,-1 0-3 16,2 0 0-16,1 0-2 0,2-3-3 0,0 0-5 15,1 1-4-15,1 1 1 0,0-1-1 0,0 0 3 16,0 0 7-16,-1 1 6 0,2 0 8 16,0 1 7-16,0-1 3 0,3 0-7 0,0 1-5 15,-2 0-4-15,4 0-4 0,-1 0-1 0,1 0 0 16,0 2 0-16,2 1 1 0,-2 1-4 0,4-1 0 15,0 1-2-15,-1-2-4 0,-2 0-3 0,0 1-2 16,2-2-2-16,-3 0 1 0,0-1 2 0,-1 0 0 16,1 0 1-16,-1 0 2 0,0 0-3 15,-3 0-1-15,1-1 0 0,-2 0-1 0,2-2 1 16,-2 2-1-16,1-1 1 0,-5 1-4 0,1 0 2 16,1-1 0-16,-4 1 1 0,2 0-2 0,1-1 2 15,-3 1 0-15,3-3-1 0,-4 2 1 16,3-3 0-16,-3 1 2 0,3-1-1 0,-3 1 2 15,4-2-2-15,-4 0-1 0,3 2-1 0,-3-1 0 16,2 1 1-16,-3 2-1 0,3 0-2 16,-4 2 1-16,-1 0-1 0,-1 0-2 0,0 0 1 15,-4 1-2-15,2 2 0 0,1 1 1 0,-1 1 0 16,-3-2 1-16,2 2 1 0,-4-1 1 0,3 1 1 16,-3-1 1-16,-1 1 1 0,-1-2-1 15,1 2 1-15,2-1 0 0,-3 0-3 0,-1 1 1 16,-3-2-1-16,0 2 1 0,1-2 0 0,-6 2-1 15,-1-2 0-15,-2 0 1 0,-5-1 0 0,3 0 2 16,-4 1 2-16,3-2-1 0,-4-1 2 0,0 2 2 16,3-1 0-16,-2 0-2 0,3 1 1 15,-3-1-3-15,5 2-2 0,-4-1-1 0,4 2-2 16,-1-2-2-16,-3 1 0 0,4 1-1 0,-5-2-1 16,2 1-2-16,-2 0 0 0,-2-2 0 0,-1 1 4 15,0 1 7-15,0 1 4 0,0 2-2 16,0 2-1-16,-2 2-5 0,0 2-2 0,-3 1 0 15,4 1-2-15,-1-1 2 0,2 2 1 0,0 1 0 16,0 2 1-16,0 1 1 0,0 1-2 0,3 2 1 16,2 4 1-16,-1 1-2 0,4 0-1 15,-4 3 0-15,5-1-1 0,0 1 0 0,-2-1 0 16,0 1-4-16,2-1-5 0,-1 2-2 0,1 1-5 16,-2 0-2-16,-1 0 2 0,2-1 1 15,-5 0 4-15,4-1 6 0,-5 0 3 0,3-5 5 16,-2 0 3-16,-1-5 3 0,-2-2 5 0,0-3 2 15,0-3 4-15,0-2 3 0,0 0 0 0,0-5 2 16,0 0 0-16,-2-1 2 0,-1-2-4 0,2-2-6 16,-4 0-8-16,3 0-9 0,-4 0-7 0,2-5-5 15,-4-1-3-15,-1-2-4 0,-1-2-2 16,-1-1 3-16,-3-3 1 0,-2-1 8 0,1 0 5 16,-2 0 3-16,-3 1 2 0,-1 0-1 0,0 1-5 15,-5 1 1-15,1 1 6 0,-4 0 0 16,-1 4 14-16,-1 0 1 0,1 2 1 0,-3 1 1 15,2 1 0-15,0 1 0 0,-1 0 5 0,-1 1 0 16,2 1-2-16,4 0 0 0,-2-1-9 0,0 1-6 16,1 0-7-16,3 0-8 0,-4 0-4 15,1 0-10-15,-2 0-7 0,-1 1-5 0,0 0 1 16,0 1 12-16,-3-2 10 0,-1 0 11 0,3 0 7 16,-3 0 3-16,-2 0 0 0,-1 0 3 0,2-3-4 15,-5 2-2-15,1-1 0 0,-6-1-1 16,3 1-1-16,-5 0 4 0,3-2 0 0,-4 1 2 15,1 0 6-15,2 0 8 0,-1 1 3 0,2 0 4 16,1 1-1-16,3 0-4 0,0 0-8 0,5 0-5 16,-1-1-6-16,5-1-5 0,-2 1-5 0,3-3-5 15,1 2-6-15,-1-3-1 0,-1 1-4 16,1-1-1-16,0-1 2 0,-1 0 3 0,1 0 0 16,0 1 6-16,-2 1 4 0,-5 2 3 0,3-1 8 15,-2 3 3-15,-2 0 6 0,1 1 11 0,-1 0 6 16,2 4 11-16,-2-1 8 0,3 2 3 15,0 1 3-15,2-2-2 0,2 2-4 0,2 0-10 16,2-1-11-16,2-1-8 0,3 1-10 0,1-2-6 16,2-1 1-16,2-1-1 0,3-1-1 0,0 0 2 15,4 0-4-15,-1-2-3 0,2 0 3 16,1-2-5-16,-1 0 1 0,3-2-2 0,1 2-3 16,-1-1-1-16,-2-1-3 0,1 0-6 0,1 0-3 15,-4 1-5-15,2 0-1 0,-1 1 4 16,-2 0 2-16,0 2 4 0,-1 1 2 0,-2 1-2 15,-1 0 1-15,-3 0-2 0,1 3 4 0,-1 3 2 16,-1-1-3-16,-1 4 6 0,1-1 0 0,-3 1 6 16,0 0 4-16,2 0 4 0,-3-2 1 0,0 0 2 15,2 0 1-15,1-2 1 0,-2-1 4 16,5 0 4-16,-1-1-2 0,3 0 3 0,2-1-1 16,-2-2-2-16,1 1 0 0,3-1-3 0,-1 0-1 15,1 0-3-15,0 0 3 0,1 0-2 0,-1 0-7 16,0 0-1-16,0 0-7 0,-3 0 0 15,3 0 1-15,-3 0-1 0,2 1-1 0,0 2-1 16,1-1-8-16,1 1-3 0,0 1 0 0,3-1-2 16,1 1 8-16,0-2 5 0,3 0 6 0,3-1-8 15,-2-1-28-15,3 0-14 0,0 0 0 16,4 0 12-16,2-3 29 0,-1-1 15 0,2-2-1 16,1-1-4-16,0 0-6 0,-1-1-19 0,0 0-27 15,-1 1-37-15,1 1-14 0,-1 0 11 0,-1 2 24 16,-2 0 34-16,1 1 18 0,-1 2-13 15,-2 0 24-15</inkml:trace>
  <inkml:trace contextRef="#ctx0" brushRef="#br0" timeOffset="-141649.03">2165 14736 0 0,'0'0'0'0,"0"0"0"16,0 0 3-16,0 0-2 0,0 0 1 0,0 0 2 16,0 0-2-16,0 0 2 0,0 0-3 0,0 0 0 15,-20 125-2-15,21-108 0 0,2 3 0 0,0 2 1 16,-1-1 0-16,-1 4 1 0,0-1-1 16,2 2-1-16,-2-1 0 0,2-1 1 0,-2-2 2 15,0-2 2-15,-1-2 1 0,0-3 0 0,1-3 0 16,-1-1-1-16,1-1-1 0,0-2 0 0,1-2-1 15,0-3-1-15,-2 1-1 0,0-3-3 16,1-1 3-16,-1 0 1 0,0 0 3 0,0 0 4 16,0-2 3-16,0-3 2 0,0-2-5 0,0-1 1 15,0-3-3-15,-1 1-4 0,-3-2 1 0,2-1-2 16,0-2 0-16,-2-2-1 0,2-2 0 0,-1 0 0 16,2-1-2-16,0 1 1 0,-2-2-1 15,2 1 1-15,1 3 1 0,0-2-1 0,0 4-1 16,0-2-2-16,0 3-1 0,3 4-1 0,-1 1 0 15,-1 3 0-15,0 3 1 0,2 2 1 16,1 0-1-16,-3 1 3 0,0 0 2 0,-1 0-2 16,0 3 3-16,1 2 0 0,0 5-2 0,0 2 2 15,-1 5 1-15,2 2-3 0,0 2 2 0,-2 3-1 16,1 1-1-16,-1 4 1 0,1 1-1 0,-1 0 1 16,1-1 0-16,-1-1 2 0,0-5 0 15,0-3 1-15,0-3-1 0,0-6 2 0,0-4-2 16,0-4-2-16,0-3-2 0,0 0 2 0,1 0 3 15,1-3 0-15,2-4-1 0,-1-4-6 0,-1-6-6 16,4-3-2-16,-3-2-1 0,-1-5 4 0,3-1 3 16,-3-2 6-16,-1 3 1 0,0 2 1 15,-1 0 1-15,0 4 0 0,0 1-2 0,-1 2 4 16,0 0-2-16,-3 2-1 0,1 0 1 0,1 1-2 16,1 1-1-16,-1 4 1 0,-2 2 2 15,2 3 5-15,1 3 8 0,0 1 3 0,1 1-3 16,-1 0-3-16,0 1-11 0,-2 5-4 0,0 1 4 15,2 1 7-15,0 3 9 0,-1 1 7 0,1 1 3 16,-3 1-1-16,3 1-2 0,0 2-4 16,0-2-5-16,1 3-5 0,0 0-4 0,-1 2-1 15,1 1-1-15,0-1-3 0,0 0 1 0,0-2-1 16,0 1 0-16,0-5-1 0,0 0 3 16,0-3-1-16,0-2-2 0,0-3 3 0,0-3-5 15,0 0-3-15,0-3-3 0,0 1-6 0,1-1-1 16,1 0-6-16,1 0-7 0,1-4-5 0,-1-3-8 15,2-3-4-15,-2-3 4 0,-2-2 8 0,2-2 9 16,1 1 14-16,-4 0 5 0,0 2 3 0,0 2 1 16,0 1 0-16,-6 2 2 0,3-2 0 15,-3 3 1-15,3 3 3 0,-2-1 1 0,0 3 10 16,0 1 13-16,1 1 10 0,3 1 4 0,-2 0-1 16,0 0-18-16,0 5-19 0,2 2-14 0,1 2-5 15,-1 7 0-15,1 1 4 0,0 5 7 16,0 2 0-16,0 2 0 0,1 1 0 0,1 1-1 15,1-1 1-15,1 1 0 0,-2-2 2 0,2 1-1 16,1-2-1-16,-3-2 3 0,3-3-2 16,-3-3 0-16,0-5-2 0,2-4-5 0,-1-3-5 15,-1-3 1-15,-1-2 6 0,0 0 4 0,1 0 11 16,-1-5 2-16,3-2-6 0,-3-3-1 0,-1-3-11 16,0-2-7-16,0-2-8 0,0-2 0 15,0 0 4-15,0-1 5 0,-1 0 6 0,-3 0 5 16,1 1-1-16,1 0 3 0,-3 1 0 0,0 0 1 15,0 1 1-15,0 2 1 0,-1 0 1 0,1 0-1 16,0 4 0-16,1 0-2 0,1 3 1 0,-1 3 0 16,3 1 0-16,0 3-3 0,1 1-3 0,0 0-5 15,0 0 1-15,0 0 2 0,0 2 4 16,0 3 2-16,0-2 1 0,0 3 0 0,1-1 1 16,0 0-1-16,1 0-1 0,1 0-1 0,-2-1 3 15,0-1-2-15,0-1 1 0,0-1 0 0,1 1-1 16,-1 0 0-16,1-1 1 0,-2 0 2 15,1-1 0-15,-1 1 3 0,0 1 1 0,0 1-1 16,0 0-3-16,0 2-2 0,0-1-3 0,0 2 0 16,0 0 0-16,0-2 0 0,0 2 0 15,1-2-2-15,-1 0 1 0,1 0-5 0,-1-3-3 16,3 0 0-16,-1-1-6 0,2 0-12 0,-3 0 13 0</inkml:trace>
  <inkml:trace contextRef="#ctx0" brushRef="#br0" timeOffset="-140872.04">499 16011 32 0,'0'0'0'0,"0"0"-5"0,0 0 2 0,0 0 0 16,0 0-1-16,0 0 3 0,0 0-1 0,0 0 0 15,0 0 2-15,0 0 1 0,0 0-3 0,0 0 2 16,0 0-1-16,0 0 1 0,24 60-1 15,-24-44 2-15,0 1-1 0,0 2 0 0,0 1 1 16,0 3 4-16,0 2-1 0,0 3 0 0,0 2-1 16,0 2-4-16,0 3-2 0,0 0 3 0,0 0-2 15,0-1 1-15,3 1 0 0,1-3-3 0,-3-3 1 16,3-4-1-16,-2-5 0 0,0-6 0 16,0-7 4-16,-1-3 0 0,2-3 0 0,0-1 0 15,-2 0 0-15,1-4 0 0,-1 2 0 0</inkml:trace>
  <inkml:trace contextRef="#ctx0" brushRef="#br0" timeOffset="-139219.28">589 15967 61 0,'0'0'3'0,"0"0"-12"0,0 0 5 0,0 0 9 16,0 0 0-16,0 0-2 0,0 0 5 0,0 0 2 15,0 0 4-15,0 0-1 0,0 0-1 0,0 0-2 16,128 16-4-16,-111-15-3 0,2-1-1 16,-1 0 0-16,3 2-2 0,-3-2 2 0,0 0 2 15,0 0 5-15,1 0 5 0,2 0 5 0,0-2 0 16,-1 0 3-16,1-1 4 0,0-1 1 0,2 1 7 15,-3 0 1-15,2 0-2 0,0-1-2 16,-1 1-5-16,0 1-2 0,1 0-6 0,2 1 0 16,1-2-5-16,2 2 2 0,-3 0 3 0,1 0 12 15,-3 1 10-15,2 0 6 0,1 0-1 16,0 0-7-16,-2 0-7 0,3 0-5 0,-2 1-3 16,1 0 3-16,0 0-8 0,0 0-2 0,-1 1-2 15,-2 0-7-15,0 0 2 0,-1-1-3 0,-1 2 0 16,0-2 1-16,-1 1-3 0,1-1 1 15,0-1-1-15,-1 1 1 0,-1-1 1 0,-1 0-5 16,0 0 1-16,2 0 1 0,-5 0-1 0,4 0 1 16,-2 0 1-16,0 0-3 0,3 0 0 0,-3 0 0 15,0 1 1-15,3-1-4 0,1 0 7 0,0 0 0 16,0 0 0-16,0-1 1 0,-3-3-2 16,1 0 2-16,1 1-1 0,-1-1-1 0,-3 1 0 15,1-1-2-15,-2 0 0 0,1 0-2 0,-3 2 1 16,-1 0 0-16,-2-1-1 0,-1 2 1 0,-3 1 0 15,0-1 0-15,-4 1 6 0,0 0 25 0,-1 0 21 16,0 0 12-16,0 0-2 0,-1 0-21 16,-4 1-11-16,1 1 0 0,1 1 3 0,-2-2 7 15,3 0-8-15,0 0-8 0,1-1-12 0,1 1-12 16,0-1-13-16,0 0-11 0,0 0-9 16,0 0-1-16,0 0-3 0,0 0 5 0,0 0 7 15,0 0 6-15,0 0 6 0,0 0 5 0,0 0 1 16,0 0 6-16,0 0 4 0,-2 0 4 15,2 2 4-15,0-2 3 0,0 0 0 0,-2 0-2 16,2 0-3-16,0 0-2 0,-1 0 0 0,1 0-3 16,0 0 1-16,0 0-4 0,0 0-4 0,0 0-4 15,0 0-4-15,0 0-6 0,0 0 0 0,0 0-1 16,0 0 3-16,0 0 4 0,0 0 5 16,0 0 2-16,0 0 3 0,0 0-3 0,0 1-1 15,-1 1-3-15,1 2-5 0,0 3 1 0,0 1 2 16,0 4 2-16,0 2 3 0,0 2-2 0,0 3-1 15,0 1 3-15,1 2 0 0,2 1 2 0,0-1-2 16,-1 1 1-16,-1-1-2 0,0 0 3 16,2-1 4-16,-1 1-2 0,0-1-2 0,-1 0-2 15,0 0 0-15,2-3 2 0,-2 0 1 0,3 1 0 16,-3-3 0-16,0 0 0 0,1-2-3 0,3-3 1 16,-4 0 1-16,0-2-4 0,1-1-2 15,-1-1 2-15,3 1-7 0,-2 0 5 0,-1-1 0 16,-1 0 0-16,2 1 0 0,0 1-1 0,-1 0-3 15,2 2 2-15,-2-1-3 0,0 3 4 16,-1 0-1-16,1 1 3 0,-1 2 0 0,0 1-1 16,0-3 5-16,0 0-1 0,0 0 4 0,-1-3 0 15,-1-1 0-15,-1-2 0 0,2-1 0 0,1-3 1 16,0 0 0-16,0-2-2 0,0-1 0 0,0 0-3 16,0-1-2-16,0 0-3 0,0 0-3 15,0 0-4-15,-2 0 3 0,2 0 2 0,0 0 7 16,-1 0 9-16,0-1 5 0,1-1-1 0,-1-2 1 15,-1 1-9-15,-2-2-1 0,1 1-2 0,1-2 1 16,-4 1 7-16,3-1 2 0,-5 1-2 0,2 0 3 16,0 1-5-16,-2-1-6 0,-2 1 2 15,3 0-2-15,-3 2 0 0,0-1-1 0,2 2-1 16,-2 1-4-16,1 0 3 0,-1 0 2 0,0 0 2 16,0 0 3-16,-1 0-2 0,1 0-1 15,0 0-1-15,-3 0-2 0,2 1 1 0,-2-1-4 16,1 0 0-16,0 0-2 0,-5 0 3 0,3 0 5 15,-4-1 0-15,-1-1 2 0,3-3-1 0,0 2-2 16,-4-2 4-16,1 0-3 0,-1 0-1 16,0 1 0-16,-1-1-1 0,-1 1-3 0,0 2 0 15,-2 1 0-15,-1 1 2 0,0 0 2 0,1 0 0 16,1 3 2-16,-2 3-7 0,0 0 1 0,0 1 1 16,0-1 1-16,0-1 8 0,-1 0 1 15,3-1-1-15,0-1 2 0,0-1 0 0,1 0 0 16,1-2 5-16,2 0-3 0,0 0-1 0,0 0 1 15,1-2-8-15,0 0 1 0,-1-1-3 0,1 0-1 16,0 1 1-16,0-1 1 0,0 0-3 0,-1 2-2 16,-1 0-3-16,1 0-3 0,-1 1-7 15,0 0-3-15,-1 0-10 0,0 0-12 0,-1 5-4 16,-2 1 4-16,-1 1 12 0,3 0 12 0,0 0 12 16,-2 1 3-16,4-2 1 0,-2 1 0 0,3-3 3 15,1-1-2-15,1 1-3 0,2-2-6 16,1-1-1-16,3 0-5 0,-1-1-1 0,3 0-1 15,1 0-3-15,1 0-6 0,0-1-4 0,-1-2-3 16,3-2-10-16,-1 1-6 0,-2-1-2 16,2 0 4-16,-1-1 12 0,-1 0 18 0,0 0 6 15,0 3 8-15,1-1 6 0,-2 2-4 0,1 0 9 16,1 0-3-16,1 2 0 0,-2 0 0 0,4 0-2 16,-1 0 0-16,2 0 0 0,-1 0-2 0,4 0-11 15,0 0-15-15,0 0 0 0,0 0-2 16,3-1 12-16,1 1 18 0,1-1-2 0,0-1 6 15,2-1-9-15,-4 0 1 0,4-1 1 0,-3-2 3 16,3-1 0-16,-5 0 0 0,2-1 0 0,0 0 0 16,-3 1 0-16,1 0 0 0,0 2 0 15,-2 0 0-15,0 0 0 0,0 2 0 0,0-1 0 16,-2 2 0-16,0 0 0 0,0 1 0 0,-4 1 0 16,3-2 0-16,-2 2 0 0,-1 0 2 0,1 0 3 15,1 0-4-15,-1 0-1 0,0 0-2 0,1 0 0 16,-1 0-1-16,-1 2 2 0,2 1 1 15,2-1 0-15,1 0 0 0</inkml:trace>
  <inkml:trace contextRef="#ctx0" brushRef="#br0" timeOffset="-134520.16">197 16339 16 0,'0'0'29'0,"0"0"5"0,0 0 1 16,0 0-7-16,0 0-8 0,0 0-11 0,0 0-8 16,0 0-8-16,0 0-9 0,0 0-10 15,0 0-4-15,0 0 1 0,-9 0 7 0,9 0 10 16,3-1 1-16,0-1 1 0,-1-1 1 0,1 0 9 16,-2 2 0-16</inkml:trace>
  <inkml:trace contextRef="#ctx0" brushRef="#br0" timeOffset="-134147.05">265 16263 0 0,'0'0'2'0,"0"0"10"0,0 0-6 16,0 0-4-16,0 0-3 0,0 0-1 0,0 0 0 15,0 0 5-15,0 0-3 0,0 0 3 0,0 0-3 16,0 0-2-16,0 0-3 0,0 0-1 0,-26 28-3 15,26-28 8-15,0 0 1 0,0 0 0 16,0-1 0-16,0-2 0 0,1 1 0 0,0 0 0 16,2-2 0-16,-2 2 0 0,1 0 0 0,1-1 0 15,0 1 0-15,-1 1 0 0,0 0 0 16,2-1 0-16,-3 2 0 0,2 0 0 0,-2 0 0 16,0 0 0-16,-1 0 0 0,1 0 0 0,-1 0 1 15,0 0 4-15,0 0 3 0,0 0-3 0,0 2 4 16,-1 0-5-16,-1 1 4 0,-1 1-4 0,1 0 5 15,-1 0 1-15,1-1-4 0,0 0 0 16,0 0-8-16,1 1-7 0,1-1 1 0,0 0-2 16,0 1 4-16,0 0-1 0,3 1 3 0,-1 0-4 15,1 0-1-15,0-1 3 0,1 1 0 0,-2-2 6 16,1-1 0-16,1 0 0 0,-3-2 0 16,1 0 0-16</inkml:trace>
  <inkml:trace contextRef="#ctx0" brushRef="#br0" timeOffset="-133687.24">290 16283 353 0,'0'0'-25'0,"0"0"-23"0,0 0-23 0,0 0-2 16,0 0 3-16,0 0 25 0,0 0 30 15,0 0 9-15,0 0 6 0,0 0 0 0,0 0 0 16,0 0 0-16,0 0 0 0,0 0 0 0,-14-39 0 15,14 33 0-15,0 1 0 0,0 1 0 0,0-1 0 16,1 1 0-16,0 0 0 0,2 0 0 16,-2 2 0-16,3-2 0 0,-3 2 0 0,2 0 0 15,-2 1 0-15,1 0 0 0,0 1 0 0,-2 0 0 16,0 0 0-16,1 0 0 0,-1 0 0 16,0 0 0-16,0 0 0 0,0 0 0 0,0 1 0 15,0 1 0-15,0 0 1 0,0-1 2 0,0 2-3 16,0-2 0-16,0-1-1 0,0 1 1 0,0-1 2 15,0 0-3-15,0 0 1 0,0 0-1 16,0 0 1-16,0 0-2 0,2 0 3 0,1 0-3 16,-1-1 2-16,0 1 0 0</inkml:trace>
  <inkml:trace contextRef="#ctx0" brushRef="#br0" timeOffset="-125734.22">1360 15914 0 0,'0'0'0'15,"0"0"0"-15,0 0 0 0,0 0 0 0,0 0 0 16,0 0 0-16,0 0 0 0,0 0 0 16,0 0 0-16,0 0 0 0,0 0 0 0,0 0 0 15,0 0 0-15,0 0 0 0,-37 55 0 0,36-52 0 16,0-2 0-16,0 1 0 0,-1-1 6 15,1 0 2-15,0-1-1 0,-1 0 2 0,1 0 1 16,1 0 0-16,0 0-2 0,0 0-4 0,0 0-2 16,0 0-4-16,0 0-2 0,0 0 0 0,0 0 1 15,0 0 1-15,0-2-1 0,0 1 3 16,0-1 1-16,0 0-3 0,0 1 5 0,0 1-1 16,0 0-1-16,0 0 4 0,0 0 0 0,0 0 4 15,0 0 2-15,0 0 2 0,0 0-4 0,0 0 0 16,0 0-6-16,0 3-5 0,0 1-1 15,0 3-4-15,0 3 1 0,0 1 4 0,0 4 2 16,0 1 2-16,0 1-1 0,0 2 2 0,-1 0-2 16,1 2 2-16,-1 0 2 0,-2-1 5 0,2 1 4 15,-2-1 6-15,1 0 3 0,0-1 5 0,-4-1-3 16,3 0 6-16,1-2 8 0,-1-1-2 16,-1-3-3-16,3 1-11 0,-3-1-12 0,1-2-10 15,1 0-2-15,0-1-2 0,-1 1 1 0,3-4 0 16,-1 3-2-16,1-4-1 0,0 1-2 0,0-1 1 15,0-2-3-15,0 0-3 0,0-3-4 16,0 1-12-16,0-1-7 0,0 0 1 0,0 0 12 16,0-5 15-16,1-4 13 0,2-5-15 0,-2-6-11 15,0-4-20-15,-1-6-7 0,0-1 16 16,1-1 5-16,-1 1 17 0,0 2 6 0,0 3 1 16,0 1-3-16,-1 4 0 0,-1 2 2 0,-2 4 1 15,0 4 1-15,2 3 2 0,-1 2 1 0,1 3 2 16,-1 1 0-16,2 1 0 0,1 1-3 15,-1 0 1-15,0 5-2 0,1 3-2 0,0 4 2 16,0 3 2-16,0 4 0 0,0 2 1 0,0 0-1 16,2 3 0-16,0-2-4 0,4 3 2 0,-3-1-2 15,2 0-2-15,2-1 3 0,-1 0 1 0,-2-2-3 16,3-1 5-16,-2-2-2 0,2-1-1 16,0-1 2-16,-3-1-4 0,3-3 0 0,-4-3-1 15,4-2-7-15,-4-4 5 0,1 0 0 0,0-3 6 16,-3 0 0-16,0 0 0 0</inkml:trace>
  <inkml:trace contextRef="#ctx0" brushRef="#br0" timeOffset="-125073.1">572 17387 0 0,'0'0'0'0,"0"0"0"0,0 0 0 15,0 0 0-15,0 0 0 0,0 0 0 0,0 0 0 16,0 0 0-16,0 0 0 0</inkml:trace>
  <inkml:trace contextRef="#ctx0" brushRef="#br0" timeOffset="-124266.14">552 17240 0 0,'0'0'0'15,"0"0"0"-15,0 0 0 0,0 0 0 0,0 0 0 16,0 0 0-16,0 0 0 0,0 0 0 0,0 0 0 15,0 0 0-15,0 0 0 0,14 128 0 0,-11-92 0 16,-2-3 0-16,-1-1 0 0,0 1 0 0,0-1 0 16,0-1 0-16,0 0 0 0,0-3 0 15,-3-2 0-15,1-4 0 0,-1-5 0 0,0-4 0 16,-1-4 0-16,3-4 0 0,-2-3 0 0,1-1 0 16,2-1 0-16,-1 0 0 0,1-2 0 0,-2-5 0 15,1-4 0-15,0-4 0 0,-1-3 0 16,2-5 0-16,0-1 0 0,0-3 0 0,0 1 0 15,0 0 0-15,2 0 0 0,2 2 0 0,-3 0 0 16,2 1 0-16,0-1 0 0,1 0 0 16,-1 2 0-16,1 1 0 0,-1 3 0 0,-1 1 0 15,0 4 0-15,1 2 0 0,1 4 0 0,-3 1 0 16,2 2 0-16,-1 2 0 0,4 0 0 0,-2-1 0 16,0 2 0-16,2 0 0 0,-2 0 0 15,2 1 0-15,0 0 0 0,2 0 0 0,-2 0 0 16,1 0 0-16,1 0 0 0,2 0 0 0,-3 0 0 15,2-4 0-15,1 1 0 0,-2-2 0 0,1 2 0 16,2-2 0-16,-2 1 0 0,-1 1 0 0,0 1 0 16,1-1 0-16,-4 1 0 0,1 0 0 15,-2 1 0-15,1-1 0 0,-3 2 0 0,0 0 0 16,-1 0 0-16,-1 0 0 0,2 0 0 0,-2 2 0 16,0 0 0-16,0 3 0 0,0 0 0 0,0 1 0 15,-2 1 0-15,-1 1 0 0,3-1 0 16,0 1 0-16,-2 0 0 0,2 1 0 0,0 1 0 15,0 0 0-15,0 0 0 0,0 2 0 0,2-1 0 16,0 2 0-16,3 1 0 0,0 2 0 0,-2 0 0 16,3 0 0-16,-3 0 0 0,2-1 0 15,-1-1 0-15,-1-1 0 0,0-4 0 0,0-2 0 16,-2 0 0-16,-1-3 0 0,0 2 0 0,0 1 0 16,0 0 0-16,0 2 0 0,0 2 0 15,0-1 0-15,0-1 9 0,0 0 9 0,0-3 3 16,-1 0 2-16,1-3-1 0,-2 1-2 0,1-2-15 15,1 1-5-15,0 1-9 0,0 1-2 0,0-1-2 16,0 2 5-16,0-1 2 0,0 2-1 0,-1 0 9 16,1 1 3-16,-2-1 3 0,0 0 13 15,0-1-8-15,2-1 10 0,-5-1-2 0,0 1 7 16,1-2 5-16,-2-1 4 0,-1 1-9 0,0-1-2 16,1 0 0-16,-2 2-13 0,1-2 3 0,-2 0-6 15,2 0-6-15,-2-1 7 0,3 0-4 0,-2 0 1 16,1 0-1-16,3 0-7 0,-1 1-2 15,1-1-5-15,2 0-1 0,0 0-7 0,1-1-10 16,1 0-29-16,0 0-22 0,0 0-28 0,0 0 7 16,0 0 74-16,0 0 23 0,0 0 0 15,3-2 0-15,-1-1 0 0,1 0 0 0,-1-1 0 16,1 1 0-16,1-2 0 0,-3 1 0 0,3-1 0 16,-2 0 0-16,-1 4 0 0</inkml:trace>
  <inkml:trace contextRef="#ctx0" brushRef="#br0" timeOffset="-113666.38">8781 14847 72 0,'0'0'33'0,"0"0"-39"0,0 0-7 0,0 0 4 16,0 0 5-16,0 0 4 0,0 0 2 16,0 0 0-16,0 0 0 0,0 0 1 0,0 0 0 15,0 0-3-15,31 59 1 0,-21-53-2 0,-2 0 0 16,0-1 1-16,2 0 3 0,0-1 0 0,0 1 4 16,3-2 4-16,-2 1 5 0,0-2 11 15,1 0 9-15,1 1 8 0,-1-1 4 0,1-1 1 16,-3 0-5-16,4 2-8 0,1-1-3 0,0-1-7 15,2 1-5-15,0 1-4 0,-1-1-5 0,3-1-4 16,1 2-2-16,0-2-1 0,1 0 0 0,-1 0 2 16,1 0-3-16,0 2 0 0,1-1-3 15,1 0-1-15,1 1 1 0,-1-1 1 0,4 2-3 16,-3-2 0-16,1 2-4 0,-1-1-1 0,3 1-1 16,-3 0 3-16,1 0 0 0,0-1 1 0,-3 1 4 15,5-1-2-15,-4 1 1 0,2-1-1 0,1 1 2 16,-4-1-2-16,5 1 1 0,-4 0 1 15,3-1-1-15,-3 0 1 0,6-1 0 0,-5 0-1 16,4 0 0-16,-2-1 2 0,0 0 1 0,1-1 1 16,-4 1 2-16,4 0 0 0,-2 0 0 15,3-1-3-15,-1 1 1 0,0 1 0 0,2-1 2 16,-1-1-2-16,-3 0 0 0,3 0-1 0,1 0-3 16,0 0-1-16,-1 0-1 0,0 0-1 15,2-1 3-15,-1-3 0 0,1 0 0 0,1-1 5 16,-2-1-4-16,1 1 0 0,-1-2-1 0,2 1-2 15,0-1-2-15,0 0 1 0,1 1 1 0,-2-2-2 16,0 2 1-16,0 0 0 0,0 0 1 0,0 0 1 16,0 2-1-16,0-1 2 0,0 0 2 15,-5 1-1-15,3-2 3 0,2 1-1 0,-2 1 1 16,-1-2-1-16,3-1 1 0,0 0 0 0,0-1-1 16,0 0-2-16,0-1 1 0,0 1-1 0,-1-2 1 15,-3 0 2-15,3 1 0 0,0 0 2 0,-1-2 2 16,-4 1 2-16,3-1 0 0,-4-1 3 15,0-1 1-15,0 0 1 0,-1-3 6 0,-2 1 1 16,-1 0 1-16,-3-3 4 0,3 2-6 0,-4-1 0 16,-5 0-2-16,2-1-2 0,-6 2-1 0,1 1-3 15,-5 0 2-15,-2 0 0 0,0 2 2 16,0-2 3-16,-4 1 5 0,-4-1 3 0,-1 0 2 16,-3 1-1-16,0 0 0 0,-3 0-3 0,2 2-6 15,1-1-6-15,0-1-8 0,-1-1-7 16,1 1-2-16,0-3 0 0,1-1 0 0,-1 0 0 15,1-2-1-15,-3-1 0 0,2 2-1 0,1-2 1 16,-3 1 3-16,-2 2 1 0,-2 1 2 0,1 0 2 16,-2 2-2-16,-2-1 2 0,-4 3-1 15,3 0-3-15,-2 0 6 0,-3 2-6 0,-1 0 2 16,2 2-1-16,-3 0-2 0,0 0 3 0,-2 0 1 16,2 2 7-16,-1-2 4 0,5-1 1 0,-3 0 0 15,0 0-8-15,2 0 1 0,-2 1 0 0,-1 0 3 16,-1 0 2-16,1 1-6 0,3 1 0 0,-2 2-7 15,1 0-1-15,1 2-9 0,-1 0-3 16,-3 2-2-16,2 0-3 0,1-1 2 0,-3 1 0 16,0 0 3-16,0 0-1 0,-1-1 3 0,-4-1 5 15,2 0 0-15,0-1 8 0,-4 0-2 16,3-2 4-16,-5 1 1 0,1-1-2 0,0 2 2 16,-5-1-3-16,0 2 0 0,1-1 1 0,-3 3 2 15,1 1 0-15,0 0 4 0,2 2 2 0,-2 4-2 16,0 2-4-16,4 0-4 0,-2 3-4 15,3-2-2-15,0 2 2 0,3-3 3 0,-1 2 3 16,3-2 5-16,0-1 3 0,5-1 7 0,2-2 4 16,-1-2 5-16,5 0-3 0,0-1-4 15,5-1-10-15,-1 0-9 0,1 0-8 0,4 0-10 16,-3 1-9-16,4 0-1 0,-3 3-5 0,1-1-3 16,-3 2 0-16,2 2 1 0,-1 1 7 0,-1 3 4 15,-2 3 7-15,-1-1 0 0,2 1 5 0,0 1 5 16,2 2 1-16,1-2 7 0,-2 3-1 0,6-1-1 15,-2 2 2-15,0-1-6 0,2 2-1 16,1-1-3-16,0 1-1 0,2-2 6 0,-1 0 1 16,4-3 6-16,1-1 3 0,1-1 4 0,0-1 0 15,3-4-3-15,0 3 0 0,1-2-5 0,0 0-3 16,0 2 2-16,0-1-3 0,0 1 0 16,0 0-1-16,0 0-1 0,2 0-2 0,1-1 0 15,0 0-1-15,-1 2 0 0,0 0 1 0,2 0-1 16,0 2-2-16,-4 1 1 0,1-1 0 15,0 1 1-15,1-1-2 0,-2-1-4 0,0 1-7 16,0-1-7-16,0-3-7 0,0 0-6 0,2-3-8 16,-2 0-2-16,1-2-1 0,2 0-9 0,-2-2-23 15,1 2-47-15,1-3-12 0,0 0-138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30T07:27:03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5830 7895 513 0,'0'0'21'16,"0"0"-8"-16,0 0-8 0,0 0-3 0,0 0-2 16,0 0-4-16,-38-123 3 0,36 102 6 0,2 0 5 15,0-1 8-15,0 2 4 0,0 0 4 0,2 4 4 16,-2 1-2-16,1 3 0 0,2 4-2 16,-2 2-3-16,-1 4-9 0,2 1-20 0,-2 1-22 15,0 1-16-15,0 6 12 0,0 7 35 0,0 7 40 16,0 9 28-16,-3 9 7 0,-3 6-18 15,-1 7-14-15,0 6-14 0,0 3-16 0,-2 4-3 16,0 1-7-16,0 2-4 0,2-1-3 0,0-2-6 16,0-3 0-16,3-5-1 0,-1-7 3 0,4-9 0 15,0-7 1-15,0-9 0 0,1-7-3 0,0-5-5 16,0-6-8-16,1-3-17 0,1-4-8 16,1 0 2-16,2-8-1 0,-1-6-5 0,1-7-28 15,4-6-35-15,-5-6-12 0,4-3 22 0,-5-3 38 16,2-3 39-16,-3 0 23 0,-2 1 5 0,2-3 3 15,-2 0 1-15,0 0 1 0,0 1 2 16,0 1 8-16,0 2 9 0,0 2 7 0,0 3 7 16,0 2-4-16,0 4 2 0,0 2-2 0,0 4 4 15,0 2 4-15,1 4-3 0,5 2-8 0,-3 3-11 16,0 2-7-16,1 2-9 0,-1 2 2 0,0 1 1 16,2 2 0-16,1-1 0 0,0 1-3 15,2-1-1-15,2 1-2 0,2 1 2 0,-1 0-2 16,7 1 0-16,-4-1-3 0,5 2 1 0,1 0-1 15,1 0 0-15,2 4 4 0,-2 0-2 16,3 1 3-16,-1 0 1 0,2 1 1 0,1 0 5 16,2-1 2-16,0 1 0 0,3-2 5 0,0 1 3 15,3 0 6-15,0-2 5 0,4 2 3 16,2-3 1-16,5 0 3 0,1-1 1 0,3 0-3 16,0-1-4-16,5 0-9 0,1-3-6 0,3-1-5 15,2-2-5-15,1 0-1 0,1 0-2 0,2 0 1 16,1-1-3-16,-2 1-1 0,1 1-3 0,0-2-1 15,-3 1 1-15,0 2 1 0,-3-1-1 16,0 2 1-16,1-1-2 0,-2 1 1 0,-1 2 2 16,2-1 1-16,-1 2-1 0,1 0 4 0,0 0-2 15,0 0 0-15,1 3 2 0,-1 0-3 0,3-1 6 16,-1 0-1-16,-1-1 0 0,2-1-1 0,0 0-1 16,0 0-1-16,1-1-1 0,0-3 1 15,3 0 0-15,-5 0 1 0,1-1-2 0,-1 1 0 16,-3-1 0-16,-1 2-1 0,0-2-4 0,-2 1-1 15,-3 2 1-15,0 0-2 0,-2-1 6 0,-2 3-2 16,2 0 0-16,-2 0 0 0,-2 0 0 16,2 2 0-16,-3 1 0 0,1-1 1 0,1 1 2 15,1 0-1-15,-1-2 4 0,3 2-1 0,2-2 3 16,-2-1 1-16,3 0-2 0,-1 0 0 16,-1 0-4-16,1 0-1 0,1-1 0 0,-1-3 0 15,-1 2 1-15,1-2-1 0,-4 1-2 0,-1-1 0 16,0 2 0-16,-2-1 0 0,-2 1-1 0,2 1 2 15,-2 0-2-15,-2-1 2 0,-3 1 0 16,3 0 0-16,-1 0 1 0,-1-1 1 0,-4 0-1 16,2 0 0-16,-2 1-2 0,0-3 2 0,2 2-1 15,-4-3 2-15,0 1 1 0,-1-2 2 0,3-1-2 16,-2-1 2-16,1-1 0 0,0 0-2 0,3 0-1 16,-3 0-2-16,0 1 0 0,2 1 1 0,-3 1-2 15,0-1-1-15,-2 1-1 0,0 0 0 16,-3 2 0-16,-1-1 0 0,1 2 0 0,-4-1-1 15,3 2 1-15,-5 1-2 0,1 1 1 0,-2 0-2 16,-3 0-1-16,0 0 1 0,0 0 0 16,-4 0 2-16,3 1 1 0,-4 1 1 0,0 0 3 15,0 1 3-15,2-1 5 0,-1-1 2 0,1 2 5 16,3-1-5-16,1-1-3 0,1 0-4 0,-3 0-3 16,4-1-2-16,-1 0-2 0,2 0 1 15,-1 0-2-15,-2 0 1 0,1 0 0 0,-2 0-1 16,0 0 3-16,2 0-3 0,-6 0 1 0,4-1-1 15,-4 1 2-15,5-1-1 0,-4 1 1 16,4 0 1-16,-4-1-3 0,3 1 1 0,-2-1 1 16,0 0-1-16,1-1 2 0,0 1-1 0,2-1 0 15,0 0 3-15,0 0-4 0,3 0 2 0,0 0-1 16,1-2-1-16,0 2 2 0,3 0-3 0,1-2 0 16,1 2 0-16,-2-1-5 0,0 1 5 0,-2-1 1 15,0 1-1-15,-2 0 2 0,-1-1-1 16,1 1-1-16,-1 0 1 0,-1-1-2 0,0 2 2 15,-1 0 0-15,-4 0-1 0,1 0 0 0,-2 1 1 16,-1-2-1-16,-1 2 2 0,-3 0 1 0,0 0-1 16,-4 0 1-16,1 0 1 0,-2 0-3 15,0 0 2-15,-2 0 1 0,3 0-1 0,-2 0 2 16,0 0 0-16,-1 0 0 0,2 0-1 0,0 0 4 16,0 0-6-16,-3 0-1 0,2 2-3 15,2-1-4-15,-2 1 4 0,0 0 0 0,-2 3 1 16,3 0 4-16,1 0 0 0,-3 2 2 0,-1 1 0 15,1 1 3-15,-1 2-3 0,0 2 2 0,0-1-1 16,0 3 0-16,0 2 1 0,0 3 0 16,-1 3 0-16,0 2 1 0,-4 4-1 0,3 2 1 15,0 2-1-15,-2 2-1 0,1 2 1 0,1 0-1 16,-1 2-1-16,-2 1 0 0,4 2-2 0,-1 0 1 16,0 1 3-16,0 1-3 0,2-3-1 15,0-1 2-15,0-1-6 0,0-2 4 0,0-4 0 16,0 0 0-16,0-1 3 0,0-3 0 0,0-1 0 15,0 0 0-15,0-2 3 0,-3-1-3 0,1-3 5 16,0-3 1-16,-2 0-1 0,1-3 0 0,1-1-3 16,-1-2-2-16,-1 1-1 0,3 0-3 15,0-3 1-15,-1 1-2 0,-1 0 0 0,1-2-1 16,1 1 0-16,0-1 1 0,-1 0 2 0,-1 0 2 16,1 1-2-16,0-2 0 0,0-1 1 0,1-1-1 15,-1 0 7-15,-1-1 2 0,0-2 5 16,0 2 1-16,-3-1-1 0,1-1-5 0,-2 0-4 15,-2-1-5-15,0 0-4 0,0-1-2 0,-3-2-3 16,1 0 1-16,-2 0 0 0,-1 0 0 16,-2 0 3-16,-1-1 0 0,1-2 1 0,-4-1 2 15,0 0 1-15,-2 0-3 0,-4-1 3 0,-2 2-1 16,1-2-1-16,-7 0 6 0,2 1-4 0,0-1 1 16,-2 2-1-16,-2 1-1 0,-3-1-1 0,-1 1 1 15,1-1 0-15,-3 0-2 0,0 0 2 16,1 0 2-16,0 0 0 0,-3 1 2 0,-1-1-3 15,1 1-1-15,0 0-1 0,-2-1-2 0,-4 2-1 16,0-1 0-16,0 1-1 0,-2-1 0 0,-1 1 3 16,2 0 0-16,-4 0 2 0,-2 0 0 0,-3 1-3 15,0 0 2-15,-2 0-2 0,0 0 3 16,-2 0 0-16,-3 0-1 0,-4 0-1 0,1 0-2 16,-1 0-2-16,-2 0 0 0,-1 0 0 0,-3 0 4 15,-1 0 3-15,2 0 5 0,-4 0 4 0,6 0 4 16,-4 0-1-16,5 0-4 0,0 0 1 15,3 0-7-15,0 0-1 0,1 0-5 0,3 0 0 16,-1-1-4-16,3-1 3 0,-4 1-1 0,4 0-6 16,-3 0 3-16,3-2 4 0,-4 1 0 15,4-1 3-15,1 1-1 0,-1 1-3 0,-2-1-2 16,3 0 1-16,-3 2 0 0,2 0 0 0,-2 0 3 16,1 0 1-16,-3 0 1 0,3 0 2 0,0 0-2 15,-2 0-1-15,1 0 1 0,0 3 2 16,-3-2 5-16,2 0 2 0,1-1 2 0,1 1 6 15,2-1 5-15,2 0 4 0,4 0 7 0,1 0-6 16,3 0-4-16,3-1-10 0,2 0-7 0,2-3-6 16,-2 2 0-16,5-1 0 0,0-1 0 0,1 1 1 15,0-1-1-15,-2 1 0 0,2 0 0 16,-1 0 0-16,0 1 2 0,2-1 0 0,-1 2-1 16,-1 1 0-16,1 0 2 0,0 0 0 0,2 2 2 15,1 2 3-15,2 1 1 0,-1-1-3 0,2 2-2 16,1 0-3-16,2 0-2 0,-1-2-1 15,4 2 2-15,2-1 1 0,0 0-2 0,2 0 4 16,2-2 0-16,0 1-1 0,-2-2-1 0,3 0 0 16,2-1-1-16,0 1 2 0,1 0 1 0,-1-1 2 15,2 0-4-15,-2-1 2 0,0 1 0 16,-1 1-1-16,0-1 0 0,-1 0 0 0,2-1-2 16,-1 1 1-16,0 0-2 0,-1 0 3 0,3 1-1 15,1-1 2-15,-3 1 0 0,2-1-1 16,1 2 2-16,0-1-3 0,1 0 3 0,-2 0 0 15,7 0-4-15,-3 1 3 0,2-1-3 0,1 0 1 16,0-1 1-16,5 1 0 0,-1-1 0 0,2 0 1 16,0-1 1-16,4 1 0 0,-1-1 2 0,1 0 0 15,2 0-1-15,-1 0-2 0,1 0 0 16,0 0-3-16,1 0 2 0,-2 0-2 0,2-1 0 16,-3 1 0-16,3-1 0 0,-1 1 2 0,1-1-2 15,0 1-2-15,0 0-1 0,0 0-3 0,0 0-3 16,0 0-6-16,0 0-3 0,0 0-7 0,0 0-6 15,0 0-3-15,0 0-2 0,0 0 3 16,0 0 4-16,4 0 3 0,-2 0-13 0,0 0-34 16,0 0-46-16,2 0-68 0,1 0-73 0,0 0-81 15,1 0 6-15,-6 0-250 0</inkml:trace>
  <inkml:trace contextRef="#ctx0" brushRef="#br0" timeOffset="6077.92">16949 7533 428 0,'0'0'95'0,"0"0"-91"15,0 0-3-15,0 0 0 0,0 0-11 0,0 0-12 16,0 0-3-16,0 0 4 0,0 0 20 15,0 0 21-15,0 0 19 0,0 0 3 0,-58 73-2 16,55-44-8-16,-4 3-14 0,5 4-10 0,-5 0-3 16,4 3-3-16,-3 1-2 0,4-1-4 15,0 3 2-15,-1-1-1 0,0-1-3 0,2-1 1 16,-1-1-6-16,2-2-4 0,0-4 0 0,-1-1-4 16,1-5 3-16,0-2-1 0,0-6-3 0,0-4-13 15,0-4-38-15,0-5-22 0,0-5 2 16,1 0 21-16,2-7 36 0,2-3 19 0,-3-3-18 15,-1 1-50-15,0 4 83 0</inkml:trace>
  <inkml:trace contextRef="#ctx0" brushRef="#br0" timeOffset="6970.89">16822 7803 55 0,'0'0'63'0,"0"0"-30"16,0 0 6-16,0 0 17 0,0 0 11 0,0 0 11 15,-43-133-2-15,40 116-12 0,0 2-13 0,3 0-17 16,0 2-20-16,0 1-10 0,0 2-12 0,5 0-5 15,0 2-4-15,1 0-1 0,5 2 4 16,-2 0 5-16,2 0 5 0,3 1 4 0,1 1 0 16,1-1 1-16,0 0 0 0,5 2 0 0,0-1 2 15,5 1 0-15,-3-1-2 0,4 1-2 16,-2-1-1-16,4 1 0 0,-1-1 0 0,2 2 2 16,-1 0-1-16,4 1 2 0,-1 1 2 0,-1-1 3 15,2 1 9-15,2 0 9 0,-1 0 14 16,1 0 9-16,1 2 11 0,3-1 1 0,-2 0 2 15,4 0 1-15,1 0-8 0,0 1-7 0,2-2-9 16,3 1-9-16,1 0-5 0,0 0-3 0,5 0-1 16,0 0-6-16,1 2-3 0,-2-2-1 0,5 1-3 15,-2 2 1-15,3-2-3 0,-3 2-2 16,3-2 0-16,-4 1-3 0,3 1 0 0,-3-1-2 16,1 2 1-16,-2 0 0 0,0-1 0 0,1 2 1 15,1-2 1-15,-2 2 2 0,-1 0 1 0,4 0 0 16,-4-2-1-16,2 2 1 0,-2-1-1 0,5-2 0 15,-5 2 1-15,1-2 0 0,4 0-1 16,-2-2 3-16,1 0-2 0,0-1 2 0,4 0-1 16,1 0-1-16,0-2-3 0,0-1 0 0,0 0-1 15,0-1 1-15,0 1-2 0,0-1 0 0,-2 2 0 16,0 0 0-16,-3-1 2 0,3 1-1 16,-1 0 0-16,-4-1 0 0,4 1 0 0,-3 0 1 15,2 1-1-15,-3-1 0 0,0 0 0 0,0 1 0 16,-1 0-1-16,-2 0 1 0,1-2 1 15,-1 2-1-15,-1 0 2 0,2 0 0 0,1 0 0 16,-1 0 2-16,0-1-2 0,0 1-2 0,0-1 0 16,-2 1 0-16,0 0-3 0,-2 0-2 0,-2 0-1 15,-1 0-3-15,0 1 6 0,-3-2-1 16,0 2 4-16,-3 0 2 0,1 0-2 0,-4 0 0 16,1 0 1-16,-2 0 1 0,0 0 0 0,-1 0 0 15,1 0-1-15,-2 0-5 0,1 0 5 0,-2 0-1 16,1 0 2-16,-3 0 2 0,1 0 0 0,-1 0-1 15,0-1 3-15,1-1 1 0,-1 1 0 0,-1 0 0 16,1-1-4-16,-1 0-3 0,1 1 2 16,-3 0 0-16,-1 0 1 0,2 0-1 0,-5-1-1 15,1 2 0-15,-2-1-1 0,-1 1 0 0,-2 0 0 16,-1 0 2-16,-3 0-2 0,0 0-1 16,-2 0 1-16,0 0 1 0,-2 0 0 0,0 0 1 15,2 0-1-15,-2 0-1 0,1 0 2 0,2 0-2 16,-1 0 3-16,4 0 1 0,-2 0-1 0,0 0 3 15,-1 0-4-15,0 0-2 0,0 0-1 16,1-2-3-16,-1 1-2 0,-2-2 1 0,1 2-3 16,-3-1 1-16,1 1-3 0,-3 1 3 0,0-1-1 15,2 1 5-15,-4-2-1 0,-1 2-2 16,0 0-3-16,-1 0-9 0,-2 0-5 0,1 0-6 16,-1 0-5-16,-2 0 3 0,0 0 5 0,0 0 7 15,0 0 12-15,0 0 7 0,0 0-1 0,0 0-5 16,0 0-8-16,0 0-14 0,0 3-15 0,0-1-33 15,0 0-40-15,0 2-54 0,4-1-29 0,-2 0 27 16,3-1 5-16,-3-2 77 0</inkml:trace>
  <inkml:trace contextRef="#ctx0" brushRef="#br0" timeOffset="9161.76">22634 7527 452 0,'0'0'109'15,"0"0"-153"-15,0 0-38 0,0 0-10 16,0 0 19-16,0 0 28 0,0 0 26 0,0 0 22 16,0 0 7-16,0 0-1 0,0 0-4 0,0 0-7 15,0 0-2-15,131-24-5 0,-114 24-2 0,3 0-2 16,1 0-2-16,-1 0 2 0,3 0-1 0,-3 1 4 16,1 2 4-16,1-2 3 0,0 0 2 0,-1 0 0 15,0 0-3-15,-2 1-1 0,2-1 3 16,0-1 1-16,0 0 7 0,-1 0 1 0,2 0 1 15,-1 0 3-15,-2-1 0 0,2-2 6 0,-1 2 3 16,-2-2 5-16,0 0 7 0,-1 1 7 0,-1-2 8 16,-1 1 11-16,-1 1 4 0,0 0 2 15,-1 0-4-15,-2-1-9 0,-2 2-8 0,1 0-7 16,-4 1-10-16,0 0-4 0,-1 0-5 0,-1 0-3 16,1 0 1-16,0 2 0 0,-3 1 0 0,2-1 1 15,-2 1-1-15,1 0-3 0,1 1-3 16,-2-1-2-16,1 0-5 0,-2 0-1 0,0 1-4 15,1-1-2-15,-2 2-1 0,1 1 1 0,-1-1 3 16,0 5 0-16,0 0 6 0,0 2-2 16,-1 3 1-16,-2 3-1 0,1 1-1 0,-4 4 0 15,4 3-1-15,-4 0 2 0,2 4 2 0,-5 1-2 16,4 5-2-16,-1 1-2 0,1 4 0 16,0 0 2-16,-1 1 3 0,1-1 3 0,4 1-2 15,-2-1 1-15,1 0-2 0,2-2-5 0,0 0 2 16,0 0 1-16,0-1 1 0,0 1 2 0,0 2-1 15,1-4-2-15,1-1 2 0,2-4-2 0,2-3-1 16,0-5-1-16,2-3-1 0,0-3-3 16,0-3-1-16,-3-1 1 0,1-4 0 0,-2 0 3 15,-1-4 4-15,-2-1 2 0,0-3 8 0,-1 0 7 16,2-1 8-16,-2-1 9 0,0 0 1 0,0 0-8 16,0-3-8-16,-6-2-19 0,1-1-11 0,-3-2-2 15,-3-1-1-15,-2-1 6 0,-2-1 5 16,1 2 1-16,-3-1 5 0,-1 1 0 0,-1 2 2 15,-3 0 4-15,1 0-3 0,-1 1-2 0,-3 0-1 16,0 3-4-16,-5 1-2 0,3 1 2 16,-3 1-4-16,-1 0-1 0,-4 1 2 0,3 3-2 15,-5 0-2-15,1 1 4 0,-2 0-3 0,-3-1 2 16,1 1 0-16,-1-1 2 0,-2-2 2 0,0 1 1 16,0-1-1-16,0 0 1 0,0-2-1 15,0 2-6-15,1-2 2 0,-2 0 0 0,0 0 0 16,1 0 2-16,-3 0 1 0,3-2 2 0,-6 1 0 15,3-1 2-15,-4 1-3 0,-3-2 1 16,0 1 0-16,-7 2 0 0,0-2 6 0,-3 1 4 16,0 1 9-16,-2 0 9 0,-1 0 16 0,-2 0 13 15,3 0 10-15,1 0 2 0,-1 0-8 0,1 0-5 16,3 0-12-16,0 0-10 0,1 0-12 0,4 0-15 16,-1 0-12-16,4 0-16 0,0 0-11 0,-2-1-17 15,3 1-16-15,-2-1-9 0,-3 1-2 0,2-1 9 16,-5 1 15-16,-2 0 23 15,-4 0 14-15,0 0 15 0,-3 1 6 0,-2 1 6 0,-1 1 9 16,0 2 5-16,-3-1 14 0,1 2 5 0,-2 1 3 16,0 0 1-16,2 0-3 0,0-1-1 15,-1 1-6-15,3 0-5 0,2-2-12 0,3 1-11 16,-2-1-6-16,0 0-5 0,0-1-2 0,-1 1 4 16,4-2-1-16,-4 1 7 0,0-2 4 0,5 1 8 15,-2-1 4-15,5 0 6 0,1-1-4 16,1 0-7-16,0-1-9 0,5 1-8 0,-2 1-4 15,5-1-5-15,-2 0-4 0,-3 1-4 0,4 1-3 16,2-1-5-16,-1 3-2 0,1 0-7 16,1 1 3-16,0 1 10 0,0 0 5 0,2 1 13 15,1 0 3-15,1 0-2 0,2-1 0 0,1 2-1 16,2 0 1-16,-2-1-3 0,5 0 1 0,1-1-1 16,0 0 1-16,5-2 2 0,1 0 2 0,3-1 3 15,4-2 0-15,-1 0-1 0,4-1 1 16,0-1-5-16,5 0 2 0,-1 0-2 0,1 0 3 15,3 0-3-15,1 0-6 0,2-1-3 0,0 0-8 16,-1 0-7-16,3-1-4 0,3-1-4 0,-2 2-7 16,-2-1-3-16,0 1 0 0,1-1 3 15,-5 1 10-15,2-1 11 0,-1 1 9 0,-3 0 8 16,1 0-1-16,0-1 4 0,-2 1 2 0,-1 1 7 16,3-2 17-16,-1 1 18 0,1 0 18 0,3 0 11 15,4-1-3-15,1 0-7 0,0 0-17 16,4 1-15-16,1 0-18 0,0 0-10 0,1-1-9 15,0 1-5-15,-1 1-2 0,1-1 0 0,0 1 2 16,0-1 2-16,-2 1 2 0,2 0 5 0,-1-1-3 16,-3 0-5-16,2-1-8 0,-4 2-6 15,2-1-4-15,-4 1 3 0,0 0 9 0,-1 0 7 16,2 0 10-16,-2 0 8 0,0 0 3 0,1 0 7 16,4 0 3-16,-2 0-4 0,4 0-2 0,0 0-5 15,-1 0-9-15,1 0-3 0,2 0-6 16,0 0-5-16,0 0-3 0,0 0-2 0,0 0 5 15,0 0-1-15,0 0 6 0,0 0 1 0,0 0 3 16,0 0 2-16,-1 0 0 0,1 0 1 0,-2 0 1 16,1 0-1-16,-3 0 4 0,1-2 2 0,1 1 4 15,-1-2-1-15,-3 0 4 0,4 1 3 16,-2-2 2-16,1-1 2 0,0 1-1 0,2-3-3 16,0 0-7-16,1-2-4 0,0-1-6 0,0-2-4 15,1-2-2-15,2 0-4 0,2-2 1 0,-1-1-1 16,3-1-4-16,-3-1 2 0,3-2-3 15,-3 0-3-15,3-5 0 0,-5-1-6 0,2-3-1 16,-3-3-2-16,-1-2 1 0,0-1 6 0,0 3 5 16,-5-1 12-16,-4 2-1 0,-1 1 8 15,0 1 0-15,-1 0-7 0,-1 1-10 0,0-1-19 16,-2 3-30-16,2 0-29 0,2 1-31 0,3 3-50 16,2 2-69-16,4 5-107 0,0 6-467 0</inkml:trace>
  <inkml:trace contextRef="#ctx0" brushRef="#br0" timeOffset="11685.71">6874 7850 268 0,'0'0'86'0,"0"0"-62"0,0 0-27 15,0 0-13-15,0 0-4 0,0 0 5 16,0 0 6-16,0 0 3 0,0 0 5 0,0 0 1 15,0 0-1-15,0 0 1 0,-41 95 0 0,40-81 2 16,1 4 2-16,-1 2 1 0,-1 1-1 16,0 2 3-16,0 2 5 0,-2 3 4 0,0 3 17 15,-2 2 9-15,1 4 8 0,-3 4 2 0,4 0-6 16,-3 3-7-16,-1 3-6 0,1 1-8 0,3 1-7 16,-2-2-8-16,2 0-6 0,2-1-5 15,0-2-10-15,0-3-21 0,2-3-55 0,0-6-43 16,3-10-145-16,-1-9 102 0</inkml:trace>
  <inkml:trace contextRef="#ctx0" brushRef="#br0" timeOffset="12317.21">8035 7893 248 0,'0'0'50'0,"0"0"6"0,0 0 6 15,0 0 6-15,0 0 8 0,0 0 2 16,0 0 11-16,0 0 2 0,0 0-4 0,0 0-19 16,0 0-29-16,0 0-25 0,0 0-17 0,0 0-9 15,-21-40-3-15,21 39 2 0,0 0 4 16,1 0 1-16,0 1-3 0,-1 0 1 0,2 0 5 15,-2 0 11-15,0 0 10 0,0 3 12 0,0 3 7 16,0 6 3-16,-2 4 1 0,0 4-2 0,-4 6 5 16,3 5-4-16,-1 1-3 0,2 4-7 0,-2-1-13 15,2 4-1-15,-1-2-5 0,2 2-1 16,1 1-2-16,0-2-2 0,0-3-3 0,0 0-5 16,0-2-6-16,0-3-19 0,4-5-29 0,1-3-35 15,-2-4-47-15,4-6-45 0,1-4-33 0,1-3 20 16,1-5 45-16,0 0-98 0,-4 0 251 0</inkml:trace>
  <inkml:trace contextRef="#ctx0" brushRef="#br0" timeOffset="12759.91">9291 7839 883 0,'0'0'313'0,"0"0"-303"0,0 0-11 0,0 0-11 16,0 0-8-16,0 0-4 0,0 0 3 16,0 0 14-16,0 0 10 0,0 0 12 0,0 0 2 15,0 0-2-15,0 0-1 0,0 0-4 0,-70 133-5 16,70-101-1-16,0 4-2 0,0 0 0 15,0 5 0-15,2 0-8 0,-1 2-10 0,1 1-16 16,-1-1-15-16,-1-3-8 0,1 0-7 0,-1-3-2 16,0-4-3-16,2-3-15 0,1-5-25 0,0-3-36 15,-1-4-6-15,3-2 19 0,1-6-26 0,-5-4 62 16</inkml:trace>
  <inkml:trace contextRef="#ctx0" brushRef="#br0" timeOffset="13186.96">10285 7857 258 0,'0'0'105'0,"0"0"-105"16,0 0-14-16,0 0-4 0,0 0 9 0,0 0 5 15,0 0 7-15,0 0 3 0,0 0 0 0,0 0-3 16,0 0-4-16,0 0-1 0,0 0-3 0,41-57-1 15,-40 56-1-15,0 1-1 0,1 0 7 16,-2 0 17-16,2 0 30 0,-2 0 36 0,0 0 26 16,0 5 5-16,0 3-11 0,-5 4-16 0,2 3-9 15,-6 9 0-15,2 3 1 0,2 5-4 0,-3 6-9 16,-1 4-13-16,5 4-10 0,-3 2-13 0,4 3-11 16,0 1-7-16,0-1-15 0,3 0-21 15,0-2-40-15,0-4-59 0,6-5-79 0,-1-6-79 16,2-8-17-16,-4-11-81 0</inkml:trace>
  <inkml:trace contextRef="#ctx0" brushRef="#br0" timeOffset="13573.9">11353 7621 1399 0,'0'0'19'16,"0"0"-28"-16,0 0-27 0,0 0-5 0,0 0 17 15,0 0 26-15,0 0 17 0,0 0 15 0,0 124 0 16,0-85-9-16,0 4-9 0,0 4-8 0,0 3-3 16,0 3-4-16,0 1-12 0,0 0-13 15,1 1-22-15,-1 0-21 0,0-1-27 0,3 0-40 16,-3 0-37-16,1 0-50 0,1 1-2 0,-1-16 18 15,0-13-51-15</inkml:trace>
  <inkml:trace contextRef="#ctx0" brushRef="#br0" timeOffset="14391.77">18029 7554 1804 0,'0'0'29'16,"0"0"-47"-16,0 0-32 0,0 0-22 0,0 0 3 15,0 0 16-15,0 0 28 0,0 0 25 0,0 0 17 16,0 0 3-16,0 0-9 0,10 138-6 0,-3-99-4 15,-3 7-1-15,4 3-6 0,-4 5-3 16,3 1-6-16,-1 3-5 0,-1-1-4 0,1 1-3 16,-2-3-10-16,0-2-13 0,1-2-18 0,-3-4-23 15,4-3-40-15,-2-2-40 0,2-3-53 0,-2-3-17 16,-2-10 38-16,2-8-80 0</inkml:trace>
  <inkml:trace contextRef="#ctx0" brushRef="#br0" timeOffset="14731.74">19265 7616 2094 0,'0'0'236'16,"0"0"-236"-16,0 0-55 0,0 0-32 0,0 0-9 15,0 0 18-15,0 0 32 0,0 0 28 16,-16 147 22-16,16-98 0 0,0 6-6 0,0 2-24 15,6 2-46-15,-2 1-55 0,4-1-58 0,-1-1-49 16,-2-3-31-16,3-5-37 0,-1-1 24 0,-3-13 16 16,-3-15 57-16</inkml:trace>
  <inkml:trace contextRef="#ctx0" brushRef="#br0" timeOffset="15165.78">20698 7598 2184 0,'0'0'21'0,"0"0"-45"0,0 0-27 15,0 0-36-15,0 0-22 0,0 0-1 0,0 0 25 16,0 0 37-16,0 0 40 0,-21 126 13 16,18-72-2-16,0 5-17 0,-2 7-40 0,2 1-44 15,0 1-36-15,0-2-29 0,-1-1 2 0,2-4 20 16,1-6 24-16,0-4 18 0,1-5 2 0,0-6-21 16,0-3-24-16,0-5 13 0,0-10 12 0,0-9 10 15</inkml:trace>
  <inkml:trace contextRef="#ctx0" brushRef="#br0" timeOffset="15527.68">21764 7597 2053 0,'0'0'136'0,"0"0"-149"15,0 0-45-15,0 0-5 0,0 0 13 0,0 0 27 16,0 0 17-16,1 160 9 0,1-107 2 0,-1 3-5 16,2 0-13-16,2 2-28 0,-1 0-36 0,1-3-42 15,0-3-33-15,0-4-23 0,-2-3-32 16,1-4-24-16,-1-3-36 0,-1-2 3 0,-1-11 38 16,-1-8 14-16</inkml:trace>
  <inkml:trace contextRef="#ctx0" brushRef="#br0" timeOffset="24138.04">3934 7954 242 0,'0'0'73'15,"0"0"10"-15,0 0-3 0,0 0-6 0,0 0 4 16,0 0 3-16,0 0-3 0,0 0-16 0,0 0-18 15,0 0-19-15,0 0-10 0,0 0-6 0,-15-54-3 16,15 44-2-16,3 0 1 0,0-3 1 16,4-2-2-16,1 2-1 0,2 0-3 0,0 0-4 15,2 2 2-15,1-2-1 0,2 2 3 0,0-1 3 16,3 2 2-16,0 0 6 0,1 1-1 16,-1 2 0-16,3 0-1 0,1 2-6 0,0 0-2 15,-1 3-5-15,-2 2-2 0,-3 0-3 0,2 1-4 16,-5 5-2-16,1 3 4 0,-3 2 3 0,-1 4 5 15,-4 3 5-15,2 3 2 0,-5 4-1 0,1 2-1 16,-3 6-2-16,-1 1-7 0,0 1-6 16,0-1-4-16,0-1 0 0,0 0 2 0,0-5 4 15,0-1 4-15,1-5 1 0,1-3 4 0,5-3 4 16,0-3 6-16,0-1 10 0,3-1 8 0,4-2 6 16,0-1 2-16,3-1 2 0,3-1-7 0,1-4-5 15,0 0-3-15,2-2-2 0,2-2-1 16,0-6-3-16,-4-1-4 0,1-4-6 0,-1-2-5 15,-1 1 2-15,-2-4 3 0,-4 1 6 0,1 0 8 16,-6-1 9-16,2 1 4 0,-7 0 12 16,1 0-1-16,-4-1-5 0,-1 1 7 0,0-1-3 15,0 0 0-15,-5 2-3 0,1 0-8 0,-5 1-9 16,3 2-1-16,0 1-3 0,-1 1-6 0,3 0-9 16,-3 2-4-16,5 1-3 0,-4-2-4 15,5 3 1-15,0 2-5 0,1 0-5 0,0 0 1 16,8-1 1-16,0-1 9 0,2 0 7 0,3 0 1 15,5-1 1-15,2 0-2 0,0 0-2 16,2 0 1-16,1-1-1 0,4 1 1 0,-3-3-3 16,5 1-6-16,0-1-12 0,0 0-20 0,1 0-29 15,-4-1-43-15,1 0-58 0,-4 2-79 0,-6 2-36 16,-6 4-326-16</inkml:trace>
  <inkml:trace contextRef="#ctx0" brushRef="#br0" timeOffset="24631.14">4969 8104 685 0,'0'0'-12'0,"0"0"-50"16,0 0-22-16,0 0-31 0,0 0 17 0,0 0 24 16,0 0 24-16,0 0 34 0,0 0 7 0,0 0-1 15,0 0-1-15,0 0-1 0,0 0 4 16,9-37 3-16,-7 34 4 0,3-1 3 0,-3-1 4 15,0 0 1-15,-1 1 1 0,2 0 4 0,1 0 14 16,-4 0 34-16,1 2 42 0,-1-1 35 0,0 1 26 16,0 1 1-16,0 0-12 0,0 0-17 0,0 1-18 15,0 0-29-15,0 0-31 0,-1 0-37 16,-3 5-27-16,1 6-10 0,2 4 5 0,-2 4 25 16,0 4 12-16,0 4 2 0,3 2-5 0,-1-1-12 15,1 0-3-15,0 0-4 0,0-3-3 16,2-2-7-16,4-2-3 0,-3-4-8 0,4-1-10 15,-3-5-12-15,2-5-24 0,-3-2-10 0,3-4-3 16,-2 0 7-16,-3-5 9 0,7-4-2 16,-6-6-11-16,0-1-15 0,2-3-13 0,-2 0-7 15,-1-2-16-15,0 0 9 0,-1 3 9 0,0 8-104 0</inkml:trace>
  <inkml:trace contextRef="#ctx0" brushRef="#br0" timeOffset="26065.29">15204 8033 1324 0,'0'0'-2'15,"0"0"-23"-15,0 0 6 0,0 0 1 16,0 0 8-16,0 0 5 0,76-135 2 0,-56 114 2 16,3-4 0-16,0 4-1 0,-3 1-5 0,2 2-1 15,-2 5-3-15,-4 1-2 0,-1 4-2 16,-2 4 1-16,-4 0-3 0,1 3-1 0,-2 1-2 16,0 0-5-16,-4 1 0 0,0 5 6 0,0 3 8 15,-4 5 9-15,0 2 8 0,0 5 3 0,-4 3-2 16,-3 5 0-16,2 2-2 0,-2 1 0 0,1 2 1 15,4 1-2-15,-3 0 1 0,3-1 1 0,2-2-3 16,2-2-1-16,4-2-3 0,3-3-1 16,1-3 2-16,1-2-2 0,4-6-1 0,1-3-2 15,-1-4-2-15,2-5-1 0,1-2 3 0,-1-5-1 16,-1-5-1-16,2-5-8 0,-3-3-11 0,3-3-11 16,-2-3-5-16,-4-1 4 0,-3-2 14 15,-6-1 15-15,0 1 7 0,-3-1 10 0,-3-1 5 16,-3-2 7-16,-3 2 15 0,0-2 12 0,0 3 17 15,-1-1 12-15,1 5 14 0,0 3 1 0,4 4-2 16,0 4-9-16,3 5-19 0,-1 4-26 16,2 3-24-16,1-1-29 0,0 2-10 0,5 0 0 15,4 0 11-15,6-1 14 0,1 1 4 0,5 0 1 16,3-1-4-16,1-1-3 0,1-1-13 16,0 1-19-16,3-1-17 0,-3-2-16 0,0 1-13 15,-3 0-19-15,0-1-27 0,1 0-43 0,-3 1-51 16,-1-1 21-16,-8 1-16 0,-3 2 45 0</inkml:trace>
  <inkml:trace contextRef="#ctx0" brushRef="#br0" timeOffset="26511.54">16018 8125 1705 0,'0'0'425'0,"0"0"-428"0,0 0 0 0,0 0-27 15,0 0-28-15,0 0 4 0,0 0 7 16,0 0 16-16,0 0 26 0,0 0 1 0,0 0-3 16,0 0-18-16,0 0-27 0,117-52-26 0,-93 52-22 15,1 0-13-15,-2 2 0 0,-1 3 9 0,-2 1 7 16,-4 3 11-16,-1 0 10 0,-5 4 9 0,-5-1 17 16,-5 5 15-16,0 0 20 0,-9 1 21 15,-6 4 7-15,-4 0 16 0,-3 0 17 0,-2 0 24 16,-2-1 43-16,-2-2 35 0,3 0 23 0,1-1 2 15,1-3-22-15,6 0-37 0,0-1-37 0,7 0-33 16,1-1-32-16,4 0-21 0,2 0-16 0,3 0-10 16,4 1-12-16,5 1-14 0,2 0-28 15,5 0-38-15,2-1-58 0,5-3-90 0,-4-2-94 16,-7-5-453-16</inkml:trace>
  <inkml:trace contextRef="#ctx0" brushRef="#br0" timeOffset="29721.86">5862 9464 1728 0,'0'0'394'0,"0"0"-420"0,0 0-16 0,0 0-12 16,0 0-5-16,0 0 11 0,-10-119 7 0,22 91 8 15,6-1 4-15,1 2-1 0,2 2-8 0,-1 2-17 16,3 2-20-16,-1 4-17 0,3 3 2 0,-2 5 11 15,1 2 17-15,1 4 20 0,-1 3 5 0,-1 0 7 16,0 9 3-16,-2 3 5 0,-5 6 6 16,1 2 7-16,-4 3 9 0,-4 2 6 0,-1 1 3 15,-6 3 5-15,-2-2 3 0,0 1 11 0,-4-1 9 16,-10 0 13-16,1-1 11 0,-7-1 5 0,0-1 2 16,-5-2 1-16,-3-1-3 0,-1-3-1 15,-1-3-3-15,2-3-7 0,1-2-3 0,0-4-9 16,3-3-11-16,1-3-10 0,2 0-18 0,5-3-23 15,2-3-34-15,4-2-57 0,4-3-92 0,1-3-142 16,3 4-73-16,2 2-350 0</inkml:trace>
  <inkml:trace contextRef="#ctx0" brushRef="#br0" timeOffset="30804.91">11617 9228 429 0,'0'0'149'0,"0"0"-58"0,0 0-13 0,0 0-33 16,0 0 0-16,0 0 13 0,0 0 5 0,0 0-1 16,0 0-19-16,0 0-20 0,0 0-16 15,0 0-10-15,0 0 7 0,0 0 8 0,-29 18 6 16,34-17 6-16,-2 1 2 0,-2-2 6 0,3 1 2 15,-2-1 8-15,-1 0 2 0,0 0 3 0,0 0 3 16,-1 0-5-16,2 0-6 0,3-1-9 0,-1-4 3 16,2-2 11-16,-1-4 12 0,3-2 2 0,1-4-9 15,2-3-21-15,0-3-12 0,1 0-7 16,3 1-5-16,-2 3-4 0,3 1-3 0,-3 5-1 16,-2 4-1-16,-1 2 0 0,-2 4-1 0,-4 1 0 15,4 1-1-15,-5 1-1 0,3 0 3 16,-3 1 2-16,-1 3 3 0,2 2 5 0,-3 2-1 15,2 2-1-15,-3 2-2 0,0 0-2 0,0 0-1 16,0 0-1-16,0-1 1 0,0-2 0 16,0-2-1-16,0-1-5 0,0-2-7 0,1-1 0 15,5-1-1-15,-3-1 4 0,4 1 5 0,-1-2 4 16,2 0-3-16,2 0 2 0,1 0-5 0,-1-4 1 16,5-1-3-16,-4-2 0 0,2-2 0 0,-2 0 0 15,1 0 2-15,4-2-1 0,-5 1 6 16,6 0 1-16,-5 1-2 0,-2 3 1 0,-5 1-5 15,1 4 5-15,-5 1 9 0,0 0 15 0,-1 0 22 16,0 2 4-16,0 4-1 0,0 4-9 0,0 0-15 16,0 3-7-16,0 2-10 0,0-1-4 0,0 2-7 15,2-4-9-15,0 1-7 0,1-3-9 16,-1-2-4-16,-1-1-4 0,1-1-3 0,4-1-13 16,-3 1-22-16,3-1-34 0,-1-1-40 0,3 0-26 15,1-1-34-15,1-2-40 0,-2 1 29 0,-4-1-137 16</inkml:trace>
  <inkml:trace contextRef="#ctx0" brushRef="#br0" timeOffset="31931.72">17348 9298 33 0,'0'0'81'0,"0"0"-77"16,0 0-4-16,0 0 2 0,0 0-1 0,0 0 3 15,0 0 1-15,0 0 0 0,0 0 4 16,0 0-3-16,0 0 4 0,0 0 2 0,-26-9 1 15,26 6 0-15,-2 0 1 0,2-3 0 0,0 0 4 16,0 0 4-16,0-3 12 0,0-1 7 16,0 0 5-16,0-2 5 0,3-1-4 0,1-1-2 15,1-4-5-15,2 0-11 0,3-1-2 0,4 0-8 16,1 0-4-16,0 3-4 0,3-1-7 16,1 2-1-16,2 2-3 0,0 3 1 0,2 1-1 15,0 2-1-15,0 3-2 0,-2 2-3 0,-1 2 1 16,0 2 2-16,0 4 6 0,-5 5 8 0,-1 2 7 15,-2 2 5-15,-4 3 5 0,-4 2 5 0,1 0 4 16,-5 2 8-16,0 1 3 0,-9 0 4 16,-2 0 2-16,-6 0 0 0,-1-3-2 0,-4-2-1 15,0-3-4-15,-6 0-4 0,1-3-8 0,-4-2-5 16,2-4-8-16,-1 0-1 0,2-3-7 0,0-2-3 16,6-1-11-16,2-1-18 0,8-6-42 0,3-1-78 15,1-2-113-15,6 0-52 0,2 3-320 0</inkml:trace>
  <inkml:trace contextRef="#ctx0" brushRef="#br0" timeOffset="34315.93">22345 9142 532 0,'0'0'90'0,"0"0"-59"0,0 0-23 0,0 0-26 16,0 0-2-16,0 0 9 0,0 0 9 16,0 0 17-16,0 0 7 0,0 0 2 0,0 0-1 15,0 0-6-15,0 0-3 0,0 0-3 0,17-29 1 16,-12 22 0-16,2-2-1 0,-1 1-3 0,3-3-6 15,1-3-4-15,1-2-5 0,3-1-5 16,2-3-6-16,0-1-4 0,1 0-2 0,1 0 1 16,-2 1 4-16,0 2 8 0,-1 2 5 0,-1 2 1 15,-3 2 3-15,-1 4 1 0,0 2 0 0,-5 1 2 16,-1 4-2-16,-2 1 0 0,1 0 6 0,-2 0 12 16,0 5 14-16,-1 2 13 0,0 1 4 15,0 4-3-15,0 1-9 0,-1 2-11 0,-2 0-5 16,1 1-7-16,1-1-1 0,-2 0-3 0,2-3-2 15,0 0-4-15,-1-2-2 0,2 0 0 16,0-4-1-16,0 0-1 0,3-1 4 0,1-2-1 16,1 0 3-16,0-2 6 0,3-1-2 0,1 0-1 15,0 0 2-15,1-4-2 0,1-1 5 0,-1-1-1 16,1-1-1-16,3-1-5 0,-2-2-1 16,3 1-3-16,-2 0-1 0,3-1 2 0,-2-1-3 15,-2 1 1-15,2 1-1 0,-2-1 1 0,-1 4-1 16,-2 0 0-16,-1 2-3 0,-1 0-2 0,-3 3-3 15,-2 1 0-15,-1 0 5 0,1 0 8 0,-2 5 11 16,0 1 8-16,0 2-2 0,0 3-3 16,0 1-8-16,0 2-5 0,0 0-6 0,0 1-3 15,0-2-3-15,-2-1-2 0,1 0-1 0,1-3-2 16,0-1 2-16,0-1-1 0,0-1 4 0,0-3 2 16,0-1-3-16,0 0 6 0,3-2 3 15,0 0 10-15,4 0 8 0,1-3 5 0,1-3-3 16,2-2-9-16,2-2-5 0,3-1-8 0,0-1-1 15,2-2-4-15,-1 0-2 0,-1 1-4 0,2-2 0 16,-2 0 0-16,0 2 2 0,-1 1 4 16,0 2 3-16,-5 5 2 0,-2 1 8 0,-5 2 1 15,2 2 6-15,-2 0 6 0,-2 0 5 0,0 1 4 16,2 2 1-16,-1 2-6 0,1 2-7 16,-2-1-9-16,0 1-10 0,2 2-13 0,-1-1-21 15,-1 1-32-15,2-1-41 0,-3 1-47 0,1 0-55 16,0-2-25-16,-1 0 32 0,0-3-57 0</inkml:trace>
  <inkml:trace contextRef="#ctx0" brushRef="#br0" timeOffset="35135.92">23435 9079 1698 0,'0'0'53'0,"0"0"-54"0,0 0-56 15,0 0-17-15,0 0 12 0,0 0 19 0,0 0 36 16,0 0 9-16,0 0-4 0,0 0-17 16,0 0-25-16,124-17-39 0,-99 13-50 0,0 1-38 15,-1 1-28-15,-4-1-34 0,2 2 13 0,-7 0 39 16,-6 1-43-16</inkml:trace>
  <inkml:trace contextRef="#ctx0" brushRef="#br0" timeOffset="35356.92">24001 8908 1927 0,'0'0'52'0,"0"0"-88"15,0 0-27-15,0 0-14 0,0 0 9 0,0 0-1 16,-40 118-20-16,37-93-54 0,1 1-104 0,1-9-126 16,1-5-441-16</inkml:trace>
  <inkml:trace contextRef="#ctx0" brushRef="#br0" timeOffset="36322.75">12500 9201 581 0,'0'0'33'16,"0"0"-28"-16,0 0-12 0,0 0-8 0,0 0 8 16,0 0 6-16,0 0 9 0,0 0 10 0,0 0 3 15,0 0-4-15,0 0-6 0,0 0-9 16,0-23-2-16,0 23-8 0,0 0-7 0,6 0 4 16,-4 0 6-16,6 0 5 0,0 0 6 0,5 0-1 15,1 0-3-15,4 0-1 0,1 0-6 0,3 0-18 16,-1-2-50-16,2 0-46 0,-4-1-30 0,-9 2-123 15</inkml:trace>
  <inkml:trace contextRef="#ctx0" brushRef="#br0" timeOffset="36540.11">13052 9025 713 0,'0'0'241'0,"0"0"-172"0,0 0-21 16,0 0-16-16,0 0-5 0,0 0 1 0,0 0 4 15,0 0-3-15,0 0 1 0,0 0-8 16,0 0-14-16,0 0-10 0,0 0-16 0,-73 132-35 16,69-103-56-16,-3 0-88 0,4-8-69 0,1-6-368 0</inkml:trace>
  <inkml:trace contextRef="#ctx0" brushRef="#br0" timeOffset="57354.67">995 4153 145 0,'0'0'45'15,"0"0"-45"-15,0 0 1 0,0 0 2 0,0 0 1 16,44-146 0-16,-26 114 3 0,-1-2 4 0,4-4 11 16,4-3 9-16,5-7 16 0,6-6 20 15,3-6-2-15,7-5 7 0,4-8-16 0,6-4-19 16,3-6-13-16,9-4-16 0,1-3-5 0,4 0-4 15,-1 3-3-15,0 5-1 0,-2 8-3 0,-4 10-2 16,-8 11 4-16,-7 10-4 0,-5 12 5 16,-12 10-4-16,-4 9-8 0,-8 6 0 0,-4 6 8 15,-5 6 16-15,-4 8 26 0,-2 7 31 0,-6 10 15 16,-1 11 8-16,-8 13-3 0,-5 17-16 0,-8 13-11 16,-7 13-15-16,-5 15-12 0,-5 8-6 0,-3 11-8 15,0 9-4-15,-7 9-1 0,2 7-3 16,-5 9-4-16,-1 4-5 0,-3 5-4 0,1 3-6 15,-3-3-16-15,1-4-15 0,-1-2-23 0,-2-7-11 16,3-7 3-16,-2-5 12 0,2-11 26 0,0-9 20 16,6-9 15-16,6-14 8 0,5-14 1 0,9-13-4 15,8-17-10-15,8-15-14 0,9-13-22 16,5-12-26-16,3-11-21 0,11-8-8 0,6-6 11 16,6-16 21-16,7-16 22 0,4-18 16 0,7-18 11 15,4-19 6-15,8-18 7 0,4-16 4 16,6-13 7-16,5-10 6 0,9-10 5 0,2-5 7 15,7-1 5-15,3 1 0 0,1 1 3 0,7 4 1 16,-4 6 2-16,2 4-2 0,-4 6 2 0,1 8 10 16,-2 6-4-16,-6 11 13 0,0 8 6 15,-11 13 0-15,-2 11 5 0,-8 11-4 0,-6 12-5 16,-9 12-7-16,-7 12-6 0,-6 12-13 0,-8 10-7 16,-8 9-4-16,-3 5 10 0,-1 14 18 0,-6 9 19 15,-1 12 16-15,-4 12 3 0,-4 17-4 0,-3 18-12 16,-7 19-16-16,-7 18-15 0,-5 18-10 15,-5 18-12-15,-5 13-8 0,-3 13-7 0,-4 10-10 16,2 6-14-16,-5 3-20 0,0-2-26 0,3-6-26 16,-1-10-13-16,-2-15 3 0,5-18 20 0,-2-17 30 15,3-18 30-15,0-16 18 0,4-17 13 16,2-10 2-16,11-15-4 0,2-12-10 0,11-12-28 16,3-10-31-16,5-11-16 0,12-9-3 0,9-7 13 15,5-17 29-15,4-15 20 0,8-20 12 0,4-21 9 16,5-23-3-16,9-21-10 0,9-19-8 15,2-21-5-15,10-13-6 0,6-13 0 0,4-9 2 16,3-3 4-16,4 0 6 0,2 6 8 0,0 10 11 16,0 10 8-16,-5 16 8 0,0 19 10 15,-10 18 7-15,-7 23 2 0,-8 20 2 0,-15 21-3 16,-10 19 0-16,-9 15-6 0,-9 14 4 0,-6 9 16 16,-8 8 31-16,-3 16 40 0,-5 14 19 0,-6 18-1 15,-5 22-21-15,-9 23-36 0,-8 25-21 16,-10 19-24-16,-3 20-17 0,0 13-12 0,-3 8-16 15,0 6-13-15,6-1-17 0,1-8-11 0,2-10-8 16,7-16 3-16,2-18 13 0,4-18 11 0,4-17 14 16,10-21 7-16,1-18-5 0,1-14-13 0,10-14-20 15,3-13-16-15,8-8-11 0,5-9-2 0,-1-7 5 16,5-4 4-16,4-16 9 0,1-11 17 16,3-17 12-16,0-14 5 0,5-18 2 0,1-19-3 15,4-17 1-15,2-13 9 0,3-13 3 0,-1-10 4 16,7-4-3-16,0-2-4 0,-2 0 1 15,2 6 1-15,-1 6 7 0,-5 9 9 0,-5 14 13 16,-4 15 13-16,-6 15 13 0,-5 19 11 0,-6 14 7 16,-7 17 1-16,-6 16-10 0,-5 12-20 0,-6 8-10 15,2 7-5-15,-3 2 22 0,0 12 30 16,-1 10 21-16,0 15 15 0,-1 18-5 0,0 19-8 16,-4 20-10-16,-7 23-15 0,-5 20-15 0,0 20-22 15,-2 14-12-15,-1 8-10 0,3 2-10 0,4-2-9 16,7-8-6-16,0-14-8 0,5-16-1 15,4-18 2-15,4-20 1 0,6-19 0 0,0-18 1 16,5-16-2-16,1-13-8 0,2-13-2 0,4-7-6 16,-2-7-2-16,5-9 1 0,2-3 8 0,1-10 10 15,5-12 8-15,0-10 7 0,1-15-2 0,5-14-1 16,1-15 0-16,-1-16-4 0,6-14-6 16,0-17-7-16,1-9-7 0,0-11-2 0,3-6 2 15,-1-1 5-15,0 1 12 0,-1 2 7 0,-2 8 7 16,-3 8 8-16,-2 15 6 0,-7 14 10 0,-3 22 4 15,-9 19 5-15,-3 20-5 0,-9 19-16 16,-5 13 4-16,-3 9 18 0,-3 12 21 0,-1 13 25 16,-1 17 6-16,0 21-10 0,-6 22-9 0,-4 23-2 15,-2 19-9-15,-1 15-11 0,1 15-13 16,3 3-17-16,3 2-11 0,6-2-6 0,0-7-9 16,9-9 1-16,7-11-2 0,2-15 0 0,5-17 1 15,2-15-4-15,3-15-4 0,2-16-10 0,0-14-12 16,1-12-14-16,0-12-6 0,2-10-2 15,2-7 6-15,-2-5 10 0,4-15 8 0,-3-10 6 16,3-11 7-16,-3-13 1 0,4-17 0 0,-2-17-7 16,2-17-14-16,3-18-17 0,3-15-13 0,2-14-6 15,4-10-2-15,1-6 15 0,2-4 9 0,3 1 9 16,1 4 16-16,1 4 15 0,1 8 13 16,-1 12 20-16,0 13 9 0,-6 19 20 0,-2 18 17 15,-9 25 15-15,-6 22-4 0,-10 22-14 0,-5 20 20 16,-8 13 29-16,-3 22 29 0,-1 21 16 0,-6 20-25 15,-2 25-39-15,-3 19-26 0,-9 21-18 0,-3 14-13 16,-3 10-15-16,3 5-8 0,-1 1-8 16,4-6-5-16,4-8 1 0,6-12 0 0,2-14 4 15,0-17 3-15,3-16 5 0,4-16 1 0,3-12-2 16,1-11-4-16,1-9-3 0,3-7-9 16,-1-6 3-16,1-2-1 0,2-8-8 0,0-2-8 15,3-7-15-15,-1-7-5 0,3-7 5 0,0-7 10 16,4-14 16-16,0-13 7 0,2-16-14 15,-1-20-25-15,2-20-36 0,-2-18-35 0,4-18-25 16,3-16 1-16,1-14 28 0,-3-10 26 0,-7 38 1 16,-9 41 37-16</inkml:trace>
  <inkml:trace contextRef="#ctx0" brushRef="#br0" timeOffset="59439.08">8327 4000 76 0,'0'0'235'16,"0"0"51"-16,14-129 53 0,-14 117-58 16,-1 20-110-16,-5 25-129 0,-4 24-63 0,-2 25 9 15,-2 24 22-15,-1 20 10 0,0 17-1 0,1 11-11 16,3 8-11-16,3-1-12 0,3-2-7 0,4-7-10 15,1-11-3-15,0-13 4 0,4-12 8 16,1-17 12-16,1-13 6 0,2-11 8 0,-2-12-4 16,2-6 1-16,0-9 1 0,0-6-3 0,-2-6 3 15,0-4 1-15,0-5-1 0,-2-6-1 0,-3-6-1 16,2-7-4-16,-3-5-4 0,0-3 6 0,0 0 3 16,-3-9-6-16,-3-7-2 0,-4-9-8 15,-4-11-7-15,1-11 9 0,-5-11 5 0,1-11 4 16,2-10 2-16,-4-11 1 0,3-9-2 0,0-9-4 15,3-9 0-15,0-4-2 0,3-4-3 16,1 0 3-16,1-2-1 0,0 10 6 0,1 10 11 16,1 17 19-16,-1 22 42 0,-2 22 62 0,-2 21 29 15,-4 18-15-15,-1 14-53 0,-5 21-75 16,-1 25-37-16,-4 24 6 0,-4 25 19 0,-3 22 14 16,-3 19 4-16,-4 11-7 0,1 6-12 0,2 0-11 15,-2-6-14-15,4-8-12 0,-1-13-1 0,3-13 4 16,0-18 12-16,3-18 16 0,2-17 12 0,0-17 11 15,6-14 7-15,-3-13-6 0,3-10-24 16,-1-9-39-16,2-4-43 0,-1-12-31 0,0-10-9 16,1-8 6-16,-2-12 15 0,-1-9 10 0,-1-11 6 15,-1-11 2-15,-3-7-12 0,-3-10 0 0,1-7-2 16,-3-1 1-16,-2 0 32 0,1 7 28 0,-2 9 60 16,-2 16 86-16,2 16 74 0,-2 18 52 15,-1 14-2-15,-3 11-50 0,1 7-49 0,-5 8-54 16,-1 8-29-16,-2 6 0 0,2 5-11 0,-2 5 10 15,0 3 2-15,0 4-13 0,-3 3-12 0,1 1-17 16,-3 2-12-16,2 4-3 0,-4 2-6 16,0 5-2-16,-3 1-7 0,-2 1-5 0,-5 1-2 15,-1-3-3-15,-3-2 10 0,-5-3 14 0,-4-1 10 16,-2-5 11-16,-2-1 5 0,-4-3 2 16,2 0-4-16,-2-3-3 0,-3-3-2 0,0 1-4 15,-1-4-2-15,-1-3-1 0,1-2-2 0,-2-3-6 16,1-3 1-16,1-1-3 0,0-1 0 0,2-3 4 15,2-1 3-15,0-3 4 0,5-1 3 16,3-2 0-16,5-4-6 0,6 0 2 0,7-1 3 16,5-2-3-16,14-1 0 0,6-1-2 0,14 1-4 15,6-1-30-15,13 0-83 0,4 0-25 0,10-3-2 16,12-7 24-16,9-2 84 0,12-8 23 0,10-5 1 16,8-6-1-16,6-6 1 0,13-6 2 0,3-4 1 15,9-4 4-15,7-3 2 0,5-3 0 16,6-3 0-16,6-2-1 0,1 0 0 0,6-2 0 15,6 3-2-15,-2 2 2 0,3 3 0 0,-1 6 3 16,-4 5 2-16,3 7 5 0,-6 7 5 16,-4 6 0-16,-2 4 2 0,-8 6-3 0,-1 5 0 15,-7 3-1-15,-5 3-10 0,-4 3 3 0,-2 1-7 16,-8 5 0-16,-7 3 1 0,-6 3-7 0,-7 3-6 16,-8 1-7-16,-9 1-7 0,-7-1-7 15,-13 0 0-15,-7 0 15 0,-10-2 29 0,-7-1 37 16,-10 2 20-16,-13 0 9 0,-8 2-10 0,-11 1-19 15,-11 2-12-15,-8 1-12 0,-9 0-9 0,-12 0-5 16,-9-2-8-16,-8 0-4 0,-8 0-8 16,-10-3-4-16,-7-1 4 0,-8 2 0 0,-8-1 10 15,-6 1 3-15,-7 1 1 0,-2 1 8 0,-5 1 3 16,-2 0 2-16,0 0 2 0,-2-2-2 0,3-2-2 16,6-4-3-16,1-5-2 0,5-5 2 0,6-3 4 15,8-12 8-15,8-7 6 0,10-11 8 16,9-6 3-16,8-6-4 0,17-9-9 0,9-7-9 15,14-5-11-15,13-5-14 0,12-4-6 0,11-5-10 16,16-5-4-16,8-8 5 0,15-3 3 0,15-7 4 16,9-3 3-16,11 1-21 0,7 0 1 15,11 6 3-15,4 4 0 0,9 5 19 0,3 4 16 16,5 6-6-16,0 5-5 0,1 9 1 0,0 10-16 16,-2 12 7-16,0 9 3 0,-4 12 8 15,-3 12 9-15,-1 10 6 0,-3 11 2 0,-4 17 0 16,-7 11-2-16,0 15 3 0,-8 14 3 0,-2 13 3 15,-8 13-1-15,-3 9-1 0,-6 11-2 0,-9 6-4 16,-8 8-3-16,-6 2-5 0,-11 0-7 16,-5 0-9-16,-9-4-5 0,-9-9 2 0,-9-8 9 15,-12-12 13-15,-4-11 16 0,-14-12 12 0,-5-13 10 16,-9-10-3-16,-11-10-9 0,-9-6-14 0,-11-8-16 16,-10-4-13-16,-8-9-9 0,-6-3-14 0,-8-7-10 15,-5-4-16-15,-3-4-18 0,-3-12-7 16,-4-5 7-16,6-11 12 0,-2-8 24 0,4-8 22 15,4-8 16-15,6-8 19 0,7-7 32 0,6-7 60 16,6-5 1-16,11-4-7 0,12-1-11 0,11-1-51 16,16 2 6-16,14 6-1 0,14 8-7 0,10 5-7 15,10 8-6-15,10 4-11 0,4 5-12 16,12 1-11-16,7 0 0 0,11-2 2 0,7-2 4 16,10-2 10-16,12-4-5 0,5-3-1 0,11 2 2 15,3 1-5-15,9 3 0 0,1 9-2 16,4 6 1-16,4 12-3 0,3 12-2 0,-3 11 12 15,3 9-2-15,-5 18 4 0,-2 12-2 0,-3 14-5 16,-6 15 5-16,-3 12 0 0,-9 13 3 16,-8 9-4-16,-4 10-3 0,-9 7-5 0,-11 8-7 15,-9 5-7-15,-12 4-7 0,-10-2-7 0,-8-5 3 16,-6-10 14-16,-13-10 11 0,-10-15 15 0,-9-7 9 16,-7-12-9-16,-13-7-8 0,-5-6-6 0,-11-5-5 15,-12-6 0-15,-7-7 3 0,-11-6 4 0,-7-8 4 16,-9-8 7-16,-3-8 0 0,-1-7-4 15,-5-8 1-15,-1-12-7 0,1-10-1 0,2-9-4 16,4-11-4-16,4-7 3 0,8-7 8 0,8-8 13 16,10-5 7-16,4-7 5 0,13-5 0 0,9-3-8 15,14-6-12-15,8-1-6 0,11-4-9 16,11 1 0-16,6-1-5 0,13 3-10 0,4 0 1 16,14 3-3-16,11 0-4 0,9 1 13 0,7-2 17 15,10 0 4-15,9 3 17 0,10 4-3 0,8 0-10 16,7 7-8-16,8 3-1 0,6 3-3 15,6 8-2-15,5 6 4 0,6 9-7 0,3 9-1 16,4 9-2-16,2 9 0 0,1 10-1 0,2 10 3 16,1 8 2-16,1 9 1 0,-1 12-3 15,-2 9-7-15,-1 9-15 0,-7 9-14 0,-1 10-17 16,-9 5-20-16,-7 7-25 0,-8 5-22 0,-12 1-15 16,-3 0 0-16,-14-2 17 0,-6-3 33 0,-9-4 38 15,-12-7 28-15,-11-8 25 0,-10-11 7 16,-8-11 16-16,-9-8 42 0,-13-8 29 0,-12-7 28 15,-6-6-17-15,-8-1-31 0,-6-10-29 0,-8-2-24 16,-6-5 4-16,-3-4-12 0,2-5-5 0,0-4 0 16,3-8 5-16,11-5 9 0,3-7 25 0,8-3 11 15,12-5-8-15,10-6-14 0,8-5-41 0,7-4-27 16,15-4-22-16,12-1-27 0,7 6-14 16,11 4-6-16,5 11 16 0,8 7 30 0,3 11 33 15,7 8 19-15,0 8 12 0,11 4 3 0,2 6 2 16,8 1-2-16,3 4 1 0,7 1 1 15,5 2 4-15,2 3-2 0,7 2-3 0,-3 1-13 16,1 6-14-16,-1 3-11 0,-6 6-9 0,2 0-5 16,-7 2 2-16,-6 2 9 0,-1 1 11 0,-6-1 11 15,-6 0 9-15,-3-2 3 0,-8 1 3 16,-6 0 15-16,-5 0 18 0,-4 0 16 0,-5-1 19 16,-7 2 6-16,-3-1 0 0,-3 2-3 0,-7 1-17 15,-2 0-10-15,-3 4-14 0,-2 0-10 16,-2 2 1-16,0 0-7 0,-4 1-5 0,1-2-9 15,-2-2-14-15,1-5-10 0,6-3-7 0,5-7 0 16,6-7 4-16,6-3 3 0,8-12-5 0,6-10-37 16,4-8-53-16,4-8-15 0,4-3 7 0,1-2 23 15,3 0 40-15,1 3 30 0,-2 4 30 16,0 8 0-16,-8 6 19 0,-1 7 20 0,-4 7-3 16,-3 6 5-16,-6 2 3 0,1 6 1 0,-3 8-3 15,0 2-21-15,-2 8-10 0,3 2-12 0,-2 5-41 16,-9-7-48-16,-12-5-75 0</inkml:trace>
  <inkml:trace contextRef="#ctx0" brushRef="#br0" timeOffset="175413.34">1241 15348 634 0,'0'0'106'0,"0"0"-91"15,0 0-15-15,0 0-12 0,0 0 13 0,0 0 28 16,0 0 12-16,0 0-5 0,0 0-7 15,0 0-5-15,0 0-3 0,0 0 7 0,8-89-1 16,-1 75 3-16,2 2-3 0,2-2-7 0,-3 2-6 16,4 0-7-16,0 1-6 0,0 2-8 0,0 1-3 15,-2 2-6-15,1 4-9 0,1 1-3 16,0 1-5-16,-1 2 0 0,0 6 4 0,-1 6 9 16,0 5 7-16,0 5 2 0,-3 5 7 0,0 5 2 15,2 5-1-15,-2 4 4 0,-1 2-4 0,3 1 3 16,-4 1-7-16,5-3 3 0,-3-4 0 15,1-2 0-15,0-5 5 0,-2-4-2 0,3-6 2 16,0-2-4-16,1-5 5 0,1-3 1 0,2-3 3 16,1-3 7-16,-1-1 2 0,5-4 4 0,-4-2 3 15,5 0 3-15,-1-4 2 0,-1-6 2 16,-3-3 5-16,2-4-5 0,-2-2-1 0,-4-3-10 16,-3-2-8-16,-1-1-9 0,-2 0-8 0,-2 0-2 15,-2-2-1-15,0 2 2 0,-6 0 8 0,0 1 5 16,0 5 8-16,-4 2 10 0,3 4 16 0,2 4 18 15,-3 3 15-15,4 3 7 0,-2 1-1 16,5 2-15-16,1 0-31 0,0 0-35 0,0 0-25 16,1 0-5-16,7 0 11 0,0 0 17 0,5 0 11 15,0 1 2-15,5-1-2 0,3 0-2 16,4 0-2-16,1-4-6 0,4-2-12 0,2-3-27 16,5-2-52-16,-2-3-81 0,-5 3-131 0,-10 1-516 0</inkml:trace>
  <inkml:trace contextRef="#ctx0" brushRef="#br0" timeOffset="180985.69">3853 15037 82 0,'0'0'1'0,"0"0"1"16,0 0-4-16,-22 131 4 0,20-87 1 0,-2 1-1 15,4 1-4-15,0 2 3 0,0 1-1 0,4 0-1 16,-1 1-1-16,2-3-2 0,-1-3 2 15,-1-3-2-15,2-2 3 0,-2-4-1 0,3-4 0 16,-3-1 0-16,-1-2-1 0,3-1-2 0,-2-3-7 16,-2-7-37-16,0-6 49 0</inkml:trace>
  <inkml:trace contextRef="#ctx0" brushRef="#br0" timeOffset="182233.41">3963 14962 367 0,'0'0'-62'0,"0"0"-8"0,0 0 18 15,0 0 13-15,0 0 24 0,0 0 9 0,0 0 6 16,0 0 2-16,0 0-2 0,0 0 1 16,0 0-1-16,0 0-1 0,0 0 2 0,61-4-2 15,-50 4 3-15,2 0-2 0,2 0-1 0,-2 1 3 16,4 3-1-16,-1 1 1 0,1 0 1 15,3 2 0-15,1 0 0 0,-1-2 3 0,0 2 7 16,1-1 7-16,1 0 18 0,3-3 22 0,-1-1 11 16,5 0 11-16,-1-2 1 0,3 0-7 0,0 0-3 15,1 0-10-15,0-2-8 0,4 0-4 16,-1 0 1-16,3-2-3 0,1 1-5 0,2 0-7 16,-1 1-7-16,2 0-4 0,1-1-1 0,0 1-1 15,5 0-4-15,0 1-2 0,-3-1-3 16,5 2-1-16,-1-1-2 0,1 0-2 0,1-2-4 15,-1 2-2-15,1-1-1 0,0-1-2 0,2 1 2 16,-1 0 3-16,3-1-2 0,0 2 1 0,-2 0-1 16,4 0-4-16,-3-1 2 0,-2 0 2 0,5 1-1 15,-3-1 1-15,3 0 3 0,-2 1-1 0,2-2 1 16,-3 1-2-16,4-2 0 0,-1 2-3 16,0-1 0-16,1 0-1 0,1 2 1 0,-2 0-2 15,-1 1 2-15,1 0 0 0,-2 0 1 0,0 0-2 16,2 0 1-16,-4 2-1 0,2 2 3 0,1-1-2 15,-2 2 4-15,3 0-3 0,-3-1 1 16,4 2 0-16,-2-1-1 0,2-1-2 0,-2 1 4 16,3-2-1-16,-4 1-3 0,2-2 3 0,2 0 0 15,-2 0 0-15,1-1 3 0,1-1-2 16,2 0-2-16,0 0-3 0,-1 0 0 0,-1-1-1 16,0-1 2-16,-2-2-1 0,2 2 0 0,-1-1-3 15,-2 0-2-15,-1 0 1 0,0 0 3 0,-5 1 0 16,1-1 1-16,0 1 1 0,-1 1-2 15,1 0 7-15,-1-1 2 0,1 1 2 0,-2 0-2 16,0-1-2-16,1 1 0 0,0-2-5 0,0 1 2 16,0-1 2-16,0-1-4 0,0-1 5 0,1 0 0 15,-1-2-4-15,1 0 1 0,1 0 3 0,-1-1-4 16,1 1 1-16,-1 0 1 0,1 0-4 16,-2 3 1-16,1-1-1 0,-2 1 1 0,2 1-4 15,-2 1 3-15,3 1-1 0,-2 0 2 0,0 0 0 16,1 1-1-16,1-1 2 0,-1 1-2 0,0-2 2 15,1 1-2-15,-1 0-2 0,-1 0 1 16,1-1 0-16,-1 0 1 0,1 0 3 0,-1 0 0 16,0-1-2-16,0 1 5 0,1 0-6 0,0-1 3 15,1 2 1-15,-1 0-4 0,6 1 0 0,-3 0 2 16,4 0-5-16,-3 0-1 0,4 0-2 16,1 0-9-16,-1 0-8 0,-3 0-11 0,5 0-13 15,-1 0-5-15,1 0 2 0,1 0 4 0,-2 0 9 16,1 0 11-16,-1 0 3 0,1 0 11 15,-2 0 4-15,0 1 4 0,-3-1 6 0,3 1 0 16,-5 1 2-16,4-1 1 0,-1-1-1 0,-1 1 0 16,3 1-1-16,-1-1 1 0,-1 2-2 0,1-2 2 15,-4 1 3-15,3-1-2 0,-3 2 3 0,3-2 1 16,-4 0 3-16,0 0-2 0,4 0 4 0,-3 2 3 16,3-1 0-16,-3 1 6 0,5 0 2 15,-1 0-2-15,-2-1-3 0,5 0-5 0,-3 2-5 16,-1-2-3-16,1 2-2 0,-1-1 1 0,0-1 0 15,1 2-2-15,0 1 0 0,-1-2-2 0,1 2-2 16,0-1 1-16,0 1 0 0,-2 0-1 16,2-2 0-16,0 1 2 0,-1-1 0 0,0-1-3 15,0 0 1-15,1-2-2 0,-1 0-1 0,3 0 4 16,-1 0-1-16,1 0 2 0,1 0-2 0,1 0 1 16,-1-1-2-16,0-1-1 0,-1-2 1 15,1 1-4-15,0-1-4 0,-3-1-2 0,-2 0-8 16,2 1-4-16,-6-1-6 0,2-1-6 0,-2 2-2 15,-4-2-1-15,1 1 0 0,-5 1 4 16,-1-1-12-16,-2 0-29 0,-1 0-51 0,0-1-91 16,-12 2-15-16,-9 0-149 0</inkml:trace>
  <inkml:trace contextRef="#ctx0" brushRef="#br0" timeOffset="183293.54">15488 14887 0 0,'0'0'123'0,"0"0"-132"0,0 0-4 15,0 0 0-15,0 0 4 0,0 0 2 16,0 0 4-16,0 0 6 0,0 0 0 0,0 0-1 15,0 0 0-15,0 0-2 0,0 0-1 0,0 0 0 16,-40-48 5-16,40 48 1 0,0 0 6 0,1 0 1 16,3 2 0-16,1 2 1 0,0-2 2 15,3 2 3-15,1-1 3 0,2 0 2 0,4-1 0 16,-1 0-6-16,5-2 0 0,-3 0-6 0,4 0 0 16,-2 0 1-16,4 0 0 0,0-2-1 15,2-2-3-15,4 1 1 0,0-2-3 0,-1 2 0 16,1-1 1-16,-1 1-2 0,0 0 1 0,1 2 4 15,3 0 7-15,-1 0 8 0,2 1 2 0,3 0-2 16,0 0-7-16,2 0-8 0,0 0-6 16,1 0-2-16,2 0-8 0,1 0-3 0,-1 0-9 15,-1 0-11-15,-2 0-13 0,1 0-9 0,0 0-6 16,-2 0 4-16,0 0 11 0,-3-1 13 0,4-4 12 16,-5 0 9-16,0 1 4 0,-1-1 0 0,0 0-1 15,-2 0 0-15,-1 2-2 0,-4-1 1 16,-1 3-2-16,-2 1 1 0,-5 0-4 0,2 0 1 15,-6 2-1-15,2 3 0 0,-4 1 6 0,-3 1 3 16,1 0 6-16,-3 2 7 0,-2 0 0 0,-2 0-1 16,-1 2-2-16,0 0-2 0,0 0-2 15,-1 2 0-15,-4 1-2 0,2 0-3 0,2 1 2 16,1 0-3-16,-3 2-1 0,3 3 0 0,-1 3-1 16,1 2-6-16,-2 5-2 0,1 2-14 0,1-7-24 15,0-6 47-15</inkml:trace>
  <inkml:trace contextRef="#ctx0" brushRef="#br0" timeOffset="184397.05">16850 16025 0 0,'0'0'23'0,"0"0"-2"0,0 0-14 0,0 0-3 15,0 0-1-15,0 0-3 0,0 0 6 0,0 0-3 16,0 0 2-16,-121 9-1 0,102-9-2 0,-1 0-3 15,-1 0-2-15,-2 0 0 0,-4-3 1 16,2 1 1-16,-5-2 0 0,-3 0 0 0,-3-1-1 16,-2 0 0-16,-1-1 4 0,-1 1-4 0,-3-2 3 15,-1 1 1-15,-1-2 1 0,-2 1 0 16,-2 0 0-16,-1-1 2 0,-1 2-4 0,0-1 1 16,-1 1-1-16,-3 2 0 0,3-2-1 0,-3 0 1 15,2 0 0-15,-4 2-1 0,0-2 4 16,0 2 0-16,0-1 1 0,-3 2 7 0,-1-2 4 15,-3 2 10-15,1-2 10 0,-1 0 12 0,-3 2 3 16,2-2-4-16,-3 0-10 0,2 1-8 0,-3-1-3 16,-2 2 12-16,0 0 16 0,0 1 20 15,-4 0 21-15,2 0 17 0,0 0 4 0,-2 0-4 16,3 1-19-16,1 0-22 0,1 0-25 0,1 0-26 16,4 0-14-16,-2 1-19 0,0 0-16 0,1 0-11 15,-2 0-20-15,1 0 3 0,-1 2 12 16,-2 1 6-16,1 2 24 0,1 2 12 0,-3-1 9 15,-3 1 23-15,0 3 23 0,-2-1 13 0,-5 0 13 16,-1 2 0-16,-4-2-3 0,3 0-1 0,-4 1-4 16,0 0-7-16,-2-1-4 0,-1-1-3 0,-1 2-4 15,-1-1 0-15,0-1-3 0,6 1-14 0,-4-1-7 16,1 0-10-16,3-1-8 0,-1-1-11 16,3 0-8-16,-2 0-7 0,3 0-12 0,-1-1-13 15,3 1-6-15,-2 0-16 0,1 0-9 0,1-1-6 16,-4 0 0-16,1-2 7 0,0 2 8 15,-3 0 11-15,2-1 13 0,-4 1 14 0,3 0 13 16,-2-2 11-16,-1 2 3 0,0-1 3 0,1 0-1 16,-3 0 4-16,1 0-4 0,0-1 4 15,3 1-3-15,1-2-4 0,5 0 3 0,-1-1-3 16,3 0 0-16,3-1 3 0,-1 0-1 0,4-1 1 16,2-2-4-16,1-3 3 0,4 2-7 0,0-3-2 15,2-1 1-15,-1 1-11 0,2-3 6 0,0 1 0 16,1 0 5-16,-2 0 7 0,0 2 1 15,1 0-4-15,1 0 0 0,0 2 4 0,-2 2-1 16,-1-1 7-16,3 3 2 0,-3 0-1 0,1 1 8 16,-1 0 5-16,1 0 8 0,0 0 0 0,-1 2-5 15,4 1-9-15,0 0-9 0,1-2-8 0,4 2 0 16,-1-2-1-16,2-1-8 0,1 0-4 16,1 0-5-16,-1 0-7 0,2 0-4 0,-2-2-5 15,2-1 0-15,-2 0 1 0,5-2 9 0,-4 2 5 16,1-1 4-16,2 2 3 0,-1 1 1 0,-2 0 4 15,1 1 1-15,-4 0 2 0,2 0 0 16,-4 3 0-16,1 2-1 0,-1-1 2 0,0 1 5 16,1 0 4-16,2 0 9 0,1-1 12 0,0-1 11 15,3 0 6-15,2-3-6 0,1 0-3 16,0 0-12-16,6-5-7 0,-1-1-4 0,2 0-8 16,1-1-8-16,0-1-10 0,0 1-7 0,1-3-6 15,-1 2-13-15,-2-1-8 0,3 1-12 0,-2 1-8 16,-1 0 5-16,2 1 11 0,-2 0 17 0,-2 1 22 15,-1 2 17-15,1 0 14 0,-1 2 7 16,0 0 5-16,1 1-2 0,-3 0-2 0,4 0-2 16,-6 2-6-16,8 2-3 0,-2 0 0 0,-2 1-3 15,4 0 1-15,-1 0 5 0,6 0 6 0,0-3 4 16,3 0-1-16,1 1 1 0,2-2-13 16,1 0-6-16,1 0-10 0,2 0-8 0,2 0-7 15,0 1-7-15,-1 0-4 0,2 0-7 0,1 2-3 16,-1-1 4-16,-3 1 5 0,3 0 8 0,-5 1 7 15,1 1 8-15,0 0 3 0,-2 2 1 16,-1 2 2-16,0 0 0 0,0 2 4 0,-1 1 6 16,0-1 11-16,0 1 17 0,0-2 15 0,3-2 14 15,3-2-3-15,2-1-13 0,7-4-22 0,4 0-43 16,4-2-92-16,3 0-229 0,4 0-604 0</inkml:trace>
  <inkml:trace contextRef="#ctx0" brushRef="#br0" timeOffset="185467.36">16769 14925 368 0,'0'0'108'15,"0"0"-140"-15,0 0-37 0,0 0-7 0,0 0 9 16,0 0 31-16,0 0 34 0,0 0 7 15,0 0 3-15,0 0-6 0,0 0-11 0,0 0-10 16,69-100-2-16,-65 97 3 0,1-1 7 0,-2 1 13 16,2 1 5-16,-1 1 6 0,-2-2 5 0,0 2 7 15,1 1 10-15,0 0 16 0,-2 0 17 0,-1 0 17 16,0 0 22-16,0 0 20 0,0 0 7 16,0 0-6-16,0 3-24 0,0 2-33 0,2 6-28 15,1 6-18-15,2 5-10 0,1 6-5 0,-1 5-7 16,3 2-9-16,-2 4-7 0,0 4-10 0,0 1-10 15,-1 1-2-15,0 2 2 0,-1-1 5 16,-2 1 14-16,1 0 6 0,0 1 9 0,-3-3 1 16,0 1 3-16,0-1 4 0,-2-2 5 0,-3-2 7 15,-1-2 7-15,0-3 3 0,-3-2 6 16,1-4 5-16,1-4-3 0,1-2-7 0,-1-3-11 16,3-1-12-16,-3-4-6 0,5-3-3 0,0-2-4 15,-1-4-5-15,1-3-10 0,1-1-13 0,1-2-14 16,0-1-19-16,0 0-16 0,0 0-9 0,0 0-2 15,0 0 0-15,4-3-17 0,0-1-51 16,-2-1-9-16,1 2-166 0</inkml:trace>
  <inkml:trace contextRef="#ctx0" brushRef="#br0" timeOffset="192598.58">3875 16813 1212 0,'0'0'44'16,"0"0"-12"-16,0 0-4 0,0 0-10 15,0 0-9-15,0 0-1 0,0 0-4 0,0 0-10 16,0 0 0-16,0 0-5 0,-73-119-2 0,73 94 0 15,1 3-3-15,6-1-1 0,1 1-1 0,-1 3-1 16,2 2-5-16,4 0-1 0,0 4-1 16,-1 3 0-16,0 2-1 0,3 3-7 0,-2 5 2 15,0 1 3-15,2 7 6 0,-1 4 13 0,-3 3 9 16,0 4 7-16,-2 1 6 0,-2 1 5 16,-5 4 8-16,-2 0 3 0,0 2 9 0,-8-1 4 15,-3-1 6-15,-1-1 6 0,-6-4 6 0,2-2 10 16,-2-2 11-16,0-4 7 0,3-2 1 0,1-3-18 15,3-3-16-15,7-4-61 0,4 0-84 0,1-8-64 16,12-9-113-16,2 3-144 0,-3 1-407 0</inkml:trace>
  <inkml:trace contextRef="#ctx0" brushRef="#br0" timeOffset="193989.24">15927 16813 1370 0,'0'0'437'0,"0"0"-481"0,0 0-11 0,0 0-3 15,0 0 0-15,0 0 23 0,0 0 29 16,0 0 10-16,0 0 9 0,13-118 2 0,-5 100-3 16,1 0-4-16,3 0 1 0,0-3 4 0,3-2 4 15,-3 1 8-15,6-1-7 0,-4 1-7 0,4 3-7 16,1 0-13-16,1 3-2 0,-2 3-7 15,0 4-13-15,-1 3-8 0,-2 5-15 0,-1 1-1 16,-3 6 5-16,-2 6 17 0,1 2 14 0,-4 5 11 16,-1 3 8-16,-4 3 0 0,-1 2 8 0,0-1 2 15,0-1-1-15,0-1 3 0,-2-5-6 0,-2-3 3 16,1-2 2-16,1-2 4 0,1-1 2 16,-1-4-5-16,2-3-8 0,0-1-10 0,0-3-5 15,2 0 3-15,1-3 5 0,5-3 9 0,2-4-11 16,2-2-23-16,2-4-26 0,1-3-17 0,1-1-8 15,1-1 1-15,0-4 3 0,-1 1-4 16,-1-1-1-16,-2 2 11 0,3 2 13 0,-3 4 15 16,1 3 17-16,0 5 2 0,-4 3 1 0,-1 4 9 15,-4 2 24-15,2 2 27 0,-4 6 34 16,1 3 22-16,-1 5 7 0,-2 2-4 0,-1 3 2 16,0 1-9-16,0 1-5 0,0-2-10 0,0-1-14 15,0-1-9-15,0-2-5 0,0-1-6 0,-2-2-6 16,0 1-8-16,-1-2-11 0,2 0-13 0,0 0-8 15,1-1-26-15,0-4-31 0,0-1-38 16,0 0-45-16,0-1-42 0,1 0-43 0,3-3-56 16,0 0 11-16,0-2 16 0,-2-1 96 0</inkml:trace>
  <inkml:trace contextRef="#ctx0" brushRef="#br0" timeOffset="194552">16480 16773 947 0,'0'0'276'0,"0"0"-280"0,0 0-23 16,0 0-9-16,0 0 12 0,0 0 34 0,0 0 21 15,0 0 6-15,0 0 2 0,0 0-6 0,0 0 3 16,0 0 4-16,59-124 6 0,-47 109-2 0,1-4-4 16,0-1-16-16,4 1-12 0,-3-1-10 15,3 4-6-15,-2 3-6 0,1 2-5 0,-2 3-4 16,1 4-6-16,-2 0-3 0,-3 3-6 0,0 1 4 15,-1 2 0-15,-3 5 14 0,0 5 15 16,-4 1 17-16,0 6 18 0,-1 1 10 0,1 1 9 16,-2-1 8-16,0 0-1 0,0-4-2 0,0 0-4 15,0-2-2-15,-2 0-7 0,1-2-2 0,-2-1-12 16,2 1-13-16,0-2-7 0,0 1-21 16,0-2-22-16,1 0-36 0,0 1-64 0,0 0-71 15,3 1-120-15,-1-3-77 0,1-2-326 0</inkml:trace>
  <inkml:trace contextRef="#ctx0" brushRef="#br0" timeOffset="194879.52">17254 16522 1607 0,'0'0'474'0,"0"0"-510"0,0 0-17 16,0 0 12-16,0 0 16 0,0 0 19 15,0 0 17-15,0 0 5 0,0 0-1 0,0 0-5 16,0 0 5-16,0 0 3 0,0 0 5 0,13 46 4 15,-13-25-3-15,0 1-8 0,0 1-8 0,0-2-11 16,0 1-13-16,0 0-27 0,0-1-38 16,-1-1-47-16,1-2-56 0,-1-2-64 0,1-2-48 15,-1-1-61-15,-2-5 35 0,1-2-103 0</inkml:trace>
  <inkml:trace contextRef="#ctx0" brushRef="#br0" timeOffset="195041.79">17142 16727 1702 0,'0'0'221'0,"0"0"-210"0,0 0-27 0,0 0-5 15,0 0 16-15,0 0 19 0,0 0 6 0,0 0-11 16,0 0-8-16,0 0-10 0,125-53-14 0,-96 47-40 16,-2 1-71-16,1 1-116 0,-3 1-172 15,-12 1-613-15</inkml:trace>
  <inkml:trace contextRef="#ctx0" brushRef="#br0" timeOffset="195527.59">17680 16782 1340 0,'0'0'61'0,"0"0"-140"0,0 0 11 0,0 0 31 16,0 0 41-16,0 0 26 0,0 0-3 15,52-123-5-15,-40 105-14 0,1 1-13 0,1 1 1 16,-2 2-4-16,-2 4-1 0,0 2 0 0,-1 2-9 16,-1 3-4-16,-1 3-3 0,1 0 3 15,1 3 4-15,-5 6 10 0,2 1 14 0,-3 1 9 16,2 1 12-16,-4-1 10 0,-1 1 9 0,2-2 6 15,-2-2-4-15,0-2-6 0,0-2-15 0,1 0-7 16,-1-2-10-16,1-2-3 0,1 1-1 16,2-1-6-16,-2 0 6 0,1 0 1 0,3-1-9 15,-2-2-7-15,4-2-29 0,2-2-41 0,-1 0-45 16,0-2-40-16,2 0-27 0,-2 0-11 0,1-2 19 16,0 1 24-16,-4-1 42 0,3 0 44 0,0 3 32 15,-1 1 27-15,-4 3 12 0,1 2 11 0,-3 2 48 16,-1 0 61-16,0 5 58 0,-1 4 37 15,1 3-6-15,-1 0-25 0,0 3-29 0,0 0-19 16,0-1-22-16,0 0-25 0,0-3-26 0,0 0-28 16,1-1-17-16,4 1-14 0,-4-2-3 15,2-1-5-15,4-1-8 0,-5-2-19 0,4-1-40 16,-2-1-58-16,2 1-77 0,-1-2-104 0,2-1-34 16,-4-1-208-16</inkml:trace>
  <inkml:trace contextRef="#ctx0" brushRef="#br0" timeOffset="195770.47">18567 16691 2027 0,'0'0'65'0,"0"0"-115"0,0 0 22 0,0 0 28 16,0 0 6-16,0 0 1 0,0 0-5 0,119-10-18 16,-99 10-18-16,-5 0-24 0,4 0-15 0,-1 0-16 15,0-1-24-15,-3 0-40 0,5-2-88 16,-2 2-137-16,-6 0-67 0,-3 1 16 0</inkml:trace>
  <inkml:trace contextRef="#ctx0" brushRef="#br0" timeOffset="195943.4">19248 16526 2336 0,'0'0'-5'0,"0"0"-37"0,0 0 21 0,0 0 24 16,0 0 2-16,0 0-2 0,5 134-9 0,-3-113-11 15,-1 0-12-15,0-1-28 0,0 0-36 0,0 0-63 16,-1 1-96-16,1-6-165 0,-1-4-745 0</inkml:trace>
  <inkml:trace contextRef="#ctx0" brushRef="#br0" timeOffset="197019.73">15729 15223 309 0,'0'0'-28'0,"0"0"-55"0,0 0 26 0,0 0 14 16,0 0-20-16,0 0 28 0,0 0 35 0,-8-127 0 16,9 108 0-16,0 1 0 0,-1 2 41 15,0 0 21-15,0 1-24 0,0 0-2 0,0 1 16 16,0 3 19-16,0-1 18 0,0 4 5 0,0 1-2 16,0 1-4-16,1 4-7 0,-1 1-3 0,0 1 0 15,0 0-19-15,0 0-11 0,0 8-4 0,0 5 2 16,-2 9 35-16,1 11 25 0,-3 8 13 15,0 10-8-15,0 5-18 0,1 6-24 0,0 4-23 16,2 2-8-16,0 1-16 0,1 1-3 0,-2-1-3 16,2-3-7-16,0-2 1 0,0-4-10 0,0-6-16 15,0-8-34-15,0-10-57 0,3-10-76 16,1-11-97-16,0-6-106 0,-1-6-428 0</inkml:trace>
  <inkml:trace contextRef="#ctx0" brushRef="#br0" timeOffset="202239.57">11372 14905 202 0,'0'0'61'0,"0"0"9"0,0 0 4 16,0 0 12-16,0 0 14 0,0 0 20 15,0 0 9-15,0 0-1 0,0 0-11 0,0 0-16 16,0 0-14-16,0 0-11 0,0-13-11 0,0 14-16 16,0 3-18-16,0 1-13 0,-1 6-10 0,1 4 3 15,0 8 6-15,0 6 7 0,0 9 8 16,0 5 1-16,0 7 0 0,0 5-1 0,0 4-4 16,0 2-1-16,0 2-1 0,0 3 3 0,0-1 4 15,0 2-4-15,0-5-1 0,0-3-11 0,0-6-8 16,0-5-3-16,0-3-3 0,0-6 1 15,0-3-3-15,0-6-4 0,0-4-10 0,0-3-20 16,0-3-35-16,1-5-48 0,0-3-70 0,5-6-87 16,-3-4-94-16,3-2-161 0,-3 0 171 0</inkml:trace>
  <inkml:trace contextRef="#ctx0" brushRef="#br0" timeOffset="204149.53">5810 14999 108 0,'0'0'73'0,"0"0"-51"0,0 0-11 0,0 0-3 16,0 0-3-16,0 0 1 0,0 0-1 15,0 0 1-15,0 0-2 0,0 0-2 0,0 0-2 16,0 0 0-16,0 0 1 0,0 0 1 0,51-51 0 16,-51 51 0-16,1 0 1 0,-1 0 0 15,1 2 2-15,0-1 4 0,-1 2 3 0,0 1 3 16,1-1 6-16,1 2 4 0,-1-1 6 0,1 2 7 16,-1 0 1-16,0-1 3 0,0 0-6 15,0 2 2-15,-1 0 1 0,0 3 2 0,1 1 3 16,1 3-2-16,1 2-1 0,-2 2-3 0,1 5 1 15,-2 5 0-15,3 2 1 0,1 3 2 0,-3 6 5 16,0 4 3-16,0 3-7 0,-1 3-12 16,1 2-16-16,-1-3-9 0,1-1-10 0,1-5-6 15,-2-3-9-15,1-3-17 0,-1-5-27 0,0-1-49 16,0-1-60-16,0-2-34 0,0-6 2 0,0-7-141 0</inkml:trace>
  <inkml:trace contextRef="#ctx0" brushRef="#br0" timeOffset="205193.31">8296 15095 0 0,'0'0'0'0,"0"0"8"0,0 0 14 16,0 0-4-16,0 0-9 0,0 0 0 0,0 0-8 16,0 0 0-16,0 0-3 0,0 0 0 0,0 0 4 15,0 0-2-15,0 0 3 0,20-58 3 0,-17 56 7 16,-2 0 0-16,2 1 1 0,-2-2 2 16,-1 2-6-16,0 0 2 0,0 0 0 0,0-2 0 15,0 2 3-15,1-1 0 0,-1 0 0 0,1-1 3 16,-1 0 3-16,1 0 9 0,-1 2 20 0,2-1 23 15,-2 2 19-15,0 0 15 0,0 0-6 16,0 0-15-16,0 0-25 0,0 0-26 0,0 6-16 16,0 2-12-16,-2 5 2 0,0 5 12 0,1 8 15 15,-3 8 11-15,0 5 2 0,1 5 1 16,0 3-9-16,-2 5-2 0,3 3-5 0,-1 4-4 16,1 2-7-16,0 2-10 0,2-1-6 0,0-3-11 15,0-4-11-15,0-4-26 0,3-8-36 0,1-4-57 16,1-7-87-16,0-10-39 0,-3-9-309 0</inkml:trace>
  <inkml:trace contextRef="#ctx0" brushRef="#br0" timeOffset="208730.54">13590 14998 45 0,'0'0'58'0,"0"0"-34"15,0 0-13-15,0 0-2 0,0 0 0 16,0 0 3-16,0 0 5 0,0 0 7 0,0 0 1 15,0 0 0-15,0 0-7 0,0 0-5 0,0-21-5 16,0 21-3-16,0 0-2 0,0 0 2 16,0 0 4-16,0 0 9 0,0 0 13 0,0 3 11 15,0-1 5-15,0 2 1 0,0 0-2 0,-2 1-3 16,2 4 2-16,0 0 1 0,0 3 2 0,0 1-1 16,-2 6 7-16,1 5 3 0,0 4 7 15,-3 6 6-15,1 4-7 0,2 6-4 0,-1 5-5 16,-1 6-13-16,0 4 2 0,2 5-10 0,0 6-9 15,1 0-5-15,0 1-11 0,0-3-7 0,1-5-8 16,3-5-23-16,2-8-45 0,1-11-87 0,-1-12-136 16,-1-12-501-16</inkml:trace>
  <inkml:trace contextRef="#ctx0" brushRef="#br0" timeOffset="209698.75">9810 15034 106 0,'0'0'45'0,"0"0"-29"16,0 0-5-16,0 0 3 0,0 0 7 0,0 0 16 15,0 0 24-15,0 0 18 0,0 0 8 16,0 0 1-16,0 0-3 0,0 0 3 0,10-39 6 0,-10 39-8 16,0 0-15-16,0 6-19 0,0 6-16 0,0 5-4 15,0 8 3-15,0 9 2 0,-2 6-1 16,1 6-4-16,0 5-7 0,0 3-7 16,0 3 0-16,-1 3-5 0,2-1-3 0,0 1-3 15,0-6-7-15,0-6-8 0,2-7-21 0,1-8-44 16,4-6-64-16,-2-7-113 0,3-6-39 0,-6-6-265 15</inkml:trace>
  <inkml:trace contextRef="#ctx0" brushRef="#br0" timeOffset="210962">9859 15434 0 0,'0'0'166'16,"0"0"-151"-16,0 0-7 0,0 0-4 15,0 0-6-15,0 0-1 0,0 0 2 0,0 0 1 16,0 0 5-16,0 0 4 0,0 0 4 0,0 0 5 16,0 0 7-16,0 0 12 0,-11 112 9 0,10-90 12 15,-1 1 5-15,0 4 5 0,0 0-6 16,0 2-2-16,1 1 0 0,1 0-7 0,0 3-1 16,-1 0-8-16,1 1-12 0,0-1-9 0,0 0-11 15,0-4-6-15,0 0-1 0,1-1-3 16,1-5-2-16,3-2-3 0,-2-3-14 0,2-3-35 15,0-3-55-15,0-4-79 0,-1-3-6 0,-2-2-191 0</inkml:trace>
  <inkml:trace contextRef="#ctx0" brushRef="#br0" timeOffset="214600.79">15983 14913 393 0,'0'0'92'0,"0"0"-19"16,0 0-16-16,0 0-19 0,0 0-3 0,0 0 8 15,0 0 0-15,0 0 1 0,0 0-7 0,0 0-9 16,0 0-8-16,0 0-7 0,-114-41 0 16,110 41 1-16,3 0 1 0,0 0-6 0,1 0-12 15,0 0-22-15,0 0-16 0,0 0 4 0,4 0 11 16,4 0 21-16,2 1 11 0,1 1 2 16,8 1 1-16,2-1 3 0,5 1 7 0,3-1 4 15,4-1 0-15,5-1-4 0,4 0-6 0,4 0-10 16,4 0-11-16,3-3-16 0,4-1-21 0,-2 1-27 15,3 0-34-15,-2-1-32 0,2 2-15 16,1-1 25-16,-3 0 31 0,-12 1-2 0,-17 0 4 0</inkml:trace>
  <inkml:trace contextRef="#ctx0" brushRef="#br0" timeOffset="-214318.28">16657 15989 1015 0,'0'0'171'0,"0"0"-49"0,0 0-64 16,0 0-62-16,0 0-26 0,0 0-5 0,0 0 9 15,0 0-19-15,0 0-83 0,0 0-163 0,0 0-516 0</inkml:trace>
  <inkml:trace contextRef="#ctx0" brushRef="#br0" timeOffset="-199751.04">4788 15256 38 0,'0'0'93'16,"0"0"-93"-16,0 0 0 0,0 0 1 0,0 0 0 15,0 0 5-15,0 0 6 0,0 0 7 0,0 0 22 16,0 0 19-16,0 0 24 0,0 0 17 0,-32-19 14 16,30 16 0-16,-3-2 0 0,2 2-1 15,2-1-9-15,-3 1-16 0,0 0-18 0,3-1-15 16,-1 2-11-16,0 0-9 0,0-1-2 0,2 2-4 15,-2 0-5-15,2 0-2 0,0 0-7 16,0 0-7-16,0-1-4 0,5 0 1 0,-2 0 2 16,4-3 4-16,2 2-2 0,-1-2-5 0,2 1-4 15,4 2-2-15,-2 0-3 0,0 1-1 0,5-1 0 16,-4 2-1-16,4 0-2 0,-5 0-1 16,6 3 1-16,-4 0 3 0,1 3-1 0,-3-1 4 15,0 2-2-15,-2 0-3 0,-1 1 1 0,1 1 0 16,-2 1 3-16,-3 0 2 0,0 3 2 15,-3 0 0-15,-2 3 1 0,0 0 1 0,-2 4-1 16,-6-1 2-16,-1 3-3 0,-4 0 0 0,-3 0 2 16,1 0 2-16,-3 0 4 0,-2-2 4 0,0 0 6 15,0-2 0-15,0-2 4 0,1 1-1 0,0-2 0 16,3-2 2-16,0 1 7 0,3-2 6 16,0-2 6-16,3 1 0 0,2-3-9 0,1 3-14 15,4-2-9-15,2 2-12 0,1-1 0 0,0 0 6 16,4 0 5-16,6 2 4 0,1-2 0 0,1 0 0 15,5-1-1-15,0 0-2 0,2-2-3 0,4-1-2 16,-1-3-2-16,1-1-5 0,5-2-23 16,-1 0-47-16,-1 0-81 0,2-2-137 0,-8 0-142 15,-7-1-506-15</inkml:trace>
  <inkml:trace contextRef="#ctx0" brushRef="#br0" timeOffset="-171202.53">6740 15286 121 0,'0'0'-6'0,"0"0"-6"16,0 0 1-16,0 0 0 0,0 0 5 0,0 0 4 16,0 0 4-16,0 0 2 0,0 0 0 0,0 0 0 15,0 0 1-15,0 0 2 0,-24-31 2 0,24 28 7 16,0 2 17-16,-2 1 22 0,2-1 24 15,0 1 6-15,0-1-11 0,0 1-24 0,0 0-18 16,0-1-8-16,2-2 5 0,-1 1 8 0,7-1 3 16,0-2-5-16,-1 0-9 0,4 2-11 0,0 1-6 15,2-1-3-15,2 2-4 0,0 1 0 0,1 0-1 16,1 0-2-16,1 4-2 0,-2 1 1 16,3 2-3-16,-1 1-2 0,-3 3-1 0,1 2 1 15,-3-1 1-15,1 3 5 0,-4 0 2 0,-2 1 1 16,-2-1 1-16,1 0 1 0,-4 1 2 15,-1-1 4-15,-2 1 1 0,0 0 3 0,-5 0 0 16,-4-1 0-16,0 0-1 0,-1-1 7 0,-2 1 9 16,1-3 12-16,-3-2 14 0,3-1 9 0,1-2-7 15,-1-2-14-15,4-2-17 0,4 0-19 16,-1-2-18-16,3-1-33 0,1 0-35 0,0 0-13 16,1 0 2-16,4 0 25 0,2 0 30 0,2 0 10 15,1 0 7-15,0 1-1 0,2 3-1 0,0-1 0 16,0 3-1-16,2-1 4 0,-2 3 4 15,1 2 5-15,-3 0 2 0,-2 2 0 0,-1 2 7 16,-5 0-1-16,-2 4 12 0,-1 1 12 0,-9 0 16 16,-3 4 27-16,-4-2 38 0,-3 2 40 0,-5 2 44 15,0-1 32-15,-2 0-7 0,1-2-23 0,1-2-46 16,3-1-57-16,4-4-34 0,5-4-34 16,5-4-50-16,7-4-82 0,1-3-98 0,7-2-188 15,-2-1-931-15</inkml:trace>
  <inkml:trace contextRef="#ctx0" brushRef="#br0" timeOffset="-164826.58">5955 12559 1545 0,'0'0'335'0,"0"0"-401"16,0 0-74-16,0 0-72 0,0 0-101 0,0 0-36 15,0 0-451-15</inkml:trace>
  <inkml:trace contextRef="#ctx0" brushRef="#br0" timeOffset="-152569.36">12164 13085 1485 0,'0'0'144'0,"0"0"-78"0,0 0-39 16,0 0-79-16,0 0-8 0,0 0 14 0,0 0 14 16,0 0 14-16,0 0-21 0,0 0-53 0,0 0-85 15,0 0-118-15,0 0-12 0,0 0-297 0</inkml:trace>
  <inkml:trace contextRef="#ctx0" brushRef="#br0" timeOffset="-140227.68">4571 16176 151 0,'0'0'32'0,"0"0"-1"15,0 0 5-15,0 0-11 0,0 0-4 0,-130-46 9 16,107 29 1-16,-3-1 10 0,3-2 2 0,-4-4-4 16,5-1-1-16,-2-4-7 0,-2-2-4 0,3-5-6 15,-1-1-6-15,0-6 2 0,1-5-3 16,0-2 6-16,-1-4 3 0,3-4 4 0,4-3-3 15,1-2-4-15,3-4-4 0,3 2-6 0,2-2-2 16,-1 0 1-16,6 3 0 0,1-1 2 0,2 4 4 16,0 1-2-16,1 7 1 0,5 5 3 15,2 4-2-15,3 5-4 0,6 2-2 0,1 3-3 16,3 0-2-16,4 2 3 0,4 0 1 0,1 0-3 16,2 1-3-16,4 2-4 0,-1 3-5 15,5 2-3-15,2 6-6 0,-1 3-12 0,5 6-11 16,-3 4-15-16,0 5-6 0,3 0 5 0,-3 8 12 15,0 3 13-15,1 6 13 0,-1 1 5 0,0 5 3 16,-1 3 3-16,-1 2 1 0,1 6 3 0,0 4 1 16,-1 4-1-16,-2 6-9 0,0 3-16 15,-1 6-20-15,-5 3-22 0,1 3-8 0,-7 1 10 16,1 2 13-16,-6-2 23 0,-2 0 16 0,-6-3 7 16,-4-3 2-16,-4 0 3 0,-6-3 5 0,0 2 2 15,-11-3 4-15,-3 0 7 0,-2-1 22 0,-4 0 31 16,-2-2 27-16,-5-1 23 0,-2-5 8 15,-2-3-5-15,-1-3-10 0,-2-5-10 0,-4-4-21 16,-2-6-14-16,-1-3-17 0,-2-6-21 0,-5-6-19 16,-4-6-29-16,4-3-31 0,-3-3-24 15,0-10-13-15,1-2-1 0,5-4-1 0,1-4-19 16,7-5-56-16,9 7-24 0,9 6-106 0</inkml:trace>
  <inkml:trace contextRef="#ctx0" brushRef="#br0" timeOffset="-115242.41">17061 11287 127 0,'0'0'17'0,"0"0"-14"0,0 0-8 15,0 0-15-15,0 0-44 0,0 0 6 0</inkml:trace>
  <inkml:trace contextRef="#ctx0" brushRef="#br0" timeOffset="-106288.45">8932 15385 455 0,'0'0'19'16,"0"0"-26"-16,0 0-4 0,0 0-2 0,0 0 6 15,0 0 8-15,0 0 5 0,0 0 6 0,45-123 5 16,-37 112 3-16,0 1-1 0,-1 2-5 0,-1 1-2 16,1 1-2-16,-4 2-1 0,2 0 3 15,-2 3 5-15,-1 0 8 0,-2 1 18 0,0 0 27 16,0 0 29-16,0 0 19 0,0 0-2 0,0 0-24 15,0 1-35-15,-2 3-30 0,-3 1-18 0,1 1-3 16,-4 2 0-16,2 2 3 0,0 3 0 16,-5 2-2-16,2 2 1 0,-3 3-4 0,3 2-1 15,-1 3 0-15,-2 3 0 0,3 0-1 0,-3 3 1 16,-1-1-1-16,2 1 1 0,0-1 0 16,3 0-3-16,1-2-1 0,0-2 1 0,2 0-3 15,1-3-1-15,1-2 0 0,2-2 0 0,1-1-4 16,0-6-2-16,0-2-6 0,4-3-3 0,3-2-3 15,-1-2 7-15,3-2 4 0,2-1 3 16,0 0 3-16,3-4-2 0,-2-3-6 0,1-2 1 16,1-2-5-16,-2 2-3 0,-3-1 2 0,4 2-3 15,-4 1 1-15,1 3 1 0,-1 2-3 0,-3 2 1 16,-1 0 11-16,-3 3 11 0,2 6 16 16,-2 3 15-16,-2 3 16 0,0 4 9 0,0 0 4 15,0 2-3-15,0 1-8 0,0 0-16 0,0-2-13 16,3 1-13-16,1-3-16 0,2-2-26 0,3 1-42 15,1-2-88-15,-3-5-135 0,-2-3-489 0</inkml:trace>
  <inkml:trace contextRef="#ctx0" brushRef="#br0" timeOffset="-103437.42">9542 12180 1349 0,'0'0'297'0,"0"0"-264"0,0 0-70 15,0 0-61-15,0 0-48 0,0 0-74 0,0 0-105 16,0 0-528-16</inkml:trace>
  <inkml:trace contextRef="#ctx0" brushRef="#br0" timeOffset="-100795.68">9532 11660 298 0,'0'0'9'16,"0"0"-7"-16,0 0-6 0,0 0-7 0,0 0-51 15,0 0-170-15</inkml:trace>
  <inkml:trace contextRef="#ctx0" brushRef="#br0" timeOffset="-95167.49">10306 15166 573 0,'0'0'14'0,"0"0"-29"0,0 0-21 16,0 0-16-16,0 0-11 0,0 0 1 16,0 0 11-16,0 0 17 0,0 0 11 0,0 0 11 15,0 0 5-15,0 0 6 0,17-28 8 0,-10 28 27 16,3 0 25-16,4 0 20 0,-1-1 13 0,7 1-9 16,0 0-16-16,2-1-19 0,6 0-16 0,1 1-14 15,2-1-12-15,1 1-7 0,0 0-13 16,3-1-17-16,-3-2-28 0,-1 1-49 0,-1-1-29 15,-7-1 7-15,-11 3-146 0</inkml:trace>
  <inkml:trace contextRef="#ctx0" brushRef="#br0" timeOffset="-94735.6">10310 15130 157 0,'0'0'-2'0,"0"0"-2"16,0 0-1-16,0 0 1 0,0 0 2 0,-46 118 0 15,40-93 4-15,2 2 2 0,1-1-1 0,-2 0 3 16,3 1-3-16,2-2 1 0,0 1 0 0,0-4-1 16,0 1 0-16,0-3-1 0,2-4-2 0,3-2 0 15,-2-3-2-15,3-4 1 0,-1-3 1 16,1-1 3-16,-2-3 3 0,3 0 8 0,-3-3 3 15,5-3 8-15,-4-1 3 0,0-1-2 0,3-1-1 16,-3-3-5-16,3 1-4 0,1-3-6 0,-1 2-6 16,1 0-4-16,0 1-4 0,2 4-3 15,-1 0 0-15,1 2-1 0,0 3-2 0,1 1 1 16,-1 1 2-16,1 0 1 0,5 6 3 0,-1 3-1 16,1 2 4-16,2 2 1 0,-2 2 3 0,-2 1 4 15,2 0-1-15,-4 1 2 0,-1 2-3 0,1-2-1 16,-7 0 1-16,-1 1 0 0,-5-1 11 15,-3 0 6-15,-5 0 9 0,-8 2 5 0,-4-1 6 16,0 2 7-16,-6-2 17 0,-1 2 23 0,-3-1 6 16,0 1 2-16,1-2-27 0,-1 0-38 15,3-2-29-15,3-4-52 0,6-2-85 0,5-3-96 16,7-3-372-16</inkml:trace>
  <inkml:trace contextRef="#ctx0" brushRef="#br0" timeOffset="-89338.1">12034 15204 146 0,'0'0'3'0,"0"0"-7"15,0 0 1-15,0 0 2 0,0 0 4 16,0 0 1-16,0 0 8 0,0 0 13 0,0 0 1 16,0 0 0-16,0 0-6 0,0 0-11 0,-11-11-5 15,11 9 3-15,-1 1 7 0,1 1 10 0,0 0 12 16,0-1 7-16,0 1 2 0,0 0 0 15,0 0-6-15,0 0-5 0,0 0-11 0,0 0-6 16,0 0-4-16,1-1 4 0,5 0 12 0,-1 0 18 16,3-1 12-16,4 1 9 0,3-1-2 15,0 1-10-15,3-2-8 0,3 1-10 0,1 0-7 16,4-2-9-16,-2 1-9 0,6-2-3 0,0 2-5 16,1-1-3-16,-2-1 1 0,0-1-1 0,0 1-4 15,-3 1 2-15,1-2-2 0,-3 1-1 0,-3 1-2 16,-1-1 1-16,-1 3 0 0,-5 1 2 0,-1-1 2 15,-3 2 0-15,-5 0 0 0,1 0 4 16,-4 0 7-16,-1 0 10 0,-1 0 18 0,0 0 12 16,0 2-1-16,0 1-5 0,0 1-16 0,0 1-15 15,0 1-9-15,-2 1-3 0,0 1-4 0,-2 2-2 16,2-2-1-16,0 3-4 0,-2 0 0 16,0 0 0-16,0 2-5 0,-2-1 2 0,3 2-2 15,-4 1-5-15,3 2 5 0,-3 1-2 0,-2 2-4 16,3 2 3-16,-3 2-2 0,-1 2 3 15,0 0 5-15,-1 2 2 0,-3-2 4 0,3 3 6 16,1-4 5-16,-1-1 7 0,2 0 2 0,0-5-3 16,3-1-4-16,-1 0-6 0,2-4-4 0,0 0-4 15,2-2-5-15,2-4-8 0,1-1-17 16,0-1-35-16,0-2-40 0,1 1-41 0,2-3-52 16,2 0 6-16,-2-2 20 0,-1 1-42 0</inkml:trace>
  <inkml:trace contextRef="#ctx0" brushRef="#br0" timeOffset="-89102.57">12217 15416 1160 0,'0'0'671'0,"0"0"-718"15,0 0-16-15,0 0-15 0,0 0 18 16,0 0 51-16,0 0 13 0,0 0-3 0,120-23 1 16,-89 17-7-16,5-1-13 0,-1 0-33 0,5 0-42 15,-1 0-51-15,0 2-52 0,-3-1-50 16,2 1-22-16,-11 0 4 0,-11 3-32 0</inkml:trace>
  <inkml:trace contextRef="#ctx0" brushRef="#br0" timeOffset="-85847.59">12207 15815 1167 0,'0'0'33'0,"0"0"-7"0,0 0-6 16,0 0-14-16,0 0-4 0,0 0-6 16,0 0-4-16,0 0-4 0,0 0 7 0,0 0 1 15,0 0 2-15,0 0 0 0,-111-111 1 0,110 90 2 16,1 0 2-16,0 0 2 0,0 3 8 0,4 0 3 15,1 3 7-15,4 1 3 0,1 0 0 0,1 2-2 16,5-2 2-16,-1 0-4 0,6 0-3 0,5 0-3 16,-1-1-8-16,4 4-5 0,2 0-4 15,0 4-3-15,-1 2-4 0,0 5-12 0,0 0-9 16,-2 2-12-16,-1 6-17 0,-1 3-6 0,-4 5-6 16,-1 2-4-16,-3 0 5 0,-5 3 12 15,-3 0 13-15,-2-1 22 0,-8 0 16 0,0-2 16 16,-3 2 7-16,-8 0 2 0,-5 0 0 0,-4 0-1 15,-1 1 4-15,-3-2 11 0,-3-1 16 0,-3-1 25 16,0-3 24-16,-1-4 9 0,0-1-2 16,0-3-18-16,-2-3-27 0,-2-3-15 0,3 0-15 15,2-1-9-15,1-6-3 0,4-1-1 0,-3-1 2 16,8-2 2-16,-1-3-5 0,2-3-3 16,6 0-3-16,2-3-7 0,1-4-3 0,3-2-1 15,6-3-1-15,1-2 0 0,0-2 4 0,6-2-1 16,5 1 0-16,2-3 1 0,4 1 2 0,1 0-3 15,5 2 0-15,1-2-2 0,3 0-5 0,3 1 1 16,1 1 0-16,1-1-2 0,1 2 1 0,1-1-6 16,0 3-9-16,-3 0-18 0,-1 3-26 0,-1 0-31 15,-3 7-42-15,2 0-44 0,-1 4-38 16,-4 0-53-16,0 0 23 0,-5 6-168 0,-6 4 344 0</inkml:trace>
  <inkml:trace contextRef="#ctx0" brushRef="#br0" timeOffset="-83564.61">20012 10857 334 0,'0'0'14'0,"0"0"-72"0,0 0-4 0,0 0 20 15,0 0 26-15,0 0 1 0,0 0-17 0,0 0-91 16</inkml:trace>
  <inkml:trace contextRef="#ctx0" brushRef="#br0" timeOffset="-80815.5">10880 12446 585 0,'0'0'329'0,"0"0"-334"0,0 0-7 16,0 0-6-16,0 0-15 0,0 0 2 0,0 0 0 16,0 0-4-16,0 0 5 0,0 0-18 0,0 0-52 15,2 121-19-15,19-119-2 0,-1 0 2 0,-9-2-93 16</inkml:trace>
  <inkml:trace contextRef="#ctx0" brushRef="#br0" timeOffset="-72937.5">14259 15195 177 0,'0'0'8'16,"0"0"-8"-16,0 0 1 0,0 0 4 15,0 0 0-15,0 0-2 0,0 0 3 0,0 0-3 16,0 0 0-16,0 0 1 0,0 0-2 0,0 0-2 16,-4-50 1-16,5 46 0 0,0 0 8 0,1 2 4 15,-1-1 10-15,3 0 5 0,-1 1 6 0,0 1-1 16,-3-2 0-16,2 2-3 0,0 1-2 16,0 0 4-16,-1 0 2 0,0 0 4 0,-1 0 7 15,3 0 5-15,1 0 10 0,-1 0 4 0,5 0 4 16,1 0 5-16,1 0-5 0,3 1-2 15,2 2-9-15,4-2-8 0,4 0-8 0,2 0-7 16,5-1-7-16,2 1-10 0,-1-1-5 0,1 0-4 16,1 0-4-16,-1 0 2 0,0 0-3 15,2 0-1-15,-3-1 0 0,0 1-3 0,0 0 1 16,-3 0-3-16,1 0 1 0,-2 0 1 0,-4 0-5 16,0 0 0-16,-4 4-1 0,-2 0 0 0,-3 2-4 15,-3 0-1-15,-3 3 1 0,-5 1 1 0,0 4 4 16,-3 2 4-16,-2 4 2 0,-4 3 4 0,-4 2 10 15,-2 0 12-15,-2 3 15 0,-1-3 13 16,-1 2 4-16,1-3-8 0,1-1-8 0,-1 0-17 16,3-1-11-16,-4 0-8 0,3 0-9 0,1-2-5 15,-1 3-10-15,2-2-1 0,1 0 0 0,0 0-8 16,1-2 0-16,2-1-5 0,-1-2-10 16,2-2-15-16,1-1-20 0,1-1-32 0,1-2-35 15,0 1-38-15,-1-3-38 0,2 3 27 0,0-4-115 16,2-3 234-16</inkml:trace>
  <inkml:trace contextRef="#ctx0" brushRef="#br0" timeOffset="-72710.61">14533 15601 1044 0,'0'0'51'15,"0"0"-109"-15,0 0-11 0,0 0 20 16,0 0 37-16,0 0 20 0,0 0 14 0,0 0 11 16,0 0 11-16,122-35-5 0,-95 30-8 0,4-2-10 15,3 0-10-15,1 0-6 0,1 0-7 0,5-1-12 16,-1 0-19-16,0-1-30 0,3 0-58 0,-2 1-101 16,-10 0-61-16,-10 3-100 0</inkml:trace>
  <inkml:trace contextRef="#ctx0" brushRef="#br0" timeOffset="-61809.49">16212 15303 841 0,'0'0'81'0,"0"0"-44"16,0 0 3-16,0 0 13 0,0 0 19 0,0 0 12 16,0 0 6-16,0 0-4 0,0 0-12 15,0 0-13-15,0 0-13 0,86-124-6 0,-81 105-8 16,2 0-7-16,-4 0-2 0,1-1-3 0,-1 2 0 15,-2 0-6-15,-1 0-4 0,0 4-5 0,0 2-2 16,0 3-2-16,0 2-3 0,0 2-6 0,-3 3-10 16,1 0-10-16,-1 2-14 0,2 0-13 15,-4 0-9-15,0 0-7 0,-1 0-6 0,0 4 1 16,-2 3 4-16,0 3 5 0,1 1 15 0,-1 3 18 16,0 2 12-16,-1 1 17 0,2 2 12 15,2-1 4-15,1 1 0 0,2-2-3 0,2 1-5 16,0 1-6-16,5 0-4 0,3-1 1 0,2 2-1 15,3 1 3-15,1 1 0 0,2 0 0 16,1 0 0-16,-2 2-2 0,3-1-6 0,-4 2-3 16,3 0-6-16,-4 2-5 0,1 1 0 0,-4 0-2 15,-3 1 4-15,1 1 6 0,-6-2 6 0,1 0 11 16,-3-1 5-16,0-2 10 0,-4 0 9 0,-4 0 7 16,1-4 12-16,-3 0 3 0,-2 0 3 15,-2-3-1-15,3 0-4 0,-3-3-4 0,1-3-4 16,1-3 4-16,1-2-2 0,0-2-6 0,-3-3-7 15,1-2-13-15,0 0-14 0,2 0-6 0,-4-6-2 16,1-2 1-16,3-1 10 0,-4-2 5 0,2-3 6 16,2-2 5-16,0-1-4 0,1 1-2 15,1-2-6-15,3 0-6 0,1-2-1 0,3-1-3 16,1 0-2-16,1-1 0 0,0-3-7 0,0 0-3 16,4-2-5-16,5-2-11 0,2 0-10 0,3-1-11 15,5-2-31-15,1 1-43 0,6-2-72 16,-6 7-83-16,-8 9-404 0</inkml:trace>
  <inkml:trace contextRef="#ctx0" brushRef="#br0" timeOffset="-12002.59">5175 13089 792 0,'0'0'219'0,"0"0"-184"0,0 0-18 0,0 0-11 16,0 0-20-16,0 0-7 0,0 0 2 0,0 0 4 15,0 0 11-15,0 0 4 0,0 0 0 16,0 0 3-16,5-59 4 0,-4 55 7 0,-1 1 13 15,0 1 17-15,0 2 19 0,0-2 11 0,0 2 3 16,-1 0-7-16,-4 0-14 0,2 2-18 0,-5 3-21 16,2 3-18-16,-4 5-9 0,-2 5-1 0,0 6 7 15,-1 5 6-15,1 4 5 0,-2 2 1 16,1 1 3-16,2 0 2 0,1-3 5 0,5-3 2 16,0-5 0-16,4-3-2 0,1-4-5 0,1-3-8 15,7-3-4-15,4 0-5 0,2-3-1 0,4-2 2 16,4-3 1-16,3-3 3 0,1-1-8 15,2-3-5-15,1-5-8 0,0-4-18 0,-1-3-19 16,-2-1-25-16,2-1-31 0,-5 0-33 0,3-2-46 16,-5 1-47-16,-4 0 22 0,-3 5 25 0,-6 3-76 0</inkml:trace>
  <inkml:trace contextRef="#ctx0" brushRef="#br0" timeOffset="-11845.6">5319 12947 179 0,'0'0'22'16,"0"0"14"-16,0 0 39 0,-66-144 43 0,52 116 33 15,2 6 11-15,2 4-12 0,0 3-20 0,4 4-19 16,-1 2-20-16,5 2-18 0,0 1-16 0,1 1-11 16,-1 2-7-16,2-1-10 0,0 2-14 0,0 0-16 15,3-2-13-15,0 2-9 0,5-1-11 16,3 0-32-16,-1 1-67 0,1 0-120 0,0 2-62 16,-3 0-330-16</inkml:trace>
  <inkml:trace contextRef="#ctx0" brushRef="#br0" timeOffset="-10488.84">18801 13894 2196 0,'0'0'-71'15,"0"0"-156"-15,0 0-279 0,0 0-871 0</inkml:trace>
  <inkml:trace contextRef="#ctx0" brushRef="#br0" timeOffset="-3555.45">6717 11274 80 0,'0'0'-45'0,"0"0"10"0,0 0 35 0</inkml:trace>
  <inkml:trace contextRef="#ctx0" brushRef="#br0" timeOffset="49441.18">15927 9146 1210 0,'0'0'-51'15,"0"0"14"-15,0 0 21 0,0 0 13 0,0 0 8 16,0 0 8-16,0 0 9 0,0 0 0 0,0 0-13 15,0 0-19-15,0 0-29 0,0 0-36 16,0 0-22-16,0 0-8 0,-5-69 14 0,-16 69 35 16,-5 0 34-16,-2 4 25 0,0-1 17 0,-1 1 8 15,1-1 9-15,-2 0 1 0,5 0 0 0,2 1-2 16,2-1-6-16,4 1-9 0,7-2-7 0,4 1-12 16,1-1-11-16,3-1-19 0,2 0-2 15,0 1 2-15,7 1 10 0,1 0 24 0,6 0 4 16,5-1 3-16,6-2 0 0,3 0-5 0,6 0-2 15,2-1-4-15,4-3-2 0,1 1-1 0,-1-2-1 16,2 1-2-16,3 0 2 0,-5-1-1 16,-2 1-1-16,0 0 6 0,-6 0-5 0,-2 2 3 15,-6 1-3-15,-3 0-2 0,-5 1 1 0,-5 0 0 16,-3 0-1-16,-6 0 16 0,1 0 39 0,-3 0 16 16,-5 0 0-16,-5 0-12 0,-10-3-39 15,-3 1-11-15,-8 1 7 0,-5-2 9 0,-7 2 11 16,-5 0 8-16,1 0-5 0,-3 1-6 0,2 0-9 15,-1 0-6-15,4 0 5 0,4 0 10 16,7 1 6-16,9-1 2 0,7 0-4 0,8 0-19 16,6 1-45-16,4 2-14 0,4-1-4 0,7 3 7 15,9 0 38-15,5-1 5 0,6 1-4 0,8-3-13 16,2 0-19-16,5-1-24 0,3-1-18 0,0 0-3 16,1 0 4-16,1-1 0 0,-4-4-9 0,2 0-21 15,-4 1-19-15,-1-2 11 0,-3 1 24 16,-11 0-14-16,-12 3-134 0</inkml:trace>
  <inkml:trace contextRef="#ctx0" brushRef="#br0" timeOffset="63289.47">7944 13834 839 0,'0'0'267'0,"0"0"-284"15,0 0 12-15,0 0-9 0,-136 16-17 0,114-3-8 16,1 4 1-16,5 2 3 0,1 1 4 15,2 2 5-15,3 1 1 0,2 0 2 0,5 1 0 16,2-3 2-16,1 4 1 0,1-4 1 0,9 0 6 16,0-1 1-16,4-2 4 0,3-1 2 0,3-1-4 15,1-2-1-15,3-3-6 0,3-1-6 0,-1-4-9 16,2-2-17-16,-6-1-27 0,3-3-13 16,-1 0 4-16,-8 0 8 0,-6-3-154 0</inkml:trace>
  <inkml:trace contextRef="#ctx0" brushRef="#br0" timeOffset="63460.45">7990 13551 1355 0,'0'0'56'0,"0"0"9"0,0 0-10 15,0 0-46-15,0 0-61 0,0 0-61 0,0 0-34 16,0 0-11-16,0 0 25 0,0 0 21 0,0 0-23 15,0 0-27-15,0 0-366 0</inkml:trace>
  <inkml:trace contextRef="#ctx0" brushRef="#br0" timeOffset="64106">9382 13879 1134 0,'0'0'-13'0,"0"0"-70"0,0 0-13 16,0 0-2-16,0 0 26 0,0 0 54 16,0 0 22-16,0 0 4 0,0 0-3 0,0 0-1 15,119-33-7-15,-90 31 0 0,3 1-4 0,0 1 0 16,4 0 1-16,-1 0 0 0,4 1 4 0,1 1 2 15,0 1 2-15,0 0 2 0,3 2-2 0,-1 0 2 16,0-1-2-16,4 0 0 0,-1-1 5 0,3 0 2 16,-1-3 4-16,2 0 10 0,0 0-5 15,1-3-1-15,1 1-7 0,-1-1-13 0,-1 0 3 16,0 1 2-16,-4 0 0 0,3 0 5 0,-4 0 3 16,2 0-8-16,-4-1-2 0,-2 2-4 0,0 0-3 15,-5 0-1-15,-2 0 2 0,0 1 1 16,-6 0-4-16,1 0 15 0,-5-1-5 0,2 1-1 15,-2 0-4-15,-1 0-7 0,-1 0-4 0,0 0-38 16,-1 0-97-16,-4 0-208 0,-5 0 107 0</inkml:trace>
  <inkml:trace contextRef="#ctx0" brushRef="#br0" timeOffset="64609.18">11075 13827 1249 0,'0'0'334'0,"0"0"-393"0,0 0 35 16,0 0-26-16,0 0-5 0,0 0 22 0,0 0 14 16,0 0-4-16,0 0-15 0,0 0-15 0,0 0-13 15,0 0-1-15,0 0 12 0,0 0 14 16,-78 71 7-16,88-71 8 0,-1 0 4 0,1-6-3 15,4-4-19-15,1-2-15 0,-2-3-4 0,-1 0-6 16,3 0 19-16,-5 0 19 0,-2-1 8 0,-1 0 14 16,0-3 4-16,-4 1 2 0,2-2 3 15,-4-3 5-15,-1 1 10 0,0 1 17 0,-1 0 32 16,-5 2 30-16,1 2 24 0,-3 3 7 0,0 3-20 16,4 3-27-16,-2 3-30 0,4 3-33 15,1 1-42-15,1 1-65 0,0 0-21 0,2 1-1 16,2 5 25-16,4 1 54 0,3 3 24 0,3 0 7 15,0 3 1-15,5-1 1 0,1 2 3 0,1 3 1 16,1-1-1-16,4 1-11 0,-2 1-9 16,-1 3-3-16,3 2 3 0,-3 3 11 0,-2 2 3 15,-2 2 3-15,1 2 3 0,-3 2-1 0,-2-1 1 16,-3 0 0-16,2-2 0 0,-5-4 1 0,-4-3 0 16,-3-3 8-16,-2-6 13 0,0-4 17 0,-7-1 11 15,-7-2 0-15,-5 0-4 0,-4-1-2 16,-2-2 5-16,-2-2 14 0,-2-3 12 0,-1 0 4 15,2-1-5-15,4-5-17 0,2-1-25 0,3 1-23 16,2 0-33-16,6 2-39 0,4 0-78 0,2 3-153 16,3 0-575-16</inkml:trace>
  <inkml:trace contextRef="#ctx0" brushRef="#br0" timeOffset="65371.25">13191 14047 1672 0,'0'0'-58'15,"0"0"-15"-15,0 0-5 0,0 0-23 0,0 0 12 16,0 0 34-16,0 0 19 0,48-140 17 0,-28 112 3 16,1 3-1-16,-2 1-8 0,1 2-6 0,-3 2-2 15,1 3-1-15,-2 3 6 0,-2 4 11 0,-3 3 5 16,2 1 6-16,-4 4-1 0,-1 2 1 16,2 0-3-16,-3 1 2 0,-3 5 6 0,3 2 7 15,-4 3 9-15,0 3 5 0,-1 3 3 0,-2 2-1 16,0 0-2-16,0 1-5 0,0-4-3 15,0-1-4-15,0-4-6 0,0-3-5 0,0-3-5 16,2 0-1-16,3-2 0 0,0-1 1 0,1 0 1 16,3-1-1-16,2-1-3 0,3-3-10 15,0-4-16-15,2-1-24 0,-1-3-19 0,1 0-13 16,-2-2 1-16,1 0 16 0,-5 2 22 0,2 0 24 16,-5 2 26-16,-1 3 29 0,-1 2 43 0,-4 3 52 15,-1-1 39-15,0 2 11 0,0 0-27 16,0 2-48-16,-4 3-44 0,-1 4-26 0,-2 2-13 15,0 4-5-15,-1 3-5 0,2 2-11 0,4 0-7 16,0-1-13-16,2-2-15 0,0-1-21 0,4-4-22 16,4-3-42-16,3-1-79 0,-3-2-9 0,-2-2-302 15</inkml:trace>
  <inkml:trace contextRef="#ctx0" brushRef="#br0" timeOffset="65588.25">13986 13894 2090 0,'0'0'33'16,"0"0"-62"-16,0 0-13 0,0 0-24 0,0 0-14 16,0 0 4-16,0 0 13 0,0 0 19 0,0 0 24 15,0 0 8-15,0 0-5 0,0 0-9 16,0 0-20-16,89 39-27 0,-65-35-40 0,1-1-51 15,0-2-64-15,1-1-70 0,-7 0-15 0,-4 0-100 0</inkml:trace>
  <inkml:trace contextRef="#ctx0" brushRef="#br0" timeOffset="65738.39">14443 13700 1832 0,'0'0'2'0,"0"0"-62"0,0 0-30 15,0 0-15-15,0 0 21 0,0 0 38 16,0 0 13-16,0 0-19 0,0 0-48 0,-4 134-90 16,3-105-108-16,0-8-478 0</inkml:trace>
  <inkml:trace contextRef="#ctx0" brushRef="#br0" timeOffset="151599.96">4386 10866 1069 0,'0'0'-12'0,"0"0"-27"15,0 0 25-15,-5 126 25 0,5-68 6 0,0 9-1 16,0 5-5-16,0 6-7 0,0-1-7 15,0 2-12-15,0-4-16 0,2-2-34 0,3-4-67 16,-2-8-62-16,2-18-1 0,-3-16-233 0</inkml:trace>
  <inkml:trace contextRef="#ctx0" brushRef="#br0" timeOffset="152386.74">4510 10542 1357 0,'0'0'-67'0,"0"0"-45"0,0 0 13 16,0 0 75-16,0 0 12 0,0 0 8 16,0 0 2-16,0 0 2 0,133 21 4 0,-103-19 0 15,2 2 1-15,1-2-2 0,5 2-6 0,4-1-4 16,4 1-9-16,0-1-12 0,3 0-16 0,2 2-13 15,1-2-7-15,-1 1 1 0,4-3 8 16,-1 0 15-16,0-1 13 0,4 0 15 0,-2-1 10 16,2-4 6-16,3-1 4 0,2 1-1 0,1-1 7 15,0 1-3-15,-2-1 2 0,5 3 4 16,-4 1-1-16,0 2 1 0,4 0-2 0,-2 5-3 16,0 2-2-16,4 1 0 0,1 2-2 0,1 0-2 15,3 1-2-15,2-1-2 0,-1 1 1 0,4-3-2 16,2 0 0-16,0-1-1 0,3 0-2 0,3-1 0 15,-2-1-1-15,4-1-5 0,0 0 1 0,-2-1-1 16,0 1 0-16,-2-2 3 0,1 1 4 16,1-3 2-16,0 0-1 0,1 0 1 0,1-2-2 15,0-2 1-15,-1-2 3 0,0-1-2 0,1-1 4 16,-3-1 2-16,2-1 0 0,-1 1 3 0,0 0 2 16,-4 0-3-16,1 1 2 0,-2 1-3 15,-4 2 1-15,1 1 1 0,0 0 4 0,-4 2 0 16,2 2-3-16,-3 0 1 0,-1 0-8 0,-2 1 5 15,1 5-3-15,-2-1 1 0,0 4 0 16,1-1-1-16,0 1 1 0,0 0 1 0,1 0 1 16,2 0 1-16,1 0 1 0,-2-2 1 0,1-3-1 15,4 0 5-15,-2-2 1 0,3-1-2 0,1-1-1 16,1 0-4-16,-1 0-3 0,2 0-1 16,0-2-3-16,-3 1 1 0,0-2 1 0,-4 2 3 15,2 1-4-15,-3 0 3 0,-1 0-1 0,0 0 0 16,-2 2 6-16,1 3 0 0,-1 0 4 0,-2 1-1 15,-1 0 0-15,2 1-4 0,-5 0-2 0,3 2 1 16,-2 1 2-16,2-2 2 0,3 0-1 16,0-1-2-16,0 0-4 0,2 0 0 0,1-2-3 15,1-2-4-15,2 0 0 0,1-3-3 0,3 0-1 16,0 0-2-16,-1-1-3 0,1-3-1 0,0 1 0 16,-4-1 0-16,-1 2 1 0,-3 0 2 15,-4 0 2-15,-1 2 0 0,-4 0-1 0,-2 0-1 16,-2 0 2-16,-2 3-1 0,-5 1 4 0,-1 0 1 15,-4 0 1-15,-3 1 1 0,-1-1 1 0,-3 0 1 16,-1 1-3-16,-2-2 0 0,-1 1 1 16,-2-1-2-16,2 0 2 0,-2-2-3 0,-1 3-7 15,-1-2-43-15,-1 1-95 0,-9-1-109 0,-7-1-497 0</inkml:trace>
  <inkml:trace contextRef="#ctx0" brushRef="#br0" timeOffset="153718.04">14638 10939 1136 0,'0'0'-28'0,"0"0"-4"0,0 0 6 16,0 0 8-16,0 0 14 0,0 0 7 0,-54 119 2 16,46-82 0-16,0 4 0 0,2 4-3 0,0 4-6 15,2 3-1-15,1 1-1 0,-1 2-2 0,3 2 3 16,-2-2-2-16,3 0 1 0,0 0-5 15,0-2-6-15,0 1-7 0,4-4-8 0,0 0-6 16,-2-2-6-16,1-2-1 0,-2-2 4 0,0-1-2 16,-1-4 0-16,0-5-6 0,0-3-11 15,-1-7-16-15,-2-8-6 0,0-3 9 0,-2-7 12 16,0-4 23-16,-1-2 19 0,-2 0 11 0,-1-1 8 16,-2-3 6-16,0-2 2 0,0-2 1 15,-2 1 2-15,1-2 3 0,-3 2 0 0,1-1-2 16,-2-2-6-16,1 2-9 0,-2-1-4 0,-3 0-2 15,0 0-1-15,-3 0 2 0,-1 1 4 0,-2 1 0 16,-4 1 4-16,1 1 2 0,-4 2-2 16,-1 1 4-16,-5 2-1 0,0 0 3 0,-2 0 5 15,-3 0 1-15,-2 0 2 0,1 0 1 0,-3 0-5 16,-2 0 0-16,-2 0-1 0,1 0-1 0,-4 3-4 16,0-2-2-16,-1 1-3 0,-2-1-1 0,0 2 8 15,-3-2 11-15,0 0 12 0,-1 0 14 16,-4 0 10-16,-2 1 6 0,-1-1 0 0,-1 0-8 15,-1 0-15-15,-1 1-17 0,1 0-11 0,-2 0-6 16,0 0-6-16,-4 3-1 0,2-1-7 0,-4 1-4 16,-2 2-12-16,-1-2-15 0,0 1-9 0,-2-1 3 15,-2-2 14-15,2 0 21 0,-3-3 19 16,2 0 14-16,-4 0 12 0,2 0 14 0,-3-3 6 16,1 1 5-16,3-2-3 0,0 1-12 0,0-2-4 15,-1 1-16-15,2 0-6 0,-3 1-7 16,0 1-6-16,2 0-3 0,-4 0-3 0,5 2-1 15,-3 0-2-15,3 2 2 0,-2 2 1 0,-3 2 2 16,2-1 4-16,0 0-1 0,-1-2 2 16,3 0 3-16,-2-2 1 0,6 0 3 0,-3-1-1 15,0 0-4-15,2 0-1 0,-1 0 1 0,-3 0 2 16,4 0 4-16,2-2 5 0,-1 1 3 0,1-3-1 16,1 2 6-16,2 0-2 0,-1-1-2 0,1 2-4 15,0 1-8-15,2 0-6 0,-1 0-4 0,3 0-1 16,0 1-2-16,1 0-1 0,-2-1-1 15,4 0-1-15,-2 0 3 0,2-2 3 0,0-1 3 16,1-2 3-16,-1 1 1 0,3-2 3 0,-1 0 3 16,2 2 2-16,-3-1 2 0,3 1 1 0,-3 1 1 15,3 2 2-15,0-2 2 0,-1 3-2 16,2 0-2-16,1 0-7 0,2 0-4 0,0 4-4 16,0-1-4-16,1 2-1 0,0 1-4 0,-1 0 0 15,2-1 0-15,-2 1 1 0,3 0 6 0,0-2 0 16,2 0 2-16,3-2 3 0,2 0-1 15,0-2 2-15,1 0-3 0,1 0-1 0,3 0-1 16,-2-1-4-16,1-2 3 0,0 0-4 0,-2-1-1 16,4-1 2-16,0 1-1 0,-3 0 1 15,1 0 0-15,4 0-1 0,-2 2 1 0,1 0 0 16,0 1 2-16,0 1 1 0,0 0 2 0,1 0 5 16,0 0 5-16,4 0 7 0,1 0 8 0,-1 0 6 15,6 1-1-15,-1 0-10 0,5 0-11 0,2 0-11 16,5-1-6-16,1 1-6 0,2-1-8 15,3 2-10-15,1-1-6 0,1-1 0 0,2 1 0 16,3-1 1-16,0 0-8 0,2 1-5 0,-2-1 5 16,2 0 8-16,-1 0 14 0,2 0 11 0,1 0 9 15,-1 0 8-15,1 0 11 0,-1 0 18 0,3 0 14 16,-3 0 14-16,1 0 4 0,4 0 1 16,-1 0-4-16,-1 0 0 0,2-1 0 0,1 1 0 15,2 0-7-15,0 0-16 0,0 0-22 0,0 0-31 16,0 0-26-16,2 0-5 0,3 0 0 15,3 0-1-15,2-1-25 0,6 1-84 0,-6-1-154 16,-1 1-579-16</inkml:trace>
  <inkml:trace contextRef="#ctx0" brushRef="#br0" timeOffset="156346.12">18586 10883 1602 0,'0'0'-12'0,"0"0"22"0,0 0 9 16,0 0 0-16,-38-121-6 0,36 104-6 0,0 1-11 15,2 2-2-15,0 3-5 0,0 4-3 16,0 2-8-16,0 3-16 0,0 2-14 0,0 0-15 16,0 0-4-16,0 2 13 0,0 6 27 0,0 6 28 15,-2 9 23-15,-3 8 9 0,-3 11 0 0,-2 9-6 16,-3 13-4-16,-1 7-6 0,-5 8-2 16,0 5-5-16,-2 5-1 0,-1-2-3 0,3-1-1 15,0-7-2-15,1-7-5 0,7-11-7 0,2-11-12 16,5-13-5-16,-2-12-4 0,6-10-4 0,0-8-4 15,4-7-1-15,1-3-27 0,5-14-102 16,-1 1-86-16,-3 4-449 0</inkml:trace>
  <inkml:trace contextRef="#ctx0" brushRef="#br0" timeOffset="156536.87">18461 10833 970 0,'0'0'44'0,"0"0"-84"0,0 0 55 15,0 0 0-15,0 0-15 0,128 25-21 0,-84-25-31 16,3-1-39-16,6-5-50 0,4-1-28 0,5 0 14 16,-12 1-15-16,-19 1-35 0</inkml:trace>
  <inkml:trace contextRef="#ctx0" brushRef="#br0" timeOffset="156662.04">20509 10722 150 0,'0'0'18'15,"172"-5"-14"-15,-70 5 1 0,3-1-4 0,-4 1 1 16,-2 0-1-16,2 0-3 0,0 0-3 16,-3 0-7-16,-25 0-25 0,-23 0-88 0</inkml:trace>
  <inkml:trace contextRef="#ctx0" brushRef="#br0" timeOffset="156868.01">22960 10767 70 0,'0'0'57'0,"0"0"-30"0,0 0 8 0,145 12 21 16,-114-8 17-16,-5-1 9 0,2 1-3 0,-5-1-14 16,-1 1-10-16,-2-1-13 0,-1 1-7 15,1-1-6-15,-6 1-4 0,-1-3-2 0,-1 2-3 16,-2-1 3-16,-2-1 11 0,-2 0 14 0,1-1 11 15,-5 2 2-15,1-2 0 0,-3 0-8 0,0 0-9 16,0 0-22-16,-2 0-38 0,-1 1-68 16,-6 0-108-16,2 1-64 0,2-1-374 0</inkml:trace>
  <inkml:trace contextRef="#ctx0" brushRef="#br0" timeOffset="158067.29">23321 10815 1528 0,'0'0'-77'0,"0"0"-52"0,0 0-4 0,0 0 37 15,0 0 55-15,0 0 37 0,0 0 8 0,0 0-2 16,13 143-6-16,-11-105-5 0,1 3-10 0,-1 5-9 16,0 3-8-16,-2 2-4 0,1 3 8 0,-1 3 7 15,0-1 12-15,0 2 9 0,0-2 2 0,0 2 3 16,0-2 4-16,0-1 0 0,0 2 4 15,-1-3 4-15,-2-4 3 0,1 0 9 0,0-4 7 16,1-2 5-16,1-3 0 0,0-1-4 0,0-2-6 16,0-3-10-16,3-4-4 0,0-3-5 15,-1-3-6-15,-1-3 2 0,0-2-3 0,-1-3 0 16,0 0 4-16,0-2 3 0,0 0 5 0,0 0 6 16,-5-1 1-16,-1 1 2 0,-3 0 3 0,-2 0-1 15,1 1-3-15,-2 1-3 0,-6 1-4 16,4-2-4-16,-4 1 1 0,-2-2-1 0,1-1 4 15,-2-3 5-15,1-1 2 0,-4-2 0 0,1-1 2 16,-1-1-3-16,1-3-3 0,-4-2-2 16,4-1-12-16,-6 0-4 0,-1-1-7 0,-1-5-12 15,-3 0-5-15,-2-2-5 0,-1 0 2 0,-3-2 3 16,-2 2 2-16,-4-3 5 0,-3 1 7 0,-3-2 6 16,-3 2 5-16,-2-1 5 0,-4 0-4 0,0 1 1 15,-2-1-1-15,-1 3 0 0,-2 1 1 16,-3 1 2-16,1 3-2 0,-6 0 0 0,0 2 3 15,-1-1-1-15,1 2 7 0,0 0 5 0,0 0 3 16,3 4 3-16,0-1-3 0,1 2-4 0,0-1-5 16,4 0-3-16,-2 0-5 0,0 0-4 0,2-1-3 15,-1 0-6-15,4-1-4 0,-3 0-4 16,1 1 0-16,0-2 5 0,-1 1 7 0,0-2 7 16,-1 1 6-16,3-1 4 0,-4 1 1 0,4 1 4 15,-2 0 0-15,3 1-1 0,0 1-1 16,2 2-7-16,0-1-2 0,1 2-3 0,0-1-4 15,5 1-3-15,-2 0-1 0,4-2 3 0,0 2-2 16,-1 0 2-16,3 0 1 0,5-1-4 0,-2-1 3 16,3 2-1-16,-1 0 2 0,2 2 3 15,-2-2 4-15,3 1 2 0,1-1 3 0,-4 0 7 16,5 0-2-16,-1 1 4 0,1-1-1 0,0 0-1 16,0-1 7-16,2 0 2 0,4-1 7 0,0-2 7 15,5-1 1-15,4 0 2 0,-1-2-6 16,7 0-12-16,0 0-9 0,5-2-8 0,1-1-5 15,3-1-4-15,4 1-4 0,0-1-7 0,1 1-7 16,3-2-4-16,1 2 0 0,0-3 3 0,-2 1 5 16,3-1 7-16,-1 2 6 0,0-2 4 0,-3 1 0 15,3-2 2-15,-5 1-6 0,3 0-2 0,-4 0-1 16,3 1-1-16,-5 0 3 0,1 0 0 16,-2 2 1-16,-3 0-5 0,2 1 3 0,-1 0 1 15,1 1 4-15,-3-1 9 0,4 2 3 0,2 0 9 16,2-1 6-16,1 1 1 0,2-1-2 15,1 1-12-15,2 0-15 0,1 0-22 0,0 0-17 16,0-2-9-16,0 1 1 0,0 0 12 0,1-1 3 16,2 1 3-16,-2-2 2 0,0 1-1 15,0 0 11-15,-1 0 7 0,0 1 9 0,0-1 3 16,0 1 1-16,-3-2-4 0,-2 2-7 0,0 0-2 16,-2 1-12-16,-2 0-7 0,2 0-7 0,1 0-14 15,-1 0-18-15,-1 1-35 0,3 2-49 16,-1-3-73-16,5 0 4 0,-1 0-244 0</inkml:trace>
  <inkml:trace contextRef="#ctx0" brushRef="#br0" timeOffset="158472.27">18494 11408 1070 0,'0'0'2'0,"0"0"-14"0,-38 147 13 15,26-78 1-15,1 5-11 0,1 2-3 0,0 3-12 16,1 3-20-16,1-1-8 0,2 1-18 0,-1-1-25 15,1-4-21-15,3-5-34 0,1-7 11 16,1-18 24-16,1-18-122 0</inkml:trace>
  <inkml:trace contextRef="#ctx0" brushRef="#br0" timeOffset="159049.94">18681 10966 1610 0,'0'0'15'0,"0"0"-78"16,0 0-22-16,0 0 1 0,0 0 8 0,0 0 26 15,0 0 22-15,0 0 12 0,0 0 3 0,0 0-4 16,119-52-5-16,-88 48-13 0,1-2-14 16,7 0-12-16,0 0 0 0,3 0 6 0,0 0 17 15,0 1 17-15,5-1 6 0,-3-1 9 0,6 0 5 16,0 2 4-16,-1-2 8 0,3 0 8 16,1 1 10-16,2-1 10 0,0 2 4 0,4 1 2 15,0 0-5-15,3 1-7 0,0 1-8 0,1 0-7 16,5 0-7-16,3 1-3 0,-1 0-3 0,3 0-4 15,3-1-1-15,3 0-4 0,3 0-8 16,0 0-8-16,1-2-16 0,1 2-14 0,-2 0-11 16,-1-1-9-16,1 1-2 0,-1 0 4 0,-1 1 8 15,-1-1 8-15,-1 2 13 0,2 0 10 0,-4 0 10 16,-1 0 6-16,-2 4 5 0,-1-1 5 16,1 1 2-16,-4 0 5 0,1 1-1 0,-1 0 0 15,-2 1 1-15,-2-1 0 0,-2 2 3 0,-1-1 0 16,-2 1 6-16,1-2 3 0,-1 1 4 0,1-2 1 15,1-1-2-15,0-2-5 0,2-1-3 0,-2 0-4 16,-1 0-5-16,-2-2 0 0,-3 0-4 0,-4-1-5 16,-5 2-3-16,-3 0-3 0,-4 0-3 15,-6 1 1-15,-7 0 3 0,-3 0 2 0,-7 0 6 16,-3 0 2-16,-6 2 0 0,-4 1 2 0,-3-1 1 16,-1 1-5-16,-5 2-34 0,-6 1-73 15,3 0-235-15,-1-2 238 0</inkml:trace>
  <inkml:trace contextRef="#ctx0" brushRef="#br0" timeOffset="159901.91">21200 10871 392 0,'0'0'60'0,"0"0"-91"0,0 0 4 0,0 0 44 15,0 0 19-15,0 0 4 0,-11 118 1 16,11-83-16-16,0 1-2 0,0 4-5 0,3 4-8 15,1 4-2-15,-2 3-5 0,0 3-1 0,-2 3 0 16,0 1-2-16,0 1 0 0,-3 1 2 0,-5 0 1 16,3 0-1-16,-2 0 2 0,-1-3 2 15,-1-2-1-15,1-2 1 0,1-3-13 0,0-7-16 16,3-2-38-16,-1-8-61 0,3-10-15 0,1-10-160 0</inkml:trace>
  <inkml:trace contextRef="#ctx0" brushRef="#br0" timeOffset="162925.78">19696 11254 30 0,'0'0'81'16,"0"0"-48"-16,0 0-15 0,0 0-5 0,0 0 1 15,0 0 8-15,0 0 11 0,0 0 23 16,0 0 21-16,0 0 16 0,0 0 8 0,0 0-2 15,-31-25-5-15,31 24-8 0,-1 1-5 0,1-1-8 16,0 1-8-16,0 0-13 0,0 0-11 0,0 0-9 16,0 0-7-16,0-1-5 0,0 1-3 0,0 0-4 15,0 0-3-15,0-1-1 0,1 1-1 16,4-2 0-16,-1 0 2 0,-1 1 0 0,4 0 1 16,1 0 2-16,-1 0 5 0,1-1 5 0,3 1 4 15,3 0 1-15,-1 1 0 0,2-1-3 0,1 0-5 16,3 0-1-16,1 0-2 0,-1 0-4 15,5-2 0-15,0 1-2 0,3 1-1 0,0-3-1 16,-3 1-3-16,3 0-3 0,-3 0 1 0,1 0-1 16,-3 0 0-16,-1 1 0 0,-1 1 0 15,0 0-2-15,-6 0-1 0,3 1-4 0,-7 0-5 16,-1 0-4-16,-5 1-3 0,3 2 2 0,-5 3 7 16,-1 1 11-16,-1 3 10 0,0 3 6 0,0 4 1 15,-2 5-2-15,-6 4-6 0,1 5-4 16,-1 2-2-16,-2 3-1 0,-4 0-3 0,4 3-1 15,-1 1-1-15,-1 0-2 0,0 1 1 0,0-1-1 16,0 0 0-16,-1 0-5 0,5-4 2 0,-2-3 1 16,2-2-1-16,-3-2 6 0,0-4-7 0,1 0-3 15,-1-4-5-15,0 0-12 0,4-1-8 0,-3-2-15 16,1-1-15-16,1-1-21 0,-1-2-26 16,4-3-31-16,-1-1-37 0,3-4-51 0,-1-3-1 15,3-1 8-15,1-2-62 0</inkml:trace>
  <inkml:trace contextRef="#ctx0" brushRef="#br0" timeOffset="163166.09">19829 11701 1349 0,'0'0'631'16,"0"0"-614"-16,0 0-49 0,0 0-13 0,0 0-6 15,0 0 15-15,0 0 28 0,0 0 11 0,0 0 6 16,0 0-1-16,0 0-4 0,0 0-2 0,132 3-4 16,-106-3-4-16,-3-3-1 0,-1 1-8 0,-2-1-10 15,4 0-16-15,-5 0-25 0,-1 0-21 16,1 1-28-16,1-1-27 0,-3 0-30 0,-2 1-31 16,2 0-51-16,-4-2 22 0,-5 3-252 0</inkml:trace>
  <inkml:trace contextRef="#ctx0" brushRef="#br0" timeOffset="164170.04">22244 11398 1395 0,'0'0'43'0,"0"0"-27"0,0 0-9 15,0 0-24-15,0 0-5 0,0 0 3 0,0 0 2 16,0 0 11-16,0 0 1 0,0 0 0 16,105-127-1-16,-81 110-1 0,-1-1 1 0,-2 1 0 15,-1 0 2-15,-1 0 2 0,-4-1 4 0,-2 2 4 16,-2 0 5-16,-5 1 10 0,-2 0 8 0,-4 2 5 15,0 0-6-15,-6 0-9 0,-2 1-12 16,-6 3-15-16,-2 1-3 0,-3 4 0 0,-3 3-2 16,2 1 3-16,-1 0 0 0,-2 8 0 0,1 2-3 15,1 4 0-15,0 3-3 0,2 3-5 0,0 5 1 16,1 2 0-16,3 3 1 0,-2 4 1 16,4 0-4-16,-1 2-1 0,5 0 1 0,4 1 3 15,0-3 4-15,4 1 6 0,1-3 3 0,0-2 4 16,0 0 0-16,5-1 2 0,-1-3 1 0,2 1 5 15,2-2-2-15,-2-2 5 0,0-1 5 0,-1-2 4 16,1-2 12-16,-2-2 9 0,1-1 6 0,-2 0 2 16,-1-1-1-16,-2 0-3 0,0 1-3 15,0 0-3-15,-6 2-4 0,-3-2 0 0,-1 2-2 16,-1-1-3-16,-4-1-4 0,2 0-8 0,-4-3-3 16,1-1-9-16,-3-2-9 0,-1-1-9 15,0-2-9-15,-3-2 4 0,0 0 10 0,1-4 18 16,2 0 21-16,3 0 11 0,3-5-1 0,2-1-5 15,2-3-18-15,2-1-18 0,4-3-18 16,-1-2-19-16,3-2-11 0,2-3-10 0,0-1-1 16,2-1 4-16,3-1 10 0,1 1 12 0,2-1 8 15,4 2 9-15,2-2 4 0,1 0 3 0,6-4 1 16,3-1-3-16,3-2-6 0,4-1-16 16,4 0-33-16,1-3-63 0,2 2-92 0,-6 7-59 15,-12 9-344-15</inkml:trace>
  <inkml:trace contextRef="#ctx0" brushRef="#br0" timeOffset="176263.84">5410 11071 232 0,'0'0'22'0,"0"0"-18"0,0 0-4 16,0 0-1-16,0 0-3 0,0 0 2 0,0 0 0 16,0 0-1-16,0 0 1 0,0 0-1 0,0 0 2 15,0 0 1-15,-82 15 0 0,79-15 2 0,0-1 2 16,-3-2 3-16,4 1 4 0,-3 0 12 15,1-2 26-15,3 2 21 0,-1-2 10 0,1 1-11 16,1-1-31-16,1 0-23 0,8-2-9 0,1-1 1 16,4-2 2-16,2 1-3 0,3 0-8 15,1 1-5-15,3 2-3 0,0 2 1 0,0 0-2 16,2 3-3-16,-1 0-6 0,2 4-9 0,-2 3-5 16,-3 2-6-16,0 2 2 0,0 2 0 0,-2 1 8 15,-1 3 2-15,-6 1 9 0,-3 0 5 0,-6 0 3 16,-3 3 6-16,-1-1 4 0,-9 2 1 15,-2-1 1-15,-7 1 4 0,-2 0 5 0,-5-1 10 16,1 0 28-16,-2-2 33 0,1 1 39 0,-1-2 27 16,0 0 7-16,3-3-3 0,1 0-27 0,3-1-27 15,2 0-34-15,3-1-35 0,1-1-23 16,8 1-21-16,0-1-9 0,2 1-10 0,4-1 2 16,1 1 4-16,6-2 5 0,5 1 11 0,2-1 6 15,3-2 8-15,3-1 2 0,-1 0-3 0,5-2-4 16,-1-1-7-16,1 0-9 0,1-3-6 15,-4 1 0-15,3-1 0 0,-1 0 6 0,-2-1 8 16,2 0 3-16,-1 0 5 0,-3-1 3 0,3 2-3 16,0-2-7-16,0 0-32 0,1 1-30 0,0-1-45 15,5 0-45-15,-1 0 19 0,-4 0-28 16,-9 0-93-16</inkml:trace>
  <inkml:trace contextRef="#ctx0" brushRef="#br0" timeOffset="177839.79">7511 10958 180 0,'0'0'19'0,"0"0"-10"0,0 0-4 0,0 0-3 15,0 0-1-15,0 0-1 0,0 0-1 16,0 0 2-16,0 0 0 0,0 0 0 0,0 0 2 15,0 0-1-15,0 0 1 0,-67 100 0 0,56-78 3 16,-1 1-3-16,1 1 2 0,0 3 2 16,-3 1 3-16,0 3 6 0,1-1 4 0,0 2 2 15,-2 2 0-15,3 0 1 0,-1 0-2 0,1-2 6 16,2-3 6-16,3-3 0 0,0-4 3 0,5-3-5 16,0-2-7-16,2-2-4 0,0-2-7 15,4-2-2-15,5 0-1 0,0-1 3 0,1-2 3 16,3-1-1-16,3-4-1 0,4-2-12 0,1-1-5 15,1-2-12-15,3-5-10 0,1-3-4 0,0-3-7 16,0 0-2-16,-1 0 2 0,0 0 7 16,0 1 4-16,-2 2 3 0,0 2 5 0,-6 1 0 15,-2 4 3-15,-2 2 2 0,-3 1 8 0,-3 2 22 16,-2 8 28-16,-1 5 28 0,-4 7 19 0,1 4 8 16,-1 7-10-16,0 1-13 0,0 3-23 0,-1 2-21 15,0-2-14-15,-1-1-14 0,2-2-3 16,0-1-9-16,3-1-12 0,1-4-23 0,3-1-45 15,1-3-63-15,3-1-28 0,-4-6-17 0,-2-6-114 0</inkml:trace>
  <inkml:trace contextRef="#ctx0" brushRef="#br0" timeOffset="179134.01">9188 11150 563 0,'0'0'10'16,"0"0"-20"-16,0 0-13 0,0 0-8 0,0 0 5 15,0 0 14-15,0 0 15 0,0 0 14 0,0 0 11 16,0 0 5-16,0 0-3 0,0 0-7 15,130-45-2-15,-103 43-9 0,0-2-4 0,2 1-2 16,1 0-11-16,-2-1-5 0,-1 1-5 0,-1-1-9 16,0 0-5-16,-3-1-4 0,-4 1-1 0,-3 0 3 15,-1 0 10-15,-6 2 12 0,-3 0 10 16,-2 0 28-16,-4 1 45 0,0 1 5 0,-1-1-2 16,-4 0-27-16,-4 0-43 0,-1 0-7 0,-1 1 8 15,1 0 13-15,-2 0 4 0,-1 0 1 16,-1 0-9-16,2 0-11 0,0 1-13 0,-1 2-11 15,-1 3-8-15,2 2-12 0,-2 2-9 0,-2 0-3 16,4 2-2-16,-5 2 9 0,3 1 12 0,-4 2 11 16,2-2 9-16,-3 3 6 0,3 0 3 0,-4-1 4 15,3-1 6-15,2 1 8 0,-2-2 9 0,6-1 8 16,1 0 0-16,3 0-5 0,2-2-10 16,1-1-10-16,3 1-7 0,1-2-2 0,0 2-2 15,0-1 1-15,1 0-2 0,3-4 0 0,-2-1 1 16,2-1-2-16,1-3 4 0,2-1 7 0,-2-1 7 15,3 0 6-15,4 0 1 0,-1-3-2 16,6-2-6-16,-4-1-4 0,4 1-4 0,-3-1-4 16,3 3-3-16,-4 0-5 0,4 3-1 0,-4 0 0 15,4 4-1-15,-5 3 1 0,3 2 3 16,-2 1 0-16,-1 2 3 0,-1 2 1 0,0 0 0 16,-2 1 3-16,1 2 0 0,-2 0 2 0,-4 0 2 15,-1 2 0-15,-1-1 0 0,-2 1 5 0,-5 1 4 16,-4 0 6-16,-3-1 11 0,-2 0 10 15,-5-1 17-15,-1 0 15 0,-4 0 2 0,-1-3-3 16,2 0-9-16,-4-2-16 0,5 0-13 0,-1-1-18 16,0 1-19-16,3-4-25 0,5 2-25 0,3-2-46 15,3-1-88-15,5-3-59 0,3-2-405 0</inkml:trace>
  <inkml:trace contextRef="#ctx0" brushRef="#br0" timeOffset="180984.14">12021 11614 1023 0,'0'0'35'0,"0"0"-88"0,0 0-1 0,0 0-22 16,0 0 6-16,4-116 8 0,4 101 14 0,3 0 17 16,0 2 15-16,1 1 5 0,3 2-7 15,-3 2-4-15,0 2-13 0,5 2-16 0,-5 1-13 16,5 2-8-16,-4 1 8 0,4 1 14 0,-4 5 19 16,4 4 12-16,-4 2 8 0,0 2 7 0,1 3 3 15,-4 2 4-15,1 0-4 0,-4 2 0 16,-2 1 1-16,-4-2-4 0,-1 1 6 0,-2-1 5 15,-8-3 8-15,0-1 17 0,-4-2 12 0,0 1 7 16,-5-3 0-16,0 0 0 0,-3 0-4 0,0-2 21 16,-4-2 13-16,1-2 20 0,-3-3 21 0,4-1-2 15,-3-2 6-15,4 0-12 0,0-1-3 16,5-5-6-16,0-1-18 0,7-2-14 0,1-2-24 16,5-3-29-16,0-3-10 0,5-5-9 0,0-3-11 15,1-4 3-15,8-5-4 0,3-5-1 0,5-5-3 16,5-8-5-16,6-6 0 0,3-3-6 15,3-3-6-15,5-3-16 0,3 0-41 0,4-1-50 16,-2 3-58-16,3 0-69 0,-3 7 14 0,-13 16-7 16,-11 14-18-16</inkml:trace>
  <inkml:trace contextRef="#ctx0" brushRef="#br0" timeOffset="181513.78">10739 11051 0 0,'0'0'296'0,"0"0"-298"0,0 0-3 15,0 0-7-15,18-122-3 0,-10 96 1 0,1-2 1 16,2 2 4-16,-1 0 5 0,-1 2 3 0,0 1 2 16,1 2 1-16,-3 3 2 0,-3 2-1 0,3 2 2 15,-5 4 5-15,0 4 8 0,3 2 18 16,-4 3 16-16,0 1 3 0,0 0-1 0,-1 4 6 16,1 5 1-16,-1 8 14 0,1 10 12 0,0 9-9 15,-1 13-15-15,0 9 0 0,0 11-22 0,0 8-10 16,0 5-4-16,-2 6-23 0,1 0-3 0,-1 1-5 15,1-1-9-15,-2-4-2 0,3-4-7 16,0-4-12-16,0-8-12 0,0-8-20 0,0-10-7 16,0-10-1-16,-3-11 1 0,2-10 12 0,-3-9-2 15,-2-6-34-15,-2-4 8 0,4-1-28 16,-3-3-88-16</inkml:trace>
  <inkml:trace contextRef="#ctx0" brushRef="#br0" timeOffset="181960.7">8848 10998 357 0,'0'0'57'16,"0"0"-12"-16,0 0-11 0,0 0-5 0,0 0 3 15,0 0 13-15,0 0 7 0,0 0 9 0,-97-124-6 16,91 111-12-16,1 3-11 0,-2-1-13 15,4 3-5-15,0 1-1 0,-1 1-2 0,1 3 3 16,2-1 8-16,-2 4 8 0,2 0 1 0,0 0-10 16,-1 0-22-16,0 6-21 0,0 7-9 0,-2 8 13 15,0 10 32-15,-1 12 26 0,-1 9 15 16,1 7-2-16,0 10-15 0,1 6-16 0,0 6-12 16,2 3-7-16,-1 5-9 0,1 1-4 0,-1 1-11 15,2 3-14-15,1-5-19 0,-3-3-32 16,0-9-38-16,0-6-51 0,1-13-1 0,0-13 30 15,-4-12 32-15,4-15 29 0,0-10-63 0</inkml:trace>
  <inkml:trace contextRef="#ctx0" brushRef="#br0" timeOffset="182468.95">6232 10859 385 0,'0'0'60'0,"0"0"33"16,0 0 35-16,0 0 24 0,0 0 8 16,0 0-10-16,0 0-7 0,0 0-10 0,0 0-8 15,0 0-13-15,0 0-19 0,0 0-23 0,0 0-38 16,0 0-65-16,-77-82-48 0,77 92-17 16,-1 8 9-16,1 9 48 0,-2 11 39 0,-1 11 12 15,2 10 6-15,-1 8-6 0,0 8-7 0,0 5-8 16,1 2-12-16,-1 1-17 0,2 1-25 15,0-1-30-15,0 0-54 0,0 0-80 0,3-23-28 16,0-20-459-16</inkml:trace>
  <inkml:trace contextRef="#ctx0" brushRef="#br0" timeOffset="185836.95">4383 11813 554 0,'0'0'-13'0,"0"0"-8"0,0 0 6 16,0 0 3-16,-5 148 7 0,14-106-2 0,2 1 0 15,3-1 0-15,5 0-2 0,3 1 1 0,7-6 1 16,1-4 5-16,3-4 10 0,6-5 18 16,7-5 20-16,1-5 16 0,8-5 4 0,0-4-7 15,4-5-14-15,2 0-15 0,0-11-14 0,1-5-8 16,0-4-7-16,-1-6-8 0,1-4-4 0,1-6 4 15,-2-2 5-15,-2-3 4 0,-1-2 9 0,1 0 0 16,-5-2 9-16,-2-1 14 0,-2-2 10 16,0-1 8-16,-5-1 4 0,-2 0-5 0,-3-2-6 15,-6-1-4-15,5 0-2 0,-8-2-6 0,-2-1-2 16,-6-5-7-16,-2-5-8 0,-2-3-5 0,-5-3-7 16,-3-1-4-16,-3 1-2 0,-5 3 4 15,-3 2 9-15,-4 5 8 0,-8 5 5 0,-6 1 4 16,-3 3-2-16,-6 4-7 0,-6 3-3 0,-2 4-6 15,-9 2-7-15,-1 7 5 0,-5 6-6 0,-3 5-5 16,-5 6-6-16,-3 11-15 0,-2 5-10 16,-3 12-2-16,-1 11 0 0,-1 6 6 0,4 7 8 15,-3 7 7-15,5 4 4 0,-1 3 1 0,0 6 1 16,1 0 0-16,-2 4-1 0,2 2 0 16,2 3-1-16,3 1 0 0,0 1 0 0,4 1 0 15,4 1 0-15,4-2-3 0,6-1 1 0,4-3-7 16,10-3-7-16,7-4-14 0,9-3-27 0,9-4-54 15,12 0-65-15,4-16-13 0,-4-11-257 0</inkml:trace>
  <inkml:trace contextRef="#ctx0" brushRef="#br0" timeOffset="187502.07">6578 10599 1061 0,'0'0'-27'15,"0"0"-22"-15,0 0-15 0,0 0-6 16,0 0 17-16,-122 152 22 0,101-99 13 0,1 5 13 15,-1 6 5-15,-1 2 0 0,7 4-2 0,-3 3 0 16,4 3 0-16,3 2-2 0,3 2 2 0,2 2 1 16,4 2-1-16,2-1-2 0,0 3 0 0,8-4-2 15,6-1-2-15,4-6 0 0,6-5 0 16,6-8-2-16,6-7 5 0,2-6 3 0,8-11 8 16,2-7 6-16,6-7 9 0,5-5 3 0,5-4-1 15,3-2 1-15,6-2-7 0,2-4-4 0,2-3-5 16,1-4-21-16,2 0-38 0,0-10-53 15,-6-8-39-15,-1-5 7 0,-5-11 31 0,-4-7 43 16,-5-8 16-16,-5-8-38 0,-7-4 6 0,-7-5 78 16,-5-3 0-16,-6-2 0 0,-7 2 120 15,-8-2 32-15,-4 2 22 0,-8 1 25 0,-2 2 25 16,0-2-36-16,-6-1-48 0,-1-2-44 0,-2 1-30 16,-4-2-22-16,2-1-15 0,-3 1-10 0,-1-1-8 15,-1 3-7-15,-2 2 0 0,-4 2-2 16,-1 5 0-16,-2 6 4 0,-4 8 0 0,-2 7 0 15,-1 7-4-15,-3 10-10 0,0 5-5 0,-2 8-16 16,-1 6-23-16,1 4-26 0,1 14-25 0,0 6-21 16,3 11-13-16,4 5-18 0,5 8-26 0,4-9 21 15,10-10-294-15</inkml:trace>
  <inkml:trace contextRef="#ctx0" brushRef="#br0" timeOffset="188087.04">8638 10790 1041 0,'0'0'200'0,"0"0"-228"16,0 0-5-16,-121 93 0 0,95-51-2 0,1 8 10 15,4 9 5-15,0 6 3 0,2 7 10 0,6 4 1 16,5 1-1-16,1 1 3 0,7 2 1 0,2-2 1 15,10 0-1-15,2 1 2 0,7-4-3 16,6-1 3-16,5-3 0 0,2-1 2 0,6-5 3 16,5-5 0-16,2-4 6 0,4-6-3 0,4-6 2 15,2-7-1-15,1-3-3 0,5-7 3 0,-1-2-3 16,6-7 3-16,-2-3 1 0,1-3 0 16,1-5 0-16,-3-4-3 0,4-3 2 0,-5-2-1 15,0-10-3-15,-1-6-2 0,-6-10-5 0,0-8-4 16,-3-9-2-16,-3-9 1 0,-5-8-1 15,-5-8 7-15,-8-5 7 0,-8-3 8 0,-9-5 12 16,-8-6 6-16,-8-4-2 0,0-6-2 0,-11-6-8 16,-7-4-12-16,-2-4-7 0,-3-3-1 0,-5 2-3 15,-1 5 9-15,-3 5 11 0,0 10 8 16,-5 7 18-16,2 15 16 0,-4 11 12 0,-1 11 1 0,2 14-9 16,2 8-13-16,-2 11-23 0,3 8-27 15,0 9-30-15,4 4-33 0,2 15-22 0,5 9-5 16,-2 12 4-16,4 10 2 0,4 11-4 0,4 10-38 15,4 11-79-15,4-18-19 0,3-20-353 0</inkml:trace>
  <inkml:trace contextRef="#ctx0" brushRef="#br0" timeOffset="188688.31">11466 10501 1539 0,'0'0'-1'15,"0"0"-4"-15,0 0-6 0,-152 82-6 0,117-37-3 16,1 10 1-16,0 9 2 0,11 7 8 0,0 7 3 16,4 4 8-16,7 2-7 0,5 5-5 15,6 2-1-15,2 0-16 0,10-1 6 0,8-1-2 16,3-2-5-16,8-1-5 0,6-5 6 0,3-6-7 15,8-5 8-15,4-7 9 0,7-7-1 16,2-4 14-16,4-5 4 0,1-5 4 0,4-8-4 16,1-6 0-16,4-5 4 0,2-6 3 0,0-5 13 15,3-5 10-15,2-6 2 0,1-1 5 0,-1-10 3 16,1-8-7-16,-1-7-6 0,-1-8-11 16,-1-11-13-16,-5-11-12 0,-2-9-14 0,-1-8-18 15,-7-9-14-15,-6-6-10 0,-8-6-1 0,-9-7 11 16,-10-4 20-16,-11-5 22 0,-7-1 22 0,-10 1 23 15,-6 3 26-15,-14 5 24 0,-8 6 23 0,-7 8 15 16,-9 6-3-16,-3 8-7 0,-8 7-12 16,-4 8-15-16,-4 9-12 0,-2 8-6 0,0 11-3 15,-2 7-4-15,-2 12-14 0,4 8-16 0,1 5-26 16,5 13-13-16,5 8-19 0,4 6-16 0,8 5-18 16,8 8-27-16,8 4-13 0,7 7-20 0,11 5-21 15,5 3-28-15,7 4-66 0,6-17-81 16,-5-15-520-16</inkml:trace>
  <inkml:trace contextRef="#ctx0" brushRef="#br0" timeOffset="190104">19693 12893 1634 0,'0'0'-15'0,"-149"-71"-11"16,65 25-3-16,-1-5-28 0,7-2 2 0,5-6 22 15,-3-3 8-15,4-3 30 0,0-3-3 0,2-2-4 16,4 0 3-16,0-1 5 0,7-2 23 15,5 4 32-15,10 2 33 0,4 3 25 0,9 2 8 16,7 2-16-16,11-1-29 0,9 0-31 0,4-4-31 16,15-3-21-16,10-4-11 0,11-5-5 15,12-4-4-15,10-2-3 0,8 0-7 0,7 5-7 16,6 5-4-16,5 5-7 0,5 6-8 0,0 8-14 16,1 6-17-16,1 7-15 0,1 3-6 0,1 7 6 15,-1 3 12-15,0 7 13 0,-1 5 17 16,-1 6 7-16,-6 7 8 0,-1 3-2 0,-3 12-10 15,-5 10-7-15,-7 10-4 0,-5 11 8 0,-7 12 16 16,-8 10 15-16,-9 13 14 0,-5 9 6 0,-7 11 9 16,-4 8-1-16,-6 7 4 0,-3 2 1 0,-4 1-2 15,-6 0-7-15,-1 1-7 0,-3-3-28 0,-4-4-47 16,-9-5-16-16,-4-5 2 0,-7-10 25 16,-7-11 50-16,-6-10 30 0,-7-10 38 0,-6-12 70 15,-9-7 44-15,-9-10 29 0,-5-3-1 0,-9-8-41 16,-9-4-15-16,-3-4 0 0,-8-8-5 0,-1-3-13 15,-3-11-25-15,3-10-39 0,7-12-58 16,4-10-92-16,5-11-157 0,27 9-107 0,24 13-462 0</inkml:trace>
  <inkml:trace contextRef="#ctx0" brushRef="#br0" timeOffset="192776.78">3526 11082 2264 0,'0'0'-58'0,"0"0"50"0,0 0 1 0,0 0 3 15,-129-43-4-15,119 41-17 0,8 1-37 0,2 1-42 16,6-1-4-16,8 0 8 0,6-1 40 0,9-2 47 16,6 0 8-16,10-1 9 0,6-1-6 15,3 1-11-15,9 3-28 0,6 1-31 0,7 1-24 16,1 0-15-16,6 2 7 0,5 4 21 0,2 2 23 15,3 0 27-15,1 3 23 0,6 1 10 0,1 1 13 16,7 1 10-16,-1 0 12 0,5 0 16 0,5 0 11 16,-2 0 7-16,7-1 0 0,0-2-4 0,4-2-16 15,3 1-8-15,3-3-7 0,5 0-5 16,-1-2-2-16,5 0 3 0,2-3-1 0,2 1 4 16,3-1-3-16,3-1-3 0,2-1-2 0,4 0-7 15,3 1-2-15,2-1-5 0,4 1-2 16,1 2-2-16,2 3-1 0,2 1-2 0,1 2 1 15,-2 3 1-15,-1 2-4 0,0 3 3 0,0 4 0 16,-3 1-1-16,-1-1 3 0,0 2 2 16,2-2 0-16,0-1 2 0,1-4-1 0,0-1 4 0,2-3 10 15,3 0 10-15,1-2 5 0,0 0 13 16,3-1-2-16,-1-1-9 0,-1 1-8 0,5-1-18 16,-1 1-6-16,-2 1-1 0,-4 0-2 15,4 0 0-15,-2 1-2 0,-5-1 0 0,-1 3 0 16,-5 0-1-16,-3 0-2 0,0 2 1 0,-8 1-3 15,-9 1 0-15,0-1 2 0,-8 1-3 0,-6-2 3 16,-6-2-2-16,-9-1 1 0,-5-3 0 0,-7-1 1 16,-7-2 1-16,-6-2-2 0,-7-2 2 0,-9-1-6 15,-3-1-8-15,-8 0-17 0,-7 0-44 16,-3-1-70-16,-6-4-149 0,-12 2-211 0,-13 0-758 0</inkml:trace>
  <inkml:trace contextRef="#ctx0" brushRef="#br0" timeOffset="196842.93">18277 13133 905 0,'0'0'164'0,"0"0"-218"15,0 0 11-15,0 0 45 0,0 0 3 0,120 37-3 16,-80-30 0-16,8 0 0 0,2-1-2 16,5 0-2-16,5-2 0 0,8 1-3 0,1 1-1 15,7-2-7-15,4 0-7 0,3 2-14 0,5 0-9 16,1 1-9-16,2-1-4 0,3 1 4 0,1 1 5 15,5-1 8-15,1 0 7 0,2 3 6 0,-2-1 6 16,5 0 5-16,-5-1 6 0,2 2 7 0,-1-2 7 16,2-1 7-16,-2 0 8 0,2 0 4 15,0 0 0-15,3-2 2 0,-3 0-3 0,5-3-5 16,1 0-3-16,-1-2-6 0,2 0-5 0,-1 0-2 16,-3 0-2-16,-2 0-4 0,1 0-2 0,-3-2 2 15,-5 1-1-15,-1-1 3 0,-4-1 1 16,-5-1 2-16,-3-1 2 0,-4-2 3 0,-3 0 4 15,-4-1-1-15,-8-1 2 0,-5 0 0 0,-6-2-1 16,-8 2 9-16,-7 0 9 0,-6 1 16 0,-9 2 22 16,-5 2 22-16,-9 0 23 0,-1 2 13 15,-3 1 1-15,-4 0-12 0,1-1-24 0,-2 1-25 16,2 0-25-16,-1 0-15 0,2 0-11 0,0-2-7 16,3 1-6-16,-2-1-5 0,3-1-1 15,-2-3-3-15,2 0-1 0,0-4-2 0,1-3-1 16,-2-3-6-16,0-4-7 0,2-4-7 0,-3-3-9 15,1-5-9-15,2-2 1 0,-4-3 5 0,1-1 14 16,2-3 14-16,0-2 12 0,0-1 9 16,-1-2 5-16,0-2 1 0,-1 0 3 0,2-3 0 15,0-2-1-15,-2-2 3 0,-1-3-1 0,3-3-2 16,-1-5 1-16,-1-5-3 0,3-4 5 0,0-4 7 16,0-3 7-16,1-2 5 0,0-3 1 0,-1 1-3 15,4-1-1-15,-4 1-1 0,-1 0-3 16,3 3-5-16,-2 0-6 0,-1 4-3 0,2 2-7 15,-3 5-1-15,-2 6-4 0,-1 3-1 0,0 6-5 16,0 5 0-16,-4 4 1 0,-1 5 1 0,0 4 4 16,0 0-3-16,0 3 0 0,0 2 1 15,-3 2 0-15,0 1 2 0,0 2-1 0,1 2 1 16,-2 0-7-16,0 0 1 0,2 1-2 0,-2 0-2 16,-1 1 5-16,1 1-5 0,-3 2 2 0,1 3 2 15,-1 1-4-15,0 3 4 0,-3-1-2 16,0 5-3-16,0 2-3 0,-2 0-3 0,-2 3-3 15,0 2-2-15,1 2 2 0,-1 1 1 0,-1 2 0 16,1 0-1-16,-1 1-5 0,1 5-6 16,0 1-4-16,0 1-3 0,-1 3 3 0,0-1 4 15,0 3 5-15,-1 1 5 0,-2 1 1 0,0 1 4 16,-2-1 2-16,-3 0 6 0,0 0 1 0,0 1 3 16,-4-2-2-16,-4 1 2 0,-4-1-1 0,-4 0 2 15,0-2 3-15,-4 1-1 0,-4-1 4 16,-1-3 1-16,-3 0 1 0,-2-2 1 0,0-1 0 15,-6-2-2-15,-1 0-4 0,-2-2 0 0,-4-1 1 16,-5 0 0-16,-1 1 2 0,-4-2 4 0,-3 0-2 16,-2 0 6-16,-2-5 1 0,-2 1 0 0,-3 0 3 15,-5-1-4-15,2 3-4 0,-5-1-3 16,-3 3-4-16,-3 0-3 0,-1 0-2 0,-2 0-6 16,-1 2-5-16,-4 1-7 0,-1 2-9 0,0 1-14 15,-3-1-11-15,-1 1-14 0,-3 0-3 16,2-1 6-16,-5 0 12 0,0-1 16 0,-1 1 16 15,1-2 12-15,0-2 11 0,1 0 15 0,5-1 13 16,2-1 27-16,4-5 33 0,6-2 20 0,11-3 14 16,8-2-7-16,7 0-12 0,8 1-13 15,11 1-21-15,3 3-22 0,12 2-30 0,3 4-27 16,5 2-18-16,6 0-18 0,3 6-17 0,3 2-10 16,1 4-10-16,5 0-7 0,-1 3 1 0,6 0 0 15,0 4 2-15,2-1 9 0,2 3 13 16,-1 0 17-16,5 0 18 0,-2 0 16 0,3-2 8 15,0 0 9-15,-1-3 8 0,2 0 9 0,1-2 7 16,0 3 3-16,-1 1-1 0,-4 1 0 0,6 4 1 16,-5 4 8-16,-1 7 16 0,3 6 11 0,-3 6 2 15,-3 7-2-15,3 6-17 0,-2 5-17 0,0 8-6 16,-4 5-9-16,3 3-2 0,-1 6-4 16,-2 3-6-16,-2 4-9 0,0 3-15 0,1 1-11 15,-2 3-13-15,2 3-8 0,0-1-11 0,-2 2-15 16,3-3-19-16,1 1-14 0,0-5-11 15,1-3-18-15,0-1-11 0,1-8 23 0,3-24 6 16,2-21-100-16</inkml:trace>
  <inkml:trace contextRef="#ctx0" brushRef="#br0" timeOffset="-199621.33">15260 11739 1330 0,'0'0'8'15,"0"0"7"-15,0 0 1 0,0 0-10 0,0 0-4 16,136-138 4-16,-108 113 3 0,2 0 4 0,0-1-2 16,-1 1-4-16,-2 1-7 0,-1-1 0 0,-5 5-1 15,-1 0-1-15,-4 3-4 0,-2 2-5 16,-5 5-7-16,1 2-10 0,-5 4-5 0,-3 3 1 15,-1 1 15-15,-1 1 18 0,0 7 18 0,0 4 8 16,-2 3-2-16,-2 5-6 0,-1 6-7 16,-2 1-3-16,2 5-6 0,-3 2-4 0,2 2-2 15,0 1-7-15,-2 1-4 0,5 0-5 0,-2-1-8 16,2-6-4-16,1 0 0 0,-2-6 4 0,0-3 10 16,2-4 11-16,-4-3 12 0,2-3 9 0,0-3 7 15,-2-2 6-15,-3-3 3 0,-1 0 1 0,0-3-4 16,-2-1-1-16,-4 0 2 0,1 0 1 15,-5-5 8-15,2 0 3 0,1-3-3 0,0-1 0 16,1 0-12-16,3-1-4 0,2 0-6 0,1-2-8 16,0 2 5-16,1 0-5 0,1 2 4 0,5 1-2 15,-3 3-7-15,4 0-8 0,2 4-33 16,0-2-17-16,3 1 4 0,7 0 13 0,5-1 28 16,5 1 20-16,6-2-2 0,7 1-4 0,3 0 2 15,7-1-4-15,3 1-3 0,1-2-2 16,6 2-7-16,0-1 1 0,3-1 3 0,-1 1 1 15,5-2 8-15,0 2 1 0,1-2 0 0,1 0-1 16,1 2 5-16,-3 1 3 0,2 0 4 0,2 0-3 16,-2 2 0-16,2 0-3 0,-1 0-1 15,-2 0 1-15,1 2-2 0,-2 1-3 0,-2 0-4 16,-5 2-7-16,-1-2-4 0,-7 2-6 0,-4-1-2 16,-5 1-7-16,-6 0-2 0,-8-1 2 0,-4 1 0 15,-6 0 8-15,-3-1 5 0,-7 0 13 16,0 1 10-16,-2 0 2 0,-4 2-7 0,-5 0-20 15,-2 1-19-15,-1 0-22 0,-5 0-17 0,4-2-21 16,-4-3-27-16,5-1-17 0,-2-2-17 0,2 0-13 16,4-2 10-16,-2-3 31 0,3-2 32 0,4 0-79 15,0 2 113-15</inkml:trace>
  <inkml:trace contextRef="#ctx0" brushRef="#br0" timeOffset="-199216.91">16978 11585 351 0,'0'0'153'0,"0"0"-1"0,0 0-48 15,0 0-46-15,0 0-15 0,0 0-1 0,0 0 12 16,0 0 6-16,-78 121-6 0,59-87-11 0,6 1-14 16,-3 1-12-16,4-1-6 0,2 0-7 15,2-1-4-15,2-2-5 0,2-3-8 0,3-4-12 16,1-5-10-16,1-5-6 0,6-4-6 0,2-7 4 16,-2-2 4-16,2-2 2 0,2-9 0 0,-1-5-22 15,0-6-23-15,1-7-22 0,-2-3-1 16,-2-5 20-16,-1-4 35 0,-4-1 36 0,-2-3 28 15,0-1 25-15,-2 0 24 0,-5-2 10 0,1 2 22 16,0 2 24-16,-3 3 37 0,2 5 42 0,3 8 21 16,0 6 1-16,1 9-38 0,2 4-60 0,1 4-74 15,0 3-53-15,8 0-25 0,3 4-3 0,8 4 17 16,4 4 8-16,5 3-5 0,4 3-8 16,1 3-14-16,5 2-22 0,1 3-21 0,2 2-21 15,-1 2-16-15,0 0-7 0,-3 2 0 0,-2-1 11 16,-9-1 18-16,-4 0 32 0,-7-1 33 0,-7-2 38 15,-8-2 41-15,-6-1 45 0,-9-3 44 16,-9-1 41-16,-6-1 27 0,-6-3 9 0,-5-2-4 16,-3-1-16-16,0-2-25 0,6-4-42 0,4-2-37 15,5-1-35-15,6-2-30 0,4 0-17 16,7 0-24-16,4-2-72 0,7 0-122 0,1 0-218 16,0 0-890-16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3-30T07:26:04.9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14282 12505 1219 0,'0'0'330'16,"0"0"-315"-16,0 0-5 0,0 0-30 0,0 0-24 15,0 0-23-15,0 0-8 0,0 0 5 0,0 0 25 16,0 0 28-16,0 0 16 0,0 0 4 0,10-30-2 16,6 26 1-16,1-1 0 0,3 0 2 0,0 1 0 15,0-1 2-15,2 1 2 0,0 2 2 16,0 0-1-16,1 1 0 0,0-1-4 0,-1 2-4 16,-2 0-1-16,0 0-3 0,-3 2-2 0,-1 0-1 15,-1 1-4-15,-3 0-4 0,-2 0-8 0,-2 1-13 16,0-1-24-16,-6 1-23 0,1 0-28 15,-3 0-22-15,0 2-17 0,-2 1-36 0,-4 1 25 16,-3-1-20-16,7-2 33 0</inkml:trace>
  <inkml:trace contextRef="#ctx0" brushRef="#br0" timeOffset="240.1">14105 12778 807 0,'0'0'68'0,"0"0"-33"0,0 0 7 0,0 0-2 15,0 0-2-15,0 0-12 0,0 0-8 16,131 12-4-16,-103-12-4 0,2 0-2 0,1 0-5 16,0 0-3-16,-1 0-1 0,1 0-3 0,-1 0-3 15,-2 0-5-15,1 0-10 0,-2 0-21 0,-3 0-35 16,1 0-47-16,-4 0-62 0,0 0-13 15,0 0 29-15,-5 0-88 0,-7 0 259 0</inkml:trace>
  <inkml:trace contextRef="#ctx0" brushRef="#br0" timeOffset="799.72">15448 12741 1546 0,'0'0'30'0,"0"0"-9"16,0 0-15-16,0 0-22 0,0 0-1 0,0 0 5 16,0 0 7-16,0 0 3 0,0 0-4 0,-110-118-9 15,113 100-6-15,5-2-5 0,4-1 0 0,4-2 4 16,3 3-7-16,2-1 0 0,5 1-3 15,0 2-5-15,0 2 2 0,3 3 7 0,-3 3 6 16,3 3 6-16,-2 3 5 0,-1 2 1 0,3 2 4 16,-1 0 4-16,1 0-1 0,-2 1 4 15,1 4 1-15,-3 1 0 0,1 2 2 0,-3 1-1 16,1 2 2-16,-4 1 2 0,0 2 1 0,-5 3 4 16,0 2 6-16,-5 2 5 0,-2 5 3 0,-2 0-4 15,-6 3-4-15,0 0-7 0,-8 0-3 0,-3-1-2 16,-5 1-1-16,-4 0 5 0,-5-1-3 0,-1-2 4 15,-4-1 2-15,-3 0-2 0,0-4 7 16,-5-2 1-16,4-3-2 0,-3-4 0 0,5-2-13 16,5-3-15-16,3-4-17 0,4 1-22 0,7-3-22 15,0-1-31-15,7 0-49 0,2 0-103 0,4-2-14 16,0-2-274-16,0 1 543 0</inkml:trace>
  <inkml:trace contextRef="#ctx0" brushRef="#br0" timeOffset="1177.78">16567 12279 1771 0,'0'0'17'0,"0"0"-29"0,0 0-17 0,0 0-32 15,0 0-11-15,0 0 5 0,0 0 10 0,0 0 15 16,0 0 2-16,0 0-1 0,0 0-3 16,0 0 7-16,0 0 15 0,-43 42 11 0,36-28 9 15,-2 3-1-15,5 1 3 0,-5 4 4 0,1 1 2 16,0 3 7-16,-3 1 5 0,0 2 3 0,-1 0 5 15,1-1 0-15,1 1 1 0,-2 0 2 16,3-1 3-16,-1-2-3 0,4-3-8 0,2-1-13 16,4-3-16-16,0 1-9 0,4-2-17 0,7 0-22 15,0-1-38-15,5-1-53 0,2-1-50 16,3-3-71-16,0-2 18 0,-3-4-15 0,-6-3 93 0</inkml:trace>
  <inkml:trace contextRef="#ctx0" brushRef="#br0" timeOffset="1697.8">16839 12700 1041 0,'0'0'55'0,"0"0"-32"0,0 0-27 15,0 0-25-15,0 0-15 0,0 0-2 16,0 0-3-16,0 0 4 0,0 0 4 0,0 0-8 16,0 0-4-16,0 0-13 0,0 0-11 0,63-133-1 15,-46 116 3-15,-3 0 13 0,3 3 22 0,-5 2 20 16,-1 3 14-16,0 3 20 0,-3 1 13 16,-3 3 11-16,-2 1 15 0,-2 1 23 0,-1 0 29 15,0 0 15-15,0 3-4 0,0 3-10 0,0 2-24 16,0 2-12-16,0 1-10 0,0-1-14 0,-1-1-19 15,1 1-14-15,0-3-10 0,0 0-12 16,1-3-6-16,1 2-7 0,6-2-11 0,-2-1-1 16,0 0-7-16,4-3-1 0,-1 0-5 0,0 0-3 15,0 0-9-15,0-3-8 0,0-3-5 0,1 1-7 16,2-4-7-16,0 0-5 0,0 1-2 0,1-1 2 16,0 0 19-16,0 1 21 0,-4 1 22 0,-4 2 21 15,1 3 24-15,-4 1 62 0,-2 1 45 16,0 0 23-16,0 4 12 0,0 3-35 0,0 1-22 15,-2 2-13-15,-1 2-19 0,0 0-21 0,2-1-26 16,0 0-20-16,1-3-6 0,0 1-6 16,0-2-5-16,3-2-7 0,2 0-14 0,-3-2-11 15,4 0-1-15,-1 0 5 0,0-2 13 0,0 3 10 16,3-4 4-16,-2 0-7 0,1 0-21 16,2 0-37-16,1-1-55 0,0-4-37 0,-2 2 10 15,-5 1-100-15</inkml:trace>
  <inkml:trace contextRef="#ctx0" brushRef="#br0" timeOffset="2005.83">17420 12222 1310 0,'0'0'366'0,"0"0"-361"0,0 0-31 0,0 0-14 16,0 0 7-16,0 0 23 0,0 0 11 0,0 0 3 16,0 0-2-16,0 0-3 0,118 9-3 15,-97 3-6-15,2 3 1 0,-1 4 2 0,1 2-4 16,-1 3 1-16,0 1-8 0,-2 3-6 0,-3 1-3 16,0 0-8-16,-2 4-3 0,-2-1-2 15,-5 1 7-15,-4 2 9 0,-4 0 13 0,0 3 12 16,-8-4 11-16,-5 0 9 0,-5 1 8 0,-2-3 3 15,-1-3-3-15,0-3-10 0,1-4-24 0,3-4-46 16,0-6-88-16,6-3-162 0,2-3-623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23/02/2023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09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319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288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873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862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580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69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900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17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076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899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364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260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012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0472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790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373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6959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550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071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704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173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96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3424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9197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608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7108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6848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08601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71279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0586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3859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1989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0604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9897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5476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264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39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140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40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57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23/02/2023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23/02/2023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Ordinamento</a:t>
            </a:r>
            <a:r>
              <a:rPr lang="en-US" sz="3600" dirty="0"/>
              <a:t> e </a:t>
            </a:r>
            <a:r>
              <a:rPr lang="en-US" sz="3600" dirty="0" err="1"/>
              <a:t>Ricerca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Ricerca Sequenziale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239975"/>
            <a:ext cx="770485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Necessaria quando gli elementi non sono ordinati.</a:t>
            </a:r>
          </a:p>
          <a:p>
            <a:pPr algn="just">
              <a:buSzPct val="100000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Confronta la chiave mediamente con la metà degli elementi presenti.</a:t>
            </a: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84B9F81-0CC0-4470-95FD-FF16BD21D5E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24100" y="2903025"/>
            <a:ext cx="6895800" cy="22381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313867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Ricerca Binaria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239975"/>
            <a:ext cx="81369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Se l’array è ordinato possiamo definire un algoritmo più efficiente?</a:t>
            </a:r>
          </a:p>
        </p:txBody>
      </p:sp>
    </p:spTree>
    <p:extLst>
      <p:ext uri="{BB962C8B-B14F-4D97-AF65-F5344CB8AC3E}">
        <p14:creationId xmlns:p14="http://schemas.microsoft.com/office/powerpoint/2010/main" val="29444325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Ricerca Binaria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239975"/>
            <a:ext cx="81369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Se l’array è ordinato possiamo definire un algoritmo più efficiente?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3E0A396-B404-4C77-8F10-79AB62C17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611" y="2564904"/>
            <a:ext cx="81369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Inizio dal centro, successivamente mi sposto nel 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sottoarray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destro o sinistro, dimezzando ogni volta il numero di elementi da confrontare.</a:t>
            </a:r>
          </a:p>
        </p:txBody>
      </p:sp>
    </p:spTree>
    <p:extLst>
      <p:ext uri="{BB962C8B-B14F-4D97-AF65-F5344CB8AC3E}">
        <p14:creationId xmlns:p14="http://schemas.microsoft.com/office/powerpoint/2010/main" val="2678979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Ricerca Binaria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239975"/>
            <a:ext cx="81369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Inizio dal centro, successivamente mi sposto nel 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sottoarray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destro o sinistro, dimezzando ogni volta il numero di elementi da confrontare.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F37D3AC-FDFF-4699-B1CF-C89F47F7D8E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08864" y="2550096"/>
            <a:ext cx="6798280" cy="430790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4348627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Complessità della Ricerca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56078A25-5938-43AE-8810-C4CEAAE4D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142738"/>
              </p:ext>
            </p:extLst>
          </p:nvPr>
        </p:nvGraphicFramePr>
        <p:xfrm>
          <a:off x="1524000" y="1397000"/>
          <a:ext cx="6096000" cy="1383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461309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Migliore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Medio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Peggiore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Sequenziale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Binaria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403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9482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Complessità della Ricerca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56078A25-5938-43AE-8810-C4CEAAE4D449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6096000" cy="1383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461309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Migliore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Medio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Peggiore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Sequenziale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O(1)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O(n/2)=O(n)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O(n)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Binaria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O(1)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O(</a:t>
                      </a:r>
                      <a:r>
                        <a:rPr lang="it-IT" dirty="0" err="1"/>
                        <a:t>logn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O(</a:t>
                      </a:r>
                      <a:r>
                        <a:rPr lang="it-IT" dirty="0" err="1"/>
                        <a:t>logn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403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921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Ordinamento di sequenze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484784"/>
            <a:ext cx="8136904" cy="444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32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Insertion</a:t>
            </a:r>
            <a:r>
              <a:rPr lang="it-IT" sz="3200" dirty="0">
                <a:solidFill>
                  <a:schemeClr val="tx1"/>
                </a:solidFill>
                <a:latin typeface="+mj-lt"/>
                <a:ea typeface="ＭＳ Ｐゴシック" charset="0"/>
              </a:rPr>
              <a:t> sort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3200" dirty="0" err="1">
                <a:latin typeface="+mj-lt"/>
                <a:ea typeface="ＭＳ Ｐゴシック" charset="0"/>
              </a:rPr>
              <a:t>Selection</a:t>
            </a:r>
            <a:r>
              <a:rPr lang="it-IT" sz="3200" dirty="0">
                <a:latin typeface="+mj-lt"/>
                <a:ea typeface="ＭＳ Ｐゴシック" charset="0"/>
              </a:rPr>
              <a:t> sort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32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Bubblesort</a:t>
            </a:r>
            <a:endParaRPr lang="it-IT" sz="3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32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Mergesort</a:t>
            </a:r>
            <a:endParaRPr lang="it-IT" sz="3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3200" dirty="0" err="1">
                <a:latin typeface="+mj-lt"/>
                <a:ea typeface="ＭＳ Ｐゴシック" charset="0"/>
              </a:rPr>
              <a:t>Quicksort</a:t>
            </a:r>
            <a:endParaRPr lang="it-IT" sz="3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/>
            </a:pPr>
            <a:endParaRPr lang="it-IT" sz="3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4638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Insertion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L’ordinamento per inserimento diretto consiste nell’inserire un elemento alla volta nella posizione che gli spetta in un vettore già ordinato, partendo da un vettore che contiene un solo elemento.</a:t>
            </a:r>
          </a:p>
          <a:p>
            <a:pPr algn="just">
              <a:buSzPct val="100000"/>
              <a:defRPr/>
            </a:pPr>
            <a:endParaRPr lang="it-IT" sz="2400" dirty="0"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Si aggiungono gli altri elementi uno per volta, posizionandoli direttamente nella posizione corretta.</a:t>
            </a:r>
          </a:p>
        </p:txBody>
      </p:sp>
    </p:spTree>
    <p:extLst>
      <p:ext uri="{BB962C8B-B14F-4D97-AF65-F5344CB8AC3E}">
        <p14:creationId xmlns:p14="http://schemas.microsoft.com/office/powerpoint/2010/main" val="31654970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Insertion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2F7533-521C-43BB-ADB7-FE2A1C66AC01}"/>
              </a:ext>
            </a:extLst>
          </p:cNvPr>
          <p:cNvPicPr/>
          <p:nvPr/>
        </p:nvPicPr>
        <p:blipFill rotWithShape="1">
          <a:blip r:embed="rId3"/>
          <a:srcRect b="88238"/>
          <a:stretch/>
        </p:blipFill>
        <p:spPr>
          <a:xfrm>
            <a:off x="1476000" y="1485000"/>
            <a:ext cx="6204745" cy="575848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9310146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Insertion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2F7533-521C-43BB-ADB7-FE2A1C66AC01}"/>
              </a:ext>
            </a:extLst>
          </p:cNvPr>
          <p:cNvPicPr/>
          <p:nvPr/>
        </p:nvPicPr>
        <p:blipFill rotWithShape="1">
          <a:blip r:embed="rId3"/>
          <a:srcRect b="72060"/>
          <a:stretch/>
        </p:blipFill>
        <p:spPr>
          <a:xfrm>
            <a:off x="1476000" y="1485000"/>
            <a:ext cx="6204745" cy="136793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6321092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Insertion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2F7533-521C-43BB-ADB7-FE2A1C66AC01}"/>
              </a:ext>
            </a:extLst>
          </p:cNvPr>
          <p:cNvPicPr/>
          <p:nvPr/>
        </p:nvPicPr>
        <p:blipFill rotWithShape="1">
          <a:blip r:embed="rId3"/>
          <a:srcRect b="51470"/>
          <a:stretch/>
        </p:blipFill>
        <p:spPr>
          <a:xfrm>
            <a:off x="1476000" y="1485000"/>
            <a:ext cx="6204745" cy="2376048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706434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Insertion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2F7533-521C-43BB-ADB7-FE2A1C66AC0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476000" y="1485000"/>
            <a:ext cx="6204745" cy="48960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9075090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Insertion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9447F7A-4B95-4F83-95C0-574CED97E48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07940" y="1340768"/>
            <a:ext cx="7728120" cy="45687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4397549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Insertion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56" y="3429000"/>
            <a:ext cx="828092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Possiamo migliorare l’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insertion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sort  utilizzando la ricerca binaria per collocare correttamente l’elemento a[i] nel 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sottoarray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ordinato.</a:t>
            </a:r>
          </a:p>
          <a:p>
            <a:pPr algn="just">
              <a:buSzPct val="100000"/>
              <a:defRPr/>
            </a:pPr>
            <a:endParaRPr lang="it-IT" sz="2400" dirty="0"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Questo riduce il numero di passi per trovare la posizione corretta da O(n</a:t>
            </a:r>
            <a:r>
              <a:rPr lang="it-IT" sz="2400" baseline="30000" dirty="0">
                <a:solidFill>
                  <a:schemeClr val="tx1"/>
                </a:solidFill>
                <a:latin typeface="+mj-lt"/>
                <a:ea typeface="ＭＳ Ｐゴシック" charset="0"/>
              </a:rPr>
              <a:t>2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) ad O(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nlogn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), tuttavia, ogn</a:t>
            </a:r>
            <a:r>
              <a:rPr lang="it-IT" sz="2400" dirty="0">
                <a:latin typeface="+mj-lt"/>
                <a:ea typeface="ＭＳ Ｐゴシック" charset="0"/>
              </a:rPr>
              <a:t>uno degli elementi deve essere spostato di una posizione e ciò richiede comunque un costo totale di O(n</a:t>
            </a:r>
            <a:r>
              <a:rPr lang="it-IT" sz="2400" baseline="30000" dirty="0">
                <a:solidFill>
                  <a:schemeClr val="tx1"/>
                </a:solidFill>
                <a:latin typeface="+mj-lt"/>
                <a:ea typeface="ＭＳ Ｐゴシック" charset="0"/>
              </a:rPr>
              <a:t>2</a:t>
            </a:r>
            <a:r>
              <a:rPr lang="it-IT" sz="2400" dirty="0">
                <a:latin typeface="+mj-lt"/>
                <a:ea typeface="ＭＳ Ｐゴシック" charset="0"/>
              </a:rPr>
              <a:t>) nel caso medio e peggiore.</a:t>
            </a: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7610FA72-6AB1-4A57-A17D-30A355054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05515"/>
              </p:ext>
            </p:extLst>
          </p:nvPr>
        </p:nvGraphicFramePr>
        <p:xfrm>
          <a:off x="827584" y="1340768"/>
          <a:ext cx="7488832" cy="1429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606535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Caso Migliore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Caso Medio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Caso Peggiore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606535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 err="1"/>
                        <a:t>InsertionSort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O(n)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O(n</a:t>
                      </a:r>
                      <a:r>
                        <a:rPr lang="it-IT" sz="240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2400" dirty="0"/>
                        <a:t>)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O(n</a:t>
                      </a:r>
                      <a:r>
                        <a:rPr lang="it-IT" sz="240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2400" dirty="0"/>
                        <a:t>)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2033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Selection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L’ordinamento per selezione diretta seleziona l’elemento minore del 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sottoarray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non ordinato e lo posiziona al primo posto.</a:t>
            </a:r>
          </a:p>
        </p:txBody>
      </p:sp>
    </p:spTree>
    <p:extLst>
      <p:ext uri="{BB962C8B-B14F-4D97-AF65-F5344CB8AC3E}">
        <p14:creationId xmlns:p14="http://schemas.microsoft.com/office/powerpoint/2010/main" val="2229601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Selection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45D7AF5-23C8-4D95-8912-B5C4934C3AB2}"/>
              </a:ext>
            </a:extLst>
          </p:cNvPr>
          <p:cNvPicPr/>
          <p:nvPr/>
        </p:nvPicPr>
        <p:blipFill rotWithShape="1">
          <a:blip r:embed="rId3"/>
          <a:srcRect b="88536"/>
          <a:stretch/>
        </p:blipFill>
        <p:spPr>
          <a:xfrm>
            <a:off x="1367350" y="1413001"/>
            <a:ext cx="6409300" cy="575839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4791184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Selection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45D7AF5-23C8-4D95-8912-B5C4934C3AB2}"/>
              </a:ext>
            </a:extLst>
          </p:cNvPr>
          <p:cNvPicPr/>
          <p:nvPr/>
        </p:nvPicPr>
        <p:blipFill rotWithShape="1">
          <a:blip r:embed="rId3"/>
          <a:srcRect b="69900"/>
          <a:stretch/>
        </p:blipFill>
        <p:spPr>
          <a:xfrm>
            <a:off x="1367350" y="1413001"/>
            <a:ext cx="6409300" cy="1511943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5559327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Selection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45D7AF5-23C8-4D95-8912-B5C4934C3AB2}"/>
              </a:ext>
            </a:extLst>
          </p:cNvPr>
          <p:cNvPicPr/>
          <p:nvPr/>
        </p:nvPicPr>
        <p:blipFill rotWithShape="1">
          <a:blip r:embed="rId3"/>
          <a:srcRect b="52697"/>
          <a:stretch/>
        </p:blipFill>
        <p:spPr>
          <a:xfrm>
            <a:off x="1367350" y="1413001"/>
            <a:ext cx="6409300" cy="23760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762860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Selection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45D7AF5-23C8-4D95-8912-B5C4934C3AB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367350" y="1413000"/>
            <a:ext cx="6409300" cy="5023057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786239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Selection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F2DD09EB-75C7-4D78-B8F3-CC3EAD03B00B}"/>
              </a:ext>
            </a:extLst>
          </p:cNvPr>
          <p:cNvGrpSpPr/>
          <p:nvPr/>
        </p:nvGrpSpPr>
        <p:grpSpPr>
          <a:xfrm>
            <a:off x="557764" y="1229731"/>
            <a:ext cx="8028472" cy="5332563"/>
            <a:chOff x="792000" y="980728"/>
            <a:chExt cx="8028472" cy="5332563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8FE53EAD-E5AB-41A8-ACB3-5D508DF92F91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792000" y="1229731"/>
              <a:ext cx="7560000" cy="5083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" name="Rettangolo 1">
              <a:extLst>
                <a:ext uri="{FF2B5EF4-FFF2-40B4-BE49-F238E27FC236}">
                  <a16:creationId xmlns:a16="http://schemas.microsoft.com/office/drawing/2014/main" id="{6FCFBD14-00C7-4F95-9449-E8D713049AC0}"/>
                </a:ext>
              </a:extLst>
            </p:cNvPr>
            <p:cNvSpPr/>
            <p:nvPr/>
          </p:nvSpPr>
          <p:spPr>
            <a:xfrm>
              <a:off x="8064500" y="980728"/>
              <a:ext cx="755972" cy="1008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D02BB76-004D-43F2-8B4E-E5CF3BB91B7F}"/>
              </a:ext>
            </a:extLst>
          </p:cNvPr>
          <p:cNvSpPr txBox="1"/>
          <p:nvPr/>
        </p:nvSpPr>
        <p:spPr>
          <a:xfrm>
            <a:off x="6543204" y="5608187"/>
            <a:ext cx="228600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sz="2800" b="1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Costo O(n</a:t>
            </a:r>
            <a:r>
              <a:rPr lang="it-IT" sz="2800" b="1" i="1" baseline="30000" dirty="0">
                <a:solidFill>
                  <a:schemeClr val="tx1"/>
                </a:solidFill>
                <a:latin typeface="+mj-lt"/>
                <a:ea typeface="ＭＳ Ｐゴシック" charset="0"/>
              </a:rPr>
              <a:t>2</a:t>
            </a:r>
            <a:r>
              <a:rPr lang="it-IT" sz="2800" b="1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) in qualsiasi caso </a:t>
            </a:r>
            <a:endParaRPr lang="en-GB" sz="2800" b="1" i="1" dirty="0"/>
          </a:p>
        </p:txBody>
      </p:sp>
    </p:spTree>
    <p:extLst>
      <p:ext uri="{BB962C8B-B14F-4D97-AF65-F5344CB8AC3E}">
        <p14:creationId xmlns:p14="http://schemas.microsoft.com/office/powerpoint/2010/main" val="2041957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Esercizi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556" y="1229731"/>
            <a:ext cx="7992888" cy="358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Implementare l’algoritmo 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Insertion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Sort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Migliorare l’algoritmo precedente sfruttando la ricerca binaria</a:t>
            </a: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Implementare l’algoritmo </a:t>
            </a:r>
            <a:r>
              <a:rPr lang="it-IT" sz="2400" dirty="0" err="1">
                <a:latin typeface="+mj-lt"/>
                <a:ea typeface="ＭＳ Ｐゴシック" charset="0"/>
              </a:rPr>
              <a:t>Selection</a:t>
            </a:r>
            <a:r>
              <a:rPr lang="it-IT" sz="2400" dirty="0">
                <a:latin typeface="+mj-lt"/>
                <a:ea typeface="ＭＳ Ｐゴシック" charset="0"/>
              </a:rPr>
              <a:t> Sort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Applicare la ricerca sequenziale per contare il numero di volte che un elemento compare in un array.</a:t>
            </a:r>
          </a:p>
        </p:txBody>
      </p:sp>
    </p:spTree>
    <p:extLst>
      <p:ext uri="{BB962C8B-B14F-4D97-AF65-F5344CB8AC3E}">
        <p14:creationId xmlns:p14="http://schemas.microsoft.com/office/powerpoint/2010/main" val="18053016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Per ogni iterazione si confrontano gli elementi adiacenti e si scambiano i loro valori quando il primo è maggiore del secondo. Come conseguenza, abbiamo che il maggiore ‘’risale’’ fino alla cima del vettore ad ogni iterazione.</a:t>
            </a:r>
          </a:p>
          <a:p>
            <a:pPr algn="just">
              <a:buSzPct val="100000"/>
              <a:defRPr/>
            </a:pPr>
            <a:endParaRPr lang="it-IT" sz="2400" dirty="0"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Dopo </a:t>
            </a:r>
            <a:r>
              <a:rPr lang="it-IT" sz="24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n-1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iterazioni l’array risulterà ordinato.</a:t>
            </a:r>
          </a:p>
        </p:txBody>
      </p:sp>
    </p:spTree>
    <p:extLst>
      <p:ext uri="{BB962C8B-B14F-4D97-AF65-F5344CB8AC3E}">
        <p14:creationId xmlns:p14="http://schemas.microsoft.com/office/powerpoint/2010/main" val="1845201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D60CD6-9CAE-4A3A-828A-29DA4EBBF2F8}"/>
              </a:ext>
            </a:extLst>
          </p:cNvPr>
          <p:cNvPicPr/>
          <p:nvPr/>
        </p:nvPicPr>
        <p:blipFill rotWithShape="1">
          <a:blip r:embed="rId3"/>
          <a:srcRect b="88483"/>
          <a:stretch/>
        </p:blipFill>
        <p:spPr>
          <a:xfrm>
            <a:off x="1980000" y="1413000"/>
            <a:ext cx="5220000" cy="5758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6666214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D60CD6-9CAE-4A3A-828A-29DA4EBBF2F8}"/>
              </a:ext>
            </a:extLst>
          </p:cNvPr>
          <p:cNvPicPr/>
          <p:nvPr/>
        </p:nvPicPr>
        <p:blipFill rotWithShape="1">
          <a:blip r:embed="rId3"/>
          <a:srcRect b="78409"/>
          <a:stretch/>
        </p:blipFill>
        <p:spPr>
          <a:xfrm>
            <a:off x="1980000" y="1413000"/>
            <a:ext cx="5220000" cy="10795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497648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D60CD6-9CAE-4A3A-828A-29DA4EBBF2F8}"/>
              </a:ext>
            </a:extLst>
          </p:cNvPr>
          <p:cNvPicPr/>
          <p:nvPr/>
        </p:nvPicPr>
        <p:blipFill rotWithShape="1">
          <a:blip r:embed="rId3"/>
          <a:srcRect b="66879"/>
          <a:stretch/>
        </p:blipFill>
        <p:spPr>
          <a:xfrm>
            <a:off x="1980000" y="1413000"/>
            <a:ext cx="5220000" cy="16559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52819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D60CD6-9CAE-4A3A-828A-29DA4EBBF2F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980000" y="1413000"/>
            <a:ext cx="5220000" cy="4999680"/>
          </a:xfrm>
          <a:prstGeom prst="rect">
            <a:avLst/>
          </a:prstGeom>
          <a:ln w="0">
            <a:noFill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C5C85CF-9B85-40F0-8F75-403C71A7D417}"/>
              </a:ext>
            </a:extLst>
          </p:cNvPr>
          <p:cNvSpPr txBox="1"/>
          <p:nvPr/>
        </p:nvSpPr>
        <p:spPr>
          <a:xfrm>
            <a:off x="7668344" y="3105834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i="1" dirty="0"/>
              <a:t>Il massimo è risalito</a:t>
            </a:r>
            <a:endParaRPr lang="en-GB" b="1" i="1" dirty="0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3294433B-A9D9-42F6-BDDD-7862234F6475}"/>
              </a:ext>
            </a:extLst>
          </p:cNvPr>
          <p:cNvCxnSpPr/>
          <p:nvPr/>
        </p:nvCxnSpPr>
        <p:spPr>
          <a:xfrm flipH="1">
            <a:off x="7164288" y="3428999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0D96C0C9-6E35-4EF8-965E-6512F4C1153B}"/>
                  </a:ext>
                </a:extLst>
              </p14:cNvPr>
              <p14:cNvContentPartPr/>
              <p14:nvPr/>
            </p14:nvContentPartPr>
            <p14:xfrm>
              <a:off x="421560" y="1453320"/>
              <a:ext cx="7490520" cy="52239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0D96C0C9-6E35-4EF8-965E-6512F4C115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200" y="1443960"/>
                <a:ext cx="7509240" cy="524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1704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2BC6F86-3EF3-47AD-A6DA-E7DDEBEB281D}"/>
              </a:ext>
            </a:extLst>
          </p:cNvPr>
          <p:cNvSpPr txBox="1"/>
          <p:nvPr/>
        </p:nvSpPr>
        <p:spPr>
          <a:xfrm>
            <a:off x="1619672" y="1229731"/>
            <a:ext cx="6264696" cy="175432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Ripeti n-1 volte {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ripeti n-1 volte {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	confronta elementi adiacenti,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	se è il caso effettua uno swap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235E264-DCB5-4DF5-BA92-1C14BC54AA0F}"/>
              </a:ext>
            </a:extLst>
          </p:cNvPr>
          <p:cNvSpPr txBox="1"/>
          <p:nvPr/>
        </p:nvSpPr>
        <p:spPr>
          <a:xfrm>
            <a:off x="642764" y="3326867"/>
            <a:ext cx="7816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Possiamo migliorare questa strategia 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8E6ECFE8-3144-4B73-AE5A-BAFBF9DBC519}"/>
                  </a:ext>
                </a:extLst>
              </p14:cNvPr>
              <p14:cNvContentPartPr/>
              <p14:nvPr/>
            </p14:nvContentPartPr>
            <p14:xfrm>
              <a:off x="1252080" y="1450800"/>
              <a:ext cx="6626880" cy="14205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8E6ECFE8-3144-4B73-AE5A-BAFBF9DBC5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2720" y="1441440"/>
                <a:ext cx="6645600" cy="14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2233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2BC6F86-3EF3-47AD-A6DA-E7DDEBEB281D}"/>
              </a:ext>
            </a:extLst>
          </p:cNvPr>
          <p:cNvSpPr txBox="1"/>
          <p:nvPr/>
        </p:nvSpPr>
        <p:spPr>
          <a:xfrm>
            <a:off x="1619672" y="1229731"/>
            <a:ext cx="6264696" cy="175432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Ripeti n-1 volte {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ripeti n-1 volte {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	confronta elementi adiacenti,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	se è il caso effettua uno swap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235E264-DCB5-4DF5-BA92-1C14BC54AA0F}"/>
              </a:ext>
            </a:extLst>
          </p:cNvPr>
          <p:cNvSpPr txBox="1"/>
          <p:nvPr/>
        </p:nvSpPr>
        <p:spPr>
          <a:xfrm>
            <a:off x="642764" y="3326867"/>
            <a:ext cx="7816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Possiamo migliorare questa strategia 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3B08C4-9A03-4DE1-95A1-9D76B691F6C1}"/>
              </a:ext>
            </a:extLst>
          </p:cNvPr>
          <p:cNvSpPr txBox="1"/>
          <p:nvPr/>
        </p:nvSpPr>
        <p:spPr>
          <a:xfrm>
            <a:off x="1653208" y="4204030"/>
            <a:ext cx="6264696" cy="175432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Ripeti fino a quando ci sono scambi da fare{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ripeti n-1 volte {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	confronta elementi adiacenti,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	se è il caso effettua uno swap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algn="just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94F92255-76C1-45CA-83CA-61B292B86928}"/>
                  </a:ext>
                </a:extLst>
              </p14:cNvPr>
              <p14:cNvContentPartPr/>
              <p14:nvPr/>
            </p14:nvContentPartPr>
            <p14:xfrm>
              <a:off x="2298960" y="4551480"/>
              <a:ext cx="6010560" cy="58212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94F92255-76C1-45CA-83CA-61B292B869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9600" y="4542120"/>
                <a:ext cx="6029280" cy="60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383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403870D-ACDF-45D1-B25E-6B5C5A39AFB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858320" y="1400760"/>
            <a:ext cx="5521680" cy="5052240"/>
          </a:xfrm>
          <a:prstGeom prst="rect">
            <a:avLst/>
          </a:prstGeom>
          <a:ln w="0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B5E327ED-838F-4C36-9FEE-668E5DEBCE9A}"/>
                  </a:ext>
                </a:extLst>
              </p14:cNvPr>
              <p14:cNvContentPartPr/>
              <p14:nvPr/>
            </p14:nvContentPartPr>
            <p14:xfrm>
              <a:off x="1481400" y="2424240"/>
              <a:ext cx="7611120" cy="4066920"/>
            </p14:xfrm>
          </p:contentPart>
        </mc:Choice>
        <mc:Fallback xmlns=""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B5E327ED-838F-4C36-9FEE-668E5DEBCE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2040" y="2414880"/>
                <a:ext cx="7629840" cy="408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24294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 err="1">
                <a:latin typeface="Bitstream Charter" charset="0"/>
                <a:ea typeface="+mj-ea"/>
                <a:cs typeface="+mj-cs"/>
              </a:rPr>
              <a:t>Bubble</a:t>
            </a:r>
            <a:r>
              <a:rPr lang="it-IT" sz="4000" dirty="0">
                <a:latin typeface="Bitstream Charter" charset="0"/>
                <a:ea typeface="+mj-ea"/>
                <a:cs typeface="+mj-cs"/>
              </a:rPr>
              <a:t>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graphicFrame>
        <p:nvGraphicFramePr>
          <p:cNvPr id="4" name="Tabella 5">
            <a:extLst>
              <a:ext uri="{FF2B5EF4-FFF2-40B4-BE49-F238E27FC236}">
                <a16:creationId xmlns:a16="http://schemas.microsoft.com/office/drawing/2014/main" id="{603773E3-8D3E-4CDA-B48C-0391DC832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554767"/>
              </p:ext>
            </p:extLst>
          </p:nvPr>
        </p:nvGraphicFramePr>
        <p:xfrm>
          <a:off x="1524000" y="1397000"/>
          <a:ext cx="6096000" cy="1562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461309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Migliore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Medio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Peggiore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BubbleSort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O(n</a:t>
                      </a:r>
                      <a:r>
                        <a:rPr lang="it-IT" sz="1800" b="0" i="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O(n</a:t>
                      </a:r>
                      <a:r>
                        <a:rPr lang="it-IT" sz="1800" b="0" i="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O(n</a:t>
                      </a:r>
                      <a:r>
                        <a:rPr lang="it-IT" sz="1800" b="0" i="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BubbleSort</a:t>
                      </a:r>
                      <a:r>
                        <a:rPr lang="it-IT" dirty="0"/>
                        <a:t> + flag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O(n)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O(n</a:t>
                      </a:r>
                      <a:r>
                        <a:rPr lang="it-IT" sz="1800" b="0" i="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O(n</a:t>
                      </a:r>
                      <a:r>
                        <a:rPr lang="it-IT" sz="1800" b="0" i="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403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4816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Merge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Questo algoritmo implementa il paradigma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divide et impera:</a:t>
            </a:r>
          </a:p>
          <a:p>
            <a:pPr algn="just">
              <a:buSzPct val="100000"/>
              <a:defRPr/>
            </a:pPr>
            <a:endParaRPr lang="it-IT" sz="2200" i="1" dirty="0">
              <a:latin typeface="+mj-lt"/>
              <a:ea typeface="ＭＳ Ｐゴシック" charset="0"/>
            </a:endParaRP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L’input di dimensione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n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 viene partizionato in due parti di lunghezza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n/2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latin typeface="+mj-lt"/>
                <a:ea typeface="ＭＳ Ｐゴシック" charset="0"/>
              </a:rPr>
              <a:t>Le due </a:t>
            </a:r>
            <a:r>
              <a:rPr lang="it-IT" sz="2200" dirty="0" err="1">
                <a:latin typeface="+mj-lt"/>
                <a:ea typeface="ＭＳ Ｐゴシック" charset="0"/>
              </a:rPr>
              <a:t>sottosequenze</a:t>
            </a:r>
            <a:r>
              <a:rPr lang="it-IT" sz="2200" dirty="0">
                <a:latin typeface="+mj-lt"/>
                <a:ea typeface="ＭＳ Ｐゴシック" charset="0"/>
              </a:rPr>
              <a:t> vengono ordinate i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n maniera ricorsiva fino a quando si ottengono delle sequenze composte da un solo elemento</a:t>
            </a:r>
            <a:r>
              <a:rPr lang="it-IT" sz="2200" dirty="0">
                <a:latin typeface="+mj-lt"/>
                <a:ea typeface="ＭＳ Ｐゴシック" charset="0"/>
              </a:rPr>
              <a:t>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latin typeface="+mj-lt"/>
                <a:ea typeface="ＭＳ Ｐゴシック" charset="0"/>
              </a:rPr>
              <a:t>A questo punto la procedura </a:t>
            </a:r>
            <a:r>
              <a:rPr lang="it-IT" sz="2200" i="1" dirty="0">
                <a:latin typeface="+mj-lt"/>
                <a:ea typeface="ＭＳ Ｐゴシック" charset="0"/>
              </a:rPr>
              <a:t>merge</a:t>
            </a:r>
            <a:r>
              <a:rPr lang="it-IT" sz="2200" dirty="0">
                <a:latin typeface="+mj-lt"/>
                <a:ea typeface="ＭＳ Ｐゴシック" charset="0"/>
              </a:rPr>
              <a:t> unisce due </a:t>
            </a:r>
            <a:r>
              <a:rPr lang="it-IT" sz="2200" dirty="0" err="1">
                <a:latin typeface="+mj-lt"/>
                <a:ea typeface="ＭＳ Ｐゴシック" charset="0"/>
              </a:rPr>
              <a:t>sottosequenze</a:t>
            </a:r>
            <a:r>
              <a:rPr lang="it-IT" sz="2200" dirty="0">
                <a:latin typeface="+mj-lt"/>
                <a:ea typeface="ＭＳ Ｐゴシック" charset="0"/>
              </a:rPr>
              <a:t> ordinate.</a:t>
            </a: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C6FB50A-FBE7-4CC7-94B8-B6AEFE88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564" y="4637853"/>
            <a:ext cx="3602872" cy="193394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F9AE4ABB-38C4-405D-A23E-1176F25A9622}"/>
                  </a:ext>
                </a:extLst>
              </p14:cNvPr>
              <p14:cNvContentPartPr/>
              <p14:nvPr/>
            </p14:nvContentPartPr>
            <p14:xfrm>
              <a:off x="67680" y="4539960"/>
              <a:ext cx="8836560" cy="1964160"/>
            </p14:xfrm>
          </p:contentPart>
        </mc:Choice>
        <mc:Fallback xmlns=""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F9AE4ABB-38C4-405D-A23E-1176F25A96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20" y="4530600"/>
                <a:ext cx="8855280" cy="198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8069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Merge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C6FB50A-FBE7-4CC7-94B8-B6AEFE88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52737"/>
            <a:ext cx="2880320" cy="154609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" name="Tabella 4">
            <a:extLst>
              <a:ext uri="{FF2B5EF4-FFF2-40B4-BE49-F238E27FC236}">
                <a16:creationId xmlns:a16="http://schemas.microsoft.com/office/drawing/2014/main" id="{3B6F5482-ABB4-435F-A6EB-0B750B308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848792"/>
              </p:ext>
            </p:extLst>
          </p:nvPr>
        </p:nvGraphicFramePr>
        <p:xfrm>
          <a:off x="3347864" y="1825785"/>
          <a:ext cx="568863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662">
                  <a:extLst>
                    <a:ext uri="{9D8B030D-6E8A-4147-A177-3AD203B41FA5}">
                      <a16:colId xmlns:a16="http://schemas.microsoft.com/office/drawing/2014/main" val="2861137850"/>
                    </a:ext>
                  </a:extLst>
                </a:gridCol>
                <a:gridCol w="812662">
                  <a:extLst>
                    <a:ext uri="{9D8B030D-6E8A-4147-A177-3AD203B41FA5}">
                      <a16:colId xmlns:a16="http://schemas.microsoft.com/office/drawing/2014/main" val="816536438"/>
                    </a:ext>
                  </a:extLst>
                </a:gridCol>
                <a:gridCol w="812662">
                  <a:extLst>
                    <a:ext uri="{9D8B030D-6E8A-4147-A177-3AD203B41FA5}">
                      <a16:colId xmlns:a16="http://schemas.microsoft.com/office/drawing/2014/main" val="1518220127"/>
                    </a:ext>
                  </a:extLst>
                </a:gridCol>
                <a:gridCol w="812662">
                  <a:extLst>
                    <a:ext uri="{9D8B030D-6E8A-4147-A177-3AD203B41FA5}">
                      <a16:colId xmlns:a16="http://schemas.microsoft.com/office/drawing/2014/main" val="3076555277"/>
                    </a:ext>
                  </a:extLst>
                </a:gridCol>
                <a:gridCol w="812662">
                  <a:extLst>
                    <a:ext uri="{9D8B030D-6E8A-4147-A177-3AD203B41FA5}">
                      <a16:colId xmlns:a16="http://schemas.microsoft.com/office/drawing/2014/main" val="1694029009"/>
                    </a:ext>
                  </a:extLst>
                </a:gridCol>
                <a:gridCol w="812662">
                  <a:extLst>
                    <a:ext uri="{9D8B030D-6E8A-4147-A177-3AD203B41FA5}">
                      <a16:colId xmlns:a16="http://schemas.microsoft.com/office/drawing/2014/main" val="447436248"/>
                    </a:ext>
                  </a:extLst>
                </a:gridCol>
                <a:gridCol w="812662">
                  <a:extLst>
                    <a:ext uri="{9D8B030D-6E8A-4147-A177-3AD203B41FA5}">
                      <a16:colId xmlns:a16="http://schemas.microsoft.com/office/drawing/2014/main" val="198351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38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27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43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3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9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82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10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6838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647BD740-3125-4435-A832-1D1D8A12D602}"/>
                  </a:ext>
                </a:extLst>
              </p14:cNvPr>
              <p14:cNvContentPartPr/>
              <p14:nvPr/>
            </p14:nvContentPartPr>
            <p14:xfrm>
              <a:off x="332640" y="958320"/>
              <a:ext cx="8308080" cy="510732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647BD740-3125-4435-A832-1D1D8A12D6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280" y="948960"/>
                <a:ext cx="8326800" cy="51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16136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Merge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graphicFrame>
        <p:nvGraphicFramePr>
          <p:cNvPr id="4" name="Tabella 5">
            <a:extLst>
              <a:ext uri="{FF2B5EF4-FFF2-40B4-BE49-F238E27FC236}">
                <a16:creationId xmlns:a16="http://schemas.microsoft.com/office/drawing/2014/main" id="{603773E3-8D3E-4CDA-B48C-0391DC832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851446"/>
              </p:ext>
            </p:extLst>
          </p:nvPr>
        </p:nvGraphicFramePr>
        <p:xfrm>
          <a:off x="1524000" y="1397000"/>
          <a:ext cx="6096000" cy="922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461309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Migliore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Medio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Peggiore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MergeSort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F209794F-02A0-488E-9931-D416467B6D95}"/>
              </a:ext>
            </a:extLst>
          </p:cNvPr>
          <p:cNvSpPr txBox="1"/>
          <p:nvPr/>
        </p:nvSpPr>
        <p:spPr>
          <a:xfrm>
            <a:off x="1301750" y="3212976"/>
            <a:ext cx="6540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400" dirty="0"/>
              <a:t>La complessità è la medesima in tutti e tre i casi perché l’algoritmo divide sempre le sequenze a metà impiegando un tempo O(log n) e le unisce impiegando un tempo lineare.</a:t>
            </a:r>
            <a:endParaRPr lang="en-GB" sz="2400" i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5C8B7D2E-59FC-4582-85D0-7AF8D65C139A}"/>
                  </a:ext>
                </a:extLst>
              </p14:cNvPr>
              <p14:cNvContentPartPr/>
              <p14:nvPr/>
            </p14:nvContentPartPr>
            <p14:xfrm>
              <a:off x="5077800" y="4399920"/>
              <a:ext cx="1317960" cy="264240"/>
            </p14:xfrm>
          </p:contentPart>
        </mc:Choice>
        <mc:Fallback xmlns=""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5C8B7D2E-59FC-4582-85D0-7AF8D65C13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8440" y="4390560"/>
                <a:ext cx="1336680" cy="28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70232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Quick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Il </a:t>
            </a:r>
            <a:r>
              <a:rPr lang="it-IT" sz="24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Quicksort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 è l’algoritmo di ordinamento più efficiente. Si basa sulla divisione del vettore in tre partizioni: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Centrale: contenente un solo elemento detto </a:t>
            </a:r>
            <a:r>
              <a:rPr lang="it-IT" sz="24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pivot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Sinistra: contenente tutti gli elementi minori del </a:t>
            </a:r>
            <a:r>
              <a:rPr lang="it-IT" sz="2400" i="1" dirty="0">
                <a:latin typeface="+mj-lt"/>
                <a:ea typeface="ＭＳ Ｐゴシック" charset="0"/>
              </a:rPr>
              <a:t>pivot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Destra: contenente tutti gli elementi maggiori del </a:t>
            </a:r>
            <a:r>
              <a:rPr lang="it-IT" sz="2400" i="1" dirty="0">
                <a:latin typeface="+mj-lt"/>
                <a:ea typeface="ＭＳ Ｐゴシック" charset="0"/>
              </a:rPr>
              <a:t>pivot</a:t>
            </a:r>
          </a:p>
          <a:p>
            <a:pPr algn="just">
              <a:buSzPct val="100000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Come conseguenza avremo che tutti gli elementi della partizione sinistra saranno minori del più piccolo della partizione di destra.</a:t>
            </a:r>
          </a:p>
          <a:p>
            <a:pPr algn="just">
              <a:buSzPct val="100000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Si applica ricorsivamente l’algoritmo sulle partizioni sinistra e destra fino ad ordinare tutto il vettore.</a:t>
            </a:r>
          </a:p>
          <a:p>
            <a:pPr algn="just">
              <a:buSzPct val="100000"/>
              <a:defRPr/>
            </a:pP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algn="just">
              <a:buSzPct val="100000"/>
              <a:defRPr/>
            </a:pPr>
            <a:r>
              <a:rPr lang="it-IT" sz="2400" dirty="0">
                <a:latin typeface="+mj-lt"/>
                <a:ea typeface="ＭＳ Ｐゴシック" charset="0"/>
              </a:rPr>
              <a:t>Il </a:t>
            </a:r>
            <a:r>
              <a:rPr lang="it-IT" sz="2400" i="1" dirty="0">
                <a:latin typeface="+mj-lt"/>
                <a:ea typeface="ＭＳ Ｐゴシック" charset="0"/>
              </a:rPr>
              <a:t>pivot</a:t>
            </a:r>
            <a:r>
              <a:rPr lang="it-IT" sz="2400" dirty="0">
                <a:latin typeface="+mj-lt"/>
                <a:ea typeface="ＭＳ Ｐゴシック" charset="0"/>
              </a:rPr>
              <a:t> può essere scelto a caso.</a:t>
            </a:r>
            <a:endParaRPr lang="it-IT" sz="24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260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Quick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BF7C8A0-5EB6-493E-BC68-CB55D0BA7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1062633"/>
            <a:ext cx="53530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173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Quick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D5F4A5-93CC-474D-973C-75CB289E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59978"/>
            <a:ext cx="82809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100000"/>
              <a:defRPr/>
            </a:pP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Possiamo definire una procedura </a:t>
            </a:r>
            <a:r>
              <a:rPr lang="it-IT" sz="2400" i="1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partition</a:t>
            </a:r>
            <a:r>
              <a:rPr lang="it-IT" sz="24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 </a:t>
            </a:r>
            <a:r>
              <a:rPr lang="it-IT" sz="2400" dirty="0">
                <a:solidFill>
                  <a:schemeClr val="tx1"/>
                </a:solidFill>
                <a:latin typeface="+mj-lt"/>
                <a:ea typeface="ＭＳ Ｐゴシック" charset="0"/>
              </a:rPr>
              <a:t>che si occupa di effettuare la partizione e restituire la posizione del pivot.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C55E4FC-E3E2-4B29-BEEE-BE73715AC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239478"/>
            <a:ext cx="3381375" cy="23336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76AB573-17EC-4529-811D-CC65A1B9D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850768"/>
            <a:ext cx="2895600" cy="1381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80250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Quick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61805FA-4D66-4E3F-B0BA-647375D6871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95536" y="1556792"/>
            <a:ext cx="5687952" cy="509943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B19AA9-3CAE-4C80-AC0F-7FFCA947DD9F}"/>
              </a:ext>
            </a:extLst>
          </p:cNvPr>
          <p:cNvSpPr txBox="1"/>
          <p:nvPr/>
        </p:nvSpPr>
        <p:spPr>
          <a:xfrm>
            <a:off x="611560" y="994474"/>
            <a:ext cx="792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chemeClr val="tx1"/>
                </a:solidFill>
                <a:latin typeface="+mj-lt"/>
                <a:ea typeface="ＭＳ Ｐゴシック" charset="0"/>
              </a:rPr>
              <a:t>Implementazione alternativ</a:t>
            </a:r>
            <a:r>
              <a:rPr lang="it-IT" sz="2000" dirty="0">
                <a:latin typeface="+mj-lt"/>
                <a:ea typeface="ＭＳ Ｐゴシック" charset="0"/>
              </a:rPr>
              <a:t>a senza la procedura </a:t>
            </a:r>
            <a:r>
              <a:rPr lang="it-IT" sz="2000" dirty="0" err="1">
                <a:latin typeface="+mj-lt"/>
                <a:ea typeface="ＭＳ Ｐゴシック" charset="0"/>
              </a:rPr>
              <a:t>partition</a:t>
            </a:r>
            <a:r>
              <a:rPr lang="it-IT" sz="2000" dirty="0">
                <a:latin typeface="+mj-lt"/>
                <a:ea typeface="ＭＳ Ｐゴシック" charset="0"/>
              </a:rPr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817832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Quick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8401C9-755C-46E1-9474-67947276C99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889280" y="1413000"/>
            <a:ext cx="5346720" cy="49554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154752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50231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Quick Sort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graphicFrame>
        <p:nvGraphicFramePr>
          <p:cNvPr id="4" name="Tabella 5">
            <a:extLst>
              <a:ext uri="{FF2B5EF4-FFF2-40B4-BE49-F238E27FC236}">
                <a16:creationId xmlns:a16="http://schemas.microsoft.com/office/drawing/2014/main" id="{603773E3-8D3E-4CDA-B48C-0391DC832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129344"/>
              </p:ext>
            </p:extLst>
          </p:nvPr>
        </p:nvGraphicFramePr>
        <p:xfrm>
          <a:off x="1524000" y="1397000"/>
          <a:ext cx="6096000" cy="922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832276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63802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293825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25812614"/>
                    </a:ext>
                  </a:extLst>
                </a:gridCol>
              </a:tblGrid>
              <a:tr h="461309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Migliore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Medio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Caso Peggiore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68299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QuickSort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</a:t>
                      </a:r>
                      <a:r>
                        <a:rPr lang="it-IT" sz="1800" b="0" i="0" kern="1200" dirty="0" err="1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nLogn</a:t>
                      </a:r>
                      <a:r>
                        <a:rPr lang="it-IT" sz="1800" b="0" i="0" kern="120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O(n</a:t>
                      </a:r>
                      <a:r>
                        <a:rPr lang="it-IT" sz="1800" b="0" i="0" kern="1200" baseline="300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2</a:t>
                      </a: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latin typeface="+mn-lt"/>
                          <a:ea typeface="ＭＳ Ｐゴシック" charset="0"/>
                          <a:cs typeface="+mn-cs"/>
                        </a:rPr>
                        <a:t>) </a:t>
                      </a:r>
                      <a:endParaRPr lang="en-GB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469223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F209794F-02A0-488E-9931-D416467B6D95}"/>
              </a:ext>
            </a:extLst>
          </p:cNvPr>
          <p:cNvSpPr txBox="1"/>
          <p:nvPr/>
        </p:nvSpPr>
        <p:spPr>
          <a:xfrm>
            <a:off x="755576" y="2852936"/>
            <a:ext cx="73089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Caso </a:t>
            </a:r>
            <a:r>
              <a:rPr lang="en-GB" b="1" dirty="0" err="1"/>
              <a:t>peggiore</a:t>
            </a:r>
            <a:r>
              <a:rPr lang="en-GB" b="1" dirty="0"/>
              <a:t>: </a:t>
            </a:r>
            <a:r>
              <a:rPr lang="en-GB" dirty="0" err="1"/>
              <a:t>quando</a:t>
            </a:r>
            <a:r>
              <a:rPr lang="en-GB" dirty="0"/>
              <a:t> le due </a:t>
            </a:r>
            <a:r>
              <a:rPr lang="en-GB" dirty="0" err="1"/>
              <a:t>partizioni</a:t>
            </a:r>
            <a:r>
              <a:rPr lang="en-GB" dirty="0"/>
              <a:t> </a:t>
            </a:r>
            <a:r>
              <a:rPr lang="en-GB" dirty="0" err="1"/>
              <a:t>sono</a:t>
            </a:r>
            <a:r>
              <a:rPr lang="en-GB" dirty="0"/>
              <a:t> </a:t>
            </a:r>
            <a:r>
              <a:rPr lang="en-GB" dirty="0" err="1"/>
              <a:t>formate</a:t>
            </a:r>
            <a:r>
              <a:rPr lang="en-GB" dirty="0"/>
              <a:t> da 0 ed n-1 </a:t>
            </a:r>
            <a:r>
              <a:rPr lang="en-GB" dirty="0" err="1"/>
              <a:t>elementi</a:t>
            </a:r>
            <a:r>
              <a:rPr lang="en-GB" dirty="0"/>
              <a:t>. In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caso</a:t>
            </a:r>
            <a:r>
              <a:rPr lang="en-GB" dirty="0"/>
              <a:t> il </a:t>
            </a:r>
            <a:r>
              <a:rPr lang="en-GB" dirty="0" err="1"/>
              <a:t>partizionamento</a:t>
            </a:r>
            <a:r>
              <a:rPr lang="en-GB" dirty="0"/>
              <a:t> costa O(n) e se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caso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verifica</a:t>
            </a:r>
            <a:r>
              <a:rPr lang="en-GB" dirty="0"/>
              <a:t> ad </a:t>
            </a:r>
            <a:r>
              <a:rPr lang="en-GB" dirty="0" err="1"/>
              <a:t>ogni</a:t>
            </a:r>
            <a:r>
              <a:rPr lang="en-GB" dirty="0"/>
              <a:t> </a:t>
            </a:r>
            <a:r>
              <a:rPr lang="en-GB" dirty="0" err="1"/>
              <a:t>chiamata</a:t>
            </a:r>
            <a:r>
              <a:rPr lang="en-GB" dirty="0"/>
              <a:t> </a:t>
            </a:r>
            <a:r>
              <a:rPr lang="en-GB" dirty="0" err="1"/>
              <a:t>ricorsiva</a:t>
            </a:r>
            <a:r>
              <a:rPr lang="en-GB" dirty="0"/>
              <a:t> </a:t>
            </a:r>
            <a:r>
              <a:rPr lang="en-GB" dirty="0" err="1"/>
              <a:t>avremo</a:t>
            </a:r>
            <a:r>
              <a:rPr lang="en-GB" dirty="0"/>
              <a:t> un </a:t>
            </a:r>
            <a:r>
              <a:rPr lang="en-GB" dirty="0" err="1"/>
              <a:t>costo</a:t>
            </a:r>
            <a:r>
              <a:rPr lang="en-GB" dirty="0"/>
              <a:t> </a:t>
            </a:r>
            <a:r>
              <a:rPr lang="en-GB" dirty="0" err="1"/>
              <a:t>totale</a:t>
            </a:r>
            <a:r>
              <a:rPr lang="en-GB" dirty="0"/>
              <a:t> di </a:t>
            </a:r>
            <a:r>
              <a:rPr lang="it-IT" sz="1800" b="0" i="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O(n</a:t>
            </a:r>
            <a:r>
              <a:rPr lang="it-IT" sz="1800" b="0" i="0" kern="1200" baseline="300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2</a:t>
            </a:r>
            <a:r>
              <a:rPr lang="it-IT" sz="1800" b="0" i="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b="0" i="0" dirty="0">
              <a:ea typeface="ＭＳ Ｐゴシック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b="1" dirty="0">
                <a:ea typeface="ＭＳ Ｐゴシック" charset="0"/>
              </a:rPr>
              <a:t>Caso migliore: </a:t>
            </a:r>
            <a:r>
              <a:rPr lang="it-IT" dirty="0">
                <a:ea typeface="ＭＳ Ｐゴシック" charset="0"/>
              </a:rPr>
              <a:t>bilanciamento massimo. Si verifica quando i due </a:t>
            </a:r>
            <a:r>
              <a:rPr lang="it-IT" dirty="0" err="1">
                <a:ea typeface="ＭＳ Ｐゴシック" charset="0"/>
              </a:rPr>
              <a:t>sottoproblemi</a:t>
            </a:r>
            <a:r>
              <a:rPr lang="it-IT" dirty="0">
                <a:ea typeface="ＭＳ Ｐゴシック" charset="0"/>
              </a:rPr>
              <a:t> hanno dimensione circa n/2. In questo caso il costo è </a:t>
            </a:r>
            <a:r>
              <a:rPr lang="it-IT" sz="1800" b="0" i="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O(</a:t>
            </a:r>
            <a:r>
              <a:rPr lang="it-IT" sz="1800" b="0" i="0" kern="1200" dirty="0" err="1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nLogn</a:t>
            </a:r>
            <a:r>
              <a:rPr lang="it-IT" sz="1800" b="0" i="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) </a:t>
            </a:r>
            <a:endParaRPr lang="en-GB" b="0" i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b="0" i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Caso medio: </a:t>
            </a:r>
            <a:r>
              <a:rPr lang="en-GB" dirty="0"/>
              <a:t>è </a:t>
            </a:r>
            <a:r>
              <a:rPr lang="en-GB" dirty="0" err="1"/>
              <a:t>possibile</a:t>
            </a:r>
            <a:r>
              <a:rPr lang="en-GB" dirty="0"/>
              <a:t> </a:t>
            </a:r>
            <a:r>
              <a:rPr lang="en-GB" dirty="0" err="1"/>
              <a:t>dimostrare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anche</a:t>
            </a:r>
            <a:r>
              <a:rPr lang="en-GB" dirty="0"/>
              <a:t> con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ripartizione</a:t>
            </a:r>
            <a:r>
              <a:rPr lang="en-GB" dirty="0"/>
              <a:t> </a:t>
            </a:r>
            <a:r>
              <a:rPr lang="en-GB" dirty="0" err="1"/>
              <a:t>sproporzionata</a:t>
            </a:r>
            <a:r>
              <a:rPr lang="en-GB" dirty="0"/>
              <a:t> ad </a:t>
            </a:r>
            <a:r>
              <a:rPr lang="en-GB" dirty="0" err="1"/>
              <a:t>ogni</a:t>
            </a:r>
            <a:r>
              <a:rPr lang="en-GB" dirty="0"/>
              <a:t> </a:t>
            </a:r>
            <a:r>
              <a:rPr lang="en-GB" dirty="0" err="1"/>
              <a:t>livello</a:t>
            </a:r>
            <a:r>
              <a:rPr lang="en-GB" dirty="0"/>
              <a:t> di ricorsione, il quicksort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eseguito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tempo </a:t>
            </a:r>
            <a:r>
              <a:rPr lang="it-IT" sz="1800" b="0" i="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O(</a:t>
            </a:r>
            <a:r>
              <a:rPr lang="it-IT" sz="1800" b="0" i="0" kern="1200" dirty="0" err="1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nLogn</a:t>
            </a:r>
            <a:r>
              <a:rPr lang="it-IT" sz="1800" b="0" i="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). Questo perché qualsiasi ripartizione con proporzionalità costante produce una ricorsione di profondità O(</a:t>
            </a:r>
            <a:r>
              <a:rPr lang="it-IT" sz="1800" b="0" i="0" kern="1200" dirty="0" err="1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logn</a:t>
            </a:r>
            <a:r>
              <a:rPr lang="it-IT" sz="1800" b="0" i="0" kern="1200" dirty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) il cui costo unitario è O(n).</a:t>
            </a:r>
            <a:endParaRPr lang="en-GB" b="1" i="0" dirty="0"/>
          </a:p>
        </p:txBody>
      </p:sp>
    </p:spTree>
    <p:extLst>
      <p:ext uri="{BB962C8B-B14F-4D97-AF65-F5344CB8AC3E}">
        <p14:creationId xmlns:p14="http://schemas.microsoft.com/office/powerpoint/2010/main" val="3408335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C7CE04-FC61-43C0-9EF2-98769083343B}"/>
</file>

<file path=customXml/itemProps2.xml><?xml version="1.0" encoding="utf-8"?>
<ds:datastoreItem xmlns:ds="http://schemas.openxmlformats.org/officeDocument/2006/customXml" ds:itemID="{724185DF-812D-4354-AB39-21BE652BD7BB}"/>
</file>

<file path=customXml/itemProps3.xml><?xml version="1.0" encoding="utf-8"?>
<ds:datastoreItem xmlns:ds="http://schemas.openxmlformats.org/officeDocument/2006/customXml" ds:itemID="{E2728C37-A7E2-4802-B47D-5E69E00AA79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Microsoft Office PowerPoint</Application>
  <PresentationFormat>Presentazione su schermo (4:3)</PresentationFormat>
  <Paragraphs>207</Paragraphs>
  <Slides>40</Slides>
  <Notes>40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40</vt:i4>
      </vt:variant>
    </vt:vector>
  </HeadingPairs>
  <TitlesOfParts>
    <vt:vector size="46" baseType="lpstr">
      <vt:lpstr>Arial</vt:lpstr>
      <vt:lpstr>Bitstream Charter</vt:lpstr>
      <vt:lpstr>Calibri</vt:lpstr>
      <vt:lpstr>Courier New</vt:lpstr>
      <vt:lpstr>Times New Roman</vt:lpstr>
      <vt:lpstr>Tema di Office</vt:lpstr>
      <vt:lpstr>Ordinamento e Ricerca Massimo Orazio Spata Image Processing Lab - iplab.dmi.unict.it   massimo.spata@unict.it www.dmi.unict.it/spata/</vt:lpstr>
      <vt:lpstr>Ricerca Sequenziale</vt:lpstr>
      <vt:lpstr>Ricerca Binaria</vt:lpstr>
      <vt:lpstr>Ricerca Binaria</vt:lpstr>
      <vt:lpstr>Ricerca Binaria</vt:lpstr>
      <vt:lpstr>Complessità della Ricerca</vt:lpstr>
      <vt:lpstr>Complessità della Ricerca</vt:lpstr>
      <vt:lpstr>Ordinamento di sequenze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Esercizi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Merge Sort</vt:lpstr>
      <vt:lpstr>Merge Sort</vt:lpstr>
      <vt:lpstr>Merge Sort</vt:lpstr>
      <vt:lpstr>Quick Sort</vt:lpstr>
      <vt:lpstr>Quick Sort</vt:lpstr>
      <vt:lpstr>Quick Sort</vt:lpstr>
      <vt:lpstr>Quick Sort</vt:lpstr>
      <vt:lpstr>Quick Sort</vt:lpstr>
      <vt:lpstr>Quick 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732</cp:revision>
  <dcterms:created xsi:type="dcterms:W3CDTF">2012-01-04T08:06:02Z</dcterms:created>
  <dcterms:modified xsi:type="dcterms:W3CDTF">2023-02-23T09:08:49Z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