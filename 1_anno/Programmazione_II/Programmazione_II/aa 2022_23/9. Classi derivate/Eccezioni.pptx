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</p:sldMasterIdLst>
  <p:notesMasterIdLst>
    <p:notesMasterId r:id="rId9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6" d="100"/>
          <a:sy n="56" d="100"/>
        </p:scale>
        <p:origin x="1190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e, Luigi" userId="0bb35f83-ebdf-4526-ae9a-c3e8393a1d1b" providerId="ADAL" clId="{22516449-B134-4658-B71A-93CC53EF4CD1}"/>
    <pc:docChg chg="custSel addSld delSld modSld delMainMaster modMainMaster">
      <pc:chgData name="Natale, Luigi" userId="0bb35f83-ebdf-4526-ae9a-c3e8393a1d1b" providerId="ADAL" clId="{22516449-B134-4658-B71A-93CC53EF4CD1}" dt="2021-09-01T13:00:51.510" v="47" actId="478"/>
      <pc:docMkLst>
        <pc:docMk/>
      </pc:docMkLst>
      <pc:sldChg chg="del mod modClrScheme chgLayout modNotes">
        <pc:chgData name="Natale, Luigi" userId="0bb35f83-ebdf-4526-ae9a-c3e8393a1d1b" providerId="ADAL" clId="{22516449-B134-4658-B71A-93CC53EF4CD1}" dt="2021-09-01T12:59:48.111" v="26" actId="47"/>
        <pc:sldMkLst>
          <pc:docMk/>
          <pc:sldMk cId="0" sldId="256"/>
        </pc:sldMkLst>
      </pc:sldChg>
      <pc:sldChg chg="addSp delSp modSp mod modClrScheme chgLayout">
        <pc:chgData name="Natale, Luigi" userId="0bb35f83-ebdf-4526-ae9a-c3e8393a1d1b" providerId="ADAL" clId="{22516449-B134-4658-B71A-93CC53EF4CD1}" dt="2021-09-01T13:00:51.510" v="47" actId="478"/>
        <pc:sldMkLst>
          <pc:docMk/>
          <pc:sldMk cId="0" sldId="257"/>
        </pc:sldMkLst>
        <pc:spChg chg="add mod">
          <ac:chgData name="Natale, Luigi" userId="0bb35f83-ebdf-4526-ae9a-c3e8393a1d1b" providerId="ADAL" clId="{22516449-B134-4658-B71A-93CC53EF4CD1}" dt="2021-09-01T13:00:49.468" v="46"/>
          <ac:spMkLst>
            <pc:docMk/>
            <pc:sldMk cId="0" sldId="257"/>
            <ac:spMk id="4" creationId="{7FD02AFB-8625-4C3A-ADE5-D1265AD81C6E}"/>
          </ac:spMkLst>
        </pc:spChg>
        <pc:spChg chg="del">
          <ac:chgData name="Natale, Luigi" userId="0bb35f83-ebdf-4526-ae9a-c3e8393a1d1b" providerId="ADAL" clId="{22516449-B134-4658-B71A-93CC53EF4CD1}" dt="2021-09-01T13:00:51.510" v="47" actId="478"/>
          <ac:spMkLst>
            <pc:docMk/>
            <pc:sldMk cId="0" sldId="257"/>
            <ac:spMk id="14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2516449-B134-4658-B71A-93CC53EF4CD1}" dt="2021-09-01T13:00:44.039" v="45" actId="478"/>
        <pc:sldMkLst>
          <pc:docMk/>
          <pc:sldMk cId="0" sldId="258"/>
        </pc:sldMkLst>
        <pc:spChg chg="add mod">
          <ac:chgData name="Natale, Luigi" userId="0bb35f83-ebdf-4526-ae9a-c3e8393a1d1b" providerId="ADAL" clId="{22516449-B134-4658-B71A-93CC53EF4CD1}" dt="2021-09-01T13:00:41.640" v="44"/>
          <ac:spMkLst>
            <pc:docMk/>
            <pc:sldMk cId="0" sldId="258"/>
            <ac:spMk id="5" creationId="{D449ECA4-A08D-41D8-A965-BC2845E40BBE}"/>
          </ac:spMkLst>
        </pc:spChg>
        <pc:spChg chg="del">
          <ac:chgData name="Natale, Luigi" userId="0bb35f83-ebdf-4526-ae9a-c3e8393a1d1b" providerId="ADAL" clId="{22516449-B134-4658-B71A-93CC53EF4CD1}" dt="2021-09-01T13:00:44.039" v="45" actId="478"/>
          <ac:spMkLst>
            <pc:docMk/>
            <pc:sldMk cId="0" sldId="258"/>
            <ac:spMk id="147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2516449-B134-4658-B71A-93CC53EF4CD1}" dt="2021-09-01T13:00:34.790" v="43" actId="478"/>
        <pc:sldMkLst>
          <pc:docMk/>
          <pc:sldMk cId="0" sldId="259"/>
        </pc:sldMkLst>
        <pc:spChg chg="add mod">
          <ac:chgData name="Natale, Luigi" userId="0bb35f83-ebdf-4526-ae9a-c3e8393a1d1b" providerId="ADAL" clId="{22516449-B134-4658-B71A-93CC53EF4CD1}" dt="2021-09-01T13:00:32.685" v="42"/>
          <ac:spMkLst>
            <pc:docMk/>
            <pc:sldMk cId="0" sldId="259"/>
            <ac:spMk id="4" creationId="{847572BA-95E1-45B1-A37D-1A7F42B67523}"/>
          </ac:spMkLst>
        </pc:spChg>
        <pc:spChg chg="del">
          <ac:chgData name="Natale, Luigi" userId="0bb35f83-ebdf-4526-ae9a-c3e8393a1d1b" providerId="ADAL" clId="{22516449-B134-4658-B71A-93CC53EF4CD1}" dt="2021-09-01T13:00:34.790" v="43" actId="478"/>
          <ac:spMkLst>
            <pc:docMk/>
            <pc:sldMk cId="0" sldId="259"/>
            <ac:spMk id="15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2516449-B134-4658-B71A-93CC53EF4CD1}" dt="2021-09-01T13:00:25.578" v="41"/>
        <pc:sldMkLst>
          <pc:docMk/>
          <pc:sldMk cId="0" sldId="260"/>
        </pc:sldMkLst>
        <pc:spChg chg="add del mod">
          <ac:chgData name="Natale, Luigi" userId="0bb35f83-ebdf-4526-ae9a-c3e8393a1d1b" providerId="ADAL" clId="{22516449-B134-4658-B71A-93CC53EF4CD1}" dt="2021-09-01T13:00:25.275" v="40" actId="478"/>
          <ac:spMkLst>
            <pc:docMk/>
            <pc:sldMk cId="0" sldId="260"/>
            <ac:spMk id="4" creationId="{9CCF48B9-5600-4A29-88F7-22CFE943B045}"/>
          </ac:spMkLst>
        </pc:spChg>
        <pc:spChg chg="add mod">
          <ac:chgData name="Natale, Luigi" userId="0bb35f83-ebdf-4526-ae9a-c3e8393a1d1b" providerId="ADAL" clId="{22516449-B134-4658-B71A-93CC53EF4CD1}" dt="2021-09-01T13:00:25.578" v="41"/>
          <ac:spMkLst>
            <pc:docMk/>
            <pc:sldMk cId="0" sldId="260"/>
            <ac:spMk id="5" creationId="{A5C8EBD8-5559-4805-A491-DCCF1A0B1DEC}"/>
          </ac:spMkLst>
        </pc:spChg>
        <pc:spChg chg="del">
          <ac:chgData name="Natale, Luigi" userId="0bb35f83-ebdf-4526-ae9a-c3e8393a1d1b" providerId="ADAL" clId="{22516449-B134-4658-B71A-93CC53EF4CD1}" dt="2021-09-01T13:00:22.931" v="39" actId="478"/>
          <ac:spMkLst>
            <pc:docMk/>
            <pc:sldMk cId="0" sldId="260"/>
            <ac:spMk id="15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2516449-B134-4658-B71A-93CC53EF4CD1}" dt="2021-09-01T13:00:16.721" v="38"/>
        <pc:sldMkLst>
          <pc:docMk/>
          <pc:sldMk cId="0" sldId="261"/>
        </pc:sldMkLst>
        <pc:spChg chg="add del mod">
          <ac:chgData name="Natale, Luigi" userId="0bb35f83-ebdf-4526-ae9a-c3e8393a1d1b" providerId="ADAL" clId="{22516449-B134-4658-B71A-93CC53EF4CD1}" dt="2021-09-01T13:00:16.394" v="37" actId="478"/>
          <ac:spMkLst>
            <pc:docMk/>
            <pc:sldMk cId="0" sldId="261"/>
            <ac:spMk id="4" creationId="{B82F3951-6917-4EC9-88B1-D64DA758B299}"/>
          </ac:spMkLst>
        </pc:spChg>
        <pc:spChg chg="add mod">
          <ac:chgData name="Natale, Luigi" userId="0bb35f83-ebdf-4526-ae9a-c3e8393a1d1b" providerId="ADAL" clId="{22516449-B134-4658-B71A-93CC53EF4CD1}" dt="2021-09-01T13:00:16.721" v="38"/>
          <ac:spMkLst>
            <pc:docMk/>
            <pc:sldMk cId="0" sldId="261"/>
            <ac:spMk id="5" creationId="{4DCC5A43-9CB3-4A1B-B2A2-EAA47843410C}"/>
          </ac:spMkLst>
        </pc:spChg>
        <pc:spChg chg="del">
          <ac:chgData name="Natale, Luigi" userId="0bb35f83-ebdf-4526-ae9a-c3e8393a1d1b" providerId="ADAL" clId="{22516449-B134-4658-B71A-93CC53EF4CD1}" dt="2021-09-01T13:00:13.076" v="36" actId="478"/>
          <ac:spMkLst>
            <pc:docMk/>
            <pc:sldMk cId="0" sldId="261"/>
            <ac:spMk id="15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22516449-B134-4658-B71A-93CC53EF4CD1}" dt="2021-09-01T13:00:07.748" v="35" actId="14100"/>
        <pc:sldMkLst>
          <pc:docMk/>
          <pc:sldMk cId="0" sldId="262"/>
        </pc:sldMkLst>
        <pc:spChg chg="add mod">
          <ac:chgData name="Natale, Luigi" userId="0bb35f83-ebdf-4526-ae9a-c3e8393a1d1b" providerId="ADAL" clId="{22516449-B134-4658-B71A-93CC53EF4CD1}" dt="2021-09-01T13:00:07.748" v="35" actId="14100"/>
          <ac:spMkLst>
            <pc:docMk/>
            <pc:sldMk cId="0" sldId="262"/>
            <ac:spMk id="4" creationId="{D64B5D9F-B3A5-486D-AEAA-33CA7A084B44}"/>
          </ac:spMkLst>
        </pc:spChg>
        <pc:spChg chg="del">
          <ac:chgData name="Natale, Luigi" userId="0bb35f83-ebdf-4526-ae9a-c3e8393a1d1b" providerId="ADAL" clId="{22516449-B134-4658-B71A-93CC53EF4CD1}" dt="2021-09-01T13:00:04.546" v="34" actId="478"/>
          <ac:spMkLst>
            <pc:docMk/>
            <pc:sldMk cId="0" sldId="262"/>
            <ac:spMk id="157" creationId="{00000000-0000-0000-0000-000000000000}"/>
          </ac:spMkLst>
        </pc:spChg>
      </pc:sldChg>
      <pc:sldChg chg="modSp add mod">
        <pc:chgData name="Natale, Luigi" userId="0bb35f83-ebdf-4526-ae9a-c3e8393a1d1b" providerId="ADAL" clId="{22516449-B134-4658-B71A-93CC53EF4CD1}" dt="2021-09-01T12:59:36.857" v="23" actId="20577"/>
        <pc:sldMkLst>
          <pc:docMk/>
          <pc:sldMk cId="0" sldId="286"/>
        </pc:sldMkLst>
        <pc:spChg chg="mod">
          <ac:chgData name="Natale, Luigi" userId="0bb35f83-ebdf-4526-ae9a-c3e8393a1d1b" providerId="ADAL" clId="{22516449-B134-4658-B71A-93CC53EF4CD1}" dt="2021-09-01T12:59:36.857" v="23" actId="20577"/>
          <ac:spMkLst>
            <pc:docMk/>
            <pc:sldMk cId="0" sldId="286"/>
            <ac:spMk id="104" creationId="{00000000-0000-0000-0000-000000000000}"/>
          </ac:spMkLst>
        </pc:spChg>
      </pc:sldChg>
      <pc:sldMasterChg chg="del delSldLayout">
        <pc:chgData name="Natale, Luigi" userId="0bb35f83-ebdf-4526-ae9a-c3e8393a1d1b" providerId="ADAL" clId="{22516449-B134-4658-B71A-93CC53EF4CD1}" dt="2021-09-01T12:58:54.768" v="13" actId="2696"/>
        <pc:sldMasterMkLst>
          <pc:docMk/>
          <pc:sldMasterMk cId="0" sldId="2147483674"/>
        </pc:sldMasterMkLst>
        <pc:sldLayoutChg chg="del">
          <pc:chgData name="Natale, Luigi" userId="0bb35f83-ebdf-4526-ae9a-c3e8393a1d1b" providerId="ADAL" clId="{22516449-B134-4658-B71A-93CC53EF4CD1}" dt="2021-09-01T12:58:54.719" v="1" actId="2696"/>
          <pc:sldLayoutMkLst>
            <pc:docMk/>
            <pc:sldMasterMk cId="0" sldId="2147483674"/>
            <pc:sldLayoutMk cId="0" sldId="2147483675"/>
          </pc:sldLayoutMkLst>
        </pc:sldLayoutChg>
        <pc:sldLayoutChg chg="del">
          <pc:chgData name="Natale, Luigi" userId="0bb35f83-ebdf-4526-ae9a-c3e8393a1d1b" providerId="ADAL" clId="{22516449-B134-4658-B71A-93CC53EF4CD1}" dt="2021-09-01T12:58:54.723" v="2" actId="2696"/>
          <pc:sldLayoutMkLst>
            <pc:docMk/>
            <pc:sldMasterMk cId="0" sldId="2147483674"/>
            <pc:sldLayoutMk cId="0" sldId="2147483676"/>
          </pc:sldLayoutMkLst>
        </pc:sldLayoutChg>
        <pc:sldLayoutChg chg="del">
          <pc:chgData name="Natale, Luigi" userId="0bb35f83-ebdf-4526-ae9a-c3e8393a1d1b" providerId="ADAL" clId="{22516449-B134-4658-B71A-93CC53EF4CD1}" dt="2021-09-01T12:58:54.725" v="3" actId="2696"/>
          <pc:sldLayoutMkLst>
            <pc:docMk/>
            <pc:sldMasterMk cId="0" sldId="2147483674"/>
            <pc:sldLayoutMk cId="0" sldId="2147483677"/>
          </pc:sldLayoutMkLst>
        </pc:sldLayoutChg>
        <pc:sldLayoutChg chg="del">
          <pc:chgData name="Natale, Luigi" userId="0bb35f83-ebdf-4526-ae9a-c3e8393a1d1b" providerId="ADAL" clId="{22516449-B134-4658-B71A-93CC53EF4CD1}" dt="2021-09-01T12:58:54.729" v="4" actId="2696"/>
          <pc:sldLayoutMkLst>
            <pc:docMk/>
            <pc:sldMasterMk cId="0" sldId="2147483674"/>
            <pc:sldLayoutMk cId="0" sldId="2147483678"/>
          </pc:sldLayoutMkLst>
        </pc:sldLayoutChg>
        <pc:sldLayoutChg chg="del">
          <pc:chgData name="Natale, Luigi" userId="0bb35f83-ebdf-4526-ae9a-c3e8393a1d1b" providerId="ADAL" clId="{22516449-B134-4658-B71A-93CC53EF4CD1}" dt="2021-09-01T12:58:54.735" v="5" actId="2696"/>
          <pc:sldLayoutMkLst>
            <pc:docMk/>
            <pc:sldMasterMk cId="0" sldId="2147483674"/>
            <pc:sldLayoutMk cId="0" sldId="2147483679"/>
          </pc:sldLayoutMkLst>
        </pc:sldLayoutChg>
        <pc:sldLayoutChg chg="del">
          <pc:chgData name="Natale, Luigi" userId="0bb35f83-ebdf-4526-ae9a-c3e8393a1d1b" providerId="ADAL" clId="{22516449-B134-4658-B71A-93CC53EF4CD1}" dt="2021-09-01T12:58:54.745" v="6" actId="2696"/>
          <pc:sldLayoutMkLst>
            <pc:docMk/>
            <pc:sldMasterMk cId="0" sldId="2147483674"/>
            <pc:sldLayoutMk cId="0" sldId="2147483680"/>
          </pc:sldLayoutMkLst>
        </pc:sldLayoutChg>
        <pc:sldLayoutChg chg="del">
          <pc:chgData name="Natale, Luigi" userId="0bb35f83-ebdf-4526-ae9a-c3e8393a1d1b" providerId="ADAL" clId="{22516449-B134-4658-B71A-93CC53EF4CD1}" dt="2021-09-01T12:58:54.748" v="7" actId="2696"/>
          <pc:sldLayoutMkLst>
            <pc:docMk/>
            <pc:sldMasterMk cId="0" sldId="2147483674"/>
            <pc:sldLayoutMk cId="0" sldId="2147483681"/>
          </pc:sldLayoutMkLst>
        </pc:sldLayoutChg>
        <pc:sldLayoutChg chg="del">
          <pc:chgData name="Natale, Luigi" userId="0bb35f83-ebdf-4526-ae9a-c3e8393a1d1b" providerId="ADAL" clId="{22516449-B134-4658-B71A-93CC53EF4CD1}" dt="2021-09-01T12:58:54.751" v="8" actId="2696"/>
          <pc:sldLayoutMkLst>
            <pc:docMk/>
            <pc:sldMasterMk cId="0" sldId="2147483674"/>
            <pc:sldLayoutMk cId="0" sldId="2147483682"/>
          </pc:sldLayoutMkLst>
        </pc:sldLayoutChg>
        <pc:sldLayoutChg chg="del">
          <pc:chgData name="Natale, Luigi" userId="0bb35f83-ebdf-4526-ae9a-c3e8393a1d1b" providerId="ADAL" clId="{22516449-B134-4658-B71A-93CC53EF4CD1}" dt="2021-09-01T12:58:54.754" v="9" actId="2696"/>
          <pc:sldLayoutMkLst>
            <pc:docMk/>
            <pc:sldMasterMk cId="0" sldId="2147483674"/>
            <pc:sldLayoutMk cId="0" sldId="2147483683"/>
          </pc:sldLayoutMkLst>
        </pc:sldLayoutChg>
        <pc:sldLayoutChg chg="del">
          <pc:chgData name="Natale, Luigi" userId="0bb35f83-ebdf-4526-ae9a-c3e8393a1d1b" providerId="ADAL" clId="{22516449-B134-4658-B71A-93CC53EF4CD1}" dt="2021-09-01T12:58:54.757" v="10" actId="2696"/>
          <pc:sldLayoutMkLst>
            <pc:docMk/>
            <pc:sldMasterMk cId="0" sldId="2147483674"/>
            <pc:sldLayoutMk cId="0" sldId="2147483684"/>
          </pc:sldLayoutMkLst>
        </pc:sldLayoutChg>
        <pc:sldLayoutChg chg="del">
          <pc:chgData name="Natale, Luigi" userId="0bb35f83-ebdf-4526-ae9a-c3e8393a1d1b" providerId="ADAL" clId="{22516449-B134-4658-B71A-93CC53EF4CD1}" dt="2021-09-01T12:58:54.760" v="11" actId="2696"/>
          <pc:sldLayoutMkLst>
            <pc:docMk/>
            <pc:sldMasterMk cId="0" sldId="2147483674"/>
            <pc:sldLayoutMk cId="0" sldId="2147483685"/>
          </pc:sldLayoutMkLst>
        </pc:sldLayoutChg>
        <pc:sldLayoutChg chg="del">
          <pc:chgData name="Natale, Luigi" userId="0bb35f83-ebdf-4526-ae9a-c3e8393a1d1b" providerId="ADAL" clId="{22516449-B134-4658-B71A-93CC53EF4CD1}" dt="2021-09-01T12:58:54.763" v="12" actId="2696"/>
          <pc:sldLayoutMkLst>
            <pc:docMk/>
            <pc:sldMasterMk cId="0" sldId="2147483674"/>
            <pc:sldLayoutMk cId="0" sldId="2147483686"/>
          </pc:sldLayoutMkLst>
        </pc:sldLayoutChg>
      </pc:sldMasterChg>
      <pc:sldMasterChg chg="delSldLayout modSldLayout">
        <pc:chgData name="Natale, Luigi" userId="0bb35f83-ebdf-4526-ae9a-c3e8393a1d1b" providerId="ADAL" clId="{22516449-B134-4658-B71A-93CC53EF4CD1}" dt="2021-09-01T12:59:43.467" v="25"/>
        <pc:sldMasterMkLst>
          <pc:docMk/>
          <pc:sldMasterMk cId="84084707" sldId="2147483687"/>
        </pc:sldMasterMkLst>
        <pc:sldLayoutChg chg="modSp mod">
          <pc:chgData name="Natale, Luigi" userId="0bb35f83-ebdf-4526-ae9a-c3e8393a1d1b" providerId="ADAL" clId="{22516449-B134-4658-B71A-93CC53EF4CD1}" dt="2021-09-01T12:59:43.467" v="25"/>
          <pc:sldLayoutMkLst>
            <pc:docMk/>
            <pc:sldMasterMk cId="84084707" sldId="2147483687"/>
            <pc:sldLayoutMk cId="2111774463" sldId="2147483688"/>
          </pc:sldLayoutMkLst>
          <pc:spChg chg="mod">
            <ac:chgData name="Natale, Luigi" userId="0bb35f83-ebdf-4526-ae9a-c3e8393a1d1b" providerId="ADAL" clId="{22516449-B134-4658-B71A-93CC53EF4CD1}" dt="2021-09-01T12:59:43.467" v="25"/>
            <ac:spMkLst>
              <pc:docMk/>
              <pc:sldMasterMk cId="84084707" sldId="2147483687"/>
              <pc:sldLayoutMk cId="2111774463" sldId="2147483688"/>
              <ac:spMk id="8" creationId="{39337AFF-2B3D-43A8-B024-4B73D336750A}"/>
            </ac:spMkLst>
          </pc:spChg>
        </pc:sldLayoutChg>
        <pc:sldLayoutChg chg="delSp del mod">
          <pc:chgData name="Natale, Luigi" userId="0bb35f83-ebdf-4526-ae9a-c3e8393a1d1b" providerId="ADAL" clId="{22516449-B134-4658-B71A-93CC53EF4CD1}" dt="2021-09-01T12:59:10.957" v="19" actId="2696"/>
          <pc:sldLayoutMkLst>
            <pc:docMk/>
            <pc:sldMasterMk cId="84084707" sldId="2147483687"/>
            <pc:sldLayoutMk cId="1947882803" sldId="2147483689"/>
          </pc:sldLayoutMkLst>
          <pc:picChg chg="del">
            <ac:chgData name="Natale, Luigi" userId="0bb35f83-ebdf-4526-ae9a-c3e8393a1d1b" providerId="ADAL" clId="{22516449-B134-4658-B71A-93CC53EF4CD1}" dt="2021-09-01T12:59:08.721" v="17" actId="21"/>
            <ac:picMkLst>
              <pc:docMk/>
              <pc:sldMasterMk cId="84084707" sldId="2147483687"/>
              <pc:sldLayoutMk cId="1947882803" sldId="2147483689"/>
              <ac:picMk id="5" creationId="{2C852528-98ED-4EF8-94D2-65154EB73827}"/>
            </ac:picMkLst>
          </pc:picChg>
        </pc:sldLayoutChg>
        <pc:sldLayoutChg chg="del">
          <pc:chgData name="Natale, Luigi" userId="0bb35f83-ebdf-4526-ae9a-c3e8393a1d1b" providerId="ADAL" clId="{22516449-B134-4658-B71A-93CC53EF4CD1}" dt="2021-09-01T12:58:57.541" v="14" actId="2696"/>
          <pc:sldLayoutMkLst>
            <pc:docMk/>
            <pc:sldMasterMk cId="84084707" sldId="2147483687"/>
            <pc:sldLayoutMk cId="425785" sldId="2147483690"/>
          </pc:sldLayoutMkLst>
        </pc:sldLayoutChg>
        <pc:sldLayoutChg chg="addSp delSp modSp mod">
          <pc:chgData name="Natale, Luigi" userId="0bb35f83-ebdf-4526-ae9a-c3e8393a1d1b" providerId="ADAL" clId="{22516449-B134-4658-B71A-93CC53EF4CD1}" dt="2021-09-01T12:59:09.530" v="18"/>
          <pc:sldLayoutMkLst>
            <pc:docMk/>
            <pc:sldMasterMk cId="84084707" sldId="2147483687"/>
            <pc:sldLayoutMk cId="716280851" sldId="2147483691"/>
          </pc:sldLayoutMkLst>
          <pc:spChg chg="del">
            <ac:chgData name="Natale, Luigi" userId="0bb35f83-ebdf-4526-ae9a-c3e8393a1d1b" providerId="ADAL" clId="{22516449-B134-4658-B71A-93CC53EF4CD1}" dt="2021-09-01T12:59:00.346" v="15" actId="478"/>
            <ac:spMkLst>
              <pc:docMk/>
              <pc:sldMasterMk cId="84084707" sldId="2147483687"/>
              <pc:sldLayoutMk cId="716280851" sldId="2147483691"/>
              <ac:spMk id="9" creationId="{00000000-0000-0000-0000-000000000000}"/>
            </ac:spMkLst>
          </pc:spChg>
          <pc:spChg chg="del">
            <ac:chgData name="Natale, Luigi" userId="0bb35f83-ebdf-4526-ae9a-c3e8393a1d1b" providerId="ADAL" clId="{22516449-B134-4658-B71A-93CC53EF4CD1}" dt="2021-09-01T12:59:00.346" v="15" actId="478"/>
            <ac:spMkLst>
              <pc:docMk/>
              <pc:sldMasterMk cId="84084707" sldId="2147483687"/>
              <pc:sldLayoutMk cId="716280851" sldId="2147483691"/>
              <ac:spMk id="10" creationId="{00000000-0000-0000-0000-000000000000}"/>
            </ac:spMkLst>
          </pc:spChg>
          <pc:picChg chg="add mod">
            <ac:chgData name="Natale, Luigi" userId="0bb35f83-ebdf-4526-ae9a-c3e8393a1d1b" providerId="ADAL" clId="{22516449-B134-4658-B71A-93CC53EF4CD1}" dt="2021-09-01T12:59:09.530" v="18"/>
            <ac:picMkLst>
              <pc:docMk/>
              <pc:sldMasterMk cId="84084707" sldId="2147483687"/>
              <pc:sldLayoutMk cId="716280851" sldId="2147483691"/>
              <ac:picMk id="4" creationId="{8BFEE766-4F49-43AA-A3F1-CCE1D043C114}"/>
            </ac:picMkLst>
          </pc:picChg>
        </pc:sldLayoutChg>
        <pc:sldLayoutChg chg="delSp mod">
          <pc:chgData name="Natale, Luigi" userId="0bb35f83-ebdf-4526-ae9a-c3e8393a1d1b" providerId="ADAL" clId="{22516449-B134-4658-B71A-93CC53EF4CD1}" dt="2021-09-01T12:59:02.393" v="16" actId="478"/>
          <pc:sldLayoutMkLst>
            <pc:docMk/>
            <pc:sldMasterMk cId="84084707" sldId="2147483687"/>
            <pc:sldLayoutMk cId="4249727342" sldId="2147483692"/>
          </pc:sldLayoutMkLst>
          <pc:spChg chg="del">
            <ac:chgData name="Natale, Luigi" userId="0bb35f83-ebdf-4526-ae9a-c3e8393a1d1b" providerId="ADAL" clId="{22516449-B134-4658-B71A-93CC53EF4CD1}" dt="2021-09-01T12:59:02.393" v="16" actId="478"/>
            <ac:spMkLst>
              <pc:docMk/>
              <pc:sldMasterMk cId="84084707" sldId="2147483687"/>
              <pc:sldLayoutMk cId="4249727342" sldId="2147483692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22516449-B134-4658-B71A-93CC53EF4CD1}" dt="2021-09-01T12:59:02.393" v="16" actId="478"/>
            <ac:spMkLst>
              <pc:docMk/>
              <pc:sldMasterMk cId="84084707" sldId="2147483687"/>
              <pc:sldLayoutMk cId="4249727342" sldId="2147483692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22516449-B134-4658-B71A-93CC53EF4CD1}" dt="2021-09-01T12:59:02.393" v="16" actId="478"/>
            <ac:spMkLst>
              <pc:docMk/>
              <pc:sldMasterMk cId="84084707" sldId="2147483687"/>
              <pc:sldLayoutMk cId="4249727342" sldId="2147483692"/>
              <ac:spMk id="61" creationId="{00000000-0000-0000-0000-000000000000}"/>
            </ac:spMkLst>
          </pc:spChg>
        </pc:sldLayoutChg>
      </pc:sldMasterChg>
    </pc:docChg>
  </pc:docChgLst>
  <pc:docChgLst>
    <pc:chgData name="Massimo Orazio Spata" userId="cc365b76-c41f-4401-a5bc-1d5b99d6e750" providerId="ADAL" clId="{0A28CAC8-8088-405C-B3AF-A9472D301B8D}"/>
    <pc:docChg chg="modSld">
      <pc:chgData name="Massimo Orazio Spata" userId="cc365b76-c41f-4401-a5bc-1d5b99d6e750" providerId="ADAL" clId="{0A28CAC8-8088-405C-B3AF-A9472D301B8D}" dt="2023-02-01T10:13:49.492" v="1" actId="1076"/>
      <pc:docMkLst>
        <pc:docMk/>
      </pc:docMkLst>
      <pc:sldChg chg="addSp modSp mod">
        <pc:chgData name="Massimo Orazio Spata" userId="cc365b76-c41f-4401-a5bc-1d5b99d6e750" providerId="ADAL" clId="{0A28CAC8-8088-405C-B3AF-A9472D301B8D}" dt="2023-02-01T10:13:49.492" v="1" actId="1076"/>
        <pc:sldMkLst>
          <pc:docMk/>
          <pc:sldMk cId="0" sldId="286"/>
        </pc:sldMkLst>
        <pc:spChg chg="add mod">
          <ac:chgData name="Massimo Orazio Spata" userId="cc365b76-c41f-4401-a5bc-1d5b99d6e750" providerId="ADAL" clId="{0A28CAC8-8088-405C-B3AF-A9472D301B8D}" dt="2023-02-01T10:13:49.492" v="1" actId="1076"/>
          <ac:spMkLst>
            <pc:docMk/>
            <pc:sldMk cId="0" sldId="286"/>
            <ac:spMk id="5" creationId="{B7794ECC-2E3A-409D-A656-CFCB111E12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Fai clic per spostare la diapositiva</a:t>
            </a: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2000" b="0" strike="noStrike" spc="-1">
                <a:latin typeface="Arial"/>
              </a:rPr>
              <a:t>Fai clic per modificare il formato delle note</a:t>
            </a:r>
          </a:p>
        </p:txBody>
      </p:sp>
      <p:sp>
        <p:nvSpPr>
          <p:cNvPr id="1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&lt;intestazione&gt;</a:t>
            </a:r>
          </a:p>
        </p:txBody>
      </p:sp>
      <p:sp>
        <p:nvSpPr>
          <p:cNvPr id="140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&lt;data/ora&gt;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&lt;piè di pagina&gt;</a:t>
            </a:r>
          </a:p>
        </p:txBody>
      </p:sp>
      <p:sp>
        <p:nvSpPr>
          <p:cNvPr id="142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4170674C-11FF-44D8-BA3F-0F598835A60A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15. Eccezioni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11177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2">
            <a:extLst>
              <a:ext uri="{FF2B5EF4-FFF2-40B4-BE49-F238E27FC236}">
                <a16:creationId xmlns:a16="http://schemas.microsoft.com/office/drawing/2014/main" id="{8BFEE766-4F49-43AA-A3F1-CCE1D043C114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716280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727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5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08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1" r:id="rId2"/>
    <p:sldLayoutId id="214748369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15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Eccezioni</a:t>
            </a:r>
            <a:endParaRPr lang="it-IT" sz="4000" b="1" strike="noStrike" spc="-100" dirty="0">
              <a:solidFill>
                <a:srgbClr val="E21A24"/>
              </a:solidFill>
              <a:latin typeface="Calibri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716000" y="4581000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2"/>
          <p:cNvSpPr/>
          <p:nvPr/>
        </p:nvSpPr>
        <p:spPr>
          <a:xfrm>
            <a:off x="316440" y="1717200"/>
            <a:ext cx="8657640" cy="458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00058"/>
              <a:buBlip>
                <a:blip r:embed="rId2"/>
              </a:buBlip>
            </a:pPr>
            <a:r>
              <a:rPr lang="it-IT" sz="2800" b="0" strike="noStrike" spc="-1">
                <a:solidFill>
                  <a:srgbClr val="000000"/>
                </a:solidFill>
                <a:latin typeface="Arial"/>
                <a:ea typeface="SimSun"/>
              </a:rPr>
              <a:t>condizioni d’errore che dovrebbero attivare procedure di segnalamento dell’errore intercorso.</a:t>
            </a:r>
            <a:endParaRPr lang="it-IT" sz="28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00058"/>
              <a:buBlip>
                <a:blip r:embed="rId2"/>
              </a:buBlip>
            </a:pPr>
            <a:r>
              <a:rPr lang="it-IT" sz="2800" b="0" strike="noStrike" spc="-1">
                <a:solidFill>
                  <a:srgbClr val="000000"/>
                </a:solidFill>
                <a:latin typeface="Arial"/>
                <a:ea typeface="SimSun"/>
              </a:rPr>
              <a:t>esempi tipici sono l’esaurimento del segmento di memoria, divisioni per zero ecc</a:t>
            </a:r>
            <a:endParaRPr lang="it-IT" sz="28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00058"/>
              <a:buBlip>
                <a:blip r:embed="rId2"/>
              </a:buBlip>
            </a:pPr>
            <a:r>
              <a:rPr lang="it-IT" sz="2800" b="0" strike="noStrike" spc="-1">
                <a:solidFill>
                  <a:srgbClr val="000000"/>
                </a:solidFill>
                <a:latin typeface="Arial"/>
                <a:ea typeface="SimSun"/>
              </a:rPr>
              <a:t>l’idea è quella di interrompere l’esecuzione del programma al presentarsi dell’eccezione, consentendo così l’attivazione di procedure definite dal programmatore per segnalare il problema e tentare di recuperare le condizioni di normale funzionamento.</a:t>
            </a:r>
            <a:endParaRPr lang="it-IT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it-IT" sz="28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7FD02AFB-8625-4C3A-ADE5-D1265AD81C6E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eccezioni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/>
          <p:nvPr/>
        </p:nvSpPr>
        <p:spPr>
          <a:xfrm>
            <a:off x="316440" y="1717200"/>
            <a:ext cx="8657640" cy="458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40024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il codice che gestisce un problema non è lo stesso che lo rileva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40024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questo tipo di separazione costituisce un firewall fra le applicazioni e le librerie</a:t>
            </a:r>
            <a:endParaRPr lang="it-IT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it-IT" sz="2000" b="0" strike="noStrike" spc="-1" dirty="0">
              <a:latin typeface="Arial"/>
            </a:endParaRPr>
          </a:p>
        </p:txBody>
      </p:sp>
      <p:pic>
        <p:nvPicPr>
          <p:cNvPr id="149" name="Immagine 148"/>
          <p:cNvPicPr/>
          <p:nvPr/>
        </p:nvPicPr>
        <p:blipFill>
          <a:blip r:embed="rId3"/>
          <a:stretch/>
        </p:blipFill>
        <p:spPr>
          <a:xfrm>
            <a:off x="0" y="2842920"/>
            <a:ext cx="9143640" cy="3277080"/>
          </a:xfrm>
          <a:prstGeom prst="rect">
            <a:avLst/>
          </a:prstGeom>
          <a:ln w="0"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D449ECA4-A08D-41D8-A965-BC2845E40BBE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sistema firewall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Shape 3"/>
          <p:cNvSpPr/>
          <p:nvPr/>
        </p:nvSpPr>
        <p:spPr>
          <a:xfrm>
            <a:off x="316440" y="1717200"/>
            <a:ext cx="8657640" cy="458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40024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tre nuove parole riservate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try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,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throw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 e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catch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:</a:t>
            </a:r>
            <a:endParaRPr lang="it-IT" sz="20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try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  un blocco per rilevare le eccezioni</a:t>
            </a:r>
            <a:endParaRPr lang="it-IT" sz="20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catch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 un manipolatore per catturare le eccezioni dei blocchi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try</a:t>
            </a:r>
            <a:endParaRPr lang="it-IT" sz="2000" b="0" strike="noStrike" spc="-1"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throw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 espressione per sollevare eccezioni</a:t>
            </a:r>
            <a:endParaRPr lang="it-IT" sz="20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SzPct val="140024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passi:</a:t>
            </a:r>
            <a:endParaRPr lang="it-IT" sz="20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Char char="•"/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1. il programmatore tenta (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try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 ) un’operazione per anticipare gli errori</a:t>
            </a:r>
            <a:endParaRPr lang="it-IT" sz="20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Char char="•"/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2. quando la procedura anticipa un errore lancia (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throw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 ) un’eccezione</a:t>
            </a:r>
            <a:endParaRPr lang="it-IT" sz="2000" b="0" strike="noStrike" spc="-1">
              <a:latin typeface="Arial"/>
            </a:endParaRPr>
          </a:p>
          <a:p>
            <a:pPr marL="306000" indent="-270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Char char="•"/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3. qualcuno interessato a quella condizione di errore (per eliminarlo o bypassarlo) anticiperà l’errore e catturerà ( 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catch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 ) l’eccezione sollevata.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847572BA-95E1-45B1-A37D-1A7F42B67523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Immagine 151"/>
          <p:cNvPicPr/>
          <p:nvPr/>
        </p:nvPicPr>
        <p:blipFill>
          <a:blip r:embed="rId2"/>
          <a:stretch/>
        </p:blipFill>
        <p:spPr>
          <a:xfrm>
            <a:off x="74880" y="720000"/>
            <a:ext cx="5505120" cy="5390640"/>
          </a:xfrm>
          <a:prstGeom prst="rect">
            <a:avLst/>
          </a:prstGeom>
          <a:ln w="0"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A5C8EBD8-5559-4805-A491-DCCF1A0B1DEC}"/>
              </a:ext>
            </a:extLst>
          </p:cNvPr>
          <p:cNvSpPr/>
          <p:nvPr/>
        </p:nvSpPr>
        <p:spPr>
          <a:xfrm>
            <a:off x="4572000" y="836613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Immagine 153"/>
          <p:cNvPicPr/>
          <p:nvPr/>
        </p:nvPicPr>
        <p:blipFill>
          <a:blip r:embed="rId2"/>
          <a:stretch/>
        </p:blipFill>
        <p:spPr>
          <a:xfrm>
            <a:off x="180000" y="540000"/>
            <a:ext cx="7009920" cy="5886000"/>
          </a:xfrm>
          <a:prstGeom prst="rect">
            <a:avLst/>
          </a:prstGeom>
          <a:ln w="0"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4DCC5A43-9CB3-4A1B-B2A2-EAA47843410C}"/>
              </a:ext>
            </a:extLst>
          </p:cNvPr>
          <p:cNvSpPr/>
          <p:nvPr/>
        </p:nvSpPr>
        <p:spPr>
          <a:xfrm>
            <a:off x="4572000" y="836613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magine 155"/>
          <p:cNvPicPr/>
          <p:nvPr/>
        </p:nvPicPr>
        <p:blipFill>
          <a:blip r:embed="rId2"/>
          <a:stretch/>
        </p:blipFill>
        <p:spPr>
          <a:xfrm>
            <a:off x="180000" y="540000"/>
            <a:ext cx="7009920" cy="588600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D64B5D9F-B3A5-486D-AEAA-33CA7A084B44}"/>
              </a:ext>
            </a:extLst>
          </p:cNvPr>
          <p:cNvSpPr/>
          <p:nvPr/>
        </p:nvSpPr>
        <p:spPr>
          <a:xfrm>
            <a:off x="4572000" y="836613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3977F1-A933-4550-8126-9EC35A64BEA6}"/>
</file>

<file path=customXml/itemProps2.xml><?xml version="1.0" encoding="utf-8"?>
<ds:datastoreItem xmlns:ds="http://schemas.openxmlformats.org/officeDocument/2006/customXml" ds:itemID="{356FEE37-3F31-41D8-B1DE-53D17C5FF79F}"/>
</file>

<file path=customXml/itemProps3.xml><?xml version="1.0" encoding="utf-8"?>
<ds:datastoreItem xmlns:ds="http://schemas.openxmlformats.org/officeDocument/2006/customXml" ds:itemID="{9761F2B9-50FA-40D2-AD29-F4DE6B2A288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187</Words>
  <Application>Microsoft Office PowerPoint</Application>
  <PresentationFormat>Presentazione su schermo (4:3)</PresentationFormat>
  <Paragraphs>24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4" baseType="lpstr">
      <vt:lpstr>Arial</vt:lpstr>
      <vt:lpstr>Calibri</vt:lpstr>
      <vt:lpstr>Courier New</vt:lpstr>
      <vt:lpstr>Tahoma</vt:lpstr>
      <vt:lpstr>Times New Roman</vt:lpstr>
      <vt:lpstr>Wingdings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337</cp:revision>
  <cp:lastPrinted>1999-03-05T00:48:02Z</cp:lastPrinted>
  <dcterms:created xsi:type="dcterms:W3CDTF">1999-01-19T02:07:12Z</dcterms:created>
  <dcterms:modified xsi:type="dcterms:W3CDTF">2023-02-01T10:13:51Z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0</vt:r8>
  </property>
  <property fmtid="{D5CDD505-2E9C-101B-9397-08002B2CF9AE}" pid="6" name="Notes">
    <vt:r8>1</vt:r8>
  </property>
  <property fmtid="{D5CDD505-2E9C-101B-9397-08002B2CF9AE}" pid="7" name="PresentationFormat">
    <vt:lpwstr>Presentazione su schermo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2</vt:r8>
  </property>
  <property fmtid="{D5CDD505-2E9C-101B-9397-08002B2CF9AE}" pid="11" name="ContentTypeId">
    <vt:lpwstr>0x010100CD9CE4ACF4375A4C8C0602FFE49177BE</vt:lpwstr>
  </property>
</Properties>
</file>