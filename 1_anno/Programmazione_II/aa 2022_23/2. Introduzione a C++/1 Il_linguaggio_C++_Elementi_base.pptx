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customXml/itemProps2.xml" ContentType="application/vnd.openxmlformats-officedocument.customXmlProperties+xml"/>
  <Override PartName="/customXml/itemProps1.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7" r:id="rId1"/>
  </p:sldMasterIdLst>
  <p:notesMasterIdLst>
    <p:notesMasterId r:id="rId18"/>
  </p:notesMasterIdLst>
  <p:sldIdLst>
    <p:sldId id="272"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90038"/>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guide id="3" orient="horz" pos="799" userDrawn="1">
          <p15:clr>
            <a:srgbClr val="A4A3A4"/>
          </p15:clr>
        </p15:guide>
        <p15:guide id="4" orient="horz" pos="300" userDrawn="1">
          <p15:clr>
            <a:srgbClr val="A4A3A4"/>
          </p15:clr>
        </p15:guide>
        <p15:guide id="5" pos="4876" userDrawn="1">
          <p15:clr>
            <a:srgbClr val="A4A3A4"/>
          </p15:clr>
        </p15:guide>
        <p15:guide id="6" pos="8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howGuides="1">
      <p:cViewPr varScale="1">
        <p:scale>
          <a:sx n="86" d="100"/>
          <a:sy n="86" d="100"/>
        </p:scale>
        <p:origin x="1113" y="30"/>
      </p:cViewPr>
      <p:guideLst>
        <p:guide orient="horz" pos="2160"/>
        <p:guide pos="2880"/>
        <p:guide orient="horz" pos="799"/>
        <p:guide orient="horz" pos="300"/>
        <p:guide pos="4876"/>
        <p:guide pos="884"/>
      </p:guideLst>
    </p:cSldViewPr>
  </p:slideViewPr>
  <p:notesTextViewPr>
    <p:cViewPr>
      <p:scale>
        <a:sx n="1" d="1"/>
        <a:sy n="1" d="1"/>
      </p:scale>
      <p:origin x="0" y="0"/>
    </p:cViewPr>
  </p:notesTextViewPr>
  <p:gridSpacing cx="72000" cy="720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customXml" Target="../customXml/item3.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customXml" Target="../customXml/item2.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customXml" Target="../customXml/item1.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ssimo Orazio Spata" userId="cc365b76-c41f-4401-a5bc-1d5b99d6e750" providerId="ADAL" clId="{C2420D3F-DDC9-4A69-8296-DE0B641C2B66}"/>
    <pc:docChg chg="modSld">
      <pc:chgData name="Massimo Orazio Spata" userId="cc365b76-c41f-4401-a5bc-1d5b99d6e750" providerId="ADAL" clId="{C2420D3F-DDC9-4A69-8296-DE0B641C2B66}" dt="2023-02-01T10:06:26.656" v="1" actId="1076"/>
      <pc:docMkLst>
        <pc:docMk/>
      </pc:docMkLst>
      <pc:sldChg chg="addSp modSp mod">
        <pc:chgData name="Massimo Orazio Spata" userId="cc365b76-c41f-4401-a5bc-1d5b99d6e750" providerId="ADAL" clId="{C2420D3F-DDC9-4A69-8296-DE0B641C2B66}" dt="2023-02-01T10:06:26.656" v="1" actId="1076"/>
        <pc:sldMkLst>
          <pc:docMk/>
          <pc:sldMk cId="0" sldId="272"/>
        </pc:sldMkLst>
        <pc:spChg chg="add mod">
          <ac:chgData name="Massimo Orazio Spata" userId="cc365b76-c41f-4401-a5bc-1d5b99d6e750" providerId="ADAL" clId="{C2420D3F-DDC9-4A69-8296-DE0B641C2B66}" dt="2023-02-01T10:06:26.656" v="1" actId="1076"/>
          <ac:spMkLst>
            <pc:docMk/>
            <pc:sldMk cId="0" sldId="272"/>
            <ac:spMk id="5" creationId="{B7794ECC-2E3A-409D-A656-CFCB111E127F}"/>
          </ac:spMkLst>
        </pc:spChg>
      </pc:sldChg>
    </pc:docChg>
  </pc:docChgLst>
  <pc:docChgLst>
    <pc:chgData name="Natale, Luigi" userId="0bb35f83-ebdf-4526-ae9a-c3e8393a1d1b" providerId="ADAL" clId="{D895050E-8F73-417E-A9AA-37F4DA3BDA21}"/>
    <pc:docChg chg="undo custSel addSld delSld modSld modMainMaster">
      <pc:chgData name="Natale, Luigi" userId="0bb35f83-ebdf-4526-ae9a-c3e8393a1d1b" providerId="ADAL" clId="{D895050E-8F73-417E-A9AA-37F4DA3BDA21}" dt="2021-09-01T09:30:23.808" v="132" actId="20577"/>
      <pc:docMkLst>
        <pc:docMk/>
      </pc:docMkLst>
      <pc:sldChg chg="del mod chgLayout modNotes">
        <pc:chgData name="Natale, Luigi" userId="0bb35f83-ebdf-4526-ae9a-c3e8393a1d1b" providerId="ADAL" clId="{D895050E-8F73-417E-A9AA-37F4DA3BDA21}" dt="2021-08-26T09:18:27.809" v="40" actId="47"/>
        <pc:sldMkLst>
          <pc:docMk/>
          <pc:sldMk cId="0" sldId="256"/>
        </pc:sldMkLst>
      </pc:sldChg>
      <pc:sldChg chg="modSp mod modClrScheme chgLayout">
        <pc:chgData name="Natale, Luigi" userId="0bb35f83-ebdf-4526-ae9a-c3e8393a1d1b" providerId="ADAL" clId="{D895050E-8F73-417E-A9AA-37F4DA3BDA21}" dt="2021-08-26T09:23:49.080" v="119" actId="14100"/>
        <pc:sldMkLst>
          <pc:docMk/>
          <pc:sldMk cId="0" sldId="257"/>
        </pc:sldMkLst>
        <pc:spChg chg="mod">
          <ac:chgData name="Natale, Luigi" userId="0bb35f83-ebdf-4526-ae9a-c3e8393a1d1b" providerId="ADAL" clId="{D895050E-8F73-417E-A9AA-37F4DA3BDA21}" dt="2021-08-26T09:23:49.080" v="119" actId="14100"/>
          <ac:spMkLst>
            <pc:docMk/>
            <pc:sldMk cId="0" sldId="257"/>
            <ac:spMk id="145" creationId="{00000000-0000-0000-0000-000000000000}"/>
          </ac:spMkLst>
        </pc:spChg>
        <pc:spChg chg="mod">
          <ac:chgData name="Natale, Luigi" userId="0bb35f83-ebdf-4526-ae9a-c3e8393a1d1b" providerId="ADAL" clId="{D895050E-8F73-417E-A9AA-37F4DA3BDA21}" dt="2021-08-26T09:16:28.250" v="28" actId="1076"/>
          <ac:spMkLst>
            <pc:docMk/>
            <pc:sldMk cId="0" sldId="257"/>
            <ac:spMk id="147" creationId="{00000000-0000-0000-0000-000000000000}"/>
          </ac:spMkLst>
        </pc:spChg>
        <pc:picChg chg="mod ord">
          <ac:chgData name="Natale, Luigi" userId="0bb35f83-ebdf-4526-ae9a-c3e8393a1d1b" providerId="ADAL" clId="{D895050E-8F73-417E-A9AA-37F4DA3BDA21}" dt="2021-08-26T09:16:33.553" v="30" actId="1038"/>
          <ac:picMkLst>
            <pc:docMk/>
            <pc:sldMk cId="0" sldId="257"/>
            <ac:picMk id="146" creationId="{00000000-0000-0000-0000-000000000000}"/>
          </ac:picMkLst>
        </pc:picChg>
      </pc:sldChg>
      <pc:sldChg chg="modSp mod modClrScheme chgLayout">
        <pc:chgData name="Natale, Luigi" userId="0bb35f83-ebdf-4526-ae9a-c3e8393a1d1b" providerId="ADAL" clId="{D895050E-8F73-417E-A9AA-37F4DA3BDA21}" dt="2021-08-26T09:23:55.144" v="120" actId="14100"/>
        <pc:sldMkLst>
          <pc:docMk/>
          <pc:sldMk cId="0" sldId="258"/>
        </pc:sldMkLst>
        <pc:spChg chg="mod">
          <ac:chgData name="Natale, Luigi" userId="0bb35f83-ebdf-4526-ae9a-c3e8393a1d1b" providerId="ADAL" clId="{D895050E-8F73-417E-A9AA-37F4DA3BDA21}" dt="2021-08-26T09:23:55.144" v="120" actId="14100"/>
          <ac:spMkLst>
            <pc:docMk/>
            <pc:sldMk cId="0" sldId="258"/>
            <ac:spMk id="149" creationId="{00000000-0000-0000-0000-000000000000}"/>
          </ac:spMkLst>
        </pc:spChg>
      </pc:sldChg>
      <pc:sldChg chg="modSp mod modClrScheme chgLayout">
        <pc:chgData name="Natale, Luigi" userId="0bb35f83-ebdf-4526-ae9a-c3e8393a1d1b" providerId="ADAL" clId="{D895050E-8F73-417E-A9AA-37F4DA3BDA21}" dt="2021-08-26T09:18:54.572" v="47" actId="108"/>
        <pc:sldMkLst>
          <pc:docMk/>
          <pc:sldMk cId="0" sldId="259"/>
        </pc:sldMkLst>
        <pc:spChg chg="mod">
          <ac:chgData name="Natale, Luigi" userId="0bb35f83-ebdf-4526-ae9a-c3e8393a1d1b" providerId="ADAL" clId="{D895050E-8F73-417E-A9AA-37F4DA3BDA21}" dt="2021-08-26T09:18:54.572" v="47" actId="108"/>
          <ac:spMkLst>
            <pc:docMk/>
            <pc:sldMk cId="0" sldId="259"/>
            <ac:spMk id="151" creationId="{00000000-0000-0000-0000-000000000000}"/>
          </ac:spMkLst>
        </pc:spChg>
      </pc:sldChg>
      <pc:sldChg chg="modSp mod modClrScheme chgLayout">
        <pc:chgData name="Natale, Luigi" userId="0bb35f83-ebdf-4526-ae9a-c3e8393a1d1b" providerId="ADAL" clId="{D895050E-8F73-417E-A9AA-37F4DA3BDA21}" dt="2021-08-26T09:19:40.130" v="57" actId="14100"/>
        <pc:sldMkLst>
          <pc:docMk/>
          <pc:sldMk cId="0" sldId="260"/>
        </pc:sldMkLst>
        <pc:spChg chg="mod">
          <ac:chgData name="Natale, Luigi" userId="0bb35f83-ebdf-4526-ae9a-c3e8393a1d1b" providerId="ADAL" clId="{D895050E-8F73-417E-A9AA-37F4DA3BDA21}" dt="2021-08-26T09:19:40.130" v="57" actId="14100"/>
          <ac:spMkLst>
            <pc:docMk/>
            <pc:sldMk cId="0" sldId="260"/>
            <ac:spMk id="153" creationId="{00000000-0000-0000-0000-000000000000}"/>
          </ac:spMkLst>
        </pc:spChg>
      </pc:sldChg>
      <pc:sldChg chg="modSp mod modClrScheme chgLayout">
        <pc:chgData name="Natale, Luigi" userId="0bb35f83-ebdf-4526-ae9a-c3e8393a1d1b" providerId="ADAL" clId="{D895050E-8F73-417E-A9AA-37F4DA3BDA21}" dt="2021-08-26T09:20:05.389" v="63" actId="14100"/>
        <pc:sldMkLst>
          <pc:docMk/>
          <pc:sldMk cId="0" sldId="261"/>
        </pc:sldMkLst>
        <pc:spChg chg="mod">
          <ac:chgData name="Natale, Luigi" userId="0bb35f83-ebdf-4526-ae9a-c3e8393a1d1b" providerId="ADAL" clId="{D895050E-8F73-417E-A9AA-37F4DA3BDA21}" dt="2021-08-26T09:20:05.389" v="63" actId="14100"/>
          <ac:spMkLst>
            <pc:docMk/>
            <pc:sldMk cId="0" sldId="261"/>
            <ac:spMk id="155" creationId="{00000000-0000-0000-0000-000000000000}"/>
          </ac:spMkLst>
        </pc:spChg>
      </pc:sldChg>
      <pc:sldChg chg="modSp mod modClrScheme chgLayout">
        <pc:chgData name="Natale, Luigi" userId="0bb35f83-ebdf-4526-ae9a-c3e8393a1d1b" providerId="ADAL" clId="{D895050E-8F73-417E-A9AA-37F4DA3BDA21}" dt="2021-08-26T09:20:26.347" v="68" actId="14100"/>
        <pc:sldMkLst>
          <pc:docMk/>
          <pc:sldMk cId="0" sldId="262"/>
        </pc:sldMkLst>
        <pc:spChg chg="mod">
          <ac:chgData name="Natale, Luigi" userId="0bb35f83-ebdf-4526-ae9a-c3e8393a1d1b" providerId="ADAL" clId="{D895050E-8F73-417E-A9AA-37F4DA3BDA21}" dt="2021-08-26T09:20:26.347" v="68" actId="14100"/>
          <ac:spMkLst>
            <pc:docMk/>
            <pc:sldMk cId="0" sldId="262"/>
            <ac:spMk id="157" creationId="{00000000-0000-0000-0000-000000000000}"/>
          </ac:spMkLst>
        </pc:spChg>
      </pc:sldChg>
      <pc:sldChg chg="modSp mod modClrScheme chgLayout">
        <pc:chgData name="Natale, Luigi" userId="0bb35f83-ebdf-4526-ae9a-c3e8393a1d1b" providerId="ADAL" clId="{D895050E-8F73-417E-A9AA-37F4DA3BDA21}" dt="2021-08-26T09:20:46.578" v="74" actId="14100"/>
        <pc:sldMkLst>
          <pc:docMk/>
          <pc:sldMk cId="0" sldId="263"/>
        </pc:sldMkLst>
        <pc:spChg chg="mod">
          <ac:chgData name="Natale, Luigi" userId="0bb35f83-ebdf-4526-ae9a-c3e8393a1d1b" providerId="ADAL" clId="{D895050E-8F73-417E-A9AA-37F4DA3BDA21}" dt="2021-08-26T09:20:46.578" v="74" actId="14100"/>
          <ac:spMkLst>
            <pc:docMk/>
            <pc:sldMk cId="0" sldId="263"/>
            <ac:spMk id="159" creationId="{00000000-0000-0000-0000-000000000000}"/>
          </ac:spMkLst>
        </pc:spChg>
      </pc:sldChg>
      <pc:sldChg chg="modSp mod modClrScheme chgLayout">
        <pc:chgData name="Natale, Luigi" userId="0bb35f83-ebdf-4526-ae9a-c3e8393a1d1b" providerId="ADAL" clId="{D895050E-8F73-417E-A9AA-37F4DA3BDA21}" dt="2021-08-26T09:21:46.276" v="79" actId="947"/>
        <pc:sldMkLst>
          <pc:docMk/>
          <pc:sldMk cId="0" sldId="264"/>
        </pc:sldMkLst>
        <pc:spChg chg="mod">
          <ac:chgData name="Natale, Luigi" userId="0bb35f83-ebdf-4526-ae9a-c3e8393a1d1b" providerId="ADAL" clId="{D895050E-8F73-417E-A9AA-37F4DA3BDA21}" dt="2021-08-26T09:21:46.276" v="79" actId="947"/>
          <ac:spMkLst>
            <pc:docMk/>
            <pc:sldMk cId="0" sldId="264"/>
            <ac:spMk id="162" creationId="{00000000-0000-0000-0000-000000000000}"/>
          </ac:spMkLst>
        </pc:spChg>
      </pc:sldChg>
      <pc:sldChg chg="modSp mod modClrScheme chgLayout">
        <pc:chgData name="Natale, Luigi" userId="0bb35f83-ebdf-4526-ae9a-c3e8393a1d1b" providerId="ADAL" clId="{D895050E-8F73-417E-A9AA-37F4DA3BDA21}" dt="2021-08-26T09:22:04.389" v="84" actId="14100"/>
        <pc:sldMkLst>
          <pc:docMk/>
          <pc:sldMk cId="0" sldId="265"/>
        </pc:sldMkLst>
        <pc:spChg chg="mod">
          <ac:chgData name="Natale, Luigi" userId="0bb35f83-ebdf-4526-ae9a-c3e8393a1d1b" providerId="ADAL" clId="{D895050E-8F73-417E-A9AA-37F4DA3BDA21}" dt="2021-08-26T09:22:04.389" v="84" actId="14100"/>
          <ac:spMkLst>
            <pc:docMk/>
            <pc:sldMk cId="0" sldId="265"/>
            <ac:spMk id="164" creationId="{00000000-0000-0000-0000-000000000000}"/>
          </ac:spMkLst>
        </pc:spChg>
      </pc:sldChg>
      <pc:sldChg chg="modSp mod modClrScheme chgLayout">
        <pc:chgData name="Natale, Luigi" userId="0bb35f83-ebdf-4526-ae9a-c3e8393a1d1b" providerId="ADAL" clId="{D895050E-8F73-417E-A9AA-37F4DA3BDA21}" dt="2021-08-26T09:22:17.167" v="90" actId="14100"/>
        <pc:sldMkLst>
          <pc:docMk/>
          <pc:sldMk cId="0" sldId="266"/>
        </pc:sldMkLst>
        <pc:spChg chg="mod">
          <ac:chgData name="Natale, Luigi" userId="0bb35f83-ebdf-4526-ae9a-c3e8393a1d1b" providerId="ADAL" clId="{D895050E-8F73-417E-A9AA-37F4DA3BDA21}" dt="2021-08-26T09:22:17.167" v="90" actId="14100"/>
          <ac:spMkLst>
            <pc:docMk/>
            <pc:sldMk cId="0" sldId="266"/>
            <ac:spMk id="166" creationId="{00000000-0000-0000-0000-000000000000}"/>
          </ac:spMkLst>
        </pc:spChg>
      </pc:sldChg>
      <pc:sldChg chg="modSp mod modClrScheme chgLayout">
        <pc:chgData name="Natale, Luigi" userId="0bb35f83-ebdf-4526-ae9a-c3e8393a1d1b" providerId="ADAL" clId="{D895050E-8F73-417E-A9AA-37F4DA3BDA21}" dt="2021-08-26T09:22:32.714" v="96" actId="14100"/>
        <pc:sldMkLst>
          <pc:docMk/>
          <pc:sldMk cId="0" sldId="267"/>
        </pc:sldMkLst>
        <pc:spChg chg="mod">
          <ac:chgData name="Natale, Luigi" userId="0bb35f83-ebdf-4526-ae9a-c3e8393a1d1b" providerId="ADAL" clId="{D895050E-8F73-417E-A9AA-37F4DA3BDA21}" dt="2021-08-26T09:22:32.714" v="96" actId="14100"/>
          <ac:spMkLst>
            <pc:docMk/>
            <pc:sldMk cId="0" sldId="267"/>
            <ac:spMk id="168" creationId="{00000000-0000-0000-0000-000000000000}"/>
          </ac:spMkLst>
        </pc:spChg>
      </pc:sldChg>
      <pc:sldChg chg="modSp mod modClrScheme chgLayout">
        <pc:chgData name="Natale, Luigi" userId="0bb35f83-ebdf-4526-ae9a-c3e8393a1d1b" providerId="ADAL" clId="{D895050E-8F73-417E-A9AA-37F4DA3BDA21}" dt="2021-08-26T09:22:47.869" v="102" actId="20577"/>
        <pc:sldMkLst>
          <pc:docMk/>
          <pc:sldMk cId="0" sldId="268"/>
        </pc:sldMkLst>
        <pc:spChg chg="mod">
          <ac:chgData name="Natale, Luigi" userId="0bb35f83-ebdf-4526-ae9a-c3e8393a1d1b" providerId="ADAL" clId="{D895050E-8F73-417E-A9AA-37F4DA3BDA21}" dt="2021-08-26T09:22:47.869" v="102" actId="20577"/>
          <ac:spMkLst>
            <pc:docMk/>
            <pc:sldMk cId="0" sldId="268"/>
            <ac:spMk id="170" creationId="{00000000-0000-0000-0000-000000000000}"/>
          </ac:spMkLst>
        </pc:spChg>
      </pc:sldChg>
      <pc:sldChg chg="modSp mod modClrScheme chgLayout">
        <pc:chgData name="Natale, Luigi" userId="0bb35f83-ebdf-4526-ae9a-c3e8393a1d1b" providerId="ADAL" clId="{D895050E-8F73-417E-A9AA-37F4DA3BDA21}" dt="2021-08-26T09:23:02.505" v="108" actId="14100"/>
        <pc:sldMkLst>
          <pc:docMk/>
          <pc:sldMk cId="0" sldId="269"/>
        </pc:sldMkLst>
        <pc:spChg chg="mod">
          <ac:chgData name="Natale, Luigi" userId="0bb35f83-ebdf-4526-ae9a-c3e8393a1d1b" providerId="ADAL" clId="{D895050E-8F73-417E-A9AA-37F4DA3BDA21}" dt="2021-08-26T09:23:02.505" v="108" actId="14100"/>
          <ac:spMkLst>
            <pc:docMk/>
            <pc:sldMk cId="0" sldId="269"/>
            <ac:spMk id="172" creationId="{00000000-0000-0000-0000-000000000000}"/>
          </ac:spMkLst>
        </pc:spChg>
      </pc:sldChg>
      <pc:sldChg chg="modSp mod modClrScheme chgLayout">
        <pc:chgData name="Natale, Luigi" userId="0bb35f83-ebdf-4526-ae9a-c3e8393a1d1b" providerId="ADAL" clId="{D895050E-8F73-417E-A9AA-37F4DA3BDA21}" dt="2021-08-26T09:23:13.275" v="113" actId="14100"/>
        <pc:sldMkLst>
          <pc:docMk/>
          <pc:sldMk cId="0" sldId="270"/>
        </pc:sldMkLst>
        <pc:spChg chg="mod">
          <ac:chgData name="Natale, Luigi" userId="0bb35f83-ebdf-4526-ae9a-c3e8393a1d1b" providerId="ADAL" clId="{D895050E-8F73-417E-A9AA-37F4DA3BDA21}" dt="2021-08-26T09:23:13.275" v="113" actId="14100"/>
          <ac:spMkLst>
            <pc:docMk/>
            <pc:sldMk cId="0" sldId="270"/>
            <ac:spMk id="174" creationId="{00000000-0000-0000-0000-000000000000}"/>
          </ac:spMkLst>
        </pc:spChg>
      </pc:sldChg>
      <pc:sldChg chg="modSp mod modClrScheme chgLayout">
        <pc:chgData name="Natale, Luigi" userId="0bb35f83-ebdf-4526-ae9a-c3e8393a1d1b" providerId="ADAL" clId="{D895050E-8F73-417E-A9AA-37F4DA3BDA21}" dt="2021-08-26T09:23:25.486" v="118" actId="14100"/>
        <pc:sldMkLst>
          <pc:docMk/>
          <pc:sldMk cId="0" sldId="271"/>
        </pc:sldMkLst>
        <pc:spChg chg="mod">
          <ac:chgData name="Natale, Luigi" userId="0bb35f83-ebdf-4526-ae9a-c3e8393a1d1b" providerId="ADAL" clId="{D895050E-8F73-417E-A9AA-37F4DA3BDA21}" dt="2021-08-26T09:23:25.486" v="118" actId="14100"/>
          <ac:spMkLst>
            <pc:docMk/>
            <pc:sldMk cId="0" sldId="271"/>
            <ac:spMk id="176" creationId="{00000000-0000-0000-0000-000000000000}"/>
          </ac:spMkLst>
        </pc:spChg>
      </pc:sldChg>
      <pc:sldChg chg="modSp add mod">
        <pc:chgData name="Natale, Luigi" userId="0bb35f83-ebdf-4526-ae9a-c3e8393a1d1b" providerId="ADAL" clId="{D895050E-8F73-417E-A9AA-37F4DA3BDA21}" dt="2021-08-26T09:18:18.600" v="39" actId="20577"/>
        <pc:sldMkLst>
          <pc:docMk/>
          <pc:sldMk cId="0" sldId="272"/>
        </pc:sldMkLst>
        <pc:spChg chg="mod">
          <ac:chgData name="Natale, Luigi" userId="0bb35f83-ebdf-4526-ae9a-c3e8393a1d1b" providerId="ADAL" clId="{D895050E-8F73-417E-A9AA-37F4DA3BDA21}" dt="2021-08-26T09:18:18.600" v="39" actId="20577"/>
          <ac:spMkLst>
            <pc:docMk/>
            <pc:sldMk cId="0" sldId="272"/>
            <ac:spMk id="104" creationId="{00000000-0000-0000-0000-000000000000}"/>
          </ac:spMkLst>
        </pc:spChg>
      </pc:sldChg>
      <pc:sldMasterChg chg="delSldLayout modSldLayout">
        <pc:chgData name="Natale, Luigi" userId="0bb35f83-ebdf-4526-ae9a-c3e8393a1d1b" providerId="ADAL" clId="{D895050E-8F73-417E-A9AA-37F4DA3BDA21}" dt="2021-09-01T09:30:23.808" v="132" actId="20577"/>
        <pc:sldMasterMkLst>
          <pc:docMk/>
          <pc:sldMasterMk cId="1658697853" sldId="2147483687"/>
        </pc:sldMasterMkLst>
        <pc:sldLayoutChg chg="modSp mod">
          <pc:chgData name="Natale, Luigi" userId="0bb35f83-ebdf-4526-ae9a-c3e8393a1d1b" providerId="ADAL" clId="{D895050E-8F73-417E-A9AA-37F4DA3BDA21}" dt="2021-09-01T09:30:23.808" v="132" actId="20577"/>
          <pc:sldLayoutMkLst>
            <pc:docMk/>
            <pc:sldMasterMk cId="1658697853" sldId="2147483687"/>
            <pc:sldLayoutMk cId="3919795067" sldId="2147483688"/>
          </pc:sldLayoutMkLst>
          <pc:spChg chg="mod">
            <ac:chgData name="Natale, Luigi" userId="0bb35f83-ebdf-4526-ae9a-c3e8393a1d1b" providerId="ADAL" clId="{D895050E-8F73-417E-A9AA-37F4DA3BDA21}" dt="2021-09-01T09:30:23.808" v="132" actId="20577"/>
            <ac:spMkLst>
              <pc:docMk/>
              <pc:sldMasterMk cId="1658697853" sldId="2147483687"/>
              <pc:sldLayoutMk cId="3919795067" sldId="2147483688"/>
              <ac:spMk id="2" creationId="{E6C5DABF-A162-4E21-A7CD-998BB30304B4}"/>
            </ac:spMkLst>
          </pc:spChg>
        </pc:sldLayoutChg>
        <pc:sldLayoutChg chg="del">
          <pc:chgData name="Natale, Luigi" userId="0bb35f83-ebdf-4526-ae9a-c3e8393a1d1b" providerId="ADAL" clId="{D895050E-8F73-417E-A9AA-37F4DA3BDA21}" dt="2021-08-26T09:17:43.326" v="35" actId="2696"/>
          <pc:sldLayoutMkLst>
            <pc:docMk/>
            <pc:sldMasterMk cId="1658697853" sldId="2147483687"/>
            <pc:sldLayoutMk cId="569595473" sldId="2147483689"/>
          </pc:sldLayoutMkLst>
        </pc:sldLayoutChg>
        <pc:sldLayoutChg chg="delSp mod">
          <pc:chgData name="Natale, Luigi" userId="0bb35f83-ebdf-4526-ae9a-c3e8393a1d1b" providerId="ADAL" clId="{D895050E-8F73-417E-A9AA-37F4DA3BDA21}" dt="2021-08-26T09:17:06.136" v="32" actId="478"/>
          <pc:sldLayoutMkLst>
            <pc:docMk/>
            <pc:sldMasterMk cId="1658697853" sldId="2147483687"/>
            <pc:sldLayoutMk cId="2423020174" sldId="2147483690"/>
          </pc:sldLayoutMkLst>
          <pc:spChg chg="del">
            <ac:chgData name="Natale, Luigi" userId="0bb35f83-ebdf-4526-ae9a-c3e8393a1d1b" providerId="ADAL" clId="{D895050E-8F73-417E-A9AA-37F4DA3BDA21}" dt="2021-08-26T09:17:06.136" v="32" actId="478"/>
            <ac:spMkLst>
              <pc:docMk/>
              <pc:sldMasterMk cId="1658697853" sldId="2147483687"/>
              <pc:sldLayoutMk cId="2423020174" sldId="2147483690"/>
              <ac:spMk id="59" creationId="{00000000-0000-0000-0000-000000000000}"/>
            </ac:spMkLst>
          </pc:spChg>
          <pc:spChg chg="del">
            <ac:chgData name="Natale, Luigi" userId="0bb35f83-ebdf-4526-ae9a-c3e8393a1d1b" providerId="ADAL" clId="{D895050E-8F73-417E-A9AA-37F4DA3BDA21}" dt="2021-08-26T09:17:06.136" v="32" actId="478"/>
            <ac:spMkLst>
              <pc:docMk/>
              <pc:sldMasterMk cId="1658697853" sldId="2147483687"/>
              <pc:sldLayoutMk cId="2423020174" sldId="2147483690"/>
              <ac:spMk id="60" creationId="{00000000-0000-0000-0000-000000000000}"/>
            </ac:spMkLst>
          </pc:spChg>
          <pc:spChg chg="del">
            <ac:chgData name="Natale, Luigi" userId="0bb35f83-ebdf-4526-ae9a-c3e8393a1d1b" providerId="ADAL" clId="{D895050E-8F73-417E-A9AA-37F4DA3BDA21}" dt="2021-08-26T09:17:06.136" v="32" actId="478"/>
            <ac:spMkLst>
              <pc:docMk/>
              <pc:sldMasterMk cId="1658697853" sldId="2147483687"/>
              <pc:sldLayoutMk cId="2423020174" sldId="2147483690"/>
              <ac:spMk id="61"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7" name="PlaceHolder 1"/>
          <p:cNvSpPr>
            <a:spLocks noGrp="1" noRot="1" noChangeAspect="1"/>
          </p:cNvSpPr>
          <p:nvPr>
            <p:ph type="sldImg"/>
          </p:nvPr>
        </p:nvSpPr>
        <p:spPr>
          <a:xfrm>
            <a:off x="216000" y="812520"/>
            <a:ext cx="7127280" cy="4008960"/>
          </a:xfrm>
          <a:prstGeom prst="rect">
            <a:avLst/>
          </a:prstGeom>
        </p:spPr>
        <p:txBody>
          <a:bodyPr lIns="0" tIns="0" rIns="0" bIns="0" anchor="ctr">
            <a:noAutofit/>
          </a:bodyPr>
          <a:lstStyle/>
          <a:p>
            <a:pPr algn="ctr"/>
            <a:r>
              <a:rPr lang="it-IT" sz="4400" b="0" strike="noStrike" spc="-1">
                <a:latin typeface="Arial"/>
              </a:rPr>
              <a:t>Click to move the slide</a:t>
            </a:r>
          </a:p>
        </p:txBody>
      </p:sp>
      <p:sp>
        <p:nvSpPr>
          <p:cNvPr id="138" name="PlaceHolder 2"/>
          <p:cNvSpPr>
            <a:spLocks noGrp="1"/>
          </p:cNvSpPr>
          <p:nvPr>
            <p:ph type="body"/>
          </p:nvPr>
        </p:nvSpPr>
        <p:spPr>
          <a:xfrm>
            <a:off x="756000" y="5078520"/>
            <a:ext cx="6047640" cy="4811040"/>
          </a:xfrm>
          <a:prstGeom prst="rect">
            <a:avLst/>
          </a:prstGeom>
        </p:spPr>
        <p:txBody>
          <a:bodyPr lIns="0" tIns="0" rIns="0" bIns="0">
            <a:noAutofit/>
          </a:bodyPr>
          <a:lstStyle/>
          <a:p>
            <a:r>
              <a:rPr lang="it-IT" sz="2000" b="0" strike="noStrike" spc="-1">
                <a:latin typeface="Arial"/>
              </a:rPr>
              <a:t>Click to edit the notes format</a:t>
            </a:r>
          </a:p>
        </p:txBody>
      </p:sp>
      <p:sp>
        <p:nvSpPr>
          <p:cNvPr id="139" name="PlaceHolder 3"/>
          <p:cNvSpPr>
            <a:spLocks noGrp="1"/>
          </p:cNvSpPr>
          <p:nvPr>
            <p:ph type="hdr"/>
          </p:nvPr>
        </p:nvSpPr>
        <p:spPr>
          <a:xfrm>
            <a:off x="0" y="0"/>
            <a:ext cx="3280680" cy="534240"/>
          </a:xfrm>
          <a:prstGeom prst="rect">
            <a:avLst/>
          </a:prstGeom>
        </p:spPr>
        <p:txBody>
          <a:bodyPr lIns="0" tIns="0" rIns="0" bIns="0">
            <a:noAutofit/>
          </a:bodyPr>
          <a:lstStyle/>
          <a:p>
            <a:r>
              <a:rPr lang="it-IT" sz="1400" b="0" strike="noStrike" spc="-1">
                <a:latin typeface="Times New Roman"/>
              </a:rPr>
              <a:t>&lt;header&gt;</a:t>
            </a:r>
          </a:p>
        </p:txBody>
      </p:sp>
      <p:sp>
        <p:nvSpPr>
          <p:cNvPr id="140" name="PlaceHolder 4"/>
          <p:cNvSpPr>
            <a:spLocks noGrp="1"/>
          </p:cNvSpPr>
          <p:nvPr>
            <p:ph type="dt"/>
          </p:nvPr>
        </p:nvSpPr>
        <p:spPr>
          <a:xfrm>
            <a:off x="4278960" y="0"/>
            <a:ext cx="3280680" cy="534240"/>
          </a:xfrm>
          <a:prstGeom prst="rect">
            <a:avLst/>
          </a:prstGeom>
        </p:spPr>
        <p:txBody>
          <a:bodyPr lIns="0" tIns="0" rIns="0" bIns="0">
            <a:noAutofit/>
          </a:bodyPr>
          <a:lstStyle/>
          <a:p>
            <a:pPr algn="r"/>
            <a:r>
              <a:rPr lang="it-IT" sz="1400" b="0" strike="noStrike" spc="-1">
                <a:latin typeface="Times New Roman"/>
              </a:rPr>
              <a:t>&lt;date/time&gt;</a:t>
            </a:r>
          </a:p>
        </p:txBody>
      </p:sp>
      <p:sp>
        <p:nvSpPr>
          <p:cNvPr id="141" name="PlaceHolder 5"/>
          <p:cNvSpPr>
            <a:spLocks noGrp="1"/>
          </p:cNvSpPr>
          <p:nvPr>
            <p:ph type="ftr"/>
          </p:nvPr>
        </p:nvSpPr>
        <p:spPr>
          <a:xfrm>
            <a:off x="0" y="10157400"/>
            <a:ext cx="3280680" cy="534240"/>
          </a:xfrm>
          <a:prstGeom prst="rect">
            <a:avLst/>
          </a:prstGeom>
        </p:spPr>
        <p:txBody>
          <a:bodyPr lIns="0" tIns="0" rIns="0" bIns="0" anchor="b">
            <a:noAutofit/>
          </a:bodyPr>
          <a:lstStyle/>
          <a:p>
            <a:r>
              <a:rPr lang="it-IT" sz="1400" b="0" strike="noStrike" spc="-1">
                <a:latin typeface="Times New Roman"/>
              </a:rPr>
              <a:t>&lt;footer&gt;</a:t>
            </a:r>
          </a:p>
        </p:txBody>
      </p:sp>
      <p:sp>
        <p:nvSpPr>
          <p:cNvPr id="142" name="PlaceHolder 6"/>
          <p:cNvSpPr>
            <a:spLocks noGrp="1"/>
          </p:cNvSpPr>
          <p:nvPr>
            <p:ph type="sldNum"/>
          </p:nvPr>
        </p:nvSpPr>
        <p:spPr>
          <a:xfrm>
            <a:off x="4278960" y="10157400"/>
            <a:ext cx="3280680" cy="534240"/>
          </a:xfrm>
          <a:prstGeom prst="rect">
            <a:avLst/>
          </a:prstGeom>
        </p:spPr>
        <p:txBody>
          <a:bodyPr lIns="0" tIns="0" rIns="0" bIns="0" anchor="b">
            <a:noAutofit/>
          </a:bodyPr>
          <a:lstStyle/>
          <a:p>
            <a:pPr algn="r"/>
            <a:fld id="{E979C883-66A2-4DE8-BA0D-641EF793B5EB}" type="slidenum">
              <a:rPr lang="it-IT" sz="1400" b="0" strike="noStrike" spc="-1">
                <a:latin typeface="Times New Roman"/>
              </a:rPr>
              <a:t>‹N›</a:t>
            </a:fld>
            <a:endParaRPr lang="it-IT" sz="1400" b="0" strike="noStrike" spc="-1">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 name="TextShape 1"/>
          <p:cNvSpPr txBox="1"/>
          <p:nvPr/>
        </p:nvSpPr>
        <p:spPr>
          <a:xfrm>
            <a:off x="3886200" y="8731080"/>
            <a:ext cx="2971440" cy="458280"/>
          </a:xfrm>
          <a:prstGeom prst="rect">
            <a:avLst/>
          </a:prstGeom>
          <a:noFill/>
          <a:ln>
            <a:noFill/>
          </a:ln>
        </p:spPr>
        <p:txBody>
          <a:bodyPr anchor="b">
            <a:noAutofit/>
          </a:bodyPr>
          <a:lstStyle/>
          <a:p>
            <a:pPr algn="r">
              <a:lnSpc>
                <a:spcPct val="100000"/>
              </a:lnSpc>
            </a:pPr>
            <a:fld id="{691A6927-7EC0-4837-8C9E-FE19125D3E56}" type="slidenum">
              <a:rPr lang="en-US" sz="1200" b="0" strike="noStrike" spc="-1">
                <a:solidFill>
                  <a:srgbClr val="000000"/>
                </a:solidFill>
                <a:latin typeface="Times New Roman"/>
              </a:rPr>
              <a:t>1</a:t>
            </a:fld>
            <a:endParaRPr lang="it-IT" sz="1200" b="0" strike="noStrike" spc="-1">
              <a:latin typeface="Times New Roman"/>
            </a:endParaRPr>
          </a:p>
        </p:txBody>
      </p:sp>
      <p:sp>
        <p:nvSpPr>
          <p:cNvPr id="168" name="PlaceHolder 2"/>
          <p:cNvSpPr>
            <a:spLocks noGrp="1" noRot="1" noChangeAspect="1"/>
          </p:cNvSpPr>
          <p:nvPr>
            <p:ph type="sldImg"/>
          </p:nvPr>
        </p:nvSpPr>
        <p:spPr>
          <a:xfrm>
            <a:off x="1131888" y="688975"/>
            <a:ext cx="4594225" cy="3446463"/>
          </a:xfrm>
          <a:prstGeom prst="rect">
            <a:avLst/>
          </a:prstGeom>
        </p:spPr>
      </p:sp>
      <p:sp>
        <p:nvSpPr>
          <p:cNvPr id="169" name="PlaceHolder 3"/>
          <p:cNvSpPr>
            <a:spLocks noGrp="1"/>
          </p:cNvSpPr>
          <p:nvPr>
            <p:ph type="body"/>
          </p:nvPr>
        </p:nvSpPr>
        <p:spPr>
          <a:xfrm>
            <a:off x="914400" y="4365720"/>
            <a:ext cx="5028840" cy="4134960"/>
          </a:xfrm>
          <a:prstGeom prst="rect">
            <a:avLst/>
          </a:prstGeom>
        </p:spPr>
        <p:txBody>
          <a:bodyPr>
            <a:noAutofit/>
          </a:bodyPr>
          <a:lstStyle/>
          <a:p>
            <a:endParaRPr lang="it-IT" sz="2000" b="0" strike="noStrike" spc="-1">
              <a:latin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CustomShape 1">
            <a:extLst>
              <a:ext uri="{FF2B5EF4-FFF2-40B4-BE49-F238E27FC236}">
                <a16:creationId xmlns:a16="http://schemas.microsoft.com/office/drawing/2014/main" id="{E6C5DABF-A162-4E21-A7CD-998BB30304B4}"/>
              </a:ext>
            </a:extLst>
          </p:cNvPr>
          <p:cNvSpPr/>
          <p:nvPr userDrawn="1"/>
        </p:nvSpPr>
        <p:spPr>
          <a:xfrm>
            <a:off x="0" y="0"/>
            <a:ext cx="9144000" cy="456120"/>
          </a:xfrm>
          <a:prstGeom prst="rect">
            <a:avLst/>
          </a:prstGeom>
          <a:solidFill>
            <a:srgbClr val="2893D1"/>
          </a:solid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it-IT" sz="2400" b="1" strike="noStrike" spc="0" dirty="0">
                <a:solidFill>
                  <a:srgbClr val="FFFFFF"/>
                </a:solidFill>
                <a:latin typeface="Tahoma"/>
                <a:ea typeface="Tahoma"/>
              </a:rPr>
              <a:t>Capitolo 2. Il linguaggio C++. Elementi base</a:t>
            </a:r>
            <a:endParaRPr lang="it-IT" sz="2400" b="0" strike="noStrike" spc="0" dirty="0">
              <a:latin typeface="Arial"/>
            </a:endParaRPr>
          </a:p>
        </p:txBody>
      </p:sp>
      <p:sp>
        <p:nvSpPr>
          <p:cNvPr id="3" name="Line 2">
            <a:extLst>
              <a:ext uri="{FF2B5EF4-FFF2-40B4-BE49-F238E27FC236}">
                <a16:creationId xmlns:a16="http://schemas.microsoft.com/office/drawing/2014/main" id="{0BAF548A-58FC-4ECC-B494-BA98722A8091}"/>
              </a:ext>
            </a:extLst>
          </p:cNvPr>
          <p:cNvSpPr/>
          <p:nvPr userDrawn="1"/>
        </p:nvSpPr>
        <p:spPr>
          <a:xfrm>
            <a:off x="0" y="444170"/>
            <a:ext cx="7808760" cy="0"/>
          </a:xfrm>
          <a:prstGeom prst="line">
            <a:avLst/>
          </a:prstGeom>
          <a:ln w="9360">
            <a:solidFill>
              <a:schemeClr val="tx2"/>
            </a:solidFill>
            <a:round/>
          </a:ln>
        </p:spPr>
        <p:style>
          <a:lnRef idx="0">
            <a:scrgbClr r="0" g="0" b="0"/>
          </a:lnRef>
          <a:fillRef idx="0">
            <a:scrgbClr r="0" g="0" b="0"/>
          </a:fillRef>
          <a:effectRef idx="0">
            <a:scrgbClr r="0" g="0" b="0"/>
          </a:effectRef>
          <a:fontRef idx="minor"/>
        </p:style>
        <p:txBody>
          <a:bodyPr/>
          <a:lstStyle/>
          <a:p>
            <a:endParaRPr lang="it-IT" dirty="0"/>
          </a:p>
        </p:txBody>
      </p:sp>
      <p:pic>
        <p:nvPicPr>
          <p:cNvPr id="4" name="Immagine 2">
            <a:extLst>
              <a:ext uri="{FF2B5EF4-FFF2-40B4-BE49-F238E27FC236}">
                <a16:creationId xmlns:a16="http://schemas.microsoft.com/office/drawing/2014/main" id="{AE791CE5-8833-4C62-BB66-E9B1F638E583}"/>
              </a:ext>
            </a:extLst>
          </p:cNvPr>
          <p:cNvPicPr/>
          <p:nvPr userDrawn="1"/>
        </p:nvPicPr>
        <p:blipFill>
          <a:blip r:embed="rId2"/>
          <a:stretch/>
        </p:blipFill>
        <p:spPr>
          <a:xfrm>
            <a:off x="7782120" y="0"/>
            <a:ext cx="1361880" cy="1924560"/>
          </a:xfrm>
          <a:prstGeom prst="rect">
            <a:avLst/>
          </a:prstGeom>
          <a:ln>
            <a:solidFill>
              <a:schemeClr val="bg2"/>
            </a:solidFill>
          </a:ln>
        </p:spPr>
      </p:pic>
    </p:spTree>
    <p:extLst>
      <p:ext uri="{BB962C8B-B14F-4D97-AF65-F5344CB8AC3E}">
        <p14:creationId xmlns:p14="http://schemas.microsoft.com/office/powerpoint/2010/main" val="39197950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Title, 2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42302017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FFFFFF"/>
        </a:solidFill>
        <a:effectLst/>
      </p:bgPr>
    </p:bg>
    <p:spTree>
      <p:nvGrpSpPr>
        <p:cNvPr id="1" name=""/>
        <p:cNvGrpSpPr/>
        <p:nvPr/>
      </p:nvGrpSpPr>
      <p:grpSpPr>
        <a:xfrm>
          <a:off x="0" y="0"/>
          <a:ext cx="0" cy="0"/>
          <a:chOff x="0" y="0"/>
          <a:chExt cx="0" cy="0"/>
        </a:xfrm>
      </p:grpSpPr>
      <p:sp>
        <p:nvSpPr>
          <p:cNvPr id="2" name="CustomShape 3"/>
          <p:cNvSpPr/>
          <p:nvPr/>
        </p:nvSpPr>
        <p:spPr>
          <a:xfrm>
            <a:off x="0" y="6453360"/>
            <a:ext cx="9143640" cy="431280"/>
          </a:xfrm>
          <a:prstGeom prst="rect">
            <a:avLst/>
          </a:prstGeom>
          <a:solidFill>
            <a:srgbClr val="2893D1"/>
          </a:solidFill>
          <a:ln w="9360">
            <a:solidFill>
              <a:schemeClr val="tx2"/>
            </a:solidFill>
            <a:miter/>
          </a:ln>
        </p:spPr>
        <p:style>
          <a:lnRef idx="0">
            <a:scrgbClr r="0" g="0" b="0"/>
          </a:lnRef>
          <a:fillRef idx="0">
            <a:scrgbClr r="0" g="0" b="0"/>
          </a:fillRef>
          <a:effectRef idx="0">
            <a:scrgbClr r="0" g="0" b="0"/>
          </a:effectRef>
          <a:fontRef idx="minor"/>
        </p:style>
      </p:sp>
      <p:sp>
        <p:nvSpPr>
          <p:cNvPr id="3" name="CustomShape 4"/>
          <p:cNvSpPr/>
          <p:nvPr/>
        </p:nvSpPr>
        <p:spPr>
          <a:xfrm>
            <a:off x="59040" y="6472440"/>
            <a:ext cx="4368960" cy="39492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spAutoFit/>
          </a:bodyPr>
          <a:lstStyle/>
          <a:p>
            <a:pPr>
              <a:lnSpc>
                <a:spcPct val="100000"/>
              </a:lnSpc>
            </a:pPr>
            <a:r>
              <a:rPr lang="it-IT" sz="1000" b="1" strike="noStrike" spc="-1">
                <a:solidFill>
                  <a:srgbClr val="FFFFFF"/>
                </a:solidFill>
                <a:latin typeface="Tahoma"/>
                <a:ea typeface="Tahoma"/>
              </a:rPr>
              <a:t>Fondamenti di programmazione in C++ – Seconda edizione</a:t>
            </a:r>
            <a:br/>
            <a:r>
              <a:rPr lang="it-IT" sz="1000" b="0" strike="noStrike" spc="-1">
                <a:solidFill>
                  <a:srgbClr val="FFFFFF"/>
                </a:solidFill>
                <a:latin typeface="Tahoma"/>
                <a:ea typeface="Tahoma"/>
              </a:rPr>
              <a:t>Luis Joyanes Aguilar, Aldo Franco Dragoni (a cura di)</a:t>
            </a:r>
            <a:endParaRPr lang="it-IT" sz="1000" b="0" strike="noStrike" spc="-1">
              <a:latin typeface="Arial"/>
            </a:endParaRPr>
          </a:p>
        </p:txBody>
      </p:sp>
      <p:sp>
        <p:nvSpPr>
          <p:cNvPr id="4" name="CustomShape 5"/>
          <p:cNvSpPr/>
          <p:nvPr/>
        </p:nvSpPr>
        <p:spPr>
          <a:xfrm>
            <a:off x="6156000" y="6453360"/>
            <a:ext cx="2499120" cy="54648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spAutoFit/>
          </a:bodyPr>
          <a:lstStyle/>
          <a:p>
            <a:pPr algn="r">
              <a:lnSpc>
                <a:spcPct val="100000"/>
              </a:lnSpc>
            </a:pPr>
            <a:r>
              <a:rPr lang="it-IT" sz="1000" b="1" strike="noStrike" spc="-1">
                <a:solidFill>
                  <a:srgbClr val="FFFFFF"/>
                </a:solidFill>
                <a:latin typeface="Tahoma"/>
                <a:ea typeface="Tahoma"/>
              </a:rPr>
              <a:t>Copyright © 2021</a:t>
            </a:r>
            <a:endParaRPr lang="it-IT" sz="1000" b="0" strike="noStrike" spc="-1">
              <a:latin typeface="Arial"/>
            </a:endParaRPr>
          </a:p>
          <a:p>
            <a:pPr algn="r">
              <a:lnSpc>
                <a:spcPct val="100000"/>
              </a:lnSpc>
            </a:pPr>
            <a:r>
              <a:rPr lang="it-IT" sz="1000" b="1" strike="noStrike" spc="-1">
                <a:solidFill>
                  <a:srgbClr val="FFFFFF"/>
                </a:solidFill>
                <a:latin typeface="Tahoma"/>
                <a:ea typeface="Tahoma"/>
              </a:rPr>
              <a:t>McGraw-Hill Education (Italy) S.r.l. </a:t>
            </a:r>
            <a:endParaRPr lang="it-IT" sz="1000" b="0" strike="noStrike" spc="-1">
              <a:latin typeface="Arial"/>
            </a:endParaRPr>
          </a:p>
        </p:txBody>
      </p:sp>
      <p:pic>
        <p:nvPicPr>
          <p:cNvPr id="5" name="Immagine 15" descr="Immagine che contiene segnale, arresto, disegnando, camion&#10;&#10;Descrizione generata automaticamente"/>
          <p:cNvPicPr/>
          <p:nvPr/>
        </p:nvPicPr>
        <p:blipFill>
          <a:blip r:embed="rId4"/>
          <a:stretch/>
        </p:blipFill>
        <p:spPr>
          <a:xfrm>
            <a:off x="8623440" y="6362640"/>
            <a:ext cx="520200" cy="522000"/>
          </a:xfrm>
          <a:prstGeom prst="rect">
            <a:avLst/>
          </a:prstGeom>
          <a:ln>
            <a:noFill/>
          </a:ln>
        </p:spPr>
      </p:pic>
    </p:spTree>
    <p:extLst>
      <p:ext uri="{BB962C8B-B14F-4D97-AF65-F5344CB8AC3E}">
        <p14:creationId xmlns:p14="http://schemas.microsoft.com/office/powerpoint/2010/main" val="1658697853"/>
      </p:ext>
    </p:extLst>
  </p:cSld>
  <p:clrMap bg1="lt1" tx1="dk1" bg2="lt2" tx2="dk2" accent1="accent1" accent2="accent2" accent3="accent3" accent4="accent4" accent5="accent5" accent6="accent6" hlink="hlink" folHlink="folHlink"/>
  <p:sldLayoutIdLst>
    <p:sldLayoutId id="2147483688" r:id="rId1"/>
    <p:sldLayoutId id="2147483690"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 name="CustomShape 1"/>
          <p:cNvSpPr/>
          <p:nvPr/>
        </p:nvSpPr>
        <p:spPr>
          <a:xfrm>
            <a:off x="8317080" y="6093000"/>
            <a:ext cx="647280" cy="431280"/>
          </a:xfrm>
          <a:prstGeom prst="actionButtonBlank">
            <a:avLst/>
          </a:prstGeom>
          <a:noFill/>
          <a:ln>
            <a:noFill/>
          </a:ln>
        </p:spPr>
        <p:style>
          <a:lnRef idx="0">
            <a:scrgbClr r="0" g="0" b="0"/>
          </a:lnRef>
          <a:fillRef idx="0">
            <a:scrgbClr r="0" g="0" b="0"/>
          </a:fillRef>
          <a:effectRef idx="0">
            <a:scrgbClr r="0" g="0" b="0"/>
          </a:effectRef>
          <a:fontRef idx="minor"/>
        </p:style>
      </p:sp>
      <p:sp>
        <p:nvSpPr>
          <p:cNvPr id="104" name="CustomShape 2"/>
          <p:cNvSpPr/>
          <p:nvPr/>
        </p:nvSpPr>
        <p:spPr>
          <a:xfrm>
            <a:off x="4572000" y="1139299"/>
            <a:ext cx="3619500" cy="2553091"/>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gn="ctr">
              <a:lnSpc>
                <a:spcPct val="100000"/>
              </a:lnSpc>
            </a:pPr>
            <a:r>
              <a:rPr lang="it-IT" sz="4000" b="1" strike="noStrike" spc="-1" dirty="0">
                <a:solidFill>
                  <a:srgbClr val="2893D1"/>
                </a:solidFill>
                <a:latin typeface="Calibri"/>
              </a:rPr>
              <a:t>Capitolo 2</a:t>
            </a:r>
            <a:endParaRPr lang="it-IT" sz="4000" b="0" strike="noStrike" spc="-1" dirty="0">
              <a:latin typeface="Arial"/>
            </a:endParaRPr>
          </a:p>
          <a:p>
            <a:pPr algn="ctr">
              <a:lnSpc>
                <a:spcPct val="100000"/>
              </a:lnSpc>
            </a:pPr>
            <a:endParaRPr lang="it-IT" sz="4000" b="0" strike="noStrike" spc="-1" dirty="0">
              <a:latin typeface="Arial"/>
            </a:endParaRPr>
          </a:p>
          <a:p>
            <a:pPr algn="ctr">
              <a:lnSpc>
                <a:spcPct val="100000"/>
              </a:lnSpc>
            </a:pPr>
            <a:r>
              <a:rPr lang="it-IT" sz="4000" b="1" strike="noStrike" spc="-100" dirty="0">
                <a:solidFill>
                  <a:srgbClr val="E21A24"/>
                </a:solidFill>
                <a:latin typeface="Calibri"/>
              </a:rPr>
              <a:t>Il linguaggio C++. Elementi base</a:t>
            </a:r>
            <a:endParaRPr lang="it-IT" sz="4000" b="0" strike="noStrike" spc="-100" dirty="0">
              <a:latin typeface="Arial"/>
            </a:endParaRPr>
          </a:p>
        </p:txBody>
      </p:sp>
      <p:pic>
        <p:nvPicPr>
          <p:cNvPr id="7" name="Immagine 6">
            <a:extLst>
              <a:ext uri="{FF2B5EF4-FFF2-40B4-BE49-F238E27FC236}">
                <a16:creationId xmlns:a16="http://schemas.microsoft.com/office/drawing/2014/main" id="{740FA196-2483-41FD-A148-0D19FA9F75E8}"/>
              </a:ext>
            </a:extLst>
          </p:cNvPr>
          <p:cNvPicPr>
            <a:picLocks noChangeAspect="1"/>
          </p:cNvPicPr>
          <p:nvPr/>
        </p:nvPicPr>
        <p:blipFill>
          <a:blip r:embed="rId3"/>
          <a:stretch>
            <a:fillRect/>
          </a:stretch>
        </p:blipFill>
        <p:spPr>
          <a:xfrm>
            <a:off x="952500" y="636397"/>
            <a:ext cx="3619500" cy="5114925"/>
          </a:xfrm>
          <a:prstGeom prst="rect">
            <a:avLst/>
          </a:prstGeom>
          <a:solidFill>
            <a:schemeClr val="bg2"/>
          </a:solidFill>
          <a:ln>
            <a:solidFill>
              <a:schemeClr val="bg2"/>
            </a:solidFill>
          </a:ln>
        </p:spPr>
      </p:pic>
      <p:sp>
        <p:nvSpPr>
          <p:cNvPr id="5" name="CasellaDiTesto 1">
            <a:extLst>
              <a:ext uri="{FF2B5EF4-FFF2-40B4-BE49-F238E27FC236}">
                <a16:creationId xmlns:a16="http://schemas.microsoft.com/office/drawing/2014/main" id="{B7794ECC-2E3A-409D-A656-CFCB111E127F}"/>
              </a:ext>
            </a:extLst>
          </p:cNvPr>
          <p:cNvSpPr txBox="1"/>
          <p:nvPr/>
        </p:nvSpPr>
        <p:spPr>
          <a:xfrm>
            <a:off x="4572000" y="4797000"/>
            <a:ext cx="4147289" cy="369332"/>
          </a:xfrm>
          <a:prstGeom prst="rect">
            <a:avLst/>
          </a:prstGeom>
          <a:noFill/>
        </p:spPr>
        <p:txBody>
          <a:bodyPr wrap="none" rtlCol="0">
            <a:spAutoFit/>
          </a:bodyPr>
          <a:ls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it-IT" dirty="0"/>
              <a:t>Presenta: Massimo Orazio Spata, PhD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6" name="Immagine 145"/>
          <p:cNvPicPr/>
          <p:nvPr/>
        </p:nvPicPr>
        <p:blipFill>
          <a:blip r:embed="rId2"/>
          <a:stretch/>
        </p:blipFill>
        <p:spPr>
          <a:xfrm>
            <a:off x="5076360" y="837000"/>
            <a:ext cx="4031640" cy="5630760"/>
          </a:xfrm>
          <a:prstGeom prst="rect">
            <a:avLst/>
          </a:prstGeom>
          <a:ln>
            <a:noFill/>
          </a:ln>
        </p:spPr>
      </p:pic>
      <p:sp>
        <p:nvSpPr>
          <p:cNvPr id="145" name="CustomShape 1"/>
          <p:cNvSpPr/>
          <p:nvPr/>
        </p:nvSpPr>
        <p:spPr>
          <a:xfrm>
            <a:off x="1331913" y="650094"/>
            <a:ext cx="6480175" cy="618319"/>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b="0" strike="noStrike" spc="-1" dirty="0">
                <a:solidFill>
                  <a:srgbClr val="FF0000"/>
                </a:solidFill>
                <a:latin typeface="Calibri" panose="020F0502020204030204" pitchFamily="34" charset="0"/>
                <a:ea typeface="DejaVu Sans"/>
                <a:cs typeface="Calibri" panose="020F0502020204030204" pitchFamily="34" charset="0"/>
              </a:rPr>
              <a:t>costruzione di un</a:t>
            </a:r>
            <a:br>
              <a:rPr sz="4000" dirty="0">
                <a:solidFill>
                  <a:srgbClr val="FF0000"/>
                </a:solidFill>
                <a:latin typeface="Calibri" panose="020F0502020204030204" pitchFamily="34" charset="0"/>
                <a:cs typeface="Calibri" panose="020F0502020204030204" pitchFamily="34" charset="0"/>
              </a:rPr>
            </a:br>
            <a:r>
              <a:rPr lang="it-IT" sz="4000" b="0" strike="noStrike" spc="-1" dirty="0">
                <a:solidFill>
                  <a:srgbClr val="FF0000"/>
                </a:solidFill>
                <a:latin typeface="Calibri" panose="020F0502020204030204" pitchFamily="34" charset="0"/>
                <a:ea typeface="DejaVu Sans"/>
                <a:cs typeface="Calibri" panose="020F0502020204030204" pitchFamily="34" charset="0"/>
              </a:rPr>
              <a:t>programma in C++</a:t>
            </a:r>
            <a:endParaRPr lang="it-IT" sz="4000" b="0" strike="noStrike" spc="-1" dirty="0">
              <a:solidFill>
                <a:srgbClr val="FF0000"/>
              </a:solidFill>
              <a:latin typeface="Calibri" panose="020F0502020204030204" pitchFamily="34" charset="0"/>
              <a:cs typeface="Calibri" panose="020F0502020204030204" pitchFamily="34" charset="0"/>
            </a:endParaRPr>
          </a:p>
        </p:txBody>
      </p:sp>
      <p:sp>
        <p:nvSpPr>
          <p:cNvPr id="147" name="CustomShape 2"/>
          <p:cNvSpPr/>
          <p:nvPr/>
        </p:nvSpPr>
        <p:spPr>
          <a:xfrm>
            <a:off x="324000" y="1528266"/>
            <a:ext cx="5026786" cy="4679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5640">
              <a:lnSpc>
                <a:spcPct val="100000"/>
              </a:lnSpc>
              <a:buClr>
                <a:srgbClr val="000000"/>
              </a:buClr>
              <a:buFont typeface="StarSymbol"/>
              <a:buAutoNum type="arabicParenR"/>
            </a:pPr>
            <a:r>
              <a:rPr lang="it-IT" sz="1400" b="0" strike="noStrike" spc="-1" dirty="0">
                <a:latin typeface="Arial"/>
              </a:rPr>
              <a:t>editore di testo per scrivere il </a:t>
            </a:r>
            <a:br>
              <a:rPr dirty="0"/>
            </a:br>
            <a:r>
              <a:rPr lang="it-IT" sz="1400" b="0" strike="noStrike" spc="-1" dirty="0">
                <a:latin typeface="Arial"/>
              </a:rPr>
              <a:t>programma sorgente e salvarlo in un </a:t>
            </a:r>
            <a:br>
              <a:rPr dirty="0"/>
            </a:br>
            <a:r>
              <a:rPr lang="it-IT" sz="1400" b="0" strike="noStrike" spc="-1" dirty="0">
                <a:latin typeface="Arial"/>
              </a:rPr>
              <a:t>file chiamato file sorgente o codice sorgente. </a:t>
            </a:r>
            <a:br>
              <a:rPr dirty="0"/>
            </a:br>
            <a:r>
              <a:rPr lang="it-IT" sz="1400" b="0" strike="noStrike" spc="-1" dirty="0">
                <a:latin typeface="Arial"/>
              </a:rPr>
              <a:t>Per convenzione, i programmi scritti in C++ hanno l'estensione .cpp, mentre quelli scritti in C hanno l'estensione .c.</a:t>
            </a:r>
          </a:p>
          <a:p>
            <a:pPr marL="216000" indent="-215640">
              <a:lnSpc>
                <a:spcPct val="100000"/>
              </a:lnSpc>
              <a:buClr>
                <a:srgbClr val="000000"/>
              </a:buClr>
              <a:buFont typeface="StarSymbol"/>
              <a:buAutoNum type="arabicParenR"/>
            </a:pPr>
            <a:r>
              <a:rPr lang="it-IT" sz="1400" b="0" strike="noStrike" spc="-1" dirty="0">
                <a:latin typeface="Arial"/>
              </a:rPr>
              <a:t>Compilare il codice sorgente. Il compilatore traduce il codice sorgente in codice oggetto. In C++, </a:t>
            </a:r>
            <a:br>
              <a:rPr dirty="0"/>
            </a:br>
            <a:r>
              <a:rPr lang="it-IT" sz="1400" b="0" strike="noStrike" spc="-1" dirty="0">
                <a:latin typeface="Arial"/>
              </a:rPr>
              <a:t>il file prodotto in questo passo ha lo stesso nome di quello sorgente ma estensione .</a:t>
            </a:r>
            <a:r>
              <a:rPr lang="it-IT" sz="1400" b="0" strike="noStrike" spc="-1" dirty="0" err="1">
                <a:latin typeface="Arial"/>
              </a:rPr>
              <a:t>obj</a:t>
            </a:r>
            <a:r>
              <a:rPr lang="it-IT" sz="1400" b="0" strike="noStrike" spc="-1" dirty="0">
                <a:latin typeface="Arial"/>
              </a:rPr>
              <a:t> oppure .o.</a:t>
            </a:r>
          </a:p>
          <a:p>
            <a:pPr marL="216000" indent="-215640">
              <a:lnSpc>
                <a:spcPct val="100000"/>
              </a:lnSpc>
              <a:buClr>
                <a:srgbClr val="000000"/>
              </a:buClr>
              <a:buFont typeface="StarSymbol"/>
              <a:buAutoNum type="arabicParenR"/>
            </a:pPr>
            <a:r>
              <a:rPr lang="it-IT" sz="1400" b="0" strike="noStrike" spc="-1" dirty="0">
                <a:latin typeface="Arial"/>
              </a:rPr>
              <a:t>Se il passo 2 ha avuto successo, il </a:t>
            </a:r>
            <a:r>
              <a:rPr lang="it-IT" sz="1400" b="0" strike="noStrike" spc="-1" dirty="0" err="1">
                <a:latin typeface="Arial"/>
              </a:rPr>
              <a:t>linker</a:t>
            </a:r>
            <a:r>
              <a:rPr lang="it-IT" sz="1400" b="0" strike="noStrike" spc="-1" dirty="0">
                <a:latin typeface="Arial"/>
              </a:rPr>
              <a:t> collega al codice oggetto le funzioni di libreria C++ di cui il programma fa uso. </a:t>
            </a:r>
            <a:br>
              <a:rPr dirty="0"/>
            </a:br>
            <a:br>
              <a:rPr dirty="0"/>
            </a:br>
            <a:br>
              <a:rPr dirty="0"/>
            </a:br>
            <a:r>
              <a:rPr lang="it-IT" sz="1400" b="0" strike="noStrike" spc="-1" dirty="0">
                <a:latin typeface="Arial"/>
              </a:rPr>
              <a:t>La libreria standard del C++ contiene il codice oggetto di una svariate funzioni che realizzano compiti comuni, come la gestione dell’Input/</a:t>
            </a:r>
            <a:r>
              <a:rPr lang="it-IT" sz="1400" b="0" strike="noStrike" spc="-1" dirty="0" err="1">
                <a:latin typeface="Arial"/>
              </a:rPr>
              <a:t>Ouput</a:t>
            </a:r>
            <a:r>
              <a:rPr lang="it-IT" sz="1400" b="0" strike="noStrike" spc="-1" dirty="0">
                <a:latin typeface="Arial"/>
              </a:rPr>
              <a:t> o calcoli matematici.</a:t>
            </a:r>
            <a:br>
              <a:rPr dirty="0"/>
            </a:br>
            <a:r>
              <a:rPr lang="it-IT" sz="1400" b="0" strike="noStrike" spc="-1" dirty="0">
                <a:latin typeface="Arial"/>
              </a:rPr>
              <a:t>Il collegamento produce una versione eseguibile del programma  che viene posta in un file che ha generalmente il nome del sorgente ed estensione .</a:t>
            </a:r>
            <a:r>
              <a:rPr lang="it-IT" sz="1400" b="0" strike="noStrike" spc="-1" dirty="0" err="1">
                <a:latin typeface="Arial"/>
              </a:rPr>
              <a:t>exe</a:t>
            </a:r>
            <a:r>
              <a:rPr lang="it-IT" sz="1400" b="0" strike="noStrike" spc="-1" dirty="0">
                <a:latin typeface="Arial"/>
              </a:rPr>
              <a:t> sotto Windows e nulla sotto Linux.</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8" name="Immagine 147"/>
          <p:cNvPicPr/>
          <p:nvPr/>
        </p:nvPicPr>
        <p:blipFill>
          <a:blip r:embed="rId2"/>
          <a:stretch/>
        </p:blipFill>
        <p:spPr>
          <a:xfrm>
            <a:off x="86040" y="508680"/>
            <a:ext cx="2460960" cy="5937840"/>
          </a:xfrm>
          <a:prstGeom prst="rect">
            <a:avLst/>
          </a:prstGeom>
          <a:ln>
            <a:noFill/>
          </a:ln>
        </p:spPr>
      </p:pic>
      <p:sp>
        <p:nvSpPr>
          <p:cNvPr id="149" name="CustomShape 1"/>
          <p:cNvSpPr/>
          <p:nvPr/>
        </p:nvSpPr>
        <p:spPr>
          <a:xfrm>
            <a:off x="1368000" y="594360"/>
            <a:ext cx="6444088" cy="67405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messa a punto di un programma in C++</a:t>
            </a:r>
          </a:p>
        </p:txBody>
      </p:sp>
      <p:sp>
        <p:nvSpPr>
          <p:cNvPr id="150" name="CustomShape 2"/>
          <p:cNvSpPr/>
          <p:nvPr/>
        </p:nvSpPr>
        <p:spPr>
          <a:xfrm>
            <a:off x="2952000" y="1584000"/>
            <a:ext cx="6047640" cy="4679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5640">
              <a:lnSpc>
                <a:spcPct val="100000"/>
              </a:lnSpc>
              <a:buClr>
                <a:srgbClr val="000000"/>
              </a:buClr>
              <a:buFont typeface="StarSymbol"/>
              <a:buAutoNum type="arabicParenR"/>
            </a:pPr>
            <a:r>
              <a:rPr lang="it-IT" sz="1800" b="0" strike="noStrike" spc="-1" dirty="0">
                <a:latin typeface="Arial"/>
              </a:rPr>
              <a:t>Scrittura del codice sorgente sul computer </a:t>
            </a:r>
            <a:br>
              <a:rPr dirty="0"/>
            </a:br>
            <a:r>
              <a:rPr lang="it-IT" sz="1800" b="0" strike="noStrike" spc="-1" dirty="0">
                <a:latin typeface="Arial"/>
              </a:rPr>
              <a:t>(salvare con un nome; ad esempio, demo.cpp)</a:t>
            </a:r>
            <a:br>
              <a:rPr dirty="0"/>
            </a:br>
            <a:r>
              <a:rPr lang="it-IT" sz="1800" b="0" strike="noStrike" spc="-1" dirty="0">
                <a:latin typeface="Arial"/>
              </a:rPr>
              <a:t> </a:t>
            </a:r>
          </a:p>
          <a:p>
            <a:pPr marL="216000" indent="-215640">
              <a:lnSpc>
                <a:spcPct val="100000"/>
              </a:lnSpc>
              <a:buClr>
                <a:srgbClr val="000000"/>
              </a:buClr>
              <a:buFont typeface="StarSymbol"/>
              <a:buAutoNum type="arabicParenR"/>
            </a:pPr>
            <a:r>
              <a:rPr lang="it-IT" sz="1800" b="0" strike="noStrike" spc="-1" dirty="0">
                <a:latin typeface="Arial"/>
              </a:rPr>
              <a:t> Compilazione (</a:t>
            </a:r>
            <a:r>
              <a:rPr lang="it-IT" sz="1800" b="0" strike="noStrike" spc="-1" dirty="0" err="1">
                <a:latin typeface="Arial"/>
              </a:rPr>
              <a:t>compiler</a:t>
            </a:r>
            <a:r>
              <a:rPr lang="it-IT" sz="1800" b="0" strike="noStrike" spc="-1" dirty="0">
                <a:latin typeface="Arial"/>
              </a:rPr>
              <a:t>) del codice sorgente (demo.obj)</a:t>
            </a:r>
            <a:br>
              <a:rPr dirty="0"/>
            </a:br>
            <a:r>
              <a:rPr lang="it-IT" sz="1800" b="0" strike="noStrike" spc="-1" dirty="0">
                <a:latin typeface="Arial"/>
              </a:rPr>
              <a:t> </a:t>
            </a:r>
          </a:p>
          <a:p>
            <a:pPr marL="216000" indent="-215640">
              <a:lnSpc>
                <a:spcPct val="100000"/>
              </a:lnSpc>
              <a:buClr>
                <a:srgbClr val="000000"/>
              </a:buClr>
              <a:buFont typeface="StarSymbol"/>
              <a:buAutoNum type="arabicParenR"/>
            </a:pPr>
            <a:r>
              <a:rPr lang="it-IT" sz="1800" b="0" strike="noStrike" spc="-1" dirty="0">
                <a:latin typeface="Arial"/>
              </a:rPr>
              <a:t> Collegare (</a:t>
            </a:r>
            <a:r>
              <a:rPr lang="it-IT" sz="1800" b="0" strike="noStrike" spc="-1" dirty="0" err="1">
                <a:latin typeface="Arial"/>
              </a:rPr>
              <a:t>linker</a:t>
            </a:r>
            <a:r>
              <a:rPr lang="it-IT" sz="1800" b="0" strike="noStrike" spc="-1" dirty="0">
                <a:latin typeface="Arial"/>
              </a:rPr>
              <a:t>) il codice oggetto prodotto con quello delle librerie dichiarate nel programma sorgente (normalmente questo passo è svolto insieme a quello precedente)</a:t>
            </a:r>
            <a:br>
              <a:rPr dirty="0"/>
            </a:br>
            <a:r>
              <a:rPr lang="it-IT" sz="1800" b="0" strike="noStrike" spc="-1" dirty="0">
                <a:latin typeface="Arial"/>
              </a:rPr>
              <a:t> </a:t>
            </a:r>
          </a:p>
          <a:p>
            <a:pPr marL="216000" indent="-215640">
              <a:lnSpc>
                <a:spcPct val="100000"/>
              </a:lnSpc>
              <a:buClr>
                <a:srgbClr val="000000"/>
              </a:buClr>
              <a:buFont typeface="StarSymbol"/>
              <a:buAutoNum type="arabicParenR"/>
            </a:pPr>
            <a:r>
              <a:rPr lang="it-IT" sz="1800" b="0" strike="noStrike" spc="-1" dirty="0">
                <a:latin typeface="Arial"/>
              </a:rPr>
              <a:t> Il compilatore/collegatore individua eventuali errori di sintassi che devono essere corretti  e quindi si torna al punto 1</a:t>
            </a:r>
            <a:br>
              <a:rPr dirty="0"/>
            </a:br>
            <a:r>
              <a:rPr lang="it-IT" sz="1800" b="0" strike="noStrike" spc="-1" dirty="0">
                <a:latin typeface="Arial"/>
              </a:rPr>
              <a:t> </a:t>
            </a:r>
          </a:p>
          <a:p>
            <a:pPr marL="216000" indent="-215640">
              <a:lnSpc>
                <a:spcPct val="100000"/>
              </a:lnSpc>
              <a:buClr>
                <a:srgbClr val="000000"/>
              </a:buClr>
              <a:buFont typeface="StarSymbol"/>
              <a:buAutoNum type="arabicParenR"/>
            </a:pPr>
            <a:r>
              <a:rPr lang="it-IT" sz="1800" b="0" strike="noStrike" spc="-1" dirty="0">
                <a:latin typeface="Arial"/>
              </a:rPr>
              <a:t> Collaudo del programma. Se il programma non fa quello che il programmatore si aspettava si torna al punto 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CustomShape 1"/>
          <p:cNvSpPr/>
          <p:nvPr/>
        </p:nvSpPr>
        <p:spPr>
          <a:xfrm>
            <a:off x="5328360" y="2232360"/>
            <a:ext cx="3023640" cy="17276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struttura generale di un programma</a:t>
            </a:r>
            <a:br>
              <a:rPr sz="4000" spc="-1" dirty="0">
                <a:solidFill>
                  <a:srgbClr val="FF0000"/>
                </a:solidFill>
                <a:latin typeface="Calibri" panose="020F0502020204030204" pitchFamily="34" charset="0"/>
                <a:cs typeface="Calibri" panose="020F0502020204030204" pitchFamily="34" charset="0"/>
              </a:rPr>
            </a:br>
            <a:r>
              <a:rPr lang="it-IT" sz="4000" spc="-1" dirty="0">
                <a:solidFill>
                  <a:srgbClr val="FF0000"/>
                </a:solidFill>
                <a:latin typeface="Calibri" panose="020F0502020204030204" pitchFamily="34" charset="0"/>
                <a:cs typeface="Calibri" panose="020F0502020204030204" pitchFamily="34" charset="0"/>
              </a:rPr>
              <a:t>in C++</a:t>
            </a:r>
          </a:p>
        </p:txBody>
      </p:sp>
      <p:pic>
        <p:nvPicPr>
          <p:cNvPr id="152" name="Immagine 151"/>
          <p:cNvPicPr/>
          <p:nvPr/>
        </p:nvPicPr>
        <p:blipFill>
          <a:blip r:embed="rId2"/>
          <a:stretch/>
        </p:blipFill>
        <p:spPr>
          <a:xfrm>
            <a:off x="72000" y="558360"/>
            <a:ext cx="4895640" cy="5826600"/>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CustomShape 1"/>
          <p:cNvSpPr/>
          <p:nvPr/>
        </p:nvSpPr>
        <p:spPr>
          <a:xfrm>
            <a:off x="1403350" y="476250"/>
            <a:ext cx="6337300" cy="79216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la funzione  </a:t>
            </a:r>
            <a:r>
              <a:rPr lang="it-IT" sz="3200" b="0" strike="noStrike" spc="-1" dirty="0" err="1">
                <a:solidFill>
                  <a:srgbClr val="FF0000"/>
                </a:solidFill>
                <a:latin typeface="Courier New"/>
                <a:ea typeface="DejaVu Sans"/>
              </a:rPr>
              <a:t>int</a:t>
            </a:r>
            <a:r>
              <a:rPr lang="it-IT" sz="3200" b="0" strike="noStrike" spc="-1" dirty="0">
                <a:solidFill>
                  <a:srgbClr val="FF0000"/>
                </a:solidFill>
                <a:latin typeface="Courier New"/>
                <a:ea typeface="DejaVu Sans"/>
              </a:rPr>
              <a:t> </a:t>
            </a:r>
            <a:r>
              <a:rPr lang="it-IT" sz="3200" b="0" strike="noStrike" spc="-1" dirty="0" err="1">
                <a:solidFill>
                  <a:srgbClr val="FF0000"/>
                </a:solidFill>
                <a:latin typeface="Courier New"/>
                <a:ea typeface="DejaVu Sans"/>
              </a:rPr>
              <a:t>main</a:t>
            </a:r>
            <a:r>
              <a:rPr lang="it-IT" sz="3200" b="0" strike="noStrike" spc="-1" dirty="0">
                <a:solidFill>
                  <a:srgbClr val="FF0000"/>
                </a:solidFill>
                <a:latin typeface="Courier New"/>
                <a:ea typeface="DejaVu Sans"/>
              </a:rPr>
              <a:t>()</a:t>
            </a:r>
            <a:endParaRPr lang="it-IT" sz="3200" b="0" strike="noStrike" spc="-1" dirty="0">
              <a:solidFill>
                <a:srgbClr val="FF0000"/>
              </a:solidFill>
              <a:latin typeface="Arial"/>
            </a:endParaRPr>
          </a:p>
        </p:txBody>
      </p:sp>
      <p:pic>
        <p:nvPicPr>
          <p:cNvPr id="154" name="Immagine 153"/>
          <p:cNvPicPr/>
          <p:nvPr/>
        </p:nvPicPr>
        <p:blipFill>
          <a:blip r:embed="rId2"/>
          <a:stretch/>
        </p:blipFill>
        <p:spPr>
          <a:xfrm>
            <a:off x="360000" y="2123280"/>
            <a:ext cx="8424000" cy="3870000"/>
          </a:xfrm>
          <a:prstGeom prst="rect">
            <a:avLst/>
          </a:prstGeom>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 name="CustomShape 1"/>
          <p:cNvSpPr/>
          <p:nvPr/>
        </p:nvSpPr>
        <p:spPr>
          <a:xfrm>
            <a:off x="1403350" y="476250"/>
            <a:ext cx="6337300" cy="79216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la funzione  </a:t>
            </a:r>
            <a:r>
              <a:rPr lang="it-IT" sz="3200" b="0" strike="noStrike" spc="-1" dirty="0" err="1">
                <a:solidFill>
                  <a:srgbClr val="FF0000"/>
                </a:solidFill>
                <a:latin typeface="Courier New"/>
                <a:ea typeface="DejaVu Sans"/>
              </a:rPr>
              <a:t>int</a:t>
            </a:r>
            <a:r>
              <a:rPr lang="it-IT" sz="3200" b="0" strike="noStrike" spc="-1" dirty="0">
                <a:solidFill>
                  <a:srgbClr val="FF0000"/>
                </a:solidFill>
                <a:latin typeface="Courier New"/>
                <a:ea typeface="DejaVu Sans"/>
              </a:rPr>
              <a:t> </a:t>
            </a:r>
            <a:r>
              <a:rPr lang="it-IT" sz="3200" b="0" strike="noStrike" spc="-1" dirty="0" err="1">
                <a:solidFill>
                  <a:srgbClr val="FF0000"/>
                </a:solidFill>
                <a:latin typeface="Courier New"/>
                <a:ea typeface="DejaVu Sans"/>
              </a:rPr>
              <a:t>main</a:t>
            </a:r>
            <a:r>
              <a:rPr lang="it-IT" sz="3200" b="0" strike="noStrike" spc="-1" dirty="0">
                <a:solidFill>
                  <a:srgbClr val="FF0000"/>
                </a:solidFill>
                <a:latin typeface="Courier New"/>
                <a:ea typeface="DejaVu Sans"/>
              </a:rPr>
              <a:t>()</a:t>
            </a:r>
            <a:endParaRPr lang="it-IT" sz="3200" b="0" strike="noStrike" spc="-1" dirty="0">
              <a:solidFill>
                <a:srgbClr val="FF0000"/>
              </a:solidFill>
              <a:latin typeface="Arial"/>
            </a:endParaRPr>
          </a:p>
        </p:txBody>
      </p:sp>
      <p:pic>
        <p:nvPicPr>
          <p:cNvPr id="156" name="Immagine 155"/>
          <p:cNvPicPr/>
          <p:nvPr/>
        </p:nvPicPr>
        <p:blipFill>
          <a:blip r:embed="rId2"/>
          <a:stretch/>
        </p:blipFill>
        <p:spPr>
          <a:xfrm>
            <a:off x="360000" y="2123280"/>
            <a:ext cx="8424000" cy="3870000"/>
          </a:xfrm>
          <a:prstGeom prst="rect">
            <a:avLst/>
          </a:prstGeom>
          <a:ln>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CustomShape 1"/>
          <p:cNvSpPr/>
          <p:nvPr/>
        </p:nvSpPr>
        <p:spPr>
          <a:xfrm>
            <a:off x="1403350" y="476250"/>
            <a:ext cx="6337300" cy="93675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debugging di un programma in C++</a:t>
            </a:r>
          </a:p>
        </p:txBody>
      </p:sp>
      <p:sp>
        <p:nvSpPr>
          <p:cNvPr id="158" name="CustomShape 2"/>
          <p:cNvSpPr/>
          <p:nvPr/>
        </p:nvSpPr>
        <p:spPr>
          <a:xfrm>
            <a:off x="432000" y="2016000"/>
            <a:ext cx="8567640" cy="424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it-IT" sz="2200" b="0" strike="noStrike" spc="-1">
                <a:latin typeface="Arial"/>
              </a:rPr>
              <a:t>Un programma non gira quasi mai la prima volta che si tenta di compilarlo.</a:t>
            </a:r>
            <a:br/>
            <a:br/>
            <a:r>
              <a:rPr lang="it-IT" sz="2200" b="0" strike="noStrike" spc="-1">
                <a:latin typeface="Arial"/>
              </a:rPr>
              <a:t>In generale gli errori possono essere di tre tipi:</a:t>
            </a:r>
          </a:p>
          <a:p>
            <a:r>
              <a:rPr lang="it-IT" sz="2200" b="0" strike="noStrike" spc="-1">
                <a:latin typeface="Arial"/>
              </a:rPr>
              <a:t>1.	Errori </a:t>
            </a:r>
            <a:r>
              <a:rPr lang="it-IT" sz="2200" b="0" i="1" strike="noStrike" spc="-1">
                <a:latin typeface="Arial"/>
              </a:rPr>
              <a:t>sintattici</a:t>
            </a:r>
            <a:r>
              <a:rPr lang="it-IT" sz="2200" b="0" strike="noStrike" spc="-1">
                <a:latin typeface="Arial"/>
              </a:rPr>
              <a:t> nell'uso delle regole grammaticali del linguaggio sorgente.</a:t>
            </a:r>
          </a:p>
          <a:p>
            <a:r>
              <a:rPr lang="it-IT" sz="2200" b="0" strike="noStrike" spc="-1">
                <a:latin typeface="Arial"/>
              </a:rPr>
              <a:t>2.	Errori </a:t>
            </a:r>
            <a:r>
              <a:rPr lang="it-IT" sz="2200" b="0" i="1" strike="noStrike" spc="-1">
                <a:latin typeface="Arial"/>
              </a:rPr>
              <a:t>logici</a:t>
            </a:r>
            <a:r>
              <a:rPr lang="it-IT" sz="2200" b="0" strike="noStrike" spc="-1">
                <a:latin typeface="Arial"/>
              </a:rPr>
              <a:t> nel progetto dell'algoritmo</a:t>
            </a:r>
          </a:p>
          <a:p>
            <a:r>
              <a:rPr lang="it-IT" sz="2200" b="0" strike="noStrike" spc="-1">
                <a:latin typeface="Arial"/>
              </a:rPr>
              <a:t>3.	Errori </a:t>
            </a:r>
            <a:r>
              <a:rPr lang="it-IT" sz="2200" b="0" i="1" strike="noStrike" spc="-1">
                <a:latin typeface="Arial"/>
              </a:rPr>
              <a:t>logici</a:t>
            </a:r>
            <a:r>
              <a:rPr lang="it-IT" sz="2200" b="0" strike="noStrike" spc="-1">
                <a:latin typeface="Arial"/>
              </a:rPr>
              <a:t> nella traduzione dell'algoritmo (corretto) in un programma sorgente (scorretto)</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 name="CustomShape 1"/>
          <p:cNvSpPr/>
          <p:nvPr/>
        </p:nvSpPr>
        <p:spPr>
          <a:xfrm>
            <a:off x="1403350" y="476250"/>
            <a:ext cx="6337300" cy="96699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elementi di un programma in C++</a:t>
            </a:r>
          </a:p>
        </p:txBody>
      </p:sp>
      <p:sp>
        <p:nvSpPr>
          <p:cNvPr id="160" name="CustomShape 2"/>
          <p:cNvSpPr/>
          <p:nvPr/>
        </p:nvSpPr>
        <p:spPr>
          <a:xfrm>
            <a:off x="216000" y="1368000"/>
            <a:ext cx="8783640" cy="4751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it-IT" sz="2200" b="0" strike="noStrike" spc="-1" dirty="0">
                <a:latin typeface="Arial"/>
              </a:rPr>
              <a:t>identificatore: sequenza di caratteri  che serve ad indicare </a:t>
            </a:r>
            <a:br>
              <a:rPr dirty="0"/>
            </a:br>
            <a:r>
              <a:rPr lang="it-IT" sz="2200" b="0" strike="noStrike" spc="-1" dirty="0">
                <a:latin typeface="Arial"/>
              </a:rPr>
              <a:t>un dato in memoria o una funzione</a:t>
            </a:r>
          </a:p>
          <a:p>
            <a:r>
              <a:rPr lang="it-IT" sz="2200" b="0" strike="noStrike" spc="-1" dirty="0">
                <a:latin typeface="Arial"/>
              </a:rPr>
              <a:t>Il primo carattere di un identificatore non può essere una cifra</a:t>
            </a:r>
          </a:p>
          <a:p>
            <a:r>
              <a:rPr lang="it-IT" sz="2200" b="0" strike="noStrike" spc="-1" dirty="0">
                <a:latin typeface="Arial"/>
              </a:rPr>
              <a:t>Il C++ è distingue fra lettere maiuscole e minuscole</a:t>
            </a:r>
            <a:br>
              <a:rPr dirty="0"/>
            </a:br>
            <a:br>
              <a:rPr dirty="0"/>
            </a:br>
            <a:endParaRPr lang="it-IT" sz="2200" b="0" strike="noStrike" spc="-1" dirty="0">
              <a:latin typeface="Arial"/>
            </a:endParaRPr>
          </a:p>
          <a:p>
            <a:r>
              <a:rPr lang="it-IT" sz="2200" b="0" strike="noStrike" spc="-1" dirty="0">
                <a:latin typeface="Arial"/>
              </a:rPr>
              <a:t>parole riservate</a:t>
            </a:r>
          </a:p>
        </p:txBody>
      </p:sp>
      <p:pic>
        <p:nvPicPr>
          <p:cNvPr id="161" name="Immagine 160"/>
          <p:cNvPicPr/>
          <p:nvPr/>
        </p:nvPicPr>
        <p:blipFill>
          <a:blip r:embed="rId2"/>
          <a:stretch/>
        </p:blipFill>
        <p:spPr>
          <a:xfrm>
            <a:off x="2592000" y="2819880"/>
            <a:ext cx="6239160" cy="3444120"/>
          </a:xfrm>
          <a:prstGeom prst="rect">
            <a:avLst/>
          </a:prstGeom>
          <a:ln>
            <a:solidFill>
              <a:srgbClr val="3465A4"/>
            </a:solid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 name="CustomShape 1"/>
          <p:cNvSpPr/>
          <p:nvPr/>
        </p:nvSpPr>
        <p:spPr>
          <a:xfrm>
            <a:off x="7644984" y="2088000"/>
            <a:ext cx="1427016" cy="279324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50" dirty="0">
                <a:solidFill>
                  <a:srgbClr val="FF0000"/>
                </a:solidFill>
                <a:latin typeface="Calibri" panose="020F0502020204030204" pitchFamily="34" charset="0"/>
                <a:cs typeface="Calibri" panose="020F0502020204030204" pitchFamily="34" charset="0"/>
              </a:rPr>
              <a:t>tipi di dato </a:t>
            </a:r>
            <a:r>
              <a:rPr lang="it-IT" sz="4000" spc="-50" dirty="0" err="1">
                <a:solidFill>
                  <a:srgbClr val="FF0000"/>
                </a:solidFill>
                <a:latin typeface="Calibri" panose="020F0502020204030204" pitchFamily="34" charset="0"/>
                <a:cs typeface="Calibri" panose="020F0502020204030204" pitchFamily="34" charset="0"/>
              </a:rPr>
              <a:t>pre</a:t>
            </a:r>
            <a:r>
              <a:rPr lang="it-IT" sz="4000" spc="-50" dirty="0">
                <a:solidFill>
                  <a:srgbClr val="FF0000"/>
                </a:solidFill>
                <a:latin typeface="Calibri" panose="020F0502020204030204" pitchFamily="34" charset="0"/>
                <a:cs typeface="Calibri" panose="020F0502020204030204" pitchFamily="34" charset="0"/>
              </a:rPr>
              <a:t>-definiti</a:t>
            </a:r>
            <a:br>
              <a:rPr sz="4000" spc="-50" dirty="0">
                <a:solidFill>
                  <a:srgbClr val="FF0000"/>
                </a:solidFill>
                <a:latin typeface="Calibri" panose="020F0502020204030204" pitchFamily="34" charset="0"/>
                <a:cs typeface="Calibri" panose="020F0502020204030204" pitchFamily="34" charset="0"/>
              </a:rPr>
            </a:br>
            <a:r>
              <a:rPr lang="it-IT" sz="4000" spc="-50" dirty="0">
                <a:solidFill>
                  <a:srgbClr val="FF0000"/>
                </a:solidFill>
                <a:latin typeface="Calibri" panose="020F0502020204030204" pitchFamily="34" charset="0"/>
                <a:cs typeface="Calibri" panose="020F0502020204030204" pitchFamily="34" charset="0"/>
              </a:rPr>
              <a:t>in C++</a:t>
            </a:r>
          </a:p>
        </p:txBody>
      </p:sp>
      <p:pic>
        <p:nvPicPr>
          <p:cNvPr id="163" name="Immagine 162"/>
          <p:cNvPicPr/>
          <p:nvPr/>
        </p:nvPicPr>
        <p:blipFill>
          <a:blip r:embed="rId2"/>
          <a:stretch/>
        </p:blipFill>
        <p:spPr>
          <a:xfrm>
            <a:off x="72000" y="456480"/>
            <a:ext cx="7488000" cy="5951520"/>
          </a:xfrm>
          <a:prstGeom prst="rect">
            <a:avLst/>
          </a:prstGeom>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 name="CustomShape 1"/>
          <p:cNvSpPr/>
          <p:nvPr/>
        </p:nvSpPr>
        <p:spPr>
          <a:xfrm>
            <a:off x="1403350" y="476250"/>
            <a:ext cx="6337300" cy="81975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sequenze di “</a:t>
            </a:r>
            <a:r>
              <a:rPr lang="it-IT" sz="4000" spc="-1" dirty="0" err="1">
                <a:solidFill>
                  <a:srgbClr val="FF0000"/>
                </a:solidFill>
                <a:latin typeface="Calibri" panose="020F0502020204030204" pitchFamily="34" charset="0"/>
                <a:cs typeface="Calibri" panose="020F0502020204030204" pitchFamily="34" charset="0"/>
              </a:rPr>
              <a:t>escape</a:t>
            </a:r>
            <a:r>
              <a:rPr lang="it-IT" sz="4000" spc="-1" dirty="0">
                <a:solidFill>
                  <a:srgbClr val="FF0000"/>
                </a:solidFill>
                <a:latin typeface="Calibri" panose="020F0502020204030204" pitchFamily="34" charset="0"/>
                <a:cs typeface="Calibri" panose="020F0502020204030204" pitchFamily="34" charset="0"/>
              </a:rPr>
              <a:t>” in C++</a:t>
            </a:r>
          </a:p>
        </p:txBody>
      </p:sp>
      <p:pic>
        <p:nvPicPr>
          <p:cNvPr id="165" name="Immagine 164"/>
          <p:cNvPicPr/>
          <p:nvPr/>
        </p:nvPicPr>
        <p:blipFill>
          <a:blip r:embed="rId2"/>
          <a:stretch/>
        </p:blipFill>
        <p:spPr>
          <a:xfrm>
            <a:off x="216000" y="1296000"/>
            <a:ext cx="7428600" cy="496800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CustomShape 1"/>
          <p:cNvSpPr/>
          <p:nvPr/>
        </p:nvSpPr>
        <p:spPr>
          <a:xfrm>
            <a:off x="1403350" y="476249"/>
            <a:ext cx="6337300" cy="79216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variabili e costanti in C++</a:t>
            </a:r>
          </a:p>
        </p:txBody>
      </p:sp>
      <p:sp>
        <p:nvSpPr>
          <p:cNvPr id="167" name="CustomShape 2"/>
          <p:cNvSpPr/>
          <p:nvPr/>
        </p:nvSpPr>
        <p:spPr>
          <a:xfrm>
            <a:off x="432000" y="2016000"/>
            <a:ext cx="8567640" cy="424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it-IT" sz="2200" b="0" strike="noStrike" spc="-1">
                <a:latin typeface="Arial"/>
              </a:rPr>
              <a:t>Una variabile è una sequenza di una o più celle di memoria caratterizzata da un indirizzo (quello della prima cella) e da un tipo. L'indirizzo è associato dal compilatore al nome della variabile (un identificatore), mentre la variabile stessa viene utilizzata per ospitare valori di quel tipo che possono poi essere modificati. Le variabili possono ospitare ogni tipo di dato: stringhe, numeri e strutture.</a:t>
            </a:r>
          </a:p>
          <a:p>
            <a:endParaRPr lang="it-IT" sz="2200" b="0" strike="noStrike" spc="-1">
              <a:latin typeface="Arial"/>
            </a:endParaRPr>
          </a:p>
          <a:p>
            <a:r>
              <a:rPr lang="it-IT" sz="2200" b="0" strike="noStrike" spc="-1">
                <a:latin typeface="Arial"/>
              </a:rPr>
              <a:t>Una costante, invece, è una variabile il cui valore non può essere modificato.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CustomShape 1"/>
          <p:cNvSpPr/>
          <p:nvPr/>
        </p:nvSpPr>
        <p:spPr>
          <a:xfrm>
            <a:off x="1403350" y="621000"/>
            <a:ext cx="6337300" cy="64741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inizializzazione di variabili e costanti in C++</a:t>
            </a:r>
          </a:p>
        </p:txBody>
      </p:sp>
      <p:sp>
        <p:nvSpPr>
          <p:cNvPr id="169" name="CustomShape 2"/>
          <p:cNvSpPr/>
          <p:nvPr/>
        </p:nvSpPr>
        <p:spPr>
          <a:xfrm>
            <a:off x="144000" y="1800000"/>
            <a:ext cx="8928000" cy="424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it-IT" sz="2200" b="0" strike="noStrike" spc="-1">
                <a:latin typeface="Arial"/>
              </a:rPr>
              <a:t>inizializzazione di variabile </a:t>
            </a:r>
          </a:p>
          <a:p>
            <a:endParaRPr lang="it-IT" sz="2200" b="0" strike="noStrike" spc="-1">
              <a:latin typeface="Arial"/>
            </a:endParaRPr>
          </a:p>
          <a:p>
            <a:r>
              <a:rPr lang="it-IT" sz="2200" b="0" strike="noStrike" spc="-1">
                <a:latin typeface="Courier New"/>
              </a:rPr>
              <a:t>&lt;tipo di dato&gt; &lt;nome variabile&gt; = &lt;espressione&gt;</a:t>
            </a:r>
            <a:endParaRPr lang="it-IT" sz="2200" b="0" strike="noStrike" spc="-1">
              <a:latin typeface="Arial"/>
            </a:endParaRPr>
          </a:p>
          <a:p>
            <a:endParaRPr lang="it-IT" sz="2200" b="0" strike="noStrike" spc="-1">
              <a:latin typeface="Arial"/>
            </a:endParaRPr>
          </a:p>
          <a:p>
            <a:pPr>
              <a:lnSpc>
                <a:spcPct val="100000"/>
              </a:lnSpc>
            </a:pPr>
            <a:r>
              <a:rPr lang="it-IT" sz="2200" b="0" strike="noStrike" spc="-1">
                <a:latin typeface="Arial"/>
                <a:ea typeface="Noto Sans CJK SC"/>
              </a:rPr>
              <a:t>dove  </a:t>
            </a:r>
            <a:r>
              <a:rPr lang="it-IT" sz="2200" b="0" strike="noStrike" spc="-1">
                <a:latin typeface="Courier New"/>
              </a:rPr>
              <a:t>&lt;espressione&gt;</a:t>
            </a:r>
            <a:r>
              <a:rPr lang="it-IT" sz="2200" b="0" strike="noStrike" spc="-1">
                <a:latin typeface="Courier-Oblique;Courier New"/>
              </a:rPr>
              <a:t> </a:t>
            </a:r>
            <a:r>
              <a:rPr lang="it-IT" sz="2200" b="0" strike="noStrike" spc="-1">
                <a:latin typeface="Times-Roman;Times New Roman"/>
                <a:ea typeface="Times-Roman;Times New Roman"/>
              </a:rPr>
              <a:t>è qualunque espressione valida il cui valore sia dello stesso tipo che </a:t>
            </a:r>
            <a:r>
              <a:rPr lang="it-IT" sz="2200" b="0" strike="noStrike" spc="-1">
                <a:latin typeface="Courier New"/>
                <a:ea typeface="Times-Roman;Times New Roman"/>
              </a:rPr>
              <a:t>&lt;tipo di dato&gt;</a:t>
            </a:r>
            <a:br/>
            <a:br/>
            <a:endParaRPr lang="it-IT" sz="2200" b="0" strike="noStrike" spc="-1">
              <a:latin typeface="Arial"/>
            </a:endParaRPr>
          </a:p>
          <a:p>
            <a:endParaRPr lang="it-IT" sz="2200" b="0" strike="noStrike" spc="-1">
              <a:latin typeface="Arial"/>
            </a:endParaRP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r>
              <a:rPr lang="it-IT" sz="2200" b="0" strike="noStrike" spc="-1">
                <a:latin typeface="Arial"/>
              </a:rPr>
              <a:t>inizializzazione di costante </a:t>
            </a: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endParaRPr lang="it-IT" sz="2200" b="0" strike="noStrike" spc="-1">
              <a:latin typeface="Arial"/>
            </a:endParaRP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r>
              <a:rPr lang="it-IT" sz="2200" b="0" strike="noStrike" spc="-1">
                <a:solidFill>
                  <a:srgbClr val="000000"/>
                </a:solidFill>
                <a:latin typeface="Courier New"/>
              </a:rPr>
              <a:t>const </a:t>
            </a:r>
            <a:r>
              <a:rPr lang="it-IT" sz="2200" b="0" strike="noStrike" spc="-1">
                <a:latin typeface="Courier New"/>
              </a:rPr>
              <a:t>&lt;tipo di dato&gt; &lt;nome costante&gt; = &lt;espressione&gt;</a:t>
            </a:r>
            <a:endParaRPr lang="it-IT" sz="2200" b="0" strike="noStrike" spc="-1">
              <a:latin typeface="Arial"/>
            </a:endParaRP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endParaRPr lang="it-IT" sz="2200" b="0" strike="noStrike" spc="-1">
              <a:latin typeface="Arial"/>
            </a:endParaRP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endParaRPr lang="it-IT" sz="2200" b="0" strike="noStrike" spc="-1">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CustomShape 1"/>
          <p:cNvSpPr/>
          <p:nvPr/>
        </p:nvSpPr>
        <p:spPr>
          <a:xfrm>
            <a:off x="1403350" y="476250"/>
            <a:ext cx="6337300" cy="79216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visibilità di variabili in C++</a:t>
            </a:r>
          </a:p>
        </p:txBody>
      </p:sp>
      <p:sp>
        <p:nvSpPr>
          <p:cNvPr id="171" name="CustomShape 2"/>
          <p:cNvSpPr/>
          <p:nvPr/>
        </p:nvSpPr>
        <p:spPr>
          <a:xfrm>
            <a:off x="144000" y="1800000"/>
            <a:ext cx="8928000" cy="424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it-IT" sz="2200" b="0" strike="noStrike" spc="-1" dirty="0">
                <a:latin typeface="Arial"/>
              </a:rPr>
              <a:t>La zona di un programma in cui una variabile è attiva si dice visibilità (scope) della variabile.</a:t>
            </a:r>
            <a:br>
              <a:rPr dirty="0"/>
            </a:br>
            <a:br>
              <a:rPr dirty="0"/>
            </a:br>
            <a:r>
              <a:rPr lang="it-IT" sz="2200" b="0" strike="noStrike" spc="-1" dirty="0">
                <a:latin typeface="Arial"/>
              </a:rPr>
              <a:t>Le variabili in C++ possono essere:</a:t>
            </a:r>
            <a:br>
              <a:rPr dirty="0"/>
            </a:br>
            <a:endParaRPr lang="it-IT" sz="2200" b="0" strike="noStrike" spc="-1" dirty="0">
              <a:latin typeface="Arial"/>
            </a:endParaRPr>
          </a:p>
          <a:p>
            <a:r>
              <a:rPr lang="it-IT" sz="2200" b="0" strike="noStrike" spc="-1" dirty="0">
                <a:latin typeface="Arial"/>
              </a:rPr>
              <a:t>•	locali: sono quelle definite all'interno di un blocco di istruzioni, tipicamente quello di una funzione, e sono visibili dal punto in cui sono definite fino alla fine di quel blocco</a:t>
            </a:r>
            <a:br>
              <a:rPr dirty="0"/>
            </a:br>
            <a:endParaRPr lang="it-IT" sz="2200" b="0" strike="noStrike" spc="-1" dirty="0">
              <a:latin typeface="Arial"/>
            </a:endParaRPr>
          </a:p>
          <a:p>
            <a:r>
              <a:rPr lang="it-IT" sz="2200" b="0" strike="noStrike" spc="-1" dirty="0">
                <a:latin typeface="Arial"/>
              </a:rPr>
              <a:t>•	globali: sono quelle che si dichiarano al di fuori di qualunque blocco, quindi anche al di fuori dalla </a:t>
            </a:r>
            <a:r>
              <a:rPr lang="it-IT" sz="2200" b="0" strike="noStrike" spc="-1" dirty="0" err="1">
                <a:latin typeface="Arial"/>
              </a:rPr>
              <a:t>main</a:t>
            </a:r>
            <a:r>
              <a:rPr lang="it-IT" sz="2200" b="0" strike="noStrike" spc="-1" dirty="0">
                <a:latin typeface="Arial"/>
              </a:rPr>
              <a:t>(), e sono visibili dappertutto (quindi da qualunque funzione), meno che nei blocchi (ovvero nelle funzioni) in cui esistono variabili locali con lo stesso nome</a:t>
            </a: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endParaRPr lang="it-IT" sz="2200" b="0" strike="noStrike" spc="-1" dirty="0">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 name="CustomShape 1"/>
          <p:cNvSpPr/>
          <p:nvPr/>
        </p:nvSpPr>
        <p:spPr>
          <a:xfrm>
            <a:off x="1439350" y="494693"/>
            <a:ext cx="6337300" cy="773720"/>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istruzione di assegnamento</a:t>
            </a:r>
          </a:p>
        </p:txBody>
      </p:sp>
      <p:sp>
        <p:nvSpPr>
          <p:cNvPr id="173" name="CustomShape 2"/>
          <p:cNvSpPr/>
          <p:nvPr/>
        </p:nvSpPr>
        <p:spPr>
          <a:xfrm>
            <a:off x="144000" y="1800000"/>
            <a:ext cx="8928000" cy="424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r>
              <a:rPr lang="it-IT" sz="2200" b="0" strike="noStrike" spc="-1">
                <a:solidFill>
                  <a:srgbClr val="000000"/>
                </a:solidFill>
                <a:latin typeface="Arial"/>
                <a:ea typeface="Times-Roman;Times New Roman"/>
              </a:rPr>
              <a:t>Alle variabili definite e visibili si da un valore tramite </a:t>
            </a:r>
            <a:br/>
            <a:r>
              <a:rPr lang="it-IT" sz="2200" b="0" strike="noStrike" spc="-1">
                <a:solidFill>
                  <a:srgbClr val="000000"/>
                </a:solidFill>
                <a:latin typeface="Arial"/>
                <a:ea typeface="Times-Roman;Times New Roman"/>
              </a:rPr>
              <a:t>l'</a:t>
            </a:r>
            <a:r>
              <a:rPr lang="it-IT" sz="2200" b="0" i="1" strike="noStrike" spc="-1">
                <a:solidFill>
                  <a:srgbClr val="000000"/>
                </a:solidFill>
                <a:latin typeface="Arial"/>
                <a:ea typeface="Times-Roman;Times New Roman"/>
              </a:rPr>
              <a:t>istruzione di assegnamento</a:t>
            </a:r>
            <a:r>
              <a:rPr lang="it-IT" sz="2200" b="0" strike="noStrike" spc="-1">
                <a:solidFill>
                  <a:srgbClr val="000000"/>
                </a:solidFill>
                <a:latin typeface="Arial"/>
                <a:ea typeface="Times-Roman;Times New Roman"/>
              </a:rPr>
              <a:t>, ovvero l'operatore </a:t>
            </a:r>
            <a:r>
              <a:rPr lang="it-IT" sz="2200" b="0" strike="noStrike" spc="-1">
                <a:solidFill>
                  <a:srgbClr val="000000"/>
                </a:solidFill>
                <a:latin typeface="Courier New"/>
                <a:ea typeface="Times-Roman;Times New Roman"/>
              </a:rPr>
              <a:t>=</a:t>
            </a:r>
            <a:endParaRPr lang="it-IT" sz="2200" b="0" strike="noStrike" spc="-1">
              <a:latin typeface="Arial"/>
            </a:endParaRPr>
          </a:p>
          <a:p>
            <a:endParaRPr lang="it-IT" sz="2200" b="0" strike="noStrike" spc="-1">
              <a:latin typeface="Arial"/>
            </a:endParaRPr>
          </a:p>
          <a:p>
            <a:r>
              <a:rPr lang="en-GB" sz="2200" b="0" i="1" strike="noStrike" spc="-1">
                <a:solidFill>
                  <a:srgbClr val="000000"/>
                </a:solidFill>
                <a:latin typeface="Courier New"/>
                <a:ea typeface="Times-Roman;Times New Roman"/>
              </a:rPr>
              <a:t>variabile</a:t>
            </a:r>
            <a:r>
              <a:rPr lang="it-IT" sz="2200" b="0" strike="noStrike" spc="-1">
                <a:solidFill>
                  <a:srgbClr val="000000"/>
                </a:solidFill>
                <a:latin typeface="Courier New"/>
                <a:ea typeface="Times-Roman;Times New Roman"/>
              </a:rPr>
              <a:t> = </a:t>
            </a:r>
            <a:r>
              <a:rPr lang="en-GB" sz="2200" b="0" i="1" strike="noStrike" spc="-1">
                <a:solidFill>
                  <a:srgbClr val="000000"/>
                </a:solidFill>
                <a:latin typeface="Courier New"/>
                <a:ea typeface="Times-Roman;Times New Roman"/>
              </a:rPr>
              <a:t>espressione;</a:t>
            </a:r>
            <a:r>
              <a:rPr lang="it-IT" sz="2200" b="0" strike="noStrike" spc="-1">
                <a:solidFill>
                  <a:srgbClr val="000000"/>
                </a:solidFill>
                <a:latin typeface="Courier New"/>
                <a:ea typeface="Times-Roman;Times New Roman"/>
              </a:rPr>
              <a:t> </a:t>
            </a:r>
            <a:endParaRPr lang="it-IT" sz="2200" b="0" strike="noStrike" spc="-1">
              <a:latin typeface="Arial"/>
            </a:endParaRPr>
          </a:p>
          <a:p>
            <a:endParaRPr lang="it-IT" sz="2200" b="0" strike="noStrike" spc="-1">
              <a:latin typeface="Arial"/>
            </a:endParaRPr>
          </a:p>
          <a:p>
            <a:endParaRPr lang="it-IT" sz="2200" b="0" strike="noStrike" spc="-1">
              <a:latin typeface="Arial"/>
            </a:endParaRP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endParaRPr lang="it-IT" sz="2200" b="0" strike="noStrike" spc="-1">
              <a:latin typeface="Aria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 name="CustomShape 1"/>
          <p:cNvSpPr/>
          <p:nvPr/>
        </p:nvSpPr>
        <p:spPr>
          <a:xfrm>
            <a:off x="1403350" y="476250"/>
            <a:ext cx="6337300" cy="79216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costanti</a:t>
            </a:r>
          </a:p>
        </p:txBody>
      </p:sp>
      <p:sp>
        <p:nvSpPr>
          <p:cNvPr id="175" name="CustomShape 2"/>
          <p:cNvSpPr/>
          <p:nvPr/>
        </p:nvSpPr>
        <p:spPr>
          <a:xfrm>
            <a:off x="144000" y="1800000"/>
            <a:ext cx="8928000" cy="4247640"/>
          </a:xfrm>
          <a:prstGeom prst="rect">
            <a:avLst/>
          </a:prstGeom>
          <a:noFill/>
          <a:ln>
            <a:noFill/>
          </a:ln>
        </p:spPr>
        <p:style>
          <a:lnRef idx="0">
            <a:scrgbClr r="0" g="0" b="0"/>
          </a:lnRef>
          <a:fillRef idx="0">
            <a:scrgbClr r="0" g="0" b="0"/>
          </a:fillRef>
          <a:effectRef idx="0">
            <a:scrgbClr r="0" g="0" b="0"/>
          </a:effectRef>
          <a:fontRef idx="minor"/>
        </p:style>
        <p:txBody>
          <a:bodyPr lIns="90000" tIns="45000" rIns="90000" bIns="45000">
            <a:noAutofit/>
          </a:bodyPr>
          <a:lstStyle/>
          <a:p>
            <a:pPr marL="216000" indent="-216000">
              <a:buClr>
                <a:srgbClr val="000000"/>
              </a:buClr>
              <a:buSzPct val="45000"/>
              <a:buFont typeface="Wingdings" charset="2"/>
              <a:buChar char=""/>
            </a:pPr>
            <a:r>
              <a:rPr lang="it-IT" sz="2200" b="0" i="1" strike="noStrike" spc="-1" dirty="0">
                <a:solidFill>
                  <a:srgbClr val="000000"/>
                </a:solidFill>
                <a:latin typeface="Arial"/>
                <a:ea typeface="Times-Roman;Times New Roman"/>
              </a:rPr>
              <a:t>costanti letterali</a:t>
            </a:r>
            <a:endParaRPr lang="it-IT" sz="2200" b="0" strike="noStrike" spc="-1" dirty="0">
              <a:latin typeface="Arial"/>
            </a:endParaRPr>
          </a:p>
          <a:p>
            <a:pPr marL="432000" lvl="1" indent="-216000">
              <a:buClr>
                <a:srgbClr val="000000"/>
              </a:buClr>
              <a:buSzPct val="45000"/>
              <a:buFont typeface="Symbol" charset="2"/>
              <a:buChar char=""/>
            </a:pPr>
            <a:r>
              <a:rPr lang="it-IT" sz="2200" b="0" i="1" strike="noStrike" spc="-1" dirty="0">
                <a:solidFill>
                  <a:srgbClr val="000000"/>
                </a:solidFill>
                <a:latin typeface="Arial"/>
                <a:ea typeface="Times-Roman;Times New Roman"/>
              </a:rPr>
              <a:t>costanti intere                   </a:t>
            </a:r>
            <a:r>
              <a:rPr lang="it-IT" sz="2200" b="0" strike="noStrike" spc="-1" dirty="0">
                <a:solidFill>
                  <a:srgbClr val="000000"/>
                </a:solidFill>
                <a:latin typeface="Courier New"/>
                <a:ea typeface="Times-Roman;Times New Roman"/>
              </a:rPr>
              <a:t>23 45 ...</a:t>
            </a:r>
            <a:endParaRPr lang="it-IT" sz="2200" b="0" strike="noStrike" spc="-1" dirty="0">
              <a:latin typeface="Arial"/>
            </a:endParaRPr>
          </a:p>
          <a:p>
            <a:pPr marL="432000" lvl="1" indent="-216000">
              <a:lnSpc>
                <a:spcPct val="100000"/>
              </a:lnSpc>
              <a:buClr>
                <a:srgbClr val="000000"/>
              </a:buClr>
              <a:buSzPct val="45000"/>
              <a:buFont typeface="Symbol" charset="2"/>
              <a:buChar char=""/>
            </a:pPr>
            <a:r>
              <a:rPr lang="it-IT" sz="2200" b="0" i="1" strike="noStrike" spc="-1" dirty="0">
                <a:solidFill>
                  <a:srgbClr val="000000"/>
                </a:solidFill>
                <a:latin typeface="Arial"/>
                <a:ea typeface="Times-Roman;Times New Roman"/>
              </a:rPr>
              <a:t>costanti carattere</a:t>
            </a:r>
            <a:r>
              <a:rPr lang="it-IT" sz="2200" b="0" strike="noStrike" spc="-1" dirty="0">
                <a:solidFill>
                  <a:srgbClr val="000000"/>
                </a:solidFill>
                <a:latin typeface="Courier New"/>
                <a:ea typeface="Times-Roman;Times New Roman"/>
              </a:rPr>
              <a:t>      </a:t>
            </a:r>
            <a:r>
              <a:rPr lang="it-IT" sz="2200" b="0" strike="noStrike" spc="-1" dirty="0">
                <a:solidFill>
                  <a:srgbClr val="000000"/>
                </a:solidFill>
                <a:latin typeface="Courier New"/>
                <a:ea typeface="Courier New"/>
              </a:rPr>
              <a:t>'</a:t>
            </a:r>
            <a:r>
              <a:rPr lang="it-IT" sz="2200" b="0" strike="noStrike" spc="-1" dirty="0">
                <a:solidFill>
                  <a:srgbClr val="000000"/>
                </a:solidFill>
                <a:latin typeface="Courier New"/>
                <a:ea typeface="Times-Roman;Times New Roman"/>
              </a:rPr>
              <a:t>a</a:t>
            </a:r>
            <a:r>
              <a:rPr lang="it-IT" sz="2200" b="0" strike="noStrike" spc="-1" dirty="0">
                <a:solidFill>
                  <a:srgbClr val="000000"/>
                </a:solidFill>
                <a:latin typeface="Courier New"/>
                <a:ea typeface="Courier New"/>
              </a:rPr>
              <a:t>'</a:t>
            </a:r>
            <a:r>
              <a:rPr lang="it-IT" sz="2200" b="0" strike="noStrike" spc="-1" dirty="0">
                <a:solidFill>
                  <a:srgbClr val="000000"/>
                </a:solidFill>
                <a:latin typeface="Courier New"/>
                <a:ea typeface="Times-Roman;Times New Roman"/>
              </a:rPr>
              <a:t> ...  </a:t>
            </a:r>
            <a:r>
              <a:rPr lang="it-IT" sz="2200" b="0" strike="noStrike" spc="-1" dirty="0">
                <a:solidFill>
                  <a:srgbClr val="000000"/>
                </a:solidFill>
                <a:latin typeface="Courier New"/>
                <a:ea typeface="Courier New"/>
              </a:rPr>
              <a:t>'</a:t>
            </a:r>
            <a:r>
              <a:rPr lang="it-IT" sz="2200" b="0" strike="noStrike" spc="-1" dirty="0">
                <a:solidFill>
                  <a:srgbClr val="000000"/>
                </a:solidFill>
                <a:latin typeface="Courier New"/>
                <a:ea typeface="Times-Roman;Times New Roman"/>
              </a:rPr>
              <a:t>Z</a:t>
            </a:r>
            <a:r>
              <a:rPr lang="it-IT" sz="2200" b="0" strike="noStrike" spc="-1" dirty="0">
                <a:solidFill>
                  <a:srgbClr val="000000"/>
                </a:solidFill>
                <a:latin typeface="Courier New"/>
                <a:ea typeface="Courier New"/>
              </a:rPr>
              <a:t>'</a:t>
            </a:r>
            <a:endParaRPr lang="it-IT" sz="2200" b="0" strike="noStrike" spc="-1" dirty="0">
              <a:latin typeface="Arial"/>
            </a:endParaRPr>
          </a:p>
          <a:p>
            <a:pPr marL="432000" lvl="1" indent="-216000">
              <a:lnSpc>
                <a:spcPct val="100000"/>
              </a:lnSpc>
              <a:buClr>
                <a:srgbClr val="000000"/>
              </a:buClr>
              <a:buSzPct val="45000"/>
              <a:buFont typeface="Symbol" charset="2"/>
              <a:buChar char=""/>
            </a:pPr>
            <a:r>
              <a:rPr lang="it-IT" sz="2200" b="0" i="1" strike="noStrike" spc="-1" dirty="0">
                <a:solidFill>
                  <a:srgbClr val="000000"/>
                </a:solidFill>
                <a:latin typeface="Arial"/>
                <a:ea typeface="Times-Roman;Times New Roman"/>
              </a:rPr>
              <a:t>costanti in virgola mobile  </a:t>
            </a:r>
            <a:r>
              <a:rPr lang="it-IT" sz="2200" b="0" strike="noStrike" spc="-1" dirty="0">
                <a:solidFill>
                  <a:srgbClr val="000000"/>
                </a:solidFill>
                <a:latin typeface="Courier New"/>
                <a:ea typeface="Times-Roman;Times New Roman"/>
              </a:rPr>
              <a:t>23.14 45.34 ...</a:t>
            </a:r>
            <a:endParaRPr lang="it-IT" sz="2200" b="0" strike="noStrike" spc="-1" dirty="0">
              <a:latin typeface="Arial"/>
            </a:endParaRPr>
          </a:p>
          <a:p>
            <a:pPr marL="432000" lvl="1" indent="-216000">
              <a:buClr>
                <a:srgbClr val="000000"/>
              </a:buClr>
              <a:buSzPct val="45000"/>
              <a:buFont typeface="Symbol" charset="2"/>
              <a:buChar char=""/>
            </a:pPr>
            <a:r>
              <a:rPr lang="it-IT" sz="2200" b="0" i="1" strike="noStrike" spc="-1" dirty="0">
                <a:solidFill>
                  <a:srgbClr val="000000"/>
                </a:solidFill>
                <a:latin typeface="Arial"/>
                <a:ea typeface="Times-Roman;Times New Roman"/>
              </a:rPr>
              <a:t>costanti stringa                </a:t>
            </a:r>
            <a:r>
              <a:rPr lang="it-IT" sz="2200" b="0" strike="noStrike" spc="-1" dirty="0">
                <a:solidFill>
                  <a:srgbClr val="000000"/>
                </a:solidFill>
                <a:latin typeface="Arial"/>
                <a:ea typeface="Arial"/>
              </a:rPr>
              <a:t>"</a:t>
            </a:r>
            <a:r>
              <a:rPr lang="it-IT" sz="2200" b="0" strike="noStrike" spc="-1" dirty="0">
                <a:solidFill>
                  <a:srgbClr val="000000"/>
                </a:solidFill>
                <a:latin typeface="Courier New"/>
                <a:ea typeface="Courier New"/>
              </a:rPr>
              <a:t>Ancona</a:t>
            </a:r>
            <a:r>
              <a:rPr lang="it-IT" sz="2200" b="0" strike="noStrike" spc="-1" dirty="0">
                <a:solidFill>
                  <a:srgbClr val="000000"/>
                </a:solidFill>
                <a:latin typeface="Arial"/>
                <a:ea typeface="Arial"/>
              </a:rPr>
              <a:t>"</a:t>
            </a:r>
            <a:br>
              <a:rPr dirty="0"/>
            </a:br>
            <a:r>
              <a:rPr lang="it-IT" sz="2200" b="0" i="1" strike="noStrike" spc="-1" dirty="0">
                <a:solidFill>
                  <a:srgbClr val="000000"/>
                </a:solidFill>
                <a:latin typeface="Arial"/>
              </a:rPr>
              <a:t> </a:t>
            </a:r>
            <a:endParaRPr lang="it-IT" sz="2200" b="0" strike="noStrike" spc="-1" dirty="0">
              <a:latin typeface="Arial"/>
            </a:endParaRPr>
          </a:p>
          <a:p>
            <a:pPr marL="216000" indent="-216000">
              <a:buClr>
                <a:srgbClr val="000000"/>
              </a:buClr>
              <a:buSzPct val="45000"/>
              <a:buFont typeface="Wingdings" charset="2"/>
              <a:buChar char=""/>
            </a:pPr>
            <a:r>
              <a:rPr lang="it-IT" sz="2200" b="0" i="1" strike="noStrike" spc="-1" dirty="0">
                <a:solidFill>
                  <a:srgbClr val="000000"/>
                </a:solidFill>
                <a:latin typeface="Arial"/>
                <a:ea typeface="Times-Roman;Times New Roman"/>
              </a:rPr>
              <a:t>costanti enumerative   </a:t>
            </a:r>
            <a:r>
              <a:rPr lang="it-IT" sz="1400" b="1" strike="noStrike" spc="-1" dirty="0" err="1">
                <a:solidFill>
                  <a:srgbClr val="000000"/>
                </a:solidFill>
                <a:latin typeface="Courier New"/>
                <a:ea typeface="Times-Roman;Times New Roman"/>
              </a:rPr>
              <a:t>enum</a:t>
            </a:r>
            <a:r>
              <a:rPr lang="it-IT" sz="1400" b="0" strike="noStrike" spc="-1" dirty="0">
                <a:solidFill>
                  <a:srgbClr val="000000"/>
                </a:solidFill>
                <a:latin typeface="Courier New"/>
                <a:ea typeface="Times-Roman;Times New Roman"/>
              </a:rPr>
              <a:t> Colori {</a:t>
            </a:r>
            <a:r>
              <a:rPr lang="it-IT" sz="1400" b="0" strike="noStrike" spc="-1" dirty="0" err="1">
                <a:solidFill>
                  <a:srgbClr val="000000"/>
                </a:solidFill>
                <a:latin typeface="Courier New"/>
                <a:ea typeface="Times-Roman;Times New Roman"/>
              </a:rPr>
              <a:t>Rosso,Arancione,Giallo,Verde,Blu,Viola</a:t>
            </a:r>
            <a:r>
              <a:rPr lang="it-IT" sz="1400" b="0" strike="noStrike" spc="-1" dirty="0">
                <a:solidFill>
                  <a:srgbClr val="000000"/>
                </a:solidFill>
                <a:latin typeface="Courier New"/>
                <a:ea typeface="Times-Roman;Times New Roman"/>
              </a:rPr>
              <a:t>};</a:t>
            </a:r>
            <a:endParaRPr lang="it-IT" sz="1400" b="0" strike="noStrike" spc="-1" dirty="0">
              <a:latin typeface="Arial"/>
            </a:endParaRPr>
          </a:p>
          <a:p>
            <a:pPr marL="216000" indent="-216000">
              <a:buClr>
                <a:srgbClr val="000000"/>
              </a:buClr>
              <a:buSzPct val="45000"/>
              <a:buFont typeface="Wingdings" charset="2"/>
              <a:buChar char=""/>
            </a:pPr>
            <a:r>
              <a:rPr lang="it-IT" sz="2200" b="0" i="1" strike="noStrike" spc="-1" dirty="0">
                <a:solidFill>
                  <a:srgbClr val="000000"/>
                </a:solidFill>
                <a:latin typeface="Arial"/>
                <a:ea typeface="Times-Roman;Times New Roman"/>
              </a:rPr>
              <a:t>costanti definite		</a:t>
            </a:r>
            <a:r>
              <a:rPr lang="it-IT" sz="2200" b="0" strike="noStrike" spc="-1" dirty="0">
                <a:solidFill>
                  <a:srgbClr val="000000"/>
                </a:solidFill>
                <a:latin typeface="Courier New"/>
                <a:ea typeface="Times-Roman;Times New Roman"/>
              </a:rPr>
              <a:t>#define NUOVARIGA '\n'</a:t>
            </a:r>
            <a:endParaRPr lang="it-IT" sz="2200" b="0" strike="noStrike" spc="-1" dirty="0">
              <a:latin typeface="Arial"/>
            </a:endParaRPr>
          </a:p>
          <a:p>
            <a:r>
              <a:rPr lang="it-IT" sz="2200" b="0" strike="noStrike" spc="-1" dirty="0">
                <a:solidFill>
                  <a:srgbClr val="000000"/>
                </a:solidFill>
                <a:latin typeface="Courier New"/>
                <a:ea typeface="Times-Roman;Times New Roman"/>
              </a:rPr>
              <a:t>																	#define PIGRECO 3.141592  </a:t>
            </a:r>
            <a:endParaRPr lang="it-IT" sz="2200" b="0" strike="noStrike" spc="-1" dirty="0">
              <a:latin typeface="Arial"/>
            </a:endParaRPr>
          </a:p>
          <a:p>
            <a:r>
              <a:rPr lang="it-IT" sz="2200" b="0" strike="noStrike" spc="-1" dirty="0">
                <a:solidFill>
                  <a:srgbClr val="000000"/>
                </a:solidFill>
                <a:latin typeface="Courier New"/>
                <a:ea typeface="Times-Roman;Times New Roman"/>
              </a:rPr>
              <a:t>																	#define VALORE 54</a:t>
            </a:r>
            <a:endParaRPr lang="it-IT" sz="2200" b="0" strike="noStrike" spc="-1" dirty="0">
              <a:latin typeface="Arial"/>
            </a:endParaRPr>
          </a:p>
          <a:p>
            <a:pPr marL="216000" indent="-216000">
              <a:buClr>
                <a:srgbClr val="000000"/>
              </a:buClr>
              <a:buSzPct val="45000"/>
              <a:buFont typeface="Wingdings" charset="2"/>
              <a:buChar char=""/>
            </a:pPr>
            <a:r>
              <a:rPr lang="it-IT" sz="2200" b="0" i="1" strike="noStrike" spc="-1" dirty="0">
                <a:solidFill>
                  <a:srgbClr val="000000"/>
                </a:solidFill>
                <a:latin typeface="Arial"/>
                <a:ea typeface="Times-Roman;Times New Roman"/>
              </a:rPr>
              <a:t>costanti dichiarate   </a:t>
            </a:r>
            <a:endParaRPr lang="it-IT" sz="2200" b="0" strike="noStrike" spc="-1" dirty="0">
              <a:latin typeface="Arial"/>
            </a:endParaRPr>
          </a:p>
          <a:p>
            <a:endParaRPr lang="it-IT" sz="2200" b="0" strike="noStrike" spc="-1" dirty="0">
              <a:latin typeface="Arial"/>
            </a:endParaRPr>
          </a:p>
          <a:p>
            <a:pPr>
              <a:lnSpc>
                <a:spcPct val="100000"/>
              </a:lnSpc>
              <a:tabLst>
                <a:tab pos="0" algn="l"/>
                <a:tab pos="177840" algn="l"/>
                <a:tab pos="355680" algn="l"/>
                <a:tab pos="533520" algn="l"/>
                <a:tab pos="711360" algn="l"/>
                <a:tab pos="888840" algn="l"/>
                <a:tab pos="1066680" algn="l"/>
                <a:tab pos="1257480" algn="l"/>
                <a:tab pos="1434960" algn="l"/>
                <a:tab pos="1612800" algn="l"/>
                <a:tab pos="1790640" algn="l"/>
                <a:tab pos="1968480" algn="l"/>
                <a:tab pos="2146320" algn="l"/>
                <a:tab pos="2336760" algn="l"/>
                <a:tab pos="2514600" algn="l"/>
                <a:tab pos="2692440" algn="l"/>
                <a:tab pos="2870280" algn="l"/>
                <a:tab pos="3048120" algn="l"/>
                <a:tab pos="3225960" algn="l"/>
                <a:tab pos="3416400" algn="l"/>
                <a:tab pos="3492360" algn="r"/>
                <a:tab pos="3720960" algn="r"/>
              </a:tabLst>
            </a:pPr>
            <a:endParaRPr lang="it-IT" sz="2200" b="0" strike="noStrike" spc="-1" dirty="0">
              <a:latin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 name="CustomShape 1"/>
          <p:cNvSpPr/>
          <p:nvPr/>
        </p:nvSpPr>
        <p:spPr>
          <a:xfrm>
            <a:off x="1403350" y="476250"/>
            <a:ext cx="6337300" cy="792163"/>
          </a:xfrm>
          <a:prstGeom prst="rect">
            <a:avLst/>
          </a:prstGeom>
          <a:noFill/>
          <a:ln>
            <a:noFill/>
          </a:ln>
        </p:spPr>
        <p:style>
          <a:lnRef idx="0">
            <a:scrgbClr r="0" g="0" b="0"/>
          </a:lnRef>
          <a:fillRef idx="0">
            <a:scrgbClr r="0" g="0" b="0"/>
          </a:fillRef>
          <a:effectRef idx="0">
            <a:scrgbClr r="0" g="0" b="0"/>
          </a:effectRef>
          <a:fontRef idx="minor"/>
        </p:style>
        <p:txBody>
          <a:bodyPr lIns="0" tIns="0" rIns="0" bIns="0" anchor="ctr">
            <a:noAutofit/>
          </a:bodyPr>
          <a:lstStyle/>
          <a:p>
            <a:pPr algn="ctr">
              <a:lnSpc>
                <a:spcPct val="93000"/>
              </a:lnSpc>
              <a:tabLst>
                <a:tab pos="0" algn="l"/>
                <a:tab pos="448920" algn="l"/>
                <a:tab pos="898200" algn="l"/>
                <a:tab pos="1347480" algn="l"/>
                <a:tab pos="1796760" algn="l"/>
                <a:tab pos="2246040" algn="l"/>
                <a:tab pos="2695320" algn="l"/>
                <a:tab pos="3144600" algn="l"/>
                <a:tab pos="3593880" algn="l"/>
                <a:tab pos="4043160" algn="l"/>
                <a:tab pos="4492440" algn="l"/>
                <a:tab pos="4941720" algn="l"/>
                <a:tab pos="5391000" algn="l"/>
                <a:tab pos="5840280" algn="l"/>
                <a:tab pos="6289560" algn="l"/>
                <a:tab pos="6738840" algn="l"/>
                <a:tab pos="7188120" algn="l"/>
                <a:tab pos="7637400" algn="l"/>
                <a:tab pos="8086680" algn="l"/>
                <a:tab pos="8535960" algn="l"/>
                <a:tab pos="8985240" algn="l"/>
              </a:tabLst>
            </a:pPr>
            <a:r>
              <a:rPr lang="it-IT" sz="4000" spc="-1" dirty="0">
                <a:solidFill>
                  <a:srgbClr val="FF0000"/>
                </a:solidFill>
                <a:latin typeface="Calibri" panose="020F0502020204030204" pitchFamily="34" charset="0"/>
                <a:cs typeface="Calibri" panose="020F0502020204030204" pitchFamily="34" charset="0"/>
              </a:rPr>
              <a:t>Input/Output da console</a:t>
            </a:r>
          </a:p>
        </p:txBody>
      </p:sp>
      <p:pic>
        <p:nvPicPr>
          <p:cNvPr id="177" name="Immagine 176"/>
          <p:cNvPicPr/>
          <p:nvPr/>
        </p:nvPicPr>
        <p:blipFill>
          <a:blip r:embed="rId2"/>
          <a:stretch/>
        </p:blipFill>
        <p:spPr>
          <a:xfrm>
            <a:off x="337320" y="2160000"/>
            <a:ext cx="8518680" cy="1531440"/>
          </a:xfrm>
          <a:prstGeom prst="rect">
            <a:avLst/>
          </a:prstGeom>
          <a:ln>
            <a:noFill/>
          </a:ln>
        </p:spPr>
      </p:pic>
      <p:pic>
        <p:nvPicPr>
          <p:cNvPr id="178" name="Immagine 177"/>
          <p:cNvPicPr/>
          <p:nvPr/>
        </p:nvPicPr>
        <p:blipFill>
          <a:blip r:embed="rId3"/>
          <a:stretch/>
        </p:blipFill>
        <p:spPr>
          <a:xfrm>
            <a:off x="288000" y="4032000"/>
            <a:ext cx="8610480" cy="1440000"/>
          </a:xfrm>
          <a:prstGeom prst="rect">
            <a:avLst/>
          </a:prstGeom>
          <a:ln>
            <a:noFill/>
          </a:ln>
        </p:spPr>
      </p:pic>
    </p:spTree>
  </p:cSld>
  <p:clrMapOvr>
    <a:masterClrMapping/>
  </p:clrMapOvr>
</p:sld>
</file>

<file path=ppt/theme/theme1.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D9CE4ACF4375A4C8C0602FFE49177BE" ma:contentTypeVersion="6" ma:contentTypeDescription="Create a new document." ma:contentTypeScope="" ma:versionID="82a94c78be15446697ccc96dbbd817c7">
  <xsd:schema xmlns:xsd="http://www.w3.org/2001/XMLSchema" xmlns:xs="http://www.w3.org/2001/XMLSchema" xmlns:p="http://schemas.microsoft.com/office/2006/metadata/properties" xmlns:ns2="9f742c12-864c-4ce5-b6f6-1feb9fbefa8b" xmlns:ns3="368b7124-ee9b-43bd-a59a-62348eb2d076" targetNamespace="http://schemas.microsoft.com/office/2006/metadata/properties" ma:root="true" ma:fieldsID="3d066933c85ad0744444035c00985e91" ns2:_="" ns3:_="">
    <xsd:import namespace="9f742c12-864c-4ce5-b6f6-1feb9fbefa8b"/>
    <xsd:import namespace="368b7124-ee9b-43bd-a59a-62348eb2d076"/>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f742c12-864c-4ce5-b6f6-1feb9fbefa8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368b7124-ee9b-43bd-a59a-62348eb2d076"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853CB0F2-C95F-4D60-908E-D497B734503C}"/>
</file>

<file path=customXml/itemProps2.xml><?xml version="1.0" encoding="utf-8"?>
<ds:datastoreItem xmlns:ds="http://schemas.openxmlformats.org/officeDocument/2006/customXml" ds:itemID="{E4CF2FC0-023F-481A-931D-653D7FC802F0}"/>
</file>

<file path=customXml/itemProps3.xml><?xml version="1.0" encoding="utf-8"?>
<ds:datastoreItem xmlns:ds="http://schemas.openxmlformats.org/officeDocument/2006/customXml" ds:itemID="{E9364BB2-CBD4-43DB-905D-A483C55E8AF5}"/>
</file>

<file path=docProps/app.xml><?xml version="1.0" encoding="utf-8"?>
<Properties xmlns="http://schemas.openxmlformats.org/officeDocument/2006/extended-properties" xmlns:vt="http://schemas.openxmlformats.org/officeDocument/2006/docPropsVTypes">
  <Template/>
  <TotalTime>1</TotalTime>
  <Words>895</Words>
  <Application>Microsoft Office PowerPoint</Application>
  <PresentationFormat>Presentazione su schermo (4:3)</PresentationFormat>
  <Paragraphs>65</Paragraphs>
  <Slides>16</Slides>
  <Notes>1</Notes>
  <HiddenSlides>0</HiddenSlides>
  <MMClips>0</MMClips>
  <ScaleCrop>false</ScaleCrop>
  <HeadingPairs>
    <vt:vector size="6" baseType="variant">
      <vt:variant>
        <vt:lpstr>Caratteri utilizzati</vt:lpstr>
      </vt:variant>
      <vt:variant>
        <vt:i4>10</vt:i4>
      </vt:variant>
      <vt:variant>
        <vt:lpstr>Tema</vt:lpstr>
      </vt:variant>
      <vt:variant>
        <vt:i4>1</vt:i4>
      </vt:variant>
      <vt:variant>
        <vt:lpstr>Titoli diapositive</vt:lpstr>
      </vt:variant>
      <vt:variant>
        <vt:i4>16</vt:i4>
      </vt:variant>
    </vt:vector>
  </HeadingPairs>
  <TitlesOfParts>
    <vt:vector size="27" baseType="lpstr">
      <vt:lpstr>Arial</vt:lpstr>
      <vt:lpstr>Calibri</vt:lpstr>
      <vt:lpstr>Courier New</vt:lpstr>
      <vt:lpstr>Courier-Oblique;Courier New</vt:lpstr>
      <vt:lpstr>StarSymbol</vt:lpstr>
      <vt:lpstr>Symbol</vt:lpstr>
      <vt:lpstr>Tahoma</vt:lpstr>
      <vt:lpstr>Times New Roman</vt:lpstr>
      <vt:lpstr>Times-Roman;Times New Roman</vt:lpstr>
      <vt:lpstr>Wingdings</vt:lpstr>
      <vt:lpstr>1_Office Theme</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lpstr>Presentazione standard di PowerPoint</vt:lpstr>
    </vt:vector>
  </TitlesOfParts>
  <Company>ucl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Tecnica industriale e commerciale Market-driven Management Professore J.J. Lambin</dc:title>
  <dc:subject/>
  <dc:creator>lambin</dc:creator>
  <dc:description/>
  <cp:lastModifiedBy>Massimo Orazio Spata</cp:lastModifiedBy>
  <cp:revision>284</cp:revision>
  <cp:lastPrinted>1999-03-05T00:48:02Z</cp:lastPrinted>
  <dcterms:created xsi:type="dcterms:W3CDTF">1999-01-19T02:07:12Z</dcterms:created>
  <dcterms:modified xsi:type="dcterms:W3CDTF">2023-03-08T15:42:15Z</dcterms:modified>
  <dc:language>it-IT</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ucl</vt:lpwstr>
  </property>
  <property fmtid="{D5CDD505-2E9C-101B-9397-08002B2CF9AE}" pid="4" name="HiddenSlides">
    <vt:i4>0</vt:i4>
  </property>
  <property fmtid="{D5CDD505-2E9C-101B-9397-08002B2CF9AE}" pid="5" name="HyperlinksChanged">
    <vt:bool>false</vt:bool>
  </property>
  <property fmtid="{D5CDD505-2E9C-101B-9397-08002B2CF9AE}" pid="6" name="LinksUpToDate">
    <vt:bool>false</vt:bool>
  </property>
  <property fmtid="{D5CDD505-2E9C-101B-9397-08002B2CF9AE}" pid="7" name="MMClips">
    <vt:i4>0</vt:i4>
  </property>
  <property fmtid="{D5CDD505-2E9C-101B-9397-08002B2CF9AE}" pid="8" name="Notes">
    <vt:i4>1</vt:i4>
  </property>
  <property fmtid="{D5CDD505-2E9C-101B-9397-08002B2CF9AE}" pid="9" name="PresentationFormat">
    <vt:lpwstr>Presentazione su schermo (4:3)</vt:lpwstr>
  </property>
  <property fmtid="{D5CDD505-2E9C-101B-9397-08002B2CF9AE}" pid="10" name="ScaleCrop">
    <vt:bool>false</vt:bool>
  </property>
  <property fmtid="{D5CDD505-2E9C-101B-9397-08002B2CF9AE}" pid="11" name="ShareDoc">
    <vt:bool>false</vt:bool>
  </property>
  <property fmtid="{D5CDD505-2E9C-101B-9397-08002B2CF9AE}" pid="12" name="Slides">
    <vt:i4>2</vt:i4>
  </property>
  <property fmtid="{D5CDD505-2E9C-101B-9397-08002B2CF9AE}" pid="13" name="ContentTypeId">
    <vt:lpwstr>0x010100CD9CE4ACF4375A4C8C0602FFE49177BE</vt:lpwstr>
  </property>
</Properties>
</file>