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7" r:id="rId1"/>
  </p:sldMasterIdLst>
  <p:notesMasterIdLst>
    <p:notesMasterId r:id="rId18"/>
  </p:notesMasterIdLst>
  <p:sldIdLst>
    <p:sldId id="28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90038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107" d="100"/>
          <a:sy n="107" d="100"/>
        </p:scale>
        <p:origin x="1734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ale, Luigi" userId="0bb35f83-ebdf-4526-ae9a-c3e8393a1d1b" providerId="ADAL" clId="{4D3062A0-6CC9-4CC7-83A4-6360DB9C5CB2}"/>
    <pc:docChg chg="undo custSel addSld delSld modSld delMainMaster modMainMaster">
      <pc:chgData name="Natale, Luigi" userId="0bb35f83-ebdf-4526-ae9a-c3e8393a1d1b" providerId="ADAL" clId="{4D3062A0-6CC9-4CC7-83A4-6360DB9C5CB2}" dt="2021-09-01T09:58:12.803" v="118" actId="478"/>
      <pc:docMkLst>
        <pc:docMk/>
      </pc:docMkLst>
      <pc:sldChg chg="del mod chgLayout modNotes">
        <pc:chgData name="Natale, Luigi" userId="0bb35f83-ebdf-4526-ae9a-c3e8393a1d1b" providerId="ADAL" clId="{4D3062A0-6CC9-4CC7-83A4-6360DB9C5CB2}" dt="2021-09-01T09:33:26.632" v="21" actId="47"/>
        <pc:sldMkLst>
          <pc:docMk/>
          <pc:sldMk cId="0" sldId="256"/>
        </pc:sldMkLst>
      </pc:sldChg>
      <pc:sldChg chg="addSp delSp modSp mod modClrScheme chgLayout">
        <pc:chgData name="Natale, Luigi" userId="0bb35f83-ebdf-4526-ae9a-c3e8393a1d1b" providerId="ADAL" clId="{4D3062A0-6CC9-4CC7-83A4-6360DB9C5CB2}" dt="2021-09-01T09:58:12.803" v="118" actId="478"/>
        <pc:sldMkLst>
          <pc:docMk/>
          <pc:sldMk cId="0" sldId="257"/>
        </pc:sldMkLst>
        <pc:spChg chg="add mod">
          <ac:chgData name="Natale, Luigi" userId="0bb35f83-ebdf-4526-ae9a-c3e8393a1d1b" providerId="ADAL" clId="{4D3062A0-6CC9-4CC7-83A4-6360DB9C5CB2}" dt="2021-09-01T09:58:11.220" v="117"/>
          <ac:spMkLst>
            <pc:docMk/>
            <pc:sldMk cId="0" sldId="257"/>
            <ac:spMk id="9" creationId="{9C915F81-5C14-4084-969E-090B404DD64B}"/>
          </ac:spMkLst>
        </pc:spChg>
        <pc:spChg chg="del mod">
          <ac:chgData name="Natale, Luigi" userId="0bb35f83-ebdf-4526-ae9a-c3e8393a1d1b" providerId="ADAL" clId="{4D3062A0-6CC9-4CC7-83A4-6360DB9C5CB2}" dt="2021-09-01T09:58:12.803" v="118" actId="478"/>
          <ac:spMkLst>
            <pc:docMk/>
            <pc:sldMk cId="0" sldId="257"/>
            <ac:spMk id="145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4D3062A0-6CC9-4CC7-83A4-6360DB9C5CB2}" dt="2021-09-01T09:58:06.166" v="116" actId="478"/>
        <pc:sldMkLst>
          <pc:docMk/>
          <pc:sldMk cId="0" sldId="258"/>
        </pc:sldMkLst>
        <pc:spChg chg="add mod">
          <ac:chgData name="Natale, Luigi" userId="0bb35f83-ebdf-4526-ae9a-c3e8393a1d1b" providerId="ADAL" clId="{4D3062A0-6CC9-4CC7-83A4-6360DB9C5CB2}" dt="2021-09-01T09:58:03.899" v="115"/>
          <ac:spMkLst>
            <pc:docMk/>
            <pc:sldMk cId="0" sldId="258"/>
            <ac:spMk id="4" creationId="{1A39C1F3-0894-4E32-9078-14B403E2BDAE}"/>
          </ac:spMkLst>
        </pc:spChg>
        <pc:spChg chg="del mod">
          <ac:chgData name="Natale, Luigi" userId="0bb35f83-ebdf-4526-ae9a-c3e8393a1d1b" providerId="ADAL" clId="{4D3062A0-6CC9-4CC7-83A4-6360DB9C5CB2}" dt="2021-09-01T09:58:06.166" v="116" actId="478"/>
          <ac:spMkLst>
            <pc:docMk/>
            <pc:sldMk cId="0" sldId="258"/>
            <ac:spMk id="152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4D3062A0-6CC9-4CC7-83A4-6360DB9C5CB2}" dt="2021-09-01T09:57:42.077" v="113" actId="1036"/>
        <pc:sldMkLst>
          <pc:docMk/>
          <pc:sldMk cId="0" sldId="259"/>
        </pc:sldMkLst>
        <pc:spChg chg="add mod">
          <ac:chgData name="Natale, Luigi" userId="0bb35f83-ebdf-4526-ae9a-c3e8393a1d1b" providerId="ADAL" clId="{4D3062A0-6CC9-4CC7-83A4-6360DB9C5CB2}" dt="2021-09-01T09:57:32.233" v="111"/>
          <ac:spMkLst>
            <pc:docMk/>
            <pc:sldMk cId="0" sldId="259"/>
            <ac:spMk id="6" creationId="{958736E3-4EEC-4BC0-8BCC-8FF4B0B0BAAB}"/>
          </ac:spMkLst>
        </pc:spChg>
        <pc:spChg chg="del mod">
          <ac:chgData name="Natale, Luigi" userId="0bb35f83-ebdf-4526-ae9a-c3e8393a1d1b" providerId="ADAL" clId="{4D3062A0-6CC9-4CC7-83A4-6360DB9C5CB2}" dt="2021-09-01T09:57:34.512" v="112" actId="478"/>
          <ac:spMkLst>
            <pc:docMk/>
            <pc:sldMk cId="0" sldId="259"/>
            <ac:spMk id="154" creationId="{00000000-0000-0000-0000-000000000000}"/>
          </ac:spMkLst>
        </pc:spChg>
        <pc:spChg chg="mod">
          <ac:chgData name="Natale, Luigi" userId="0bb35f83-ebdf-4526-ae9a-c3e8393a1d1b" providerId="ADAL" clId="{4D3062A0-6CC9-4CC7-83A4-6360DB9C5CB2}" dt="2021-09-01T09:57:42.077" v="113" actId="1036"/>
          <ac:spMkLst>
            <pc:docMk/>
            <pc:sldMk cId="0" sldId="259"/>
            <ac:spMk id="155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4D3062A0-6CC9-4CC7-83A4-6360DB9C5CB2}" dt="2021-09-01T09:57:26.832" v="110" actId="478"/>
        <pc:sldMkLst>
          <pc:docMk/>
          <pc:sldMk cId="0" sldId="260"/>
        </pc:sldMkLst>
        <pc:spChg chg="add mod">
          <ac:chgData name="Natale, Luigi" userId="0bb35f83-ebdf-4526-ae9a-c3e8393a1d1b" providerId="ADAL" clId="{4D3062A0-6CC9-4CC7-83A4-6360DB9C5CB2}" dt="2021-09-01T09:57:25.231" v="109"/>
          <ac:spMkLst>
            <pc:docMk/>
            <pc:sldMk cId="0" sldId="260"/>
            <ac:spMk id="8" creationId="{88EAFE79-683E-4268-A097-E3D0B4FF7E66}"/>
          </ac:spMkLst>
        </pc:spChg>
        <pc:spChg chg="del mod">
          <ac:chgData name="Natale, Luigi" userId="0bb35f83-ebdf-4526-ae9a-c3e8393a1d1b" providerId="ADAL" clId="{4D3062A0-6CC9-4CC7-83A4-6360DB9C5CB2}" dt="2021-09-01T09:57:26.832" v="110" actId="478"/>
          <ac:spMkLst>
            <pc:docMk/>
            <pc:sldMk cId="0" sldId="260"/>
            <ac:spMk id="158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4D3062A0-6CC9-4CC7-83A4-6360DB9C5CB2}" dt="2021-09-01T09:57:18.779" v="108" actId="1036"/>
        <pc:sldMkLst>
          <pc:docMk/>
          <pc:sldMk cId="0" sldId="261"/>
        </pc:sldMkLst>
        <pc:spChg chg="add mod">
          <ac:chgData name="Natale, Luigi" userId="0bb35f83-ebdf-4526-ae9a-c3e8393a1d1b" providerId="ADAL" clId="{4D3062A0-6CC9-4CC7-83A4-6360DB9C5CB2}" dt="2021-09-01T09:57:11.037" v="104"/>
          <ac:spMkLst>
            <pc:docMk/>
            <pc:sldMk cId="0" sldId="261"/>
            <ac:spMk id="5" creationId="{B22198FB-AF0C-4EA1-9CC3-646B9E3140C3}"/>
          </ac:spMkLst>
        </pc:spChg>
        <pc:spChg chg="del mod">
          <ac:chgData name="Natale, Luigi" userId="0bb35f83-ebdf-4526-ae9a-c3e8393a1d1b" providerId="ADAL" clId="{4D3062A0-6CC9-4CC7-83A4-6360DB9C5CB2}" dt="2021-09-01T09:57:13.067" v="105" actId="478"/>
          <ac:spMkLst>
            <pc:docMk/>
            <pc:sldMk cId="0" sldId="261"/>
            <ac:spMk id="164" creationId="{00000000-0000-0000-0000-000000000000}"/>
          </ac:spMkLst>
        </pc:spChg>
        <pc:spChg chg="mod">
          <ac:chgData name="Natale, Luigi" userId="0bb35f83-ebdf-4526-ae9a-c3e8393a1d1b" providerId="ADAL" clId="{4D3062A0-6CC9-4CC7-83A4-6360DB9C5CB2}" dt="2021-09-01T09:57:18.779" v="108" actId="1036"/>
          <ac:spMkLst>
            <pc:docMk/>
            <pc:sldMk cId="0" sldId="261"/>
            <ac:spMk id="165" creationId="{00000000-0000-0000-0000-000000000000}"/>
          </ac:spMkLst>
        </pc:spChg>
        <pc:spChg chg="mod">
          <ac:chgData name="Natale, Luigi" userId="0bb35f83-ebdf-4526-ae9a-c3e8393a1d1b" providerId="ADAL" clId="{4D3062A0-6CC9-4CC7-83A4-6360DB9C5CB2}" dt="2021-09-01T09:57:18.779" v="108" actId="1036"/>
          <ac:spMkLst>
            <pc:docMk/>
            <pc:sldMk cId="0" sldId="261"/>
            <ac:spMk id="166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4D3062A0-6CC9-4CC7-83A4-6360DB9C5CB2}" dt="2021-09-01T09:57:05.523" v="103" actId="6549"/>
        <pc:sldMkLst>
          <pc:docMk/>
          <pc:sldMk cId="0" sldId="262"/>
        </pc:sldMkLst>
        <pc:spChg chg="add mod">
          <ac:chgData name="Natale, Luigi" userId="0bb35f83-ebdf-4526-ae9a-c3e8393a1d1b" providerId="ADAL" clId="{4D3062A0-6CC9-4CC7-83A4-6360DB9C5CB2}" dt="2021-09-01T09:57:05.523" v="103" actId="6549"/>
          <ac:spMkLst>
            <pc:docMk/>
            <pc:sldMk cId="0" sldId="262"/>
            <ac:spMk id="8" creationId="{0738278E-895E-4AFB-9169-37D88FCF67E0}"/>
          </ac:spMkLst>
        </pc:spChg>
        <pc:spChg chg="del mod">
          <ac:chgData name="Natale, Luigi" userId="0bb35f83-ebdf-4526-ae9a-c3e8393a1d1b" providerId="ADAL" clId="{4D3062A0-6CC9-4CC7-83A4-6360DB9C5CB2}" dt="2021-09-01T09:57:03.369" v="102" actId="478"/>
          <ac:spMkLst>
            <pc:docMk/>
            <pc:sldMk cId="0" sldId="262"/>
            <ac:spMk id="167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4D3062A0-6CC9-4CC7-83A4-6360DB9C5CB2}" dt="2021-09-01T09:56:54.851" v="100" actId="478"/>
        <pc:sldMkLst>
          <pc:docMk/>
          <pc:sldMk cId="0" sldId="263"/>
        </pc:sldMkLst>
        <pc:spChg chg="add mod">
          <ac:chgData name="Natale, Luigi" userId="0bb35f83-ebdf-4526-ae9a-c3e8393a1d1b" providerId="ADAL" clId="{4D3062A0-6CC9-4CC7-83A4-6360DB9C5CB2}" dt="2021-09-01T09:56:52.737" v="99"/>
          <ac:spMkLst>
            <pc:docMk/>
            <pc:sldMk cId="0" sldId="263"/>
            <ac:spMk id="6" creationId="{B1208A7E-BC87-4AB5-B3B1-17AB203F9FCE}"/>
          </ac:spMkLst>
        </pc:spChg>
        <pc:spChg chg="del mod">
          <ac:chgData name="Natale, Luigi" userId="0bb35f83-ebdf-4526-ae9a-c3e8393a1d1b" providerId="ADAL" clId="{4D3062A0-6CC9-4CC7-83A4-6360DB9C5CB2}" dt="2021-09-01T09:56:54.851" v="100" actId="478"/>
          <ac:spMkLst>
            <pc:docMk/>
            <pc:sldMk cId="0" sldId="263"/>
            <ac:spMk id="173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4D3062A0-6CC9-4CC7-83A4-6360DB9C5CB2}" dt="2021-09-01T09:56:48.647" v="98" actId="14100"/>
        <pc:sldMkLst>
          <pc:docMk/>
          <pc:sldMk cId="0" sldId="264"/>
        </pc:sldMkLst>
        <pc:spChg chg="add mod">
          <ac:chgData name="Natale, Luigi" userId="0bb35f83-ebdf-4526-ae9a-c3e8393a1d1b" providerId="ADAL" clId="{4D3062A0-6CC9-4CC7-83A4-6360DB9C5CB2}" dt="2021-09-01T09:56:48.647" v="98" actId="14100"/>
          <ac:spMkLst>
            <pc:docMk/>
            <pc:sldMk cId="0" sldId="264"/>
            <ac:spMk id="9" creationId="{8D3961E5-8911-4029-B276-731EBD28FAC1}"/>
          </ac:spMkLst>
        </pc:spChg>
        <pc:spChg chg="del mod">
          <ac:chgData name="Natale, Luigi" userId="0bb35f83-ebdf-4526-ae9a-c3e8393a1d1b" providerId="ADAL" clId="{4D3062A0-6CC9-4CC7-83A4-6360DB9C5CB2}" dt="2021-09-01T09:56:38.160" v="94" actId="478"/>
          <ac:spMkLst>
            <pc:docMk/>
            <pc:sldMk cId="0" sldId="264"/>
            <ac:spMk id="177" creationId="{00000000-0000-0000-0000-000000000000}"/>
          </ac:spMkLst>
        </pc:spChg>
        <pc:picChg chg="mod">
          <ac:chgData name="Natale, Luigi" userId="0bb35f83-ebdf-4526-ae9a-c3e8393a1d1b" providerId="ADAL" clId="{4D3062A0-6CC9-4CC7-83A4-6360DB9C5CB2}" dt="2021-09-01T09:56:42.540" v="97" actId="1036"/>
          <ac:picMkLst>
            <pc:docMk/>
            <pc:sldMk cId="0" sldId="264"/>
            <ac:picMk id="178" creationId="{00000000-0000-0000-0000-000000000000}"/>
          </ac:picMkLst>
        </pc:picChg>
      </pc:sldChg>
      <pc:sldChg chg="addSp delSp modSp mod modClrScheme chgLayout">
        <pc:chgData name="Natale, Luigi" userId="0bb35f83-ebdf-4526-ae9a-c3e8393a1d1b" providerId="ADAL" clId="{4D3062A0-6CC9-4CC7-83A4-6360DB9C5CB2}" dt="2021-09-01T09:56:29.084" v="92" actId="1036"/>
        <pc:sldMkLst>
          <pc:docMk/>
          <pc:sldMk cId="0" sldId="265"/>
        </pc:sldMkLst>
        <pc:spChg chg="add mod">
          <ac:chgData name="Natale, Luigi" userId="0bb35f83-ebdf-4526-ae9a-c3e8393a1d1b" providerId="ADAL" clId="{4D3062A0-6CC9-4CC7-83A4-6360DB9C5CB2}" dt="2021-09-01T09:55:53.261" v="88"/>
          <ac:spMkLst>
            <pc:docMk/>
            <pc:sldMk cId="0" sldId="265"/>
            <ac:spMk id="33" creationId="{840624B6-806E-4B33-BE60-76FD6D6A1172}"/>
          </ac:spMkLst>
        </pc:spChg>
        <pc:spChg chg="del mod">
          <ac:chgData name="Natale, Luigi" userId="0bb35f83-ebdf-4526-ae9a-c3e8393a1d1b" providerId="ADAL" clId="{4D3062A0-6CC9-4CC7-83A4-6360DB9C5CB2}" dt="2021-09-01T09:55:55.190" v="89" actId="478"/>
          <ac:spMkLst>
            <pc:docMk/>
            <pc:sldMk cId="0" sldId="265"/>
            <ac:spMk id="184" creationId="{00000000-0000-0000-0000-000000000000}"/>
          </ac:spMkLst>
        </pc:spChg>
        <pc:spChg chg="mod">
          <ac:chgData name="Natale, Luigi" userId="0bb35f83-ebdf-4526-ae9a-c3e8393a1d1b" providerId="ADAL" clId="{4D3062A0-6CC9-4CC7-83A4-6360DB9C5CB2}" dt="2021-09-01T09:56:29.084" v="92" actId="1036"/>
          <ac:spMkLst>
            <pc:docMk/>
            <pc:sldMk cId="0" sldId="265"/>
            <ac:spMk id="185" creationId="{00000000-0000-0000-0000-000000000000}"/>
          </ac:spMkLst>
        </pc:spChg>
        <pc:spChg chg="mod">
          <ac:chgData name="Natale, Luigi" userId="0bb35f83-ebdf-4526-ae9a-c3e8393a1d1b" providerId="ADAL" clId="{4D3062A0-6CC9-4CC7-83A4-6360DB9C5CB2}" dt="2021-09-01T09:56:29.084" v="92" actId="1036"/>
          <ac:spMkLst>
            <pc:docMk/>
            <pc:sldMk cId="0" sldId="265"/>
            <ac:spMk id="186" creationId="{00000000-0000-0000-0000-000000000000}"/>
          </ac:spMkLst>
        </pc:spChg>
        <pc:spChg chg="mod">
          <ac:chgData name="Natale, Luigi" userId="0bb35f83-ebdf-4526-ae9a-c3e8393a1d1b" providerId="ADAL" clId="{4D3062A0-6CC9-4CC7-83A4-6360DB9C5CB2}" dt="2021-09-01T09:56:29.084" v="92" actId="1036"/>
          <ac:spMkLst>
            <pc:docMk/>
            <pc:sldMk cId="0" sldId="265"/>
            <ac:spMk id="187" creationId="{00000000-0000-0000-0000-000000000000}"/>
          </ac:spMkLst>
        </pc:spChg>
        <pc:spChg chg="mod">
          <ac:chgData name="Natale, Luigi" userId="0bb35f83-ebdf-4526-ae9a-c3e8393a1d1b" providerId="ADAL" clId="{4D3062A0-6CC9-4CC7-83A4-6360DB9C5CB2}" dt="2021-09-01T09:56:29.084" v="92" actId="1036"/>
          <ac:spMkLst>
            <pc:docMk/>
            <pc:sldMk cId="0" sldId="265"/>
            <ac:spMk id="188" creationId="{00000000-0000-0000-0000-000000000000}"/>
          </ac:spMkLst>
        </pc:spChg>
        <pc:spChg chg="mod">
          <ac:chgData name="Natale, Luigi" userId="0bb35f83-ebdf-4526-ae9a-c3e8393a1d1b" providerId="ADAL" clId="{4D3062A0-6CC9-4CC7-83A4-6360DB9C5CB2}" dt="2021-09-01T09:56:29.084" v="92" actId="1036"/>
          <ac:spMkLst>
            <pc:docMk/>
            <pc:sldMk cId="0" sldId="265"/>
            <ac:spMk id="189" creationId="{00000000-0000-0000-0000-000000000000}"/>
          </ac:spMkLst>
        </pc:spChg>
        <pc:spChg chg="mod">
          <ac:chgData name="Natale, Luigi" userId="0bb35f83-ebdf-4526-ae9a-c3e8393a1d1b" providerId="ADAL" clId="{4D3062A0-6CC9-4CC7-83A4-6360DB9C5CB2}" dt="2021-09-01T09:56:29.084" v="92" actId="1036"/>
          <ac:spMkLst>
            <pc:docMk/>
            <pc:sldMk cId="0" sldId="265"/>
            <ac:spMk id="190" creationId="{00000000-0000-0000-0000-000000000000}"/>
          </ac:spMkLst>
        </pc:spChg>
        <pc:spChg chg="mod">
          <ac:chgData name="Natale, Luigi" userId="0bb35f83-ebdf-4526-ae9a-c3e8393a1d1b" providerId="ADAL" clId="{4D3062A0-6CC9-4CC7-83A4-6360DB9C5CB2}" dt="2021-09-01T09:56:29.084" v="92" actId="1036"/>
          <ac:spMkLst>
            <pc:docMk/>
            <pc:sldMk cId="0" sldId="265"/>
            <ac:spMk id="191" creationId="{00000000-0000-0000-0000-000000000000}"/>
          </ac:spMkLst>
        </pc:spChg>
        <pc:spChg chg="mod">
          <ac:chgData name="Natale, Luigi" userId="0bb35f83-ebdf-4526-ae9a-c3e8393a1d1b" providerId="ADAL" clId="{4D3062A0-6CC9-4CC7-83A4-6360DB9C5CB2}" dt="2021-09-01T09:56:29.084" v="92" actId="1036"/>
          <ac:spMkLst>
            <pc:docMk/>
            <pc:sldMk cId="0" sldId="265"/>
            <ac:spMk id="192" creationId="{00000000-0000-0000-0000-000000000000}"/>
          </ac:spMkLst>
        </pc:spChg>
        <pc:spChg chg="mod">
          <ac:chgData name="Natale, Luigi" userId="0bb35f83-ebdf-4526-ae9a-c3e8393a1d1b" providerId="ADAL" clId="{4D3062A0-6CC9-4CC7-83A4-6360DB9C5CB2}" dt="2021-09-01T09:56:29.084" v="92" actId="1036"/>
          <ac:spMkLst>
            <pc:docMk/>
            <pc:sldMk cId="0" sldId="265"/>
            <ac:spMk id="193" creationId="{00000000-0000-0000-0000-000000000000}"/>
          </ac:spMkLst>
        </pc:spChg>
        <pc:spChg chg="mod">
          <ac:chgData name="Natale, Luigi" userId="0bb35f83-ebdf-4526-ae9a-c3e8393a1d1b" providerId="ADAL" clId="{4D3062A0-6CC9-4CC7-83A4-6360DB9C5CB2}" dt="2021-09-01T09:56:29.084" v="92" actId="1036"/>
          <ac:spMkLst>
            <pc:docMk/>
            <pc:sldMk cId="0" sldId="265"/>
            <ac:spMk id="194" creationId="{00000000-0000-0000-0000-000000000000}"/>
          </ac:spMkLst>
        </pc:spChg>
        <pc:spChg chg="mod">
          <ac:chgData name="Natale, Luigi" userId="0bb35f83-ebdf-4526-ae9a-c3e8393a1d1b" providerId="ADAL" clId="{4D3062A0-6CC9-4CC7-83A4-6360DB9C5CB2}" dt="2021-09-01T09:56:29.084" v="92" actId="1036"/>
          <ac:spMkLst>
            <pc:docMk/>
            <pc:sldMk cId="0" sldId="265"/>
            <ac:spMk id="195" creationId="{00000000-0000-0000-0000-000000000000}"/>
          </ac:spMkLst>
        </pc:spChg>
        <pc:spChg chg="mod">
          <ac:chgData name="Natale, Luigi" userId="0bb35f83-ebdf-4526-ae9a-c3e8393a1d1b" providerId="ADAL" clId="{4D3062A0-6CC9-4CC7-83A4-6360DB9C5CB2}" dt="2021-09-01T09:56:29.084" v="92" actId="1036"/>
          <ac:spMkLst>
            <pc:docMk/>
            <pc:sldMk cId="0" sldId="265"/>
            <ac:spMk id="196" creationId="{00000000-0000-0000-0000-000000000000}"/>
          </ac:spMkLst>
        </pc:spChg>
        <pc:spChg chg="mod">
          <ac:chgData name="Natale, Luigi" userId="0bb35f83-ebdf-4526-ae9a-c3e8393a1d1b" providerId="ADAL" clId="{4D3062A0-6CC9-4CC7-83A4-6360DB9C5CB2}" dt="2021-09-01T09:56:29.084" v="92" actId="1036"/>
          <ac:spMkLst>
            <pc:docMk/>
            <pc:sldMk cId="0" sldId="265"/>
            <ac:spMk id="197" creationId="{00000000-0000-0000-0000-000000000000}"/>
          </ac:spMkLst>
        </pc:spChg>
        <pc:spChg chg="mod">
          <ac:chgData name="Natale, Luigi" userId="0bb35f83-ebdf-4526-ae9a-c3e8393a1d1b" providerId="ADAL" clId="{4D3062A0-6CC9-4CC7-83A4-6360DB9C5CB2}" dt="2021-09-01T09:56:29.084" v="92" actId="1036"/>
          <ac:spMkLst>
            <pc:docMk/>
            <pc:sldMk cId="0" sldId="265"/>
            <ac:spMk id="198" creationId="{00000000-0000-0000-0000-000000000000}"/>
          </ac:spMkLst>
        </pc:spChg>
        <pc:spChg chg="mod">
          <ac:chgData name="Natale, Luigi" userId="0bb35f83-ebdf-4526-ae9a-c3e8393a1d1b" providerId="ADAL" clId="{4D3062A0-6CC9-4CC7-83A4-6360DB9C5CB2}" dt="2021-09-01T09:56:29.084" v="92" actId="1036"/>
          <ac:spMkLst>
            <pc:docMk/>
            <pc:sldMk cId="0" sldId="265"/>
            <ac:spMk id="199" creationId="{00000000-0000-0000-0000-000000000000}"/>
          </ac:spMkLst>
        </pc:spChg>
        <pc:spChg chg="mod">
          <ac:chgData name="Natale, Luigi" userId="0bb35f83-ebdf-4526-ae9a-c3e8393a1d1b" providerId="ADAL" clId="{4D3062A0-6CC9-4CC7-83A4-6360DB9C5CB2}" dt="2021-09-01T09:56:29.084" v="92" actId="1036"/>
          <ac:spMkLst>
            <pc:docMk/>
            <pc:sldMk cId="0" sldId="265"/>
            <ac:spMk id="200" creationId="{00000000-0000-0000-0000-000000000000}"/>
          </ac:spMkLst>
        </pc:spChg>
        <pc:spChg chg="mod">
          <ac:chgData name="Natale, Luigi" userId="0bb35f83-ebdf-4526-ae9a-c3e8393a1d1b" providerId="ADAL" clId="{4D3062A0-6CC9-4CC7-83A4-6360DB9C5CB2}" dt="2021-09-01T09:56:29.084" v="92" actId="1036"/>
          <ac:spMkLst>
            <pc:docMk/>
            <pc:sldMk cId="0" sldId="265"/>
            <ac:spMk id="201" creationId="{00000000-0000-0000-0000-000000000000}"/>
          </ac:spMkLst>
        </pc:spChg>
        <pc:spChg chg="mod">
          <ac:chgData name="Natale, Luigi" userId="0bb35f83-ebdf-4526-ae9a-c3e8393a1d1b" providerId="ADAL" clId="{4D3062A0-6CC9-4CC7-83A4-6360DB9C5CB2}" dt="2021-09-01T09:56:29.084" v="92" actId="1036"/>
          <ac:spMkLst>
            <pc:docMk/>
            <pc:sldMk cId="0" sldId="265"/>
            <ac:spMk id="202" creationId="{00000000-0000-0000-0000-000000000000}"/>
          </ac:spMkLst>
        </pc:spChg>
        <pc:spChg chg="mod">
          <ac:chgData name="Natale, Luigi" userId="0bb35f83-ebdf-4526-ae9a-c3e8393a1d1b" providerId="ADAL" clId="{4D3062A0-6CC9-4CC7-83A4-6360DB9C5CB2}" dt="2021-09-01T09:56:29.084" v="92" actId="1036"/>
          <ac:spMkLst>
            <pc:docMk/>
            <pc:sldMk cId="0" sldId="265"/>
            <ac:spMk id="203" creationId="{00000000-0000-0000-0000-000000000000}"/>
          </ac:spMkLst>
        </pc:spChg>
        <pc:spChg chg="mod">
          <ac:chgData name="Natale, Luigi" userId="0bb35f83-ebdf-4526-ae9a-c3e8393a1d1b" providerId="ADAL" clId="{4D3062A0-6CC9-4CC7-83A4-6360DB9C5CB2}" dt="2021-09-01T09:56:29.084" v="92" actId="1036"/>
          <ac:spMkLst>
            <pc:docMk/>
            <pc:sldMk cId="0" sldId="265"/>
            <ac:spMk id="204" creationId="{00000000-0000-0000-0000-000000000000}"/>
          </ac:spMkLst>
        </pc:spChg>
        <pc:spChg chg="mod">
          <ac:chgData name="Natale, Luigi" userId="0bb35f83-ebdf-4526-ae9a-c3e8393a1d1b" providerId="ADAL" clId="{4D3062A0-6CC9-4CC7-83A4-6360DB9C5CB2}" dt="2021-09-01T09:56:29.084" v="92" actId="1036"/>
          <ac:spMkLst>
            <pc:docMk/>
            <pc:sldMk cId="0" sldId="265"/>
            <ac:spMk id="205" creationId="{00000000-0000-0000-0000-000000000000}"/>
          </ac:spMkLst>
        </pc:spChg>
        <pc:spChg chg="mod">
          <ac:chgData name="Natale, Luigi" userId="0bb35f83-ebdf-4526-ae9a-c3e8393a1d1b" providerId="ADAL" clId="{4D3062A0-6CC9-4CC7-83A4-6360DB9C5CB2}" dt="2021-09-01T09:56:29.084" v="92" actId="1036"/>
          <ac:spMkLst>
            <pc:docMk/>
            <pc:sldMk cId="0" sldId="265"/>
            <ac:spMk id="206" creationId="{00000000-0000-0000-0000-000000000000}"/>
          </ac:spMkLst>
        </pc:spChg>
        <pc:spChg chg="mod">
          <ac:chgData name="Natale, Luigi" userId="0bb35f83-ebdf-4526-ae9a-c3e8393a1d1b" providerId="ADAL" clId="{4D3062A0-6CC9-4CC7-83A4-6360DB9C5CB2}" dt="2021-09-01T09:56:29.084" v="92" actId="1036"/>
          <ac:spMkLst>
            <pc:docMk/>
            <pc:sldMk cId="0" sldId="265"/>
            <ac:spMk id="207" creationId="{00000000-0000-0000-0000-000000000000}"/>
          </ac:spMkLst>
        </pc:spChg>
        <pc:spChg chg="mod">
          <ac:chgData name="Natale, Luigi" userId="0bb35f83-ebdf-4526-ae9a-c3e8393a1d1b" providerId="ADAL" clId="{4D3062A0-6CC9-4CC7-83A4-6360DB9C5CB2}" dt="2021-09-01T09:56:29.084" v="92" actId="1036"/>
          <ac:spMkLst>
            <pc:docMk/>
            <pc:sldMk cId="0" sldId="265"/>
            <ac:spMk id="208" creationId="{00000000-0000-0000-0000-000000000000}"/>
          </ac:spMkLst>
        </pc:spChg>
        <pc:spChg chg="mod">
          <ac:chgData name="Natale, Luigi" userId="0bb35f83-ebdf-4526-ae9a-c3e8393a1d1b" providerId="ADAL" clId="{4D3062A0-6CC9-4CC7-83A4-6360DB9C5CB2}" dt="2021-09-01T09:56:29.084" v="92" actId="1036"/>
          <ac:spMkLst>
            <pc:docMk/>
            <pc:sldMk cId="0" sldId="265"/>
            <ac:spMk id="209" creationId="{00000000-0000-0000-0000-000000000000}"/>
          </ac:spMkLst>
        </pc:spChg>
        <pc:spChg chg="mod">
          <ac:chgData name="Natale, Luigi" userId="0bb35f83-ebdf-4526-ae9a-c3e8393a1d1b" providerId="ADAL" clId="{4D3062A0-6CC9-4CC7-83A4-6360DB9C5CB2}" dt="2021-09-01T09:56:29.084" v="92" actId="1036"/>
          <ac:spMkLst>
            <pc:docMk/>
            <pc:sldMk cId="0" sldId="265"/>
            <ac:spMk id="210" creationId="{00000000-0000-0000-0000-000000000000}"/>
          </ac:spMkLst>
        </pc:spChg>
        <pc:spChg chg="mod">
          <ac:chgData name="Natale, Luigi" userId="0bb35f83-ebdf-4526-ae9a-c3e8393a1d1b" providerId="ADAL" clId="{4D3062A0-6CC9-4CC7-83A4-6360DB9C5CB2}" dt="2021-09-01T09:56:29.084" v="92" actId="1036"/>
          <ac:spMkLst>
            <pc:docMk/>
            <pc:sldMk cId="0" sldId="265"/>
            <ac:spMk id="211" creationId="{00000000-0000-0000-0000-000000000000}"/>
          </ac:spMkLst>
        </pc:spChg>
        <pc:spChg chg="mod">
          <ac:chgData name="Natale, Luigi" userId="0bb35f83-ebdf-4526-ae9a-c3e8393a1d1b" providerId="ADAL" clId="{4D3062A0-6CC9-4CC7-83A4-6360DB9C5CB2}" dt="2021-09-01T09:56:29.084" v="92" actId="1036"/>
          <ac:spMkLst>
            <pc:docMk/>
            <pc:sldMk cId="0" sldId="265"/>
            <ac:spMk id="212" creationId="{00000000-0000-0000-0000-000000000000}"/>
          </ac:spMkLst>
        </pc:spChg>
        <pc:spChg chg="mod">
          <ac:chgData name="Natale, Luigi" userId="0bb35f83-ebdf-4526-ae9a-c3e8393a1d1b" providerId="ADAL" clId="{4D3062A0-6CC9-4CC7-83A4-6360DB9C5CB2}" dt="2021-09-01T09:56:29.084" v="92" actId="1036"/>
          <ac:spMkLst>
            <pc:docMk/>
            <pc:sldMk cId="0" sldId="265"/>
            <ac:spMk id="213" creationId="{00000000-0000-0000-0000-000000000000}"/>
          </ac:spMkLst>
        </pc:spChg>
        <pc:cxnChg chg="mod">
          <ac:chgData name="Natale, Luigi" userId="0bb35f83-ebdf-4526-ae9a-c3e8393a1d1b" providerId="ADAL" clId="{4D3062A0-6CC9-4CC7-83A4-6360DB9C5CB2}" dt="2021-09-01T09:56:29.084" v="92" actId="1036"/>
          <ac:cxnSpMkLst>
            <pc:docMk/>
            <pc:sldMk cId="0" sldId="265"/>
            <ac:cxnSpMk id="214" creationId="{00000000-0000-0000-0000-000000000000}"/>
          </ac:cxnSpMkLst>
        </pc:cxnChg>
      </pc:sldChg>
      <pc:sldChg chg="addSp delSp modSp mod modClrScheme chgLayout">
        <pc:chgData name="Natale, Luigi" userId="0bb35f83-ebdf-4526-ae9a-c3e8393a1d1b" providerId="ADAL" clId="{4D3062A0-6CC9-4CC7-83A4-6360DB9C5CB2}" dt="2021-09-01T09:55:47.078" v="87" actId="1076"/>
        <pc:sldMkLst>
          <pc:docMk/>
          <pc:sldMk cId="0" sldId="266"/>
        </pc:sldMkLst>
        <pc:spChg chg="add mod">
          <ac:chgData name="Natale, Luigi" userId="0bb35f83-ebdf-4526-ae9a-c3e8393a1d1b" providerId="ADAL" clId="{4D3062A0-6CC9-4CC7-83A4-6360DB9C5CB2}" dt="2021-09-01T09:55:33.209" v="81"/>
          <ac:spMkLst>
            <pc:docMk/>
            <pc:sldMk cId="0" sldId="266"/>
            <ac:spMk id="5" creationId="{D42AF792-000F-49A3-AAA9-6CF09AD05029}"/>
          </ac:spMkLst>
        </pc:spChg>
        <pc:spChg chg="del mod">
          <ac:chgData name="Natale, Luigi" userId="0bb35f83-ebdf-4526-ae9a-c3e8393a1d1b" providerId="ADAL" clId="{4D3062A0-6CC9-4CC7-83A4-6360DB9C5CB2}" dt="2021-09-01T09:55:35.006" v="82" actId="478"/>
          <ac:spMkLst>
            <pc:docMk/>
            <pc:sldMk cId="0" sldId="266"/>
            <ac:spMk id="215" creationId="{00000000-0000-0000-0000-000000000000}"/>
          </ac:spMkLst>
        </pc:spChg>
        <pc:spChg chg="mod">
          <ac:chgData name="Natale, Luigi" userId="0bb35f83-ebdf-4526-ae9a-c3e8393a1d1b" providerId="ADAL" clId="{4D3062A0-6CC9-4CC7-83A4-6360DB9C5CB2}" dt="2021-09-01T09:55:47.078" v="87" actId="1076"/>
          <ac:spMkLst>
            <pc:docMk/>
            <pc:sldMk cId="0" sldId="266"/>
            <ac:spMk id="216" creationId="{00000000-0000-0000-0000-000000000000}"/>
          </ac:spMkLst>
        </pc:spChg>
        <pc:spChg chg="mod">
          <ac:chgData name="Natale, Luigi" userId="0bb35f83-ebdf-4526-ae9a-c3e8393a1d1b" providerId="ADAL" clId="{4D3062A0-6CC9-4CC7-83A4-6360DB9C5CB2}" dt="2021-09-01T09:55:40.544" v="85" actId="1036"/>
          <ac:spMkLst>
            <pc:docMk/>
            <pc:sldMk cId="0" sldId="266"/>
            <ac:spMk id="217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4D3062A0-6CC9-4CC7-83A4-6360DB9C5CB2}" dt="2021-09-01T09:55:28.944" v="80" actId="478"/>
        <pc:sldMkLst>
          <pc:docMk/>
          <pc:sldMk cId="0" sldId="267"/>
        </pc:sldMkLst>
        <pc:spChg chg="add mod">
          <ac:chgData name="Natale, Luigi" userId="0bb35f83-ebdf-4526-ae9a-c3e8393a1d1b" providerId="ADAL" clId="{4D3062A0-6CC9-4CC7-83A4-6360DB9C5CB2}" dt="2021-09-01T09:55:26.922" v="79"/>
          <ac:spMkLst>
            <pc:docMk/>
            <pc:sldMk cId="0" sldId="267"/>
            <ac:spMk id="4" creationId="{39EEDAF0-B292-4828-8A94-5F876B89FD64}"/>
          </ac:spMkLst>
        </pc:spChg>
        <pc:spChg chg="del mod">
          <ac:chgData name="Natale, Luigi" userId="0bb35f83-ebdf-4526-ae9a-c3e8393a1d1b" providerId="ADAL" clId="{4D3062A0-6CC9-4CC7-83A4-6360DB9C5CB2}" dt="2021-09-01T09:55:28.944" v="80" actId="478"/>
          <ac:spMkLst>
            <pc:docMk/>
            <pc:sldMk cId="0" sldId="267"/>
            <ac:spMk id="218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4D3062A0-6CC9-4CC7-83A4-6360DB9C5CB2}" dt="2021-09-01T09:55:20.502" v="78" actId="478"/>
        <pc:sldMkLst>
          <pc:docMk/>
          <pc:sldMk cId="0" sldId="268"/>
        </pc:sldMkLst>
        <pc:spChg chg="add mod">
          <ac:chgData name="Natale, Luigi" userId="0bb35f83-ebdf-4526-ae9a-c3e8393a1d1b" providerId="ADAL" clId="{4D3062A0-6CC9-4CC7-83A4-6360DB9C5CB2}" dt="2021-09-01T09:55:19.008" v="77"/>
          <ac:spMkLst>
            <pc:docMk/>
            <pc:sldMk cId="0" sldId="268"/>
            <ac:spMk id="4" creationId="{EA071E42-B8D6-49E3-8863-B1233E0A9469}"/>
          </ac:spMkLst>
        </pc:spChg>
        <pc:spChg chg="del mod">
          <ac:chgData name="Natale, Luigi" userId="0bb35f83-ebdf-4526-ae9a-c3e8393a1d1b" providerId="ADAL" clId="{4D3062A0-6CC9-4CC7-83A4-6360DB9C5CB2}" dt="2021-09-01T09:55:20.502" v="78" actId="478"/>
          <ac:spMkLst>
            <pc:docMk/>
            <pc:sldMk cId="0" sldId="268"/>
            <ac:spMk id="220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4D3062A0-6CC9-4CC7-83A4-6360DB9C5CB2}" dt="2021-09-01T09:55:14.098" v="76" actId="14100"/>
        <pc:sldMkLst>
          <pc:docMk/>
          <pc:sldMk cId="0" sldId="269"/>
        </pc:sldMkLst>
        <pc:spChg chg="add mod">
          <ac:chgData name="Natale, Luigi" userId="0bb35f83-ebdf-4526-ae9a-c3e8393a1d1b" providerId="ADAL" clId="{4D3062A0-6CC9-4CC7-83A4-6360DB9C5CB2}" dt="2021-09-01T09:55:14.098" v="76" actId="14100"/>
          <ac:spMkLst>
            <pc:docMk/>
            <pc:sldMk cId="0" sldId="269"/>
            <ac:spMk id="4" creationId="{90905743-4FB4-41D2-A3F6-BA6C61A9B645}"/>
          </ac:spMkLst>
        </pc:spChg>
        <pc:spChg chg="del mod">
          <ac:chgData name="Natale, Luigi" userId="0bb35f83-ebdf-4526-ae9a-c3e8393a1d1b" providerId="ADAL" clId="{4D3062A0-6CC9-4CC7-83A4-6360DB9C5CB2}" dt="2021-09-01T09:55:03.115" v="73" actId="478"/>
          <ac:spMkLst>
            <pc:docMk/>
            <pc:sldMk cId="0" sldId="269"/>
            <ac:spMk id="222" creationId="{00000000-0000-0000-0000-000000000000}"/>
          </ac:spMkLst>
        </pc:spChg>
        <pc:spChg chg="mod">
          <ac:chgData name="Natale, Luigi" userId="0bb35f83-ebdf-4526-ae9a-c3e8393a1d1b" providerId="ADAL" clId="{4D3062A0-6CC9-4CC7-83A4-6360DB9C5CB2}" dt="2021-09-01T09:55:08.802" v="75" actId="1036"/>
          <ac:spMkLst>
            <pc:docMk/>
            <pc:sldMk cId="0" sldId="269"/>
            <ac:spMk id="223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4D3062A0-6CC9-4CC7-83A4-6360DB9C5CB2}" dt="2021-09-01T09:54:55.447" v="71" actId="1036"/>
        <pc:sldMkLst>
          <pc:docMk/>
          <pc:sldMk cId="0" sldId="270"/>
        </pc:sldMkLst>
        <pc:spChg chg="add mod">
          <ac:chgData name="Natale, Luigi" userId="0bb35f83-ebdf-4526-ae9a-c3e8393a1d1b" providerId="ADAL" clId="{4D3062A0-6CC9-4CC7-83A4-6360DB9C5CB2}" dt="2021-09-01T09:54:23.188" v="59"/>
          <ac:spMkLst>
            <pc:docMk/>
            <pc:sldMk cId="0" sldId="270"/>
            <ac:spMk id="9" creationId="{A58509B1-6D29-40C1-A88C-CE5175D931CF}"/>
          </ac:spMkLst>
        </pc:spChg>
        <pc:spChg chg="del mod">
          <ac:chgData name="Natale, Luigi" userId="0bb35f83-ebdf-4526-ae9a-c3e8393a1d1b" providerId="ADAL" clId="{4D3062A0-6CC9-4CC7-83A4-6360DB9C5CB2}" dt="2021-09-01T09:54:24.602" v="60" actId="478"/>
          <ac:spMkLst>
            <pc:docMk/>
            <pc:sldMk cId="0" sldId="270"/>
            <ac:spMk id="224" creationId="{00000000-0000-0000-0000-000000000000}"/>
          </ac:spMkLst>
        </pc:spChg>
        <pc:spChg chg="mod">
          <ac:chgData name="Natale, Luigi" userId="0bb35f83-ebdf-4526-ae9a-c3e8393a1d1b" providerId="ADAL" clId="{4D3062A0-6CC9-4CC7-83A4-6360DB9C5CB2}" dt="2021-09-01T09:54:55.447" v="71" actId="1036"/>
          <ac:spMkLst>
            <pc:docMk/>
            <pc:sldMk cId="0" sldId="270"/>
            <ac:spMk id="225" creationId="{00000000-0000-0000-0000-000000000000}"/>
          </ac:spMkLst>
        </pc:spChg>
        <pc:spChg chg="mod">
          <ac:chgData name="Natale, Luigi" userId="0bb35f83-ebdf-4526-ae9a-c3e8393a1d1b" providerId="ADAL" clId="{4D3062A0-6CC9-4CC7-83A4-6360DB9C5CB2}" dt="2021-09-01T09:54:55.447" v="71" actId="1036"/>
          <ac:spMkLst>
            <pc:docMk/>
            <pc:sldMk cId="0" sldId="270"/>
            <ac:spMk id="226" creationId="{00000000-0000-0000-0000-000000000000}"/>
          </ac:spMkLst>
        </pc:spChg>
        <pc:spChg chg="mod">
          <ac:chgData name="Natale, Luigi" userId="0bb35f83-ebdf-4526-ae9a-c3e8393a1d1b" providerId="ADAL" clId="{4D3062A0-6CC9-4CC7-83A4-6360DB9C5CB2}" dt="2021-09-01T09:54:55.447" v="71" actId="1036"/>
          <ac:spMkLst>
            <pc:docMk/>
            <pc:sldMk cId="0" sldId="270"/>
            <ac:spMk id="227" creationId="{00000000-0000-0000-0000-000000000000}"/>
          </ac:spMkLst>
        </pc:spChg>
        <pc:spChg chg="mod">
          <ac:chgData name="Natale, Luigi" userId="0bb35f83-ebdf-4526-ae9a-c3e8393a1d1b" providerId="ADAL" clId="{4D3062A0-6CC9-4CC7-83A4-6360DB9C5CB2}" dt="2021-09-01T09:54:32.652" v="61" actId="1076"/>
          <ac:spMkLst>
            <pc:docMk/>
            <pc:sldMk cId="0" sldId="270"/>
            <ac:spMk id="228" creationId="{00000000-0000-0000-0000-000000000000}"/>
          </ac:spMkLst>
        </pc:spChg>
        <pc:spChg chg="mod">
          <ac:chgData name="Natale, Luigi" userId="0bb35f83-ebdf-4526-ae9a-c3e8393a1d1b" providerId="ADAL" clId="{4D3062A0-6CC9-4CC7-83A4-6360DB9C5CB2}" dt="2021-09-01T09:54:38.742" v="65" actId="1038"/>
          <ac:spMkLst>
            <pc:docMk/>
            <pc:sldMk cId="0" sldId="270"/>
            <ac:spMk id="230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4D3062A0-6CC9-4CC7-83A4-6360DB9C5CB2}" dt="2021-09-01T09:54:19.057" v="58" actId="478"/>
        <pc:sldMkLst>
          <pc:docMk/>
          <pc:sldMk cId="0" sldId="271"/>
        </pc:sldMkLst>
        <pc:spChg chg="add mod">
          <ac:chgData name="Natale, Luigi" userId="0bb35f83-ebdf-4526-ae9a-c3e8393a1d1b" providerId="ADAL" clId="{4D3062A0-6CC9-4CC7-83A4-6360DB9C5CB2}" dt="2021-09-01T09:54:16.922" v="57"/>
          <ac:spMkLst>
            <pc:docMk/>
            <pc:sldMk cId="0" sldId="271"/>
            <ac:spMk id="7" creationId="{7EAF3822-1CAA-4500-A6D8-449D785FB5C9}"/>
          </ac:spMkLst>
        </pc:spChg>
        <pc:spChg chg="del mod">
          <ac:chgData name="Natale, Luigi" userId="0bb35f83-ebdf-4526-ae9a-c3e8393a1d1b" providerId="ADAL" clId="{4D3062A0-6CC9-4CC7-83A4-6360DB9C5CB2}" dt="2021-09-01T09:54:19.057" v="58" actId="478"/>
          <ac:spMkLst>
            <pc:docMk/>
            <pc:sldMk cId="0" sldId="271"/>
            <ac:spMk id="231" creationId="{00000000-0000-0000-0000-000000000000}"/>
          </ac:spMkLst>
        </pc:spChg>
      </pc:sldChg>
      <pc:sldChg chg="modSp add mod modClrScheme chgLayout">
        <pc:chgData name="Natale, Luigi" userId="0bb35f83-ebdf-4526-ae9a-c3e8393a1d1b" providerId="ADAL" clId="{4D3062A0-6CC9-4CC7-83A4-6360DB9C5CB2}" dt="2021-09-01T09:33:22.373" v="20" actId="20577"/>
        <pc:sldMkLst>
          <pc:docMk/>
          <pc:sldMk cId="0" sldId="286"/>
        </pc:sldMkLst>
        <pc:spChg chg="mod">
          <ac:chgData name="Natale, Luigi" userId="0bb35f83-ebdf-4526-ae9a-c3e8393a1d1b" providerId="ADAL" clId="{4D3062A0-6CC9-4CC7-83A4-6360DB9C5CB2}" dt="2021-09-01T09:33:22.373" v="20" actId="20577"/>
          <ac:spMkLst>
            <pc:docMk/>
            <pc:sldMk cId="0" sldId="286"/>
            <ac:spMk id="104" creationId="{00000000-0000-0000-0000-000000000000}"/>
          </ac:spMkLst>
        </pc:spChg>
      </pc:sldChg>
      <pc:sldMasterChg chg="del delSldLayout">
        <pc:chgData name="Natale, Luigi" userId="0bb35f83-ebdf-4526-ae9a-c3e8393a1d1b" providerId="ADAL" clId="{4D3062A0-6CC9-4CC7-83A4-6360DB9C5CB2}" dt="2021-09-01T09:32:44.980" v="13" actId="2696"/>
        <pc:sldMasterMkLst>
          <pc:docMk/>
          <pc:sldMasterMk cId="0" sldId="2147483674"/>
        </pc:sldMasterMkLst>
        <pc:sldLayoutChg chg="del">
          <pc:chgData name="Natale, Luigi" userId="0bb35f83-ebdf-4526-ae9a-c3e8393a1d1b" providerId="ADAL" clId="{4D3062A0-6CC9-4CC7-83A4-6360DB9C5CB2}" dt="2021-09-01T09:32:44.941" v="1" actId="2696"/>
          <pc:sldLayoutMkLst>
            <pc:docMk/>
            <pc:sldMasterMk cId="0" sldId="2147483674"/>
            <pc:sldLayoutMk cId="0" sldId="2147483675"/>
          </pc:sldLayoutMkLst>
        </pc:sldLayoutChg>
        <pc:sldLayoutChg chg="del">
          <pc:chgData name="Natale, Luigi" userId="0bb35f83-ebdf-4526-ae9a-c3e8393a1d1b" providerId="ADAL" clId="{4D3062A0-6CC9-4CC7-83A4-6360DB9C5CB2}" dt="2021-09-01T09:32:44.943" v="2" actId="2696"/>
          <pc:sldLayoutMkLst>
            <pc:docMk/>
            <pc:sldMasterMk cId="0" sldId="2147483674"/>
            <pc:sldLayoutMk cId="0" sldId="2147483676"/>
          </pc:sldLayoutMkLst>
        </pc:sldLayoutChg>
        <pc:sldLayoutChg chg="del">
          <pc:chgData name="Natale, Luigi" userId="0bb35f83-ebdf-4526-ae9a-c3e8393a1d1b" providerId="ADAL" clId="{4D3062A0-6CC9-4CC7-83A4-6360DB9C5CB2}" dt="2021-09-01T09:32:44.947" v="3" actId="2696"/>
          <pc:sldLayoutMkLst>
            <pc:docMk/>
            <pc:sldMasterMk cId="0" sldId="2147483674"/>
            <pc:sldLayoutMk cId="0" sldId="2147483677"/>
          </pc:sldLayoutMkLst>
        </pc:sldLayoutChg>
        <pc:sldLayoutChg chg="del">
          <pc:chgData name="Natale, Luigi" userId="0bb35f83-ebdf-4526-ae9a-c3e8393a1d1b" providerId="ADAL" clId="{4D3062A0-6CC9-4CC7-83A4-6360DB9C5CB2}" dt="2021-09-01T09:32:44.949" v="4" actId="2696"/>
          <pc:sldLayoutMkLst>
            <pc:docMk/>
            <pc:sldMasterMk cId="0" sldId="2147483674"/>
            <pc:sldLayoutMk cId="0" sldId="2147483678"/>
          </pc:sldLayoutMkLst>
        </pc:sldLayoutChg>
        <pc:sldLayoutChg chg="del">
          <pc:chgData name="Natale, Luigi" userId="0bb35f83-ebdf-4526-ae9a-c3e8393a1d1b" providerId="ADAL" clId="{4D3062A0-6CC9-4CC7-83A4-6360DB9C5CB2}" dt="2021-09-01T09:32:44.953" v="5" actId="2696"/>
          <pc:sldLayoutMkLst>
            <pc:docMk/>
            <pc:sldMasterMk cId="0" sldId="2147483674"/>
            <pc:sldLayoutMk cId="0" sldId="2147483679"/>
          </pc:sldLayoutMkLst>
        </pc:sldLayoutChg>
        <pc:sldLayoutChg chg="del">
          <pc:chgData name="Natale, Luigi" userId="0bb35f83-ebdf-4526-ae9a-c3e8393a1d1b" providerId="ADAL" clId="{4D3062A0-6CC9-4CC7-83A4-6360DB9C5CB2}" dt="2021-09-01T09:32:44.955" v="6" actId="2696"/>
          <pc:sldLayoutMkLst>
            <pc:docMk/>
            <pc:sldMasterMk cId="0" sldId="2147483674"/>
            <pc:sldLayoutMk cId="0" sldId="2147483680"/>
          </pc:sldLayoutMkLst>
        </pc:sldLayoutChg>
        <pc:sldLayoutChg chg="del">
          <pc:chgData name="Natale, Luigi" userId="0bb35f83-ebdf-4526-ae9a-c3e8393a1d1b" providerId="ADAL" clId="{4D3062A0-6CC9-4CC7-83A4-6360DB9C5CB2}" dt="2021-09-01T09:32:44.959" v="7" actId="2696"/>
          <pc:sldLayoutMkLst>
            <pc:docMk/>
            <pc:sldMasterMk cId="0" sldId="2147483674"/>
            <pc:sldLayoutMk cId="0" sldId="2147483681"/>
          </pc:sldLayoutMkLst>
        </pc:sldLayoutChg>
        <pc:sldLayoutChg chg="del">
          <pc:chgData name="Natale, Luigi" userId="0bb35f83-ebdf-4526-ae9a-c3e8393a1d1b" providerId="ADAL" clId="{4D3062A0-6CC9-4CC7-83A4-6360DB9C5CB2}" dt="2021-09-01T09:32:44.962" v="8" actId="2696"/>
          <pc:sldLayoutMkLst>
            <pc:docMk/>
            <pc:sldMasterMk cId="0" sldId="2147483674"/>
            <pc:sldLayoutMk cId="0" sldId="2147483682"/>
          </pc:sldLayoutMkLst>
        </pc:sldLayoutChg>
        <pc:sldLayoutChg chg="del">
          <pc:chgData name="Natale, Luigi" userId="0bb35f83-ebdf-4526-ae9a-c3e8393a1d1b" providerId="ADAL" clId="{4D3062A0-6CC9-4CC7-83A4-6360DB9C5CB2}" dt="2021-09-01T09:32:44.966" v="9" actId="2696"/>
          <pc:sldLayoutMkLst>
            <pc:docMk/>
            <pc:sldMasterMk cId="0" sldId="2147483674"/>
            <pc:sldLayoutMk cId="0" sldId="2147483683"/>
          </pc:sldLayoutMkLst>
        </pc:sldLayoutChg>
        <pc:sldLayoutChg chg="del">
          <pc:chgData name="Natale, Luigi" userId="0bb35f83-ebdf-4526-ae9a-c3e8393a1d1b" providerId="ADAL" clId="{4D3062A0-6CC9-4CC7-83A4-6360DB9C5CB2}" dt="2021-09-01T09:32:44.968" v="10" actId="2696"/>
          <pc:sldLayoutMkLst>
            <pc:docMk/>
            <pc:sldMasterMk cId="0" sldId="2147483674"/>
            <pc:sldLayoutMk cId="0" sldId="2147483684"/>
          </pc:sldLayoutMkLst>
        </pc:sldLayoutChg>
        <pc:sldLayoutChg chg="del">
          <pc:chgData name="Natale, Luigi" userId="0bb35f83-ebdf-4526-ae9a-c3e8393a1d1b" providerId="ADAL" clId="{4D3062A0-6CC9-4CC7-83A4-6360DB9C5CB2}" dt="2021-09-01T09:32:44.972" v="11" actId="2696"/>
          <pc:sldLayoutMkLst>
            <pc:docMk/>
            <pc:sldMasterMk cId="0" sldId="2147483674"/>
            <pc:sldLayoutMk cId="0" sldId="2147483685"/>
          </pc:sldLayoutMkLst>
        </pc:sldLayoutChg>
        <pc:sldLayoutChg chg="del">
          <pc:chgData name="Natale, Luigi" userId="0bb35f83-ebdf-4526-ae9a-c3e8393a1d1b" providerId="ADAL" clId="{4D3062A0-6CC9-4CC7-83A4-6360DB9C5CB2}" dt="2021-09-01T09:32:44.975" v="12" actId="2696"/>
          <pc:sldLayoutMkLst>
            <pc:docMk/>
            <pc:sldMasterMk cId="0" sldId="2147483674"/>
            <pc:sldLayoutMk cId="0" sldId="2147483686"/>
          </pc:sldLayoutMkLst>
        </pc:sldLayoutChg>
      </pc:sldMasterChg>
      <pc:sldMasterChg chg="delSldLayout modSldLayout">
        <pc:chgData name="Natale, Luigi" userId="0bb35f83-ebdf-4526-ae9a-c3e8393a1d1b" providerId="ADAL" clId="{4D3062A0-6CC9-4CC7-83A4-6360DB9C5CB2}" dt="2021-09-01T09:33:35.260" v="24" actId="20577"/>
        <pc:sldMasterMkLst>
          <pc:docMk/>
          <pc:sldMasterMk cId="2582591091" sldId="2147483687"/>
        </pc:sldMasterMkLst>
        <pc:sldLayoutChg chg="modSp mod">
          <pc:chgData name="Natale, Luigi" userId="0bb35f83-ebdf-4526-ae9a-c3e8393a1d1b" providerId="ADAL" clId="{4D3062A0-6CC9-4CC7-83A4-6360DB9C5CB2}" dt="2021-09-01T09:33:35.260" v="24" actId="20577"/>
          <pc:sldLayoutMkLst>
            <pc:docMk/>
            <pc:sldMasterMk cId="2582591091" sldId="2147483687"/>
            <pc:sldLayoutMk cId="1023186352" sldId="2147483688"/>
          </pc:sldLayoutMkLst>
          <pc:spChg chg="mod">
            <ac:chgData name="Natale, Luigi" userId="0bb35f83-ebdf-4526-ae9a-c3e8393a1d1b" providerId="ADAL" clId="{4D3062A0-6CC9-4CC7-83A4-6360DB9C5CB2}" dt="2021-09-01T09:33:35.260" v="24" actId="20577"/>
            <ac:spMkLst>
              <pc:docMk/>
              <pc:sldMasterMk cId="2582591091" sldId="2147483687"/>
              <pc:sldLayoutMk cId="1023186352" sldId="2147483688"/>
              <ac:spMk id="8" creationId="{39337AFF-2B3D-43A8-B024-4B73D336750A}"/>
            </ac:spMkLst>
          </pc:spChg>
        </pc:sldLayoutChg>
        <pc:sldLayoutChg chg="del">
          <pc:chgData name="Natale, Luigi" userId="0bb35f83-ebdf-4526-ae9a-c3e8393a1d1b" providerId="ADAL" clId="{4D3062A0-6CC9-4CC7-83A4-6360DB9C5CB2}" dt="2021-09-01T09:32:46.810" v="14" actId="2696"/>
          <pc:sldLayoutMkLst>
            <pc:docMk/>
            <pc:sldMasterMk cId="2582591091" sldId="2147483687"/>
            <pc:sldLayoutMk cId="4097943018" sldId="2147483690"/>
          </pc:sldLayoutMkLst>
        </pc:sldLayoutChg>
        <pc:sldLayoutChg chg="delSp mod">
          <pc:chgData name="Natale, Luigi" userId="0bb35f83-ebdf-4526-ae9a-c3e8393a1d1b" providerId="ADAL" clId="{4D3062A0-6CC9-4CC7-83A4-6360DB9C5CB2}" dt="2021-09-01T09:32:48.551" v="15" actId="478"/>
          <pc:sldLayoutMkLst>
            <pc:docMk/>
            <pc:sldMasterMk cId="2582591091" sldId="2147483687"/>
            <pc:sldLayoutMk cId="2707914923" sldId="2147483691"/>
          </pc:sldLayoutMkLst>
          <pc:spChg chg="del">
            <ac:chgData name="Natale, Luigi" userId="0bb35f83-ebdf-4526-ae9a-c3e8393a1d1b" providerId="ADAL" clId="{4D3062A0-6CC9-4CC7-83A4-6360DB9C5CB2}" dt="2021-09-01T09:32:48.551" v="15" actId="478"/>
            <ac:spMkLst>
              <pc:docMk/>
              <pc:sldMasterMk cId="2582591091" sldId="2147483687"/>
              <pc:sldLayoutMk cId="2707914923" sldId="2147483691"/>
              <ac:spMk id="59" creationId="{00000000-0000-0000-0000-000000000000}"/>
            </ac:spMkLst>
          </pc:spChg>
          <pc:spChg chg="del">
            <ac:chgData name="Natale, Luigi" userId="0bb35f83-ebdf-4526-ae9a-c3e8393a1d1b" providerId="ADAL" clId="{4D3062A0-6CC9-4CC7-83A4-6360DB9C5CB2}" dt="2021-09-01T09:32:48.551" v="15" actId="478"/>
            <ac:spMkLst>
              <pc:docMk/>
              <pc:sldMasterMk cId="2582591091" sldId="2147483687"/>
              <pc:sldLayoutMk cId="2707914923" sldId="2147483691"/>
              <ac:spMk id="60" creationId="{00000000-0000-0000-0000-000000000000}"/>
            </ac:spMkLst>
          </pc:spChg>
          <pc:spChg chg="del">
            <ac:chgData name="Natale, Luigi" userId="0bb35f83-ebdf-4526-ae9a-c3e8393a1d1b" providerId="ADAL" clId="{4D3062A0-6CC9-4CC7-83A4-6360DB9C5CB2}" dt="2021-09-01T09:32:48.551" v="15" actId="478"/>
            <ac:spMkLst>
              <pc:docMk/>
              <pc:sldMasterMk cId="2582591091" sldId="2147483687"/>
              <pc:sldLayoutMk cId="2707914923" sldId="2147483691"/>
              <ac:spMk id="61" creationId="{00000000-0000-0000-0000-000000000000}"/>
            </ac:spMkLst>
          </pc:spChg>
        </pc:sldLayoutChg>
      </pc:sldMasterChg>
    </pc:docChg>
  </pc:docChgLst>
  <pc:docChgLst>
    <pc:chgData name="Massimo Orazio Spata" userId="cc365b76-c41f-4401-a5bc-1d5b99d6e750" providerId="ADAL" clId="{A167E331-92E0-47E5-965E-732AE0D8ED34}"/>
    <pc:docChg chg="modSld">
      <pc:chgData name="Massimo Orazio Spata" userId="cc365b76-c41f-4401-a5bc-1d5b99d6e750" providerId="ADAL" clId="{A167E331-92E0-47E5-965E-732AE0D8ED34}" dt="2023-02-01T10:09:31.368" v="1" actId="1076"/>
      <pc:docMkLst>
        <pc:docMk/>
      </pc:docMkLst>
      <pc:sldChg chg="addSp modSp mod">
        <pc:chgData name="Massimo Orazio Spata" userId="cc365b76-c41f-4401-a5bc-1d5b99d6e750" providerId="ADAL" clId="{A167E331-92E0-47E5-965E-732AE0D8ED34}" dt="2023-02-01T10:09:31.368" v="1" actId="1076"/>
        <pc:sldMkLst>
          <pc:docMk/>
          <pc:sldMk cId="0" sldId="286"/>
        </pc:sldMkLst>
        <pc:spChg chg="add mod">
          <ac:chgData name="Massimo Orazio Spata" userId="cc365b76-c41f-4401-a5bc-1d5b99d6e750" providerId="ADAL" clId="{A167E331-92E0-47E5-965E-732AE0D8ED34}" dt="2023-02-01T10:09:31.368" v="1" actId="1076"/>
          <ac:spMkLst>
            <pc:docMk/>
            <pc:sldMk cId="0" sldId="286"/>
            <ac:spMk id="5" creationId="{B7794ECC-2E3A-409D-A656-CFCB111E127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it-IT" sz="4400" b="0" strike="noStrike" spc="-1">
                <a:latin typeface="Arial"/>
              </a:rPr>
              <a:t>Click to move the slide</a:t>
            </a: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it-IT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13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it-IT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140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it-IT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141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it-IT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142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8058D4B0-1B3F-4BE2-B3A2-49273C0682B3}" type="slidenum">
              <a:rPr lang="it-IT" sz="1400" b="0" strike="noStrike" spc="-1">
                <a:latin typeface="Times New Roman"/>
              </a:rPr>
              <a:t>‹N›</a:t>
            </a:fld>
            <a:endParaRPr lang="it-IT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Shape 1"/>
          <p:cNvSpPr txBox="1"/>
          <p:nvPr/>
        </p:nvSpPr>
        <p:spPr>
          <a:xfrm>
            <a:off x="3886200" y="873108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691A6927-7EC0-4837-8C9E-FE19125D3E56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</a:t>
            </a:fld>
            <a:endParaRPr lang="it-IT" sz="1200" b="0" strike="noStrike" spc="-1">
              <a:latin typeface="Times New Roman"/>
            </a:endParaRPr>
          </a:p>
        </p:txBody>
      </p:sp>
      <p:sp>
        <p:nvSpPr>
          <p:cNvPr id="16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31888" y="688975"/>
            <a:ext cx="4594225" cy="3446463"/>
          </a:xfrm>
          <a:prstGeom prst="rect">
            <a:avLst/>
          </a:prstGeom>
        </p:spPr>
      </p:sp>
      <p:sp>
        <p:nvSpPr>
          <p:cNvPr id="169" name="PlaceHolder 3"/>
          <p:cNvSpPr>
            <a:spLocks noGrp="1"/>
          </p:cNvSpPr>
          <p:nvPr>
            <p:ph type="body"/>
          </p:nvPr>
        </p:nvSpPr>
        <p:spPr>
          <a:xfrm>
            <a:off x="914400" y="4365720"/>
            <a:ext cx="5028840" cy="413496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it-IT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stomShape 1">
            <a:extLst>
              <a:ext uri="{FF2B5EF4-FFF2-40B4-BE49-F238E27FC236}">
                <a16:creationId xmlns:a16="http://schemas.microsoft.com/office/drawing/2014/main" id="{39337AFF-2B3D-43A8-B024-4B73D336750A}"/>
              </a:ext>
            </a:extLst>
          </p:cNvPr>
          <p:cNvSpPr/>
          <p:nvPr userDrawn="1"/>
        </p:nvSpPr>
        <p:spPr>
          <a:xfrm>
            <a:off x="0" y="0"/>
            <a:ext cx="9144000" cy="456120"/>
          </a:xfrm>
          <a:prstGeom prst="rect">
            <a:avLst/>
          </a:prstGeom>
          <a:solidFill>
            <a:srgbClr val="2893D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it-IT" sz="2400" b="1" strike="noStrike" spc="0" dirty="0">
                <a:solidFill>
                  <a:srgbClr val="FFFFFF"/>
                </a:solidFill>
                <a:latin typeface="Tahoma"/>
                <a:ea typeface="Tahoma"/>
              </a:rPr>
              <a:t>Capitolo 7. Puntatori e Riferimenti</a:t>
            </a:r>
            <a:endParaRPr lang="it-IT" sz="2400" b="0" strike="noStrike" spc="0" dirty="0">
              <a:latin typeface="Arial"/>
            </a:endParaRPr>
          </a:p>
        </p:txBody>
      </p:sp>
      <p:sp>
        <p:nvSpPr>
          <p:cNvPr id="9" name="Line 2">
            <a:extLst>
              <a:ext uri="{FF2B5EF4-FFF2-40B4-BE49-F238E27FC236}">
                <a16:creationId xmlns:a16="http://schemas.microsoft.com/office/drawing/2014/main" id="{15AE6D9E-DF10-40C5-8429-9386A2B34B28}"/>
              </a:ext>
            </a:extLst>
          </p:cNvPr>
          <p:cNvSpPr/>
          <p:nvPr userDrawn="1"/>
        </p:nvSpPr>
        <p:spPr>
          <a:xfrm>
            <a:off x="0" y="444170"/>
            <a:ext cx="7808760" cy="0"/>
          </a:xfrm>
          <a:prstGeom prst="line">
            <a:avLst/>
          </a:prstGeom>
          <a:ln w="9360">
            <a:solidFill>
              <a:schemeClr val="tx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 dirty="0"/>
          </a:p>
        </p:txBody>
      </p:sp>
      <p:pic>
        <p:nvPicPr>
          <p:cNvPr id="10" name="Immagine 2">
            <a:extLst>
              <a:ext uri="{FF2B5EF4-FFF2-40B4-BE49-F238E27FC236}">
                <a16:creationId xmlns:a16="http://schemas.microsoft.com/office/drawing/2014/main" id="{34C3AAF7-DEFB-44BD-A9A4-FB105D3862A8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7782120" y="0"/>
            <a:ext cx="1361880" cy="192456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023186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2">
            <a:extLst>
              <a:ext uri="{FF2B5EF4-FFF2-40B4-BE49-F238E27FC236}">
                <a16:creationId xmlns:a16="http://schemas.microsoft.com/office/drawing/2014/main" id="{2C852528-98ED-4EF8-94D2-65154EB73827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7782120" y="0"/>
            <a:ext cx="1361880" cy="192456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421909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7914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3"/>
          <p:cNvSpPr/>
          <p:nvPr/>
        </p:nvSpPr>
        <p:spPr>
          <a:xfrm>
            <a:off x="0" y="6453360"/>
            <a:ext cx="9143640" cy="431280"/>
          </a:xfrm>
          <a:prstGeom prst="rect">
            <a:avLst/>
          </a:prstGeom>
          <a:solidFill>
            <a:srgbClr val="2893D1"/>
          </a:solidFill>
          <a:ln w="9360">
            <a:solidFill>
              <a:schemeClr val="tx2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CustomShape 4"/>
          <p:cNvSpPr/>
          <p:nvPr/>
        </p:nvSpPr>
        <p:spPr>
          <a:xfrm>
            <a:off x="59040" y="6472440"/>
            <a:ext cx="4368960" cy="39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it-IT" sz="1000" b="1" strike="noStrike" spc="-1">
                <a:solidFill>
                  <a:srgbClr val="FFFFFF"/>
                </a:solidFill>
                <a:latin typeface="Tahoma"/>
                <a:ea typeface="Tahoma"/>
              </a:rPr>
              <a:t>Fondamenti di programmazione in C++ – Seconda edizione</a:t>
            </a:r>
            <a:br/>
            <a:r>
              <a:rPr lang="it-IT" sz="1000" b="0" strike="noStrike" spc="-1">
                <a:solidFill>
                  <a:srgbClr val="FFFFFF"/>
                </a:solidFill>
                <a:latin typeface="Tahoma"/>
                <a:ea typeface="Tahoma"/>
              </a:rPr>
              <a:t>Luis Joyanes Aguilar, Aldo Franco Dragoni (a cura di)</a:t>
            </a:r>
            <a:endParaRPr lang="it-IT" sz="1000" b="0" strike="noStrike" spc="-1">
              <a:latin typeface="Arial"/>
            </a:endParaRPr>
          </a:p>
        </p:txBody>
      </p:sp>
      <p:sp>
        <p:nvSpPr>
          <p:cNvPr id="4" name="CustomShape 5"/>
          <p:cNvSpPr/>
          <p:nvPr/>
        </p:nvSpPr>
        <p:spPr>
          <a:xfrm>
            <a:off x="6156000" y="6453360"/>
            <a:ext cx="2499120" cy="546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r>
              <a:rPr lang="it-IT" sz="1000" b="1" strike="noStrike" spc="-1">
                <a:solidFill>
                  <a:srgbClr val="FFFFFF"/>
                </a:solidFill>
                <a:latin typeface="Tahoma"/>
                <a:ea typeface="Tahoma"/>
              </a:rPr>
              <a:t>Copyright © 2021</a:t>
            </a:r>
            <a:endParaRPr lang="it-IT" sz="1000" b="0" strike="noStrike" spc="-1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it-IT" sz="1000" b="1" strike="noStrike" spc="-1">
                <a:solidFill>
                  <a:srgbClr val="FFFFFF"/>
                </a:solidFill>
                <a:latin typeface="Tahoma"/>
                <a:ea typeface="Tahoma"/>
              </a:rPr>
              <a:t>McGraw-Hill Education (Italy) S.r.l. </a:t>
            </a:r>
            <a:endParaRPr lang="it-IT" sz="1000" b="0" strike="noStrike" spc="-1">
              <a:latin typeface="Arial"/>
            </a:endParaRPr>
          </a:p>
        </p:txBody>
      </p:sp>
      <p:pic>
        <p:nvPicPr>
          <p:cNvPr id="5" name="Immagine 15" descr="Immagine che contiene segnale, arresto, disegnando, camion&#10;&#10;Descrizione generata automaticamente"/>
          <p:cNvPicPr/>
          <p:nvPr/>
        </p:nvPicPr>
        <p:blipFill>
          <a:blip r:embed="rId5"/>
          <a:stretch/>
        </p:blipFill>
        <p:spPr>
          <a:xfrm>
            <a:off x="8623440" y="6362640"/>
            <a:ext cx="520200" cy="522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82591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CustomShape 1"/>
          <p:cNvSpPr/>
          <p:nvPr/>
        </p:nvSpPr>
        <p:spPr>
          <a:xfrm>
            <a:off x="8317080" y="6093000"/>
            <a:ext cx="647280" cy="431280"/>
          </a:xfrm>
          <a:prstGeom prst="actionButtonBlank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4" name="CustomShape 2"/>
          <p:cNvSpPr/>
          <p:nvPr/>
        </p:nvSpPr>
        <p:spPr>
          <a:xfrm>
            <a:off x="4572000" y="1139299"/>
            <a:ext cx="3619500" cy="25530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it-IT" sz="4000" b="1" strike="noStrike" spc="-1" dirty="0">
                <a:solidFill>
                  <a:srgbClr val="2893D1"/>
                </a:solidFill>
                <a:latin typeface="Calibri"/>
              </a:rPr>
              <a:t>Capitolo 7</a:t>
            </a:r>
            <a:endParaRPr lang="it-IT" sz="4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it-IT" sz="4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it-IT" sz="4000" b="1" spc="-100" dirty="0">
                <a:solidFill>
                  <a:srgbClr val="E21A24"/>
                </a:solidFill>
                <a:latin typeface="Calibri"/>
              </a:rPr>
              <a:t>Puntatori e Riferimenti</a:t>
            </a:r>
            <a:endParaRPr lang="it-IT" sz="4000" b="1" strike="noStrike" spc="-100" dirty="0">
              <a:solidFill>
                <a:srgbClr val="E21A24"/>
              </a:solidFill>
              <a:latin typeface="Calibri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40FA196-2483-41FD-A148-0D19FA9F7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636397"/>
            <a:ext cx="3619500" cy="5114925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</p:pic>
      <p:sp>
        <p:nvSpPr>
          <p:cNvPr id="5" name="CasellaDiTesto 1">
            <a:extLst>
              <a:ext uri="{FF2B5EF4-FFF2-40B4-BE49-F238E27FC236}">
                <a16:creationId xmlns:a16="http://schemas.microsoft.com/office/drawing/2014/main" id="{B7794ECC-2E3A-409D-A656-CFCB111E127F}"/>
              </a:ext>
            </a:extLst>
          </p:cNvPr>
          <p:cNvSpPr txBox="1"/>
          <p:nvPr/>
        </p:nvSpPr>
        <p:spPr>
          <a:xfrm>
            <a:off x="4572000" y="4797000"/>
            <a:ext cx="4147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Presenta: Massimo Orazio Spata, PhD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Shape 2"/>
          <p:cNvSpPr txBox="1"/>
          <p:nvPr/>
        </p:nvSpPr>
        <p:spPr>
          <a:xfrm>
            <a:off x="72000" y="1419480"/>
            <a:ext cx="8737920" cy="475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una variabile di tipo </a:t>
            </a:r>
            <a:r>
              <a:rPr lang="it-IT" sz="2200" b="0" i="1" strike="noStrike" spc="-1" dirty="0">
                <a:solidFill>
                  <a:srgbClr val="000000"/>
                </a:solidFill>
                <a:latin typeface="Arial"/>
                <a:ea typeface="Arial"/>
              </a:rPr>
              <a:t>puntatore al tipo x </a:t>
            </a: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contiene l'indirizzo di memoria di una variabile di </a:t>
            </a:r>
            <a:r>
              <a:rPr lang="it-IT" sz="2200" b="0" i="1" strike="noStrike" spc="-1" dirty="0">
                <a:solidFill>
                  <a:srgbClr val="000000"/>
                </a:solidFill>
                <a:latin typeface="Arial"/>
                <a:ea typeface="Arial"/>
              </a:rPr>
              <a:t>tipo x</a:t>
            </a: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r>
              <a:rPr lang="it-IT" sz="22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endParaRPr lang="it-IT" sz="2200" b="0" strike="noStrike" spc="-1" dirty="0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200" b="0" i="1" strike="noStrike" spc="-1" dirty="0" err="1">
                <a:solidFill>
                  <a:srgbClr val="000000"/>
                </a:solidFill>
                <a:latin typeface="Arial"/>
              </a:rPr>
              <a:t>dereferenziare</a:t>
            </a:r>
            <a:r>
              <a:rPr lang="it-IT" sz="2200" b="0" strike="noStrike" spc="-1" dirty="0">
                <a:solidFill>
                  <a:srgbClr val="000000"/>
                </a:solidFill>
                <a:latin typeface="Arial"/>
              </a:rPr>
              <a:t> il puntatore</a:t>
            </a:r>
            <a:br>
              <a:rPr dirty="0"/>
            </a:br>
            <a:r>
              <a:rPr lang="it-IT" sz="2200" b="0" strike="noStrike" spc="-1" dirty="0">
                <a:solidFill>
                  <a:srgbClr val="000000"/>
                </a:solidFill>
                <a:latin typeface="Arial"/>
              </a:rPr>
              <a:t>significa andare alla variabile</a:t>
            </a:r>
            <a:br>
              <a:rPr dirty="0"/>
            </a:br>
            <a:r>
              <a:rPr lang="it-IT" sz="2200" b="0" strike="noStrike" spc="-1" dirty="0">
                <a:solidFill>
                  <a:srgbClr val="000000"/>
                </a:solidFill>
                <a:latin typeface="Arial"/>
              </a:rPr>
              <a:t>puntata partendo da un suo</a:t>
            </a:r>
            <a:br>
              <a:rPr dirty="0"/>
            </a:br>
            <a:r>
              <a:rPr lang="it-IT" sz="2200" b="0" strike="noStrike" spc="-1" dirty="0">
                <a:solidFill>
                  <a:srgbClr val="000000"/>
                </a:solidFill>
                <a:latin typeface="Arial"/>
              </a:rPr>
              <a:t>puntatore</a:t>
            </a:r>
            <a:endParaRPr lang="it-IT" sz="2200" b="0" strike="noStrike" spc="-1" dirty="0">
              <a:latin typeface="Arial"/>
            </a:endParaRPr>
          </a:p>
        </p:txBody>
      </p:sp>
      <p:sp>
        <p:nvSpPr>
          <p:cNvPr id="147" name="CustomShape 3"/>
          <p:cNvSpPr/>
          <p:nvPr/>
        </p:nvSpPr>
        <p:spPr>
          <a:xfrm>
            <a:off x="72000" y="2082240"/>
            <a:ext cx="8785440" cy="10994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</a:pP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 n;</a:t>
            </a:r>
            <a:endParaRPr lang="it-IT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it-IT" sz="2200" b="1" strike="noStrike" spc="-1" dirty="0">
                <a:solidFill>
                  <a:srgbClr val="000000"/>
                </a:solidFill>
                <a:latin typeface="Courier New"/>
              </a:rPr>
              <a:t>*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 p; // p è variabile di tipo puntatore ad 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endParaRPr lang="it-IT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p = </a:t>
            </a:r>
            <a:r>
              <a:rPr lang="it-IT" sz="2200" b="1" strike="noStrike" spc="-1" dirty="0">
                <a:solidFill>
                  <a:srgbClr val="FF0000"/>
                </a:solidFill>
                <a:latin typeface="Courier New"/>
              </a:rPr>
              <a:t>&amp;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n; // p contiene il valore dell'indirizzo di n</a:t>
            </a:r>
            <a:endParaRPr lang="it-IT" sz="2200" b="0" strike="noStrike" spc="-1" dirty="0">
              <a:latin typeface="Arial"/>
            </a:endParaRPr>
          </a:p>
        </p:txBody>
      </p:sp>
      <p:sp>
        <p:nvSpPr>
          <p:cNvPr id="148" name="CustomShape 4"/>
          <p:cNvSpPr/>
          <p:nvPr/>
        </p:nvSpPr>
        <p:spPr>
          <a:xfrm>
            <a:off x="72000" y="4987080"/>
            <a:ext cx="3888000" cy="10994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1" strike="noStrike" spc="-1">
                <a:solidFill>
                  <a:srgbClr val="FF0000"/>
                </a:solidFill>
                <a:latin typeface="Courier New"/>
              </a:rPr>
              <a:t>*</a:t>
            </a:r>
            <a:r>
              <a:rPr lang="it-IT" sz="2200" b="0" strike="noStrike" spc="-1">
                <a:solidFill>
                  <a:srgbClr val="000000"/>
                </a:solidFill>
                <a:latin typeface="Courier New"/>
              </a:rPr>
              <a:t>p = 75; </a:t>
            </a:r>
            <a:br/>
            <a:r>
              <a:rPr lang="it-IT" sz="2200" b="0" strike="noStrike" spc="-1">
                <a:solidFill>
                  <a:srgbClr val="000000"/>
                </a:solidFill>
                <a:latin typeface="Courier New"/>
              </a:rPr>
              <a:t>// scrive 75 nella </a:t>
            </a:r>
            <a:br/>
            <a:r>
              <a:rPr lang="it-IT" sz="2200" b="0" strike="noStrike" spc="-1">
                <a:solidFill>
                  <a:srgbClr val="000000"/>
                </a:solidFill>
                <a:latin typeface="Courier New"/>
              </a:rPr>
              <a:t>// variabile n  </a:t>
            </a:r>
            <a:endParaRPr lang="it-IT" sz="2200" b="0" strike="noStrike" spc="-1">
              <a:latin typeface="Arial"/>
            </a:endParaRPr>
          </a:p>
        </p:txBody>
      </p:sp>
      <p:pic>
        <p:nvPicPr>
          <p:cNvPr id="149" name="Immagine 148"/>
          <p:cNvPicPr/>
          <p:nvPr/>
        </p:nvPicPr>
        <p:blipFill>
          <a:blip r:embed="rId3"/>
          <a:stretch/>
        </p:blipFill>
        <p:spPr>
          <a:xfrm>
            <a:off x="4574880" y="3214800"/>
            <a:ext cx="4444920" cy="3121200"/>
          </a:xfrm>
          <a:prstGeom prst="rect">
            <a:avLst/>
          </a:prstGeom>
          <a:ln>
            <a:noFill/>
          </a:ln>
        </p:spPr>
      </p:pic>
      <p:sp>
        <p:nvSpPr>
          <p:cNvPr id="150" name="TextShape 5"/>
          <p:cNvSpPr txBox="1"/>
          <p:nvPr/>
        </p:nvSpPr>
        <p:spPr>
          <a:xfrm>
            <a:off x="1764360" y="4697280"/>
            <a:ext cx="2759760" cy="382680"/>
          </a:xfrm>
          <a:prstGeom prst="rect">
            <a:avLst/>
          </a:prstGeom>
          <a:noFill/>
          <a:ln w="18000">
            <a:solidFill>
              <a:srgbClr val="3465A4"/>
            </a:solidFill>
            <a:custDash>
              <a:ds d="102000" sp="102000"/>
              <a:ds d="102000" sp="102000"/>
            </a:custDash>
            <a:round/>
          </a:ln>
        </p:spPr>
        <p:txBody>
          <a:bodyPr lIns="99000" tIns="54000" rIns="99000" bIns="54000">
            <a:noAutofit/>
          </a:bodyPr>
          <a:lstStyle/>
          <a:p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operatore di </a:t>
            </a:r>
            <a:r>
              <a:rPr lang="it-IT" sz="1800" b="1" i="1" strike="noStrike" spc="-1">
                <a:solidFill>
                  <a:srgbClr val="000000"/>
                </a:solidFill>
                <a:latin typeface="Arial"/>
              </a:rPr>
              <a:t>indirezione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151" name="Freeform 6"/>
          <p:cNvSpPr/>
          <p:nvPr/>
        </p:nvSpPr>
        <p:spPr>
          <a:xfrm>
            <a:off x="418680" y="4876920"/>
            <a:ext cx="1346040" cy="267120"/>
          </a:xfrm>
          <a:custGeom>
            <a:avLst/>
            <a:gdLst/>
            <a:ahLst/>
            <a:cxnLst/>
            <a:rect l="0" t="0" r="r" b="b"/>
            <a:pathLst>
              <a:path w="3739" h="742">
                <a:moveTo>
                  <a:pt x="3738" y="32"/>
                </a:moveTo>
                <a:lnTo>
                  <a:pt x="926" y="0"/>
                </a:lnTo>
                <a:lnTo>
                  <a:pt x="0" y="741"/>
                </a:lnTo>
              </a:path>
            </a:pathLst>
          </a:custGeom>
          <a:ln w="18000">
            <a:solidFill>
              <a:srgbClr val="3465A4"/>
            </a:solidFill>
            <a:round/>
            <a:tailEnd type="triangle" w="med" len="med"/>
          </a:ln>
        </p:spPr>
      </p:sp>
      <p:sp>
        <p:nvSpPr>
          <p:cNvPr id="9" name="CustomShape 1">
            <a:extLst>
              <a:ext uri="{FF2B5EF4-FFF2-40B4-BE49-F238E27FC236}">
                <a16:creationId xmlns:a16="http://schemas.microsoft.com/office/drawing/2014/main" id="{9C915F81-5C14-4084-969E-090B404DD64B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puntatori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CustomShape 2"/>
          <p:cNvSpPr/>
          <p:nvPr/>
        </p:nvSpPr>
        <p:spPr>
          <a:xfrm>
            <a:off x="144000" y="1116396"/>
            <a:ext cx="8785440" cy="513435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ts val="283"/>
              </a:spcBef>
            </a:pPr>
            <a:r>
              <a:rPr lang="it-IT" sz="2000" b="0" strike="noStrike" spc="-1" dirty="0" err="1">
                <a:solidFill>
                  <a:srgbClr val="000080"/>
                </a:solidFill>
                <a:latin typeface="Courier New"/>
              </a:rPr>
              <a:t>int</a:t>
            </a:r>
            <a:r>
              <a:rPr lang="it-IT" sz="2000" b="0" strike="noStrike" spc="-1" dirty="0">
                <a:solidFill>
                  <a:srgbClr val="000080"/>
                </a:solidFill>
                <a:latin typeface="Courier New"/>
              </a:rPr>
              <a:t> </a:t>
            </a:r>
            <a:r>
              <a:rPr lang="it-IT" sz="2000" b="0" strike="noStrike" spc="-1" dirty="0" err="1">
                <a:solidFill>
                  <a:srgbClr val="000080"/>
                </a:solidFill>
                <a:latin typeface="Courier New"/>
              </a:rPr>
              <a:t>i,j</a:t>
            </a:r>
            <a:r>
              <a:rPr lang="it-IT" sz="2000" b="0" strike="noStrike" spc="-1" dirty="0">
                <a:solidFill>
                  <a:srgbClr val="000080"/>
                </a:solidFill>
                <a:latin typeface="Courier New"/>
              </a:rPr>
              <a:t>;</a:t>
            </a:r>
            <a:endParaRPr lang="it-IT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</a:pPr>
            <a:r>
              <a:rPr lang="it-IT" sz="2000" b="0" strike="noStrike" spc="-1" dirty="0" err="1">
                <a:solidFill>
                  <a:srgbClr val="000080"/>
                </a:solidFill>
                <a:latin typeface="Courier New"/>
              </a:rPr>
              <a:t>int</a:t>
            </a:r>
            <a:r>
              <a:rPr lang="it-IT" sz="2000" b="0" strike="noStrike" spc="-1" dirty="0">
                <a:solidFill>
                  <a:srgbClr val="000080"/>
                </a:solidFill>
                <a:latin typeface="Courier New"/>
              </a:rPr>
              <a:t>* p;</a:t>
            </a:r>
          </a:p>
          <a:p>
            <a:pPr>
              <a:lnSpc>
                <a:spcPct val="100000"/>
              </a:lnSpc>
              <a:spcBef>
                <a:spcPts val="283"/>
              </a:spcBef>
            </a:pPr>
            <a:r>
              <a:rPr lang="it-IT" sz="2000" spc="-1" dirty="0">
                <a:solidFill>
                  <a:srgbClr val="000080"/>
                </a:solidFill>
                <a:latin typeface="Courier New"/>
              </a:rPr>
              <a:t>Int*</a:t>
            </a:r>
            <a:r>
              <a:rPr lang="it-IT" sz="2000" b="0" strike="noStrike" spc="-1" dirty="0">
                <a:solidFill>
                  <a:srgbClr val="000080"/>
                </a:solidFill>
                <a:latin typeface="Courier New"/>
              </a:rPr>
              <a:t> q;</a:t>
            </a:r>
            <a:endParaRPr lang="it-IT" sz="2000" b="0" strike="noStrike" spc="-1" dirty="0">
              <a:latin typeface="Arial"/>
            </a:endParaRPr>
          </a:p>
          <a:p>
            <a:pPr algn="just">
              <a:spcBef>
                <a:spcPts val="283"/>
              </a:spcBef>
            </a:pPr>
            <a:r>
              <a:rPr lang="it-IT" sz="2000" b="0" strike="noStrike" spc="-1" dirty="0">
                <a:solidFill>
                  <a:srgbClr val="000080"/>
                </a:solidFill>
                <a:latin typeface="Courier New"/>
              </a:rPr>
              <a:t>p = &amp;i; // p contiene il valore dell'indirizzo di i </a:t>
            </a:r>
            <a:endParaRPr lang="it-IT" sz="2000" b="0" strike="noStrike" spc="-1" dirty="0">
              <a:latin typeface="Arial"/>
            </a:endParaRPr>
          </a:p>
          <a:p>
            <a:pPr algn="just">
              <a:spcBef>
                <a:spcPts val="283"/>
              </a:spcBef>
            </a:pPr>
            <a:r>
              <a:rPr lang="it-IT" sz="2000" b="0" strike="noStrike" spc="-1" dirty="0">
                <a:solidFill>
                  <a:srgbClr val="000080"/>
                </a:solidFill>
                <a:latin typeface="Courier New"/>
              </a:rPr>
              <a:t>j = *p; // j contiene p che indirizza i e dunque j = 33</a:t>
            </a:r>
            <a:endParaRPr lang="it-IT" sz="2000" b="0" strike="noStrike" spc="-1" dirty="0">
              <a:latin typeface="Arial"/>
            </a:endParaRPr>
          </a:p>
          <a:p>
            <a:pPr algn="just">
              <a:spcBef>
                <a:spcPts val="283"/>
              </a:spcBef>
            </a:pPr>
            <a:r>
              <a:rPr lang="it-IT" sz="2000" b="0" strike="noStrike" spc="-1" dirty="0">
                <a:solidFill>
                  <a:srgbClr val="000080"/>
                </a:solidFill>
                <a:latin typeface="Courier New"/>
              </a:rPr>
              <a:t>q = p;  // assegno il puntatore p a al puntatore q</a:t>
            </a:r>
            <a:endParaRPr lang="en-US" sz="2000" b="0" strike="noStrike" spc="-1" dirty="0">
              <a:solidFill>
                <a:srgbClr val="000080"/>
              </a:solidFill>
              <a:latin typeface="Courier New"/>
            </a:endParaRPr>
          </a:p>
          <a:p>
            <a:pPr algn="just">
              <a:spcBef>
                <a:spcPts val="283"/>
              </a:spcBef>
            </a:pPr>
            <a:r>
              <a:rPr lang="it-IT" sz="2000" b="0" strike="noStrike" spc="-1" dirty="0">
                <a:solidFill>
                  <a:srgbClr val="000080"/>
                </a:solidFill>
                <a:latin typeface="Courier New"/>
              </a:rPr>
              <a:t>*p = 3; // *p è un </a:t>
            </a:r>
            <a:r>
              <a:rPr lang="it-IT" sz="2000" b="0" strike="noStrike" spc="-1" dirty="0" err="1">
                <a:solidFill>
                  <a:srgbClr val="000080"/>
                </a:solidFill>
                <a:latin typeface="Courier New"/>
              </a:rPr>
              <a:t>left</a:t>
            </a:r>
            <a:r>
              <a:rPr lang="it-IT" sz="2000" b="0" strike="noStrike" spc="-1" dirty="0">
                <a:solidFill>
                  <a:srgbClr val="000080"/>
                </a:solidFill>
                <a:latin typeface="Courier New"/>
              </a:rPr>
              <a:t> </a:t>
            </a:r>
            <a:r>
              <a:rPr lang="it-IT" sz="2000" b="0" strike="noStrike" spc="-1" dirty="0" err="1">
                <a:solidFill>
                  <a:srgbClr val="000080"/>
                </a:solidFill>
                <a:latin typeface="Courier New"/>
              </a:rPr>
              <a:t>value</a:t>
            </a:r>
            <a:r>
              <a:rPr lang="it-IT" sz="2000" b="0" strike="noStrike" spc="-1" dirty="0">
                <a:solidFill>
                  <a:srgbClr val="000080"/>
                </a:solidFill>
                <a:latin typeface="Courier New"/>
              </a:rPr>
              <a:t>, operazione di </a:t>
            </a:r>
            <a:r>
              <a:rPr lang="it-IT" sz="2000" b="0" strike="noStrike" spc="-1" dirty="0" err="1">
                <a:solidFill>
                  <a:srgbClr val="000080"/>
                </a:solidFill>
                <a:latin typeface="Courier New"/>
              </a:rPr>
              <a:t>indirezione</a:t>
            </a:r>
            <a:endParaRPr lang="it-IT" sz="2000" b="0" strike="noStrike" spc="-1" dirty="0">
              <a:latin typeface="Arial"/>
            </a:endParaRPr>
          </a:p>
          <a:p>
            <a:pPr algn="just">
              <a:spcBef>
                <a:spcPts val="283"/>
              </a:spcBef>
            </a:pPr>
            <a:r>
              <a:rPr lang="it-IT" sz="2000" b="0" strike="noStrike" spc="-1" dirty="0">
                <a:solidFill>
                  <a:srgbClr val="000080"/>
                </a:solidFill>
                <a:latin typeface="Courier New"/>
              </a:rPr>
              <a:t>*q = *&amp;j; // equivale a i = j</a:t>
            </a:r>
            <a:endParaRPr lang="it-IT" sz="2000" b="0" strike="noStrike" spc="-1" dirty="0">
              <a:latin typeface="Arial"/>
            </a:endParaRPr>
          </a:p>
          <a:p>
            <a:pPr algn="just">
              <a:spcBef>
                <a:spcPts val="283"/>
              </a:spcBef>
            </a:pPr>
            <a:r>
              <a:rPr lang="it-IT" sz="2000" b="0" strike="noStrike" spc="-1" dirty="0">
                <a:solidFill>
                  <a:srgbClr val="000080"/>
                </a:solidFill>
                <a:latin typeface="Courier New"/>
              </a:rPr>
              <a:t>*&amp;j = 4; // equivale a j = 4</a:t>
            </a:r>
            <a:endParaRPr lang="it-IT" sz="2000" b="0" strike="noStrike" spc="-1" dirty="0">
              <a:latin typeface="Arial"/>
            </a:endParaRPr>
          </a:p>
          <a:p>
            <a:pPr algn="just">
              <a:spcBef>
                <a:spcPts val="283"/>
              </a:spcBef>
            </a:pPr>
            <a:r>
              <a:rPr lang="it-IT" sz="2000" b="0" strike="noStrike" spc="-1" dirty="0" err="1">
                <a:solidFill>
                  <a:srgbClr val="000080"/>
                </a:solidFill>
                <a:latin typeface="Courier New"/>
              </a:rPr>
              <a:t>if</a:t>
            </a:r>
            <a:r>
              <a:rPr lang="it-IT" sz="2000" b="0" strike="noStrike" spc="-1" dirty="0">
                <a:solidFill>
                  <a:srgbClr val="000080"/>
                </a:solidFill>
                <a:latin typeface="Courier New"/>
              </a:rPr>
              <a:t> (p == &amp;i) </a:t>
            </a:r>
            <a:r>
              <a:rPr lang="it-IT" sz="2000" b="0" strike="noStrike" spc="-1" dirty="0" err="1">
                <a:solidFill>
                  <a:srgbClr val="000080"/>
                </a:solidFill>
                <a:latin typeface="Courier New"/>
              </a:rPr>
              <a:t>cout</a:t>
            </a:r>
            <a:r>
              <a:rPr lang="it-IT" sz="2000" b="0" strike="noStrike" spc="-1" dirty="0">
                <a:solidFill>
                  <a:srgbClr val="000080"/>
                </a:solidFill>
                <a:latin typeface="Courier New"/>
              </a:rPr>
              <a:t> &lt;&lt; "p punta la variabile i";</a:t>
            </a:r>
            <a:endParaRPr lang="it-IT" sz="2000" b="0" strike="noStrike" spc="-1" dirty="0">
              <a:latin typeface="Arial"/>
            </a:endParaRPr>
          </a:p>
          <a:p>
            <a:pPr algn="just">
              <a:spcBef>
                <a:spcPts val="283"/>
              </a:spcBef>
            </a:pPr>
            <a:r>
              <a:rPr lang="it-IT" sz="2000" b="0" strike="noStrike" spc="-1" dirty="0" err="1">
                <a:solidFill>
                  <a:srgbClr val="000080"/>
                </a:solidFill>
                <a:latin typeface="Courier New"/>
              </a:rPr>
              <a:t>if</a:t>
            </a:r>
            <a:r>
              <a:rPr lang="it-IT" sz="2000" b="0" strike="noStrike" spc="-1" dirty="0">
                <a:solidFill>
                  <a:srgbClr val="000080"/>
                </a:solidFill>
                <a:latin typeface="Courier New"/>
              </a:rPr>
              <a:t> (q == p) </a:t>
            </a:r>
            <a:r>
              <a:rPr lang="it-IT" sz="2000" b="0" strike="noStrike" spc="-1" dirty="0" err="1">
                <a:solidFill>
                  <a:srgbClr val="000080"/>
                </a:solidFill>
                <a:latin typeface="Courier New"/>
              </a:rPr>
              <a:t>cout</a:t>
            </a:r>
            <a:r>
              <a:rPr lang="it-IT" sz="2000" b="0" strike="noStrike" spc="-1" dirty="0">
                <a:solidFill>
                  <a:srgbClr val="000080"/>
                </a:solidFill>
                <a:latin typeface="Courier New"/>
              </a:rPr>
              <a:t> &lt;&lt; "q e p puntano la stessa variabile";</a:t>
            </a:r>
            <a:endParaRPr lang="it-IT" sz="2000" b="0" strike="noStrike" spc="-1" dirty="0">
              <a:latin typeface="Arial"/>
            </a:endParaRPr>
          </a:p>
          <a:p>
            <a:pPr algn="just">
              <a:spcBef>
                <a:spcPts val="283"/>
              </a:spcBef>
            </a:pPr>
            <a:r>
              <a:rPr lang="it-IT" sz="2000" b="0" strike="noStrike" spc="-1" dirty="0" err="1">
                <a:solidFill>
                  <a:srgbClr val="000080"/>
                </a:solidFill>
                <a:latin typeface="Courier New"/>
              </a:rPr>
              <a:t>if</a:t>
            </a:r>
            <a:r>
              <a:rPr lang="it-IT" sz="2000" b="0" strike="noStrike" spc="-1" dirty="0">
                <a:solidFill>
                  <a:srgbClr val="000080"/>
                </a:solidFill>
                <a:latin typeface="Courier New"/>
              </a:rPr>
              <a:t> (p != 0) </a:t>
            </a:r>
            <a:r>
              <a:rPr lang="it-IT" sz="2000" b="0" strike="noStrike" spc="-1" dirty="0" err="1">
                <a:solidFill>
                  <a:srgbClr val="000080"/>
                </a:solidFill>
                <a:latin typeface="Courier New"/>
              </a:rPr>
              <a:t>cout</a:t>
            </a:r>
            <a:r>
              <a:rPr lang="it-IT" sz="2000" b="0" strike="noStrike" spc="-1" dirty="0">
                <a:solidFill>
                  <a:srgbClr val="000080"/>
                </a:solidFill>
                <a:latin typeface="Courier New"/>
              </a:rPr>
              <a:t> &lt;&lt; "p punta a qualche variabile ...";   </a:t>
            </a:r>
            <a:endParaRPr lang="it-IT" sz="2000" b="0" strike="noStrike" spc="-1" dirty="0">
              <a:latin typeface="Arial"/>
            </a:endParaRPr>
          </a:p>
          <a:p>
            <a:r>
              <a:rPr lang="it-IT" sz="2000" b="0" strike="noStrike" spc="-1" dirty="0" err="1">
                <a:solidFill>
                  <a:srgbClr val="000080"/>
                </a:solidFill>
                <a:latin typeface="Courier New"/>
              </a:rPr>
              <a:t>if</a:t>
            </a:r>
            <a:r>
              <a:rPr lang="it-IT" sz="2000" b="0" strike="noStrike" spc="-1" dirty="0">
                <a:solidFill>
                  <a:srgbClr val="000080"/>
                </a:solidFill>
                <a:latin typeface="Courier New"/>
              </a:rPr>
              <a:t> (p != NULL) </a:t>
            </a:r>
            <a:r>
              <a:rPr lang="it-IT" sz="2000" b="0" strike="noStrike" spc="-1" dirty="0" err="1">
                <a:solidFill>
                  <a:srgbClr val="000080"/>
                </a:solidFill>
                <a:latin typeface="Courier New"/>
              </a:rPr>
              <a:t>cout</a:t>
            </a:r>
            <a:r>
              <a:rPr lang="it-IT" sz="2000" b="0" strike="noStrike" spc="-1" dirty="0">
                <a:solidFill>
                  <a:srgbClr val="000080"/>
                </a:solidFill>
                <a:latin typeface="Courier New"/>
              </a:rPr>
              <a:t> &lt;&lt; "... e quindi ..."; </a:t>
            </a:r>
            <a:endParaRPr lang="it-IT" sz="2000" b="0" strike="noStrike" spc="-1" dirty="0">
              <a:latin typeface="Arial"/>
            </a:endParaRPr>
          </a:p>
          <a:p>
            <a:r>
              <a:rPr lang="it-IT" sz="2000" b="0" strike="noStrike" spc="-1" dirty="0" err="1">
                <a:solidFill>
                  <a:srgbClr val="000080"/>
                </a:solidFill>
                <a:latin typeface="Courier New"/>
              </a:rPr>
              <a:t>if</a:t>
            </a:r>
            <a:r>
              <a:rPr lang="it-IT" sz="2000" b="0" strike="noStrike" spc="-1" dirty="0">
                <a:solidFill>
                  <a:srgbClr val="000080"/>
                </a:solidFill>
                <a:latin typeface="Courier New"/>
              </a:rPr>
              <a:t> (p) </a:t>
            </a:r>
            <a:r>
              <a:rPr lang="it-IT" sz="2000" b="0" strike="noStrike" spc="-1" dirty="0" err="1">
                <a:solidFill>
                  <a:srgbClr val="000080"/>
                </a:solidFill>
                <a:latin typeface="Courier New"/>
              </a:rPr>
              <a:t>cout</a:t>
            </a:r>
            <a:r>
              <a:rPr lang="it-IT" sz="2000" b="0" strike="noStrike" spc="-1" dirty="0">
                <a:solidFill>
                  <a:srgbClr val="000080"/>
                </a:solidFill>
                <a:latin typeface="Courier New"/>
              </a:rPr>
              <a:t> &lt;&lt; "... si può </a:t>
            </a:r>
            <a:r>
              <a:rPr lang="it-IT" sz="2000" b="0" strike="noStrike" spc="-1" dirty="0" err="1">
                <a:solidFill>
                  <a:srgbClr val="000080"/>
                </a:solidFill>
                <a:latin typeface="Courier New"/>
              </a:rPr>
              <a:t>dereferenziare</a:t>
            </a:r>
            <a:r>
              <a:rPr lang="it-IT" sz="2000" b="0" strike="noStrike" spc="-1" dirty="0">
                <a:solidFill>
                  <a:srgbClr val="000080"/>
                </a:solidFill>
                <a:latin typeface="Courier New"/>
              </a:rPr>
              <a:t>"; </a:t>
            </a:r>
            <a:endParaRPr lang="it-IT" sz="2000" b="0" strike="noStrike" spc="-1" dirty="0">
              <a:latin typeface="Arial"/>
            </a:endParaRPr>
          </a:p>
          <a:p>
            <a:r>
              <a:rPr lang="it-IT" sz="2000" b="0" strike="noStrike" spc="-1" dirty="0" err="1">
                <a:solidFill>
                  <a:srgbClr val="000080"/>
                </a:solidFill>
                <a:latin typeface="Courier New"/>
              </a:rPr>
              <a:t>cout</a:t>
            </a:r>
            <a:r>
              <a:rPr lang="it-IT" sz="2000" b="0" strike="noStrike" spc="-1" dirty="0">
                <a:solidFill>
                  <a:srgbClr val="000080"/>
                </a:solidFill>
                <a:latin typeface="Courier New"/>
              </a:rPr>
              <a:t> &lt;&lt; p; // stampa l'indirizzo in esadecimale</a:t>
            </a:r>
            <a:endParaRPr lang="it-IT" sz="2000" b="0" strike="noStrike" spc="-1" dirty="0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1A39C1F3-0894-4E32-9078-14B403E2BDAE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operazioni coi puntatori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Shape 2"/>
          <p:cNvSpPr txBox="1"/>
          <p:nvPr/>
        </p:nvSpPr>
        <p:spPr>
          <a:xfrm>
            <a:off x="215280" y="1362600"/>
            <a:ext cx="8737920" cy="516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</a:rPr>
              <a:t>un tipo puntatore può puntare qualunque tipo, anche un</a:t>
            </a:r>
            <a:br>
              <a:rPr dirty="0"/>
            </a:br>
            <a:r>
              <a:rPr lang="it-IT" sz="2200" b="0" strike="noStrike" spc="-1" dirty="0">
                <a:solidFill>
                  <a:srgbClr val="000000"/>
                </a:solidFill>
                <a:latin typeface="Arial"/>
              </a:rPr>
              <a:t>altro puntatore</a:t>
            </a: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r>
              <a:rPr lang="it-IT" sz="22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endParaRPr lang="it-IT" sz="2200" b="0" strike="noStrike" spc="-1" dirty="0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ptr1</a:t>
            </a:r>
            <a:r>
              <a:rPr lang="it-IT" sz="2200" b="0" strike="noStrike" spc="-1" dirty="0">
                <a:solidFill>
                  <a:srgbClr val="000000"/>
                </a:solidFill>
                <a:latin typeface="Arial"/>
              </a:rPr>
              <a:t> è un puntatore ad interi e punta la variabile di tipo 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br>
              <a:rPr dirty="0"/>
            </a:b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ptr2</a:t>
            </a:r>
            <a:r>
              <a:rPr lang="it-IT" sz="2200" b="0" strike="noStrike" spc="-1" dirty="0">
                <a:solidFill>
                  <a:srgbClr val="000000"/>
                </a:solidFill>
                <a:latin typeface="Arial"/>
              </a:rPr>
              <a:t> è un puntatore a puntatore </a:t>
            </a:r>
            <a:br>
              <a:rPr dirty="0"/>
            </a:br>
            <a:r>
              <a:rPr lang="it-IT" sz="2200" b="0" strike="noStrike" spc="-1" dirty="0">
                <a:solidFill>
                  <a:srgbClr val="000000"/>
                </a:solidFill>
                <a:latin typeface="Arial"/>
              </a:rPr>
              <a:t>ad interi e punta la variabile 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ptr1</a:t>
            </a:r>
            <a:br>
              <a:rPr dirty="0"/>
            </a:br>
            <a:br>
              <a:rPr dirty="0"/>
            </a:br>
            <a:endParaRPr lang="it-IT" sz="2200" b="0" strike="noStrike" spc="-1" dirty="0">
              <a:latin typeface="Arial"/>
            </a:endParaRPr>
          </a:p>
        </p:txBody>
      </p:sp>
      <p:sp>
        <p:nvSpPr>
          <p:cNvPr id="156" name="CustomShape 3"/>
          <p:cNvSpPr/>
          <p:nvPr/>
        </p:nvSpPr>
        <p:spPr>
          <a:xfrm>
            <a:off x="289440" y="2043360"/>
            <a:ext cx="7705800" cy="1252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</a:pP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</a:rPr>
              <a:t>int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i = 1;</a:t>
            </a:r>
            <a:endParaRPr lang="it-IT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</a:rPr>
              <a:t>int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* ptr1 = &amp;i;</a:t>
            </a:r>
            <a:endParaRPr lang="it-IT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</a:rPr>
              <a:t>int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** ptr2 = &amp;ptr1;</a:t>
            </a:r>
            <a:endParaRPr lang="it-IT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**ptr2 = 4; // equivale a i = 4 </a:t>
            </a:r>
            <a:r>
              <a:rPr lang="it-IT" sz="2200" b="0" strike="noStrike" spc="-1" dirty="0">
                <a:solidFill>
                  <a:srgbClr val="3333CC"/>
                </a:solidFill>
                <a:latin typeface="Courier New"/>
              </a:rPr>
              <a:t> </a:t>
            </a:r>
            <a:endParaRPr lang="it-IT" sz="2200" b="0" strike="noStrike" spc="-1" dirty="0">
              <a:latin typeface="Arial"/>
            </a:endParaRPr>
          </a:p>
        </p:txBody>
      </p:sp>
      <p:pic>
        <p:nvPicPr>
          <p:cNvPr id="157" name="Immagine 156"/>
          <p:cNvPicPr/>
          <p:nvPr/>
        </p:nvPicPr>
        <p:blipFill>
          <a:blip r:embed="rId3"/>
          <a:stretch/>
        </p:blipFill>
        <p:spPr>
          <a:xfrm>
            <a:off x="4804920" y="4064040"/>
            <a:ext cx="3905280" cy="2374920"/>
          </a:xfrm>
          <a:prstGeom prst="rect">
            <a:avLst/>
          </a:prstGeom>
          <a:ln>
            <a:noFill/>
          </a:ln>
        </p:spPr>
      </p:pic>
      <p:sp>
        <p:nvSpPr>
          <p:cNvPr id="6" name="CustomShape 1">
            <a:extLst>
              <a:ext uri="{FF2B5EF4-FFF2-40B4-BE49-F238E27FC236}">
                <a16:creationId xmlns:a16="http://schemas.microsoft.com/office/drawing/2014/main" id="{958736E3-4EEC-4BC0-8BCC-8FF4B0B0BAAB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puntatori a puntatori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Immagine (2)"/>
          <p:cNvPicPr/>
          <p:nvPr/>
        </p:nvPicPr>
        <p:blipFill>
          <a:blip r:embed="rId2"/>
          <a:stretch/>
        </p:blipFill>
        <p:spPr>
          <a:xfrm>
            <a:off x="0" y="1522800"/>
            <a:ext cx="7416720" cy="4813200"/>
          </a:xfrm>
          <a:prstGeom prst="rect">
            <a:avLst/>
          </a:prstGeom>
          <a:ln>
            <a:noFill/>
          </a:ln>
        </p:spPr>
      </p:pic>
      <p:sp>
        <p:nvSpPr>
          <p:cNvPr id="160" name="CustomShape 2"/>
          <p:cNvSpPr/>
          <p:nvPr/>
        </p:nvSpPr>
        <p:spPr>
          <a:xfrm>
            <a:off x="2181240" y="4037400"/>
            <a:ext cx="857160" cy="190800"/>
          </a:xfrm>
          <a:custGeom>
            <a:avLst/>
            <a:gdLst/>
            <a:ahLst/>
            <a:cxnLst/>
            <a:rect l="0" t="0" r="r" b="b"/>
            <a:pathLst>
              <a:path w="2383" h="532">
                <a:moveTo>
                  <a:pt x="88" y="0"/>
                </a:moveTo>
                <a:lnTo>
                  <a:pt x="89" y="0"/>
                </a:lnTo>
                <a:cubicBezTo>
                  <a:pt x="73" y="0"/>
                  <a:pt x="58" y="4"/>
                  <a:pt x="44" y="12"/>
                </a:cubicBezTo>
                <a:cubicBezTo>
                  <a:pt x="31" y="20"/>
                  <a:pt x="20" y="31"/>
                  <a:pt x="12" y="44"/>
                </a:cubicBezTo>
                <a:cubicBezTo>
                  <a:pt x="4" y="58"/>
                  <a:pt x="0" y="73"/>
                  <a:pt x="0" y="89"/>
                </a:cubicBezTo>
                <a:lnTo>
                  <a:pt x="0" y="442"/>
                </a:lnTo>
                <a:lnTo>
                  <a:pt x="0" y="443"/>
                </a:lnTo>
                <a:cubicBezTo>
                  <a:pt x="0" y="458"/>
                  <a:pt x="4" y="473"/>
                  <a:pt x="12" y="487"/>
                </a:cubicBezTo>
                <a:cubicBezTo>
                  <a:pt x="20" y="500"/>
                  <a:pt x="31" y="511"/>
                  <a:pt x="44" y="519"/>
                </a:cubicBezTo>
                <a:cubicBezTo>
                  <a:pt x="58" y="527"/>
                  <a:pt x="73" y="531"/>
                  <a:pt x="89" y="531"/>
                </a:cubicBezTo>
                <a:lnTo>
                  <a:pt x="2293" y="531"/>
                </a:lnTo>
                <a:lnTo>
                  <a:pt x="2294" y="531"/>
                </a:lnTo>
                <a:cubicBezTo>
                  <a:pt x="2309" y="531"/>
                  <a:pt x="2324" y="527"/>
                  <a:pt x="2338" y="519"/>
                </a:cubicBezTo>
                <a:cubicBezTo>
                  <a:pt x="2351" y="511"/>
                  <a:pt x="2362" y="500"/>
                  <a:pt x="2370" y="487"/>
                </a:cubicBezTo>
                <a:cubicBezTo>
                  <a:pt x="2378" y="473"/>
                  <a:pt x="2382" y="458"/>
                  <a:pt x="2382" y="443"/>
                </a:cubicBezTo>
                <a:lnTo>
                  <a:pt x="2382" y="88"/>
                </a:lnTo>
                <a:lnTo>
                  <a:pt x="2382" y="89"/>
                </a:lnTo>
                <a:lnTo>
                  <a:pt x="2382" y="89"/>
                </a:lnTo>
                <a:cubicBezTo>
                  <a:pt x="2382" y="73"/>
                  <a:pt x="2378" y="58"/>
                  <a:pt x="2370" y="44"/>
                </a:cubicBezTo>
                <a:cubicBezTo>
                  <a:pt x="2362" y="31"/>
                  <a:pt x="2351" y="20"/>
                  <a:pt x="2338" y="12"/>
                </a:cubicBezTo>
                <a:cubicBezTo>
                  <a:pt x="2324" y="4"/>
                  <a:pt x="2309" y="0"/>
                  <a:pt x="2294" y="0"/>
                </a:cubicBezTo>
                <a:lnTo>
                  <a:pt x="88" y="0"/>
                </a:lnTo>
              </a:path>
            </a:pathLst>
          </a:custGeom>
          <a:solidFill>
            <a:srgbClr val="94BD5E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1" name="Line 3"/>
          <p:cNvSpPr/>
          <p:nvPr/>
        </p:nvSpPr>
        <p:spPr>
          <a:xfrm flipH="1">
            <a:off x="2619360" y="2370600"/>
            <a:ext cx="4562640" cy="962280"/>
          </a:xfrm>
          <a:prstGeom prst="line">
            <a:avLst/>
          </a:prstGeom>
          <a:ln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2" name="TextShape 4"/>
          <p:cNvSpPr txBox="1"/>
          <p:nvPr/>
        </p:nvSpPr>
        <p:spPr>
          <a:xfrm>
            <a:off x="7182000" y="2180160"/>
            <a:ext cx="1962000" cy="3515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3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la funzione dereferenzia i puntatori</a:t>
            </a:r>
            <a:endParaRPr lang="it-IT" sz="2000" b="0" strike="noStrike" spc="-1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3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alla chiamata si passano gli indirizzi delle variabili come valore</a:t>
            </a:r>
            <a:endParaRPr lang="it-IT" sz="2000" b="0" strike="noStrike" spc="-1">
              <a:latin typeface="Arial"/>
            </a:endParaRPr>
          </a:p>
        </p:txBody>
      </p:sp>
      <p:sp>
        <p:nvSpPr>
          <p:cNvPr id="163" name="Line 5"/>
          <p:cNvSpPr/>
          <p:nvPr/>
        </p:nvSpPr>
        <p:spPr>
          <a:xfrm flipH="1">
            <a:off x="3286080" y="3313800"/>
            <a:ext cx="3895920" cy="809280"/>
          </a:xfrm>
          <a:prstGeom prst="line">
            <a:avLst/>
          </a:prstGeom>
          <a:ln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1">
            <a:extLst>
              <a:ext uri="{FF2B5EF4-FFF2-40B4-BE49-F238E27FC236}">
                <a16:creationId xmlns:a16="http://schemas.microsoft.com/office/drawing/2014/main" id="{88EAFE79-683E-4268-A097-E3D0B4FF7E66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passaggio di puntatori a funzioni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Shape 2"/>
          <p:cNvSpPr txBox="1"/>
          <p:nvPr/>
        </p:nvSpPr>
        <p:spPr>
          <a:xfrm>
            <a:off x="216000" y="1706760"/>
            <a:ext cx="7278120" cy="426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31560" indent="-33156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</a:rPr>
              <a:t>le funzioni possono restituire puntatori</a:t>
            </a:r>
            <a:endParaRPr lang="it-IT" sz="2200" b="0" strike="noStrike" spc="-1" dirty="0">
              <a:latin typeface="Arial"/>
            </a:endParaRPr>
          </a:p>
        </p:txBody>
      </p:sp>
      <p:sp>
        <p:nvSpPr>
          <p:cNvPr id="166" name="CustomShape 3"/>
          <p:cNvSpPr/>
          <p:nvPr/>
        </p:nvSpPr>
        <p:spPr>
          <a:xfrm>
            <a:off x="144000" y="2041920"/>
            <a:ext cx="8629920" cy="4483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r>
              <a:rPr lang="it-IT" sz="2400" b="1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it-IT" sz="2400" b="1" strike="noStrike" spc="-1" dirty="0">
                <a:solidFill>
                  <a:srgbClr val="FF0000"/>
                </a:solidFill>
                <a:latin typeface="Courier New"/>
              </a:rPr>
              <a:t>*</a:t>
            </a:r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 max(</a:t>
            </a:r>
            <a:r>
              <a:rPr lang="it-IT" sz="2400" b="0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* </a:t>
            </a:r>
            <a:r>
              <a:rPr lang="it-IT" sz="2400" b="0" strike="noStrike" spc="-1" dirty="0" err="1">
                <a:solidFill>
                  <a:srgbClr val="000000"/>
                </a:solidFill>
                <a:latin typeface="Courier New"/>
              </a:rPr>
              <a:t>pa</a:t>
            </a:r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, </a:t>
            </a:r>
            <a:r>
              <a:rPr lang="it-IT" sz="2400" b="0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* </a:t>
            </a:r>
            <a:r>
              <a:rPr lang="it-IT" sz="2400" b="0" strike="noStrike" spc="-1" dirty="0" err="1">
                <a:solidFill>
                  <a:srgbClr val="000000"/>
                </a:solidFill>
                <a:latin typeface="Courier New"/>
              </a:rPr>
              <a:t>pb</a:t>
            </a:r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) </a:t>
            </a:r>
            <a:endParaRPr lang="it-IT" sz="2400" b="0" strike="noStrike" spc="-1" dirty="0">
              <a:latin typeface="Arial"/>
            </a:endParaRPr>
          </a:p>
          <a:p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{ </a:t>
            </a:r>
            <a:endParaRPr lang="it-IT" sz="2400" b="0" strike="noStrike" spc="-1" dirty="0">
              <a:latin typeface="Arial"/>
            </a:endParaRPr>
          </a:p>
          <a:p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2400" b="0" strike="noStrike" spc="-1" dirty="0" err="1">
                <a:solidFill>
                  <a:srgbClr val="000000"/>
                </a:solidFill>
                <a:latin typeface="Courier New"/>
              </a:rPr>
              <a:t>if</a:t>
            </a:r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 (*</a:t>
            </a:r>
            <a:r>
              <a:rPr lang="it-IT" sz="2400" b="0" strike="noStrike" spc="-1" dirty="0" err="1">
                <a:solidFill>
                  <a:srgbClr val="000000"/>
                </a:solidFill>
                <a:latin typeface="Courier New"/>
              </a:rPr>
              <a:t>pa</a:t>
            </a:r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 &gt;= *</a:t>
            </a:r>
            <a:r>
              <a:rPr lang="it-IT" sz="2400" b="0" strike="noStrike" spc="-1" dirty="0" err="1">
                <a:solidFill>
                  <a:srgbClr val="000000"/>
                </a:solidFill>
                <a:latin typeface="Courier New"/>
              </a:rPr>
              <a:t>pb</a:t>
            </a:r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) </a:t>
            </a:r>
            <a:r>
              <a:rPr lang="it-IT" sz="2400" b="0" strike="noStrike" spc="-1" dirty="0" err="1">
                <a:solidFill>
                  <a:srgbClr val="000000"/>
                </a:solidFill>
                <a:latin typeface="Courier New"/>
              </a:rPr>
              <a:t>return</a:t>
            </a:r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2400" b="0" strike="noStrike" spc="-1" dirty="0" err="1">
                <a:solidFill>
                  <a:srgbClr val="000000"/>
                </a:solidFill>
                <a:latin typeface="Courier New"/>
              </a:rPr>
              <a:t>pa</a:t>
            </a:r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; </a:t>
            </a:r>
            <a:endParaRPr lang="it-IT" sz="2400" b="0" strike="noStrike" spc="-1" dirty="0">
              <a:latin typeface="Arial"/>
            </a:endParaRPr>
          </a:p>
          <a:p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2400" b="0" strike="noStrike" spc="-1" dirty="0" err="1">
                <a:solidFill>
                  <a:srgbClr val="000000"/>
                </a:solidFill>
                <a:latin typeface="Courier New"/>
              </a:rPr>
              <a:t>return</a:t>
            </a:r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2400" b="0" strike="noStrike" spc="-1" dirty="0" err="1">
                <a:solidFill>
                  <a:srgbClr val="000000"/>
                </a:solidFill>
                <a:latin typeface="Courier New"/>
              </a:rPr>
              <a:t>pb</a:t>
            </a:r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; </a:t>
            </a:r>
            <a:endParaRPr lang="it-IT" sz="2400" b="0" strike="noStrike" spc="-1" dirty="0">
              <a:latin typeface="Arial"/>
            </a:endParaRPr>
          </a:p>
          <a:p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} </a:t>
            </a:r>
            <a:endParaRPr lang="it-IT" sz="2400" b="0" strike="noStrike" spc="-1" dirty="0">
              <a:latin typeface="Arial"/>
            </a:endParaRPr>
          </a:p>
          <a:p>
            <a:r>
              <a:rPr lang="it-IT" sz="2400" b="0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2400" b="0" strike="noStrike" spc="-1" dirty="0" err="1">
                <a:solidFill>
                  <a:srgbClr val="000000"/>
                </a:solidFill>
                <a:latin typeface="Courier New"/>
              </a:rPr>
              <a:t>main</a:t>
            </a:r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() </a:t>
            </a:r>
            <a:endParaRPr lang="it-IT" sz="2400" b="0" strike="noStrike" spc="-1" dirty="0">
              <a:latin typeface="Arial"/>
            </a:endParaRPr>
          </a:p>
          <a:p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{ </a:t>
            </a:r>
            <a:r>
              <a:rPr lang="it-IT" sz="2400" b="0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 x, y; </a:t>
            </a:r>
            <a:endParaRPr lang="it-IT" sz="2400" b="0" strike="noStrike" spc="-1" dirty="0">
              <a:latin typeface="Arial"/>
            </a:endParaRPr>
          </a:p>
          <a:p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  cin &gt;&gt; x &gt;&gt; y; </a:t>
            </a:r>
            <a:endParaRPr lang="it-IT" sz="2400" b="0" strike="noStrike" spc="-1" dirty="0">
              <a:latin typeface="Arial"/>
            </a:endParaRPr>
          </a:p>
          <a:p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  </a:t>
            </a:r>
            <a:r>
              <a:rPr lang="it-IT" sz="2400" b="1" strike="noStrike" spc="-1" dirty="0">
                <a:solidFill>
                  <a:srgbClr val="FF0000"/>
                </a:solidFill>
                <a:latin typeface="Courier New"/>
              </a:rPr>
              <a:t>*</a:t>
            </a:r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max(</a:t>
            </a:r>
            <a:r>
              <a:rPr lang="it-IT" sz="2400" b="0" strike="noStrike" spc="-1" dirty="0">
                <a:solidFill>
                  <a:srgbClr val="FF0000"/>
                </a:solidFill>
                <a:latin typeface="Courier New"/>
              </a:rPr>
              <a:t>&amp;</a:t>
            </a:r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x, </a:t>
            </a:r>
            <a:r>
              <a:rPr lang="it-IT" sz="2400" b="0" strike="noStrike" spc="-1" dirty="0">
                <a:solidFill>
                  <a:srgbClr val="FF0000"/>
                </a:solidFill>
                <a:latin typeface="Courier New"/>
              </a:rPr>
              <a:t>&amp;</a:t>
            </a:r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y) = 0; </a:t>
            </a:r>
            <a:endParaRPr lang="it-IT" sz="2400" b="0" strike="noStrike" spc="-1" dirty="0">
              <a:latin typeface="Arial"/>
            </a:endParaRPr>
          </a:p>
          <a:p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  </a:t>
            </a:r>
            <a:r>
              <a:rPr lang="it-IT" sz="2400" b="0" strike="noStrike" spc="-1" dirty="0" err="1">
                <a:solidFill>
                  <a:srgbClr val="000000"/>
                </a:solidFill>
                <a:latin typeface="Courier New"/>
              </a:rPr>
              <a:t>cout</a:t>
            </a:r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 &lt;&lt; "x = " &lt;&lt; x &lt;&lt; " y = " &lt;&lt; y &lt;&lt; '\n'; </a:t>
            </a:r>
            <a:endParaRPr lang="it-IT" sz="2400" b="0" strike="noStrike" spc="-1" dirty="0">
              <a:latin typeface="Arial"/>
            </a:endParaRPr>
          </a:p>
          <a:p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  </a:t>
            </a:r>
            <a:r>
              <a:rPr lang="it-IT" sz="2400" b="0" strike="noStrike" spc="-1" dirty="0" err="1">
                <a:solidFill>
                  <a:srgbClr val="000000"/>
                </a:solidFill>
                <a:latin typeface="Courier New"/>
              </a:rPr>
              <a:t>return</a:t>
            </a:r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 0; </a:t>
            </a:r>
            <a:endParaRPr lang="it-IT" sz="2400" b="0" strike="noStrike" spc="-1" dirty="0">
              <a:latin typeface="Arial"/>
            </a:endParaRPr>
          </a:p>
          <a:p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}</a:t>
            </a:r>
            <a:endParaRPr lang="it-IT" sz="2400" b="0" strike="noStrike" spc="-1" dirty="0">
              <a:latin typeface="Arial"/>
            </a:endParaRPr>
          </a:p>
        </p:txBody>
      </p:sp>
      <p:sp>
        <p:nvSpPr>
          <p:cNvPr id="5" name="CustomShape 1">
            <a:extLst>
              <a:ext uri="{FF2B5EF4-FFF2-40B4-BE49-F238E27FC236}">
                <a16:creationId xmlns:a16="http://schemas.microsoft.com/office/drawing/2014/main" id="{B22198FB-AF0C-4EA1-9CC3-646B9E3140C3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restituzione argomenti puntatori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Shape 2"/>
          <p:cNvSpPr txBox="1"/>
          <p:nvPr/>
        </p:nvSpPr>
        <p:spPr>
          <a:xfrm>
            <a:off x="216000" y="1563480"/>
            <a:ext cx="7247520" cy="562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200" b="0" strike="noStrike" spc="-1">
                <a:solidFill>
                  <a:srgbClr val="000000"/>
                </a:solidFill>
                <a:latin typeface="Courier New"/>
                <a:ea typeface="Arial"/>
              </a:rPr>
              <a:t>const_cast</a:t>
            </a:r>
            <a:endParaRPr lang="it-IT" sz="2200" b="0" strike="noStrike" spc="-1">
              <a:latin typeface="Arial"/>
            </a:endParaRPr>
          </a:p>
        </p:txBody>
      </p:sp>
      <p:sp>
        <p:nvSpPr>
          <p:cNvPr id="169" name="CustomShape 3"/>
          <p:cNvSpPr/>
          <p:nvPr/>
        </p:nvSpPr>
        <p:spPr>
          <a:xfrm>
            <a:off x="222480" y="2220120"/>
            <a:ext cx="8768880" cy="415716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* 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</a:rPr>
              <a:t>maxp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(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</a:rPr>
              <a:t>const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* 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</a:rPr>
              <a:t>pa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, 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</a:rPr>
              <a:t>const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* 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</a:rPr>
              <a:t>pb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) </a:t>
            </a:r>
            <a:endParaRPr lang="it-IT" sz="2200" b="0" strike="noStrike" spc="-1" dirty="0">
              <a:latin typeface="Arial"/>
            </a:endParaRPr>
          </a:p>
          <a:p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{ </a:t>
            </a:r>
            <a:endParaRPr lang="it-IT" sz="2200" b="0" strike="noStrike" spc="-1" dirty="0">
              <a:latin typeface="Arial"/>
            </a:endParaRPr>
          </a:p>
          <a:p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</a:rPr>
              <a:t>if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 (*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</a:rPr>
              <a:t>pa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 &gt;= *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</a:rPr>
              <a:t>pb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) 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</a:rPr>
              <a:t>return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2200" b="0" strike="noStrike" spc="-1" dirty="0" err="1">
                <a:solidFill>
                  <a:srgbClr val="FF0000"/>
                </a:solidFill>
                <a:latin typeface="Courier New"/>
              </a:rPr>
              <a:t>const_cast</a:t>
            </a:r>
            <a:r>
              <a:rPr lang="it-IT" sz="2200" b="0" strike="noStrike" spc="-1" dirty="0">
                <a:solidFill>
                  <a:srgbClr val="FF0000"/>
                </a:solidFill>
                <a:latin typeface="Courier New"/>
              </a:rPr>
              <a:t>&lt;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*</a:t>
            </a:r>
            <a:r>
              <a:rPr lang="it-IT" sz="2200" b="0" strike="noStrike" spc="-1" dirty="0">
                <a:solidFill>
                  <a:srgbClr val="FF0000"/>
                </a:solidFill>
                <a:latin typeface="Courier New"/>
              </a:rPr>
              <a:t>&gt;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(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</a:rPr>
              <a:t>pa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); </a:t>
            </a:r>
            <a:endParaRPr lang="it-IT" sz="2200" b="0" strike="noStrike" spc="-1" dirty="0">
              <a:latin typeface="Arial"/>
            </a:endParaRPr>
          </a:p>
          <a:p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</a:rPr>
              <a:t>return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2200" b="0" strike="noStrike" spc="-1" dirty="0" err="1">
                <a:solidFill>
                  <a:srgbClr val="FF0000"/>
                </a:solidFill>
                <a:latin typeface="Courier New"/>
              </a:rPr>
              <a:t>const_cast</a:t>
            </a:r>
            <a:r>
              <a:rPr lang="it-IT" sz="2200" b="0" strike="noStrike" spc="-1" dirty="0">
                <a:solidFill>
                  <a:srgbClr val="FF0000"/>
                </a:solidFill>
                <a:latin typeface="Courier New"/>
              </a:rPr>
              <a:t>&lt;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*</a:t>
            </a:r>
            <a:r>
              <a:rPr lang="it-IT" sz="2200" b="0" strike="noStrike" spc="-1" dirty="0">
                <a:solidFill>
                  <a:srgbClr val="FF0000"/>
                </a:solidFill>
                <a:latin typeface="Courier New"/>
              </a:rPr>
              <a:t>&gt;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(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</a:rPr>
              <a:t>pb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); </a:t>
            </a:r>
            <a:endParaRPr lang="it-IT" sz="2200" b="0" strike="noStrike" spc="-1" dirty="0">
              <a:latin typeface="Arial"/>
            </a:endParaRPr>
          </a:p>
          <a:p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} </a:t>
            </a:r>
            <a:endParaRPr lang="it-IT" sz="2200" b="0" strike="noStrike" spc="-1" dirty="0">
              <a:latin typeface="Arial"/>
            </a:endParaRPr>
          </a:p>
          <a:p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</a:rPr>
              <a:t>main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() </a:t>
            </a:r>
            <a:endParaRPr lang="it-IT" sz="2200" b="0" strike="noStrike" spc="-1" dirty="0">
              <a:latin typeface="Arial"/>
            </a:endParaRPr>
          </a:p>
          <a:p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{ 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 x, y; </a:t>
            </a:r>
            <a:endParaRPr lang="it-IT" sz="2200" b="0" strike="noStrike" spc="-1" dirty="0">
              <a:latin typeface="Arial"/>
            </a:endParaRPr>
          </a:p>
          <a:p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  cin &gt;&gt; x &gt;&gt; y; </a:t>
            </a:r>
            <a:endParaRPr lang="it-IT" sz="2200" b="0" strike="noStrike" spc="-1" dirty="0">
              <a:latin typeface="Arial"/>
            </a:endParaRPr>
          </a:p>
          <a:p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  *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</a:rPr>
              <a:t>maxp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(&amp;x, &amp;y) = 0; </a:t>
            </a:r>
            <a:endParaRPr lang="it-IT" sz="2200" b="0" strike="noStrike" spc="-1" dirty="0">
              <a:latin typeface="Arial"/>
            </a:endParaRPr>
          </a:p>
          <a:p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  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</a:rPr>
              <a:t>cout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 &lt;&lt; "x = " &lt;&lt; x &lt;&lt; " y = " &lt;&lt; y &lt;&lt; '\n'; </a:t>
            </a:r>
            <a:endParaRPr lang="it-IT" sz="2200" b="0" strike="noStrike" spc="-1" dirty="0">
              <a:latin typeface="Arial"/>
            </a:endParaRPr>
          </a:p>
          <a:p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  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</a:rPr>
              <a:t>return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 0; </a:t>
            </a:r>
            <a:endParaRPr lang="it-IT" sz="2200" b="0" strike="noStrike" spc="-1" dirty="0">
              <a:latin typeface="Arial"/>
            </a:endParaRPr>
          </a:p>
          <a:p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} </a:t>
            </a:r>
            <a:endParaRPr lang="it-IT" sz="2200" b="0" strike="noStrike" spc="-1" dirty="0">
              <a:latin typeface="Arial"/>
            </a:endParaRPr>
          </a:p>
        </p:txBody>
      </p:sp>
      <p:sp>
        <p:nvSpPr>
          <p:cNvPr id="170" name="TextShape 4"/>
          <p:cNvSpPr txBox="1"/>
          <p:nvPr/>
        </p:nvSpPr>
        <p:spPr>
          <a:xfrm>
            <a:off x="4541400" y="4259160"/>
            <a:ext cx="3907080" cy="351720"/>
          </a:xfrm>
          <a:prstGeom prst="rect">
            <a:avLst/>
          </a:prstGeom>
          <a:noFill/>
          <a:ln w="18000">
            <a:solidFill>
              <a:srgbClr val="3465A4"/>
            </a:solidFill>
            <a:custDash>
              <a:ds d="102000" sp="102000"/>
              <a:ds d="102000" sp="102000"/>
            </a:custDash>
            <a:round/>
          </a:ln>
        </p:spPr>
        <p:txBody>
          <a:bodyPr lIns="99000" tIns="54000" rIns="99000" bIns="54000">
            <a:noAutofit/>
          </a:bodyPr>
          <a:lstStyle/>
          <a:p>
            <a:r>
              <a:rPr lang="it-IT" sz="1600" b="0" strike="noStrike" spc="-1">
                <a:solidFill>
                  <a:srgbClr val="000000"/>
                </a:solidFill>
                <a:latin typeface="Arial"/>
              </a:rPr>
              <a:t>conversione di tipo costante </a:t>
            </a:r>
            <a:r>
              <a:rPr lang="it-IT" sz="1600" b="0" strike="noStrike" spc="-1">
                <a:solidFill>
                  <a:srgbClr val="000000"/>
                </a:solidFill>
                <a:latin typeface="Arial"/>
                <a:ea typeface="Arial"/>
              </a:rPr>
              <a:t>→</a:t>
            </a:r>
            <a:r>
              <a:rPr lang="it-IT" sz="1600" b="0" strike="noStrike" spc="-1">
                <a:solidFill>
                  <a:srgbClr val="000000"/>
                </a:solidFill>
                <a:latin typeface="Arial"/>
              </a:rPr>
              <a:t> variabile</a:t>
            </a:r>
            <a:endParaRPr lang="it-IT" sz="1600" b="0" strike="noStrike" spc="-1">
              <a:latin typeface="Arial"/>
            </a:endParaRPr>
          </a:p>
        </p:txBody>
      </p:sp>
      <p:sp>
        <p:nvSpPr>
          <p:cNvPr id="171" name="Line 5"/>
          <p:cNvSpPr/>
          <p:nvPr/>
        </p:nvSpPr>
        <p:spPr>
          <a:xfrm flipV="1">
            <a:off x="5467320" y="3287880"/>
            <a:ext cx="0" cy="971280"/>
          </a:xfrm>
          <a:prstGeom prst="line">
            <a:avLst/>
          </a:prstGeom>
          <a:ln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2" name="Line 6"/>
          <p:cNvSpPr/>
          <p:nvPr/>
        </p:nvSpPr>
        <p:spPr>
          <a:xfrm flipH="1" flipV="1">
            <a:off x="2657160" y="3687840"/>
            <a:ext cx="1884240" cy="571320"/>
          </a:xfrm>
          <a:prstGeom prst="line">
            <a:avLst/>
          </a:prstGeom>
          <a:ln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1">
            <a:extLst>
              <a:ext uri="{FF2B5EF4-FFF2-40B4-BE49-F238E27FC236}">
                <a16:creationId xmlns:a16="http://schemas.microsoft.com/office/drawing/2014/main" id="{0738278E-895E-4AFB-9169-37D88FCF67E0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puntatori a oggetti non modificabili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Shape 2"/>
          <p:cNvSpPr txBox="1"/>
          <p:nvPr/>
        </p:nvSpPr>
        <p:spPr>
          <a:xfrm>
            <a:off x="72000" y="1511280"/>
            <a:ext cx="8737920" cy="4752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Arial"/>
              </a:rPr>
              <a:t>una variabile di tipo </a:t>
            </a:r>
            <a:r>
              <a:rPr lang="it-IT" sz="2200" b="0" i="1" strike="noStrike" spc="-1">
                <a:solidFill>
                  <a:srgbClr val="000000"/>
                </a:solidFill>
                <a:latin typeface="Arial"/>
                <a:ea typeface="Arial"/>
              </a:rPr>
              <a:t>riferimento al tipo x</a:t>
            </a: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Arial"/>
              </a:rPr>
              <a:t>  è un </a:t>
            </a:r>
            <a:r>
              <a:rPr lang="it-IT" sz="2200" b="0" i="1" strike="noStrike" spc="-1">
                <a:solidFill>
                  <a:srgbClr val="000000"/>
                </a:solidFill>
                <a:latin typeface="Arial"/>
                <a:ea typeface="Arial"/>
              </a:rPr>
              <a:t>ulteriore nome</a:t>
            </a:r>
            <a:br/>
            <a:r>
              <a:rPr lang="it-IT" sz="2200" b="0" strike="noStrike" spc="-1">
                <a:solidFill>
                  <a:srgbClr val="000000"/>
                </a:solidFill>
                <a:latin typeface="Arial"/>
                <a:ea typeface="Arial"/>
              </a:rPr>
              <a:t>per una variabile del tipo x</a:t>
            </a:r>
            <a:br/>
            <a:br/>
            <a:r>
              <a:rPr lang="it-IT" sz="2200" b="0" strike="noStrike" spc="-1">
                <a:solidFill>
                  <a:srgbClr val="000000"/>
                </a:solidFill>
                <a:latin typeface="Arial"/>
              </a:rPr>
              <a:t> </a:t>
            </a:r>
            <a:endParaRPr lang="it-IT" sz="2200" b="0" strike="noStrike" spc="-1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Arial"/>
              </a:rPr>
              <a:t>una variabile di tipo “riferimento al tipo” deve essere inizializzata al momento della sua definizione</a:t>
            </a:r>
            <a:endParaRPr lang="it-IT" sz="2200" b="0" strike="noStrike" spc="-1">
              <a:latin typeface="Arial"/>
            </a:endParaRPr>
          </a:p>
        </p:txBody>
      </p:sp>
      <p:sp>
        <p:nvSpPr>
          <p:cNvPr id="175" name="CustomShape 3"/>
          <p:cNvSpPr/>
          <p:nvPr/>
        </p:nvSpPr>
        <p:spPr>
          <a:xfrm>
            <a:off x="526320" y="2274840"/>
            <a:ext cx="2042640" cy="642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int n;</a:t>
            </a:r>
            <a:endParaRPr lang="it-IT" sz="18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int</a:t>
            </a:r>
            <a:r>
              <a:rPr lang="it-IT" sz="1800" b="1" strike="noStrike" spc="-1">
                <a:solidFill>
                  <a:srgbClr val="FF0000"/>
                </a:solidFill>
                <a:latin typeface="Courier New"/>
              </a:rPr>
              <a:t>&amp;</a:t>
            </a:r>
            <a:r>
              <a:rPr lang="it-IT" sz="1800" b="0" strike="noStrike" spc="-1">
                <a:solidFill>
                  <a:srgbClr val="000000"/>
                </a:solidFill>
                <a:latin typeface="Courier New"/>
              </a:rPr>
              <a:t> r = n; 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176" name="CustomShape 4"/>
          <p:cNvSpPr/>
          <p:nvPr/>
        </p:nvSpPr>
        <p:spPr>
          <a:xfrm>
            <a:off x="278640" y="3744000"/>
            <a:ext cx="6736680" cy="25275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600" b="1" strike="noStrike" spc="-1" dirty="0" err="1">
                <a:solidFill>
                  <a:srgbClr val="3333CC"/>
                </a:solidFill>
                <a:latin typeface="Courier New"/>
              </a:rPr>
              <a:t>void</a:t>
            </a:r>
            <a:r>
              <a:rPr lang="it-IT" sz="1600" b="1" strike="noStrike" spc="-1" dirty="0">
                <a:solidFill>
                  <a:srgbClr val="3333CC"/>
                </a:solidFill>
                <a:latin typeface="Courier New"/>
              </a:rPr>
              <a:t> </a:t>
            </a:r>
            <a:r>
              <a:rPr lang="it-IT" sz="1600" b="1" strike="noStrike" spc="-1" dirty="0" err="1">
                <a:solidFill>
                  <a:srgbClr val="3333CC"/>
                </a:solidFill>
                <a:latin typeface="Courier New"/>
              </a:rPr>
              <a:t>main</a:t>
            </a:r>
            <a:r>
              <a:rPr lang="it-IT" sz="1600" b="1" strike="noStrike" spc="-1" dirty="0">
                <a:solidFill>
                  <a:srgbClr val="3333CC"/>
                </a:solidFill>
                <a:latin typeface="Courier New"/>
              </a:rPr>
              <a:t>()</a:t>
            </a:r>
            <a:endParaRPr lang="it-IT" sz="16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600" b="1" strike="noStrike" spc="-1" dirty="0">
                <a:solidFill>
                  <a:srgbClr val="3333CC"/>
                </a:solidFill>
                <a:latin typeface="Courier New"/>
              </a:rPr>
              <a:t>{</a:t>
            </a:r>
            <a:endParaRPr lang="it-IT" sz="16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600" b="1" strike="noStrike" spc="-1" dirty="0">
                <a:solidFill>
                  <a:srgbClr val="3333CC"/>
                </a:solidFill>
                <a:latin typeface="Courier New"/>
              </a:rPr>
              <a:t>   </a:t>
            </a:r>
            <a:r>
              <a:rPr lang="it-IT" sz="1600" b="1" strike="noStrike" spc="-1" dirty="0" err="1">
                <a:solidFill>
                  <a:srgbClr val="3333CC"/>
                </a:solidFill>
                <a:latin typeface="Courier New"/>
              </a:rPr>
              <a:t>int</a:t>
            </a:r>
            <a:r>
              <a:rPr lang="it-IT" sz="1600" b="1" strike="noStrike" spc="-1" dirty="0">
                <a:solidFill>
                  <a:srgbClr val="3333CC"/>
                </a:solidFill>
                <a:latin typeface="Courier New"/>
              </a:rPr>
              <a:t> n = 75;</a:t>
            </a:r>
            <a:endParaRPr lang="it-IT" sz="16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600" b="1" strike="noStrike" spc="-1" dirty="0">
                <a:solidFill>
                  <a:srgbClr val="3333CC"/>
                </a:solidFill>
                <a:latin typeface="Courier New"/>
              </a:rPr>
              <a:t>   </a:t>
            </a:r>
            <a:r>
              <a:rPr lang="it-IT" sz="1600" b="1" strike="noStrike" spc="-1" dirty="0" err="1">
                <a:solidFill>
                  <a:srgbClr val="3333CC"/>
                </a:solidFill>
                <a:latin typeface="Courier New"/>
              </a:rPr>
              <a:t>int</a:t>
            </a:r>
            <a:r>
              <a:rPr lang="it-IT" sz="1600" b="1" strike="noStrike" spc="-1" dirty="0">
                <a:solidFill>
                  <a:srgbClr val="3333CC"/>
                </a:solidFill>
                <a:latin typeface="Courier New"/>
              </a:rPr>
              <a:t>&amp; r = n;      // r è un riferimento per n</a:t>
            </a:r>
            <a:endParaRPr lang="it-IT" sz="16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600" b="1" strike="noStrike" spc="-1" dirty="0">
                <a:solidFill>
                  <a:srgbClr val="3333CC"/>
                </a:solidFill>
                <a:latin typeface="Courier New"/>
              </a:rPr>
              <a:t>   </a:t>
            </a:r>
            <a:r>
              <a:rPr lang="it-IT" sz="1600" b="1" strike="noStrike" spc="-1" dirty="0" err="1">
                <a:solidFill>
                  <a:srgbClr val="3333CC"/>
                </a:solidFill>
                <a:latin typeface="Courier New"/>
              </a:rPr>
              <a:t>cout</a:t>
            </a:r>
            <a:r>
              <a:rPr lang="it-IT" sz="1600" b="1" strike="noStrike" spc="-1" dirty="0">
                <a:solidFill>
                  <a:srgbClr val="3333CC"/>
                </a:solidFill>
                <a:latin typeface="Courier New"/>
              </a:rPr>
              <a:t> &lt;&lt; "n = " &lt;&lt; n &lt;&lt; ", r = " &lt;&lt; r &lt;&lt; </a:t>
            </a:r>
            <a:r>
              <a:rPr lang="it-IT" sz="1600" b="1" strike="noStrike" spc="-1" dirty="0" err="1">
                <a:solidFill>
                  <a:srgbClr val="3333CC"/>
                </a:solidFill>
                <a:latin typeface="Courier New"/>
              </a:rPr>
              <a:t>endl</a:t>
            </a:r>
            <a:r>
              <a:rPr lang="it-IT" sz="1600" b="1" strike="noStrike" spc="-1" dirty="0">
                <a:solidFill>
                  <a:srgbClr val="3333CC"/>
                </a:solidFill>
                <a:latin typeface="Courier New"/>
              </a:rPr>
              <a:t>;</a:t>
            </a:r>
            <a:endParaRPr lang="it-IT" sz="16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600" b="1" strike="noStrike" spc="-1" dirty="0">
                <a:solidFill>
                  <a:srgbClr val="3333CC"/>
                </a:solidFill>
                <a:latin typeface="Courier New"/>
              </a:rPr>
              <a:t>   </a:t>
            </a:r>
            <a:r>
              <a:rPr lang="it-IT" sz="1600" b="1" strike="noStrike" spc="-1" dirty="0" err="1">
                <a:solidFill>
                  <a:srgbClr val="3333CC"/>
                </a:solidFill>
                <a:latin typeface="Courier New"/>
              </a:rPr>
              <a:t>cout</a:t>
            </a:r>
            <a:r>
              <a:rPr lang="it-IT" sz="1600" b="1" strike="noStrike" spc="-1" dirty="0">
                <a:solidFill>
                  <a:srgbClr val="3333CC"/>
                </a:solidFill>
                <a:latin typeface="Courier New"/>
              </a:rPr>
              <a:t> &lt;&lt; "&amp;n = " &lt;&lt; &amp;n &lt;&lt; ", &amp;r =" &lt;&lt; &amp;r &lt;&lt; </a:t>
            </a:r>
            <a:r>
              <a:rPr lang="it-IT" sz="1600" b="1" strike="noStrike" spc="-1" dirty="0" err="1">
                <a:solidFill>
                  <a:srgbClr val="3333CC"/>
                </a:solidFill>
                <a:latin typeface="Courier New"/>
              </a:rPr>
              <a:t>endl</a:t>
            </a:r>
            <a:r>
              <a:rPr lang="it-IT" sz="1600" b="1" strike="noStrike" spc="-1" dirty="0">
                <a:solidFill>
                  <a:srgbClr val="3333CC"/>
                </a:solidFill>
                <a:latin typeface="Courier New"/>
              </a:rPr>
              <a:t>; </a:t>
            </a:r>
            <a:endParaRPr lang="it-IT" sz="16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600" b="1" strike="noStrike" spc="-1" dirty="0">
                <a:solidFill>
                  <a:srgbClr val="3333CC"/>
                </a:solidFill>
                <a:latin typeface="Courier New"/>
              </a:rPr>
              <a:t>}</a:t>
            </a:r>
            <a:endParaRPr lang="it-IT" sz="1600" b="0" strike="noStrike" spc="-1" dirty="0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600" b="0" strike="noStrike" spc="-1" dirty="0">
                <a:solidFill>
                  <a:srgbClr val="000000"/>
                </a:solidFill>
                <a:latin typeface="Arial"/>
              </a:rPr>
              <a:t>esecuzione:</a:t>
            </a:r>
            <a:br>
              <a:rPr dirty="0"/>
            </a:br>
            <a:r>
              <a:rPr lang="it-IT" sz="1600" b="1" i="1" strike="noStrike" spc="-1" dirty="0">
                <a:solidFill>
                  <a:srgbClr val="3333CC"/>
                </a:solidFill>
                <a:latin typeface="Courier New"/>
              </a:rPr>
              <a:t>n = 75, r = 75</a:t>
            </a:r>
            <a:br>
              <a:rPr dirty="0"/>
            </a:br>
            <a:r>
              <a:rPr lang="it-IT" sz="1600" b="1" i="1" strike="noStrike" spc="-1" dirty="0">
                <a:solidFill>
                  <a:srgbClr val="3333CC"/>
                </a:solidFill>
                <a:latin typeface="Courier New"/>
              </a:rPr>
              <a:t>&amp;n = 0x4fffd34, &amp;r = 0x4fffd34  </a:t>
            </a:r>
            <a:endParaRPr lang="it-IT" sz="1600" b="0" strike="noStrike" spc="-1" dirty="0">
              <a:latin typeface="Arial"/>
            </a:endParaRPr>
          </a:p>
        </p:txBody>
      </p:sp>
      <p:sp>
        <p:nvSpPr>
          <p:cNvPr id="6" name="CustomShape 1">
            <a:extLst>
              <a:ext uri="{FF2B5EF4-FFF2-40B4-BE49-F238E27FC236}">
                <a16:creationId xmlns:a16="http://schemas.microsoft.com/office/drawing/2014/main" id="{B1208A7E-BC87-4AB5-B3B1-17AB203F9FCE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riferimenti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Immagine"/>
          <p:cNvPicPr/>
          <p:nvPr/>
        </p:nvPicPr>
        <p:blipFill>
          <a:blip r:embed="rId2"/>
          <a:stretch/>
        </p:blipFill>
        <p:spPr>
          <a:xfrm>
            <a:off x="5760" y="1348200"/>
            <a:ext cx="7462080" cy="5104800"/>
          </a:xfrm>
          <a:prstGeom prst="rect">
            <a:avLst/>
          </a:prstGeom>
          <a:ln>
            <a:noFill/>
          </a:ln>
        </p:spPr>
      </p:pic>
      <p:sp>
        <p:nvSpPr>
          <p:cNvPr id="179" name="CustomShape 2"/>
          <p:cNvSpPr/>
          <p:nvPr/>
        </p:nvSpPr>
        <p:spPr>
          <a:xfrm>
            <a:off x="2081880" y="3827160"/>
            <a:ext cx="857160" cy="190800"/>
          </a:xfrm>
          <a:custGeom>
            <a:avLst/>
            <a:gdLst/>
            <a:ahLst/>
            <a:cxnLst/>
            <a:rect l="0" t="0" r="r" b="b"/>
            <a:pathLst>
              <a:path w="2383" h="532">
                <a:moveTo>
                  <a:pt x="88" y="0"/>
                </a:moveTo>
                <a:lnTo>
                  <a:pt x="89" y="0"/>
                </a:lnTo>
                <a:cubicBezTo>
                  <a:pt x="73" y="0"/>
                  <a:pt x="58" y="4"/>
                  <a:pt x="44" y="12"/>
                </a:cubicBezTo>
                <a:cubicBezTo>
                  <a:pt x="31" y="20"/>
                  <a:pt x="20" y="31"/>
                  <a:pt x="12" y="44"/>
                </a:cubicBezTo>
                <a:cubicBezTo>
                  <a:pt x="4" y="58"/>
                  <a:pt x="0" y="73"/>
                  <a:pt x="0" y="89"/>
                </a:cubicBezTo>
                <a:lnTo>
                  <a:pt x="0" y="442"/>
                </a:lnTo>
                <a:lnTo>
                  <a:pt x="0" y="443"/>
                </a:lnTo>
                <a:cubicBezTo>
                  <a:pt x="0" y="458"/>
                  <a:pt x="4" y="473"/>
                  <a:pt x="12" y="487"/>
                </a:cubicBezTo>
                <a:cubicBezTo>
                  <a:pt x="20" y="500"/>
                  <a:pt x="31" y="511"/>
                  <a:pt x="44" y="519"/>
                </a:cubicBezTo>
                <a:cubicBezTo>
                  <a:pt x="58" y="527"/>
                  <a:pt x="73" y="531"/>
                  <a:pt x="89" y="531"/>
                </a:cubicBezTo>
                <a:lnTo>
                  <a:pt x="2293" y="531"/>
                </a:lnTo>
                <a:lnTo>
                  <a:pt x="2294" y="531"/>
                </a:lnTo>
                <a:cubicBezTo>
                  <a:pt x="2309" y="531"/>
                  <a:pt x="2324" y="527"/>
                  <a:pt x="2338" y="519"/>
                </a:cubicBezTo>
                <a:cubicBezTo>
                  <a:pt x="2351" y="511"/>
                  <a:pt x="2362" y="500"/>
                  <a:pt x="2370" y="487"/>
                </a:cubicBezTo>
                <a:cubicBezTo>
                  <a:pt x="2378" y="473"/>
                  <a:pt x="2382" y="458"/>
                  <a:pt x="2382" y="443"/>
                </a:cubicBezTo>
                <a:lnTo>
                  <a:pt x="2382" y="88"/>
                </a:lnTo>
                <a:lnTo>
                  <a:pt x="2382" y="89"/>
                </a:lnTo>
                <a:lnTo>
                  <a:pt x="2382" y="89"/>
                </a:lnTo>
                <a:cubicBezTo>
                  <a:pt x="2382" y="73"/>
                  <a:pt x="2378" y="58"/>
                  <a:pt x="2370" y="44"/>
                </a:cubicBezTo>
                <a:cubicBezTo>
                  <a:pt x="2362" y="31"/>
                  <a:pt x="2351" y="20"/>
                  <a:pt x="2338" y="12"/>
                </a:cubicBezTo>
                <a:cubicBezTo>
                  <a:pt x="2324" y="4"/>
                  <a:pt x="2309" y="0"/>
                  <a:pt x="2294" y="0"/>
                </a:cubicBezTo>
                <a:lnTo>
                  <a:pt x="88" y="0"/>
                </a:lnTo>
              </a:path>
            </a:pathLst>
          </a:custGeom>
          <a:solidFill>
            <a:srgbClr val="94BD5E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0" name="Line 3"/>
          <p:cNvSpPr/>
          <p:nvPr/>
        </p:nvSpPr>
        <p:spPr>
          <a:xfrm flipH="1" flipV="1">
            <a:off x="2234520" y="3065400"/>
            <a:ext cx="4886280" cy="780840"/>
          </a:xfrm>
          <a:prstGeom prst="line">
            <a:avLst/>
          </a:prstGeom>
          <a:ln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1" name="TextShape 4"/>
          <p:cNvSpPr txBox="1"/>
          <p:nvPr/>
        </p:nvSpPr>
        <p:spPr>
          <a:xfrm>
            <a:off x="7187760" y="2103120"/>
            <a:ext cx="1962000" cy="3515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3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i parametri formali sono dichiarati come </a:t>
            </a:r>
            <a:r>
              <a:rPr lang="it-IT" sz="2000" b="1" i="1" strike="noStrike" spc="-1">
                <a:solidFill>
                  <a:srgbClr val="000000"/>
                </a:solidFill>
                <a:latin typeface="Arial"/>
              </a:rPr>
              <a:t>riferimenti</a:t>
            </a:r>
            <a:endParaRPr lang="it-IT" sz="2000" b="0" strike="noStrike" spc="-1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3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la funzione </a:t>
            </a:r>
            <a:r>
              <a:rPr lang="it-IT" sz="2000" b="1" i="1" strike="noStrike" spc="-1">
                <a:solidFill>
                  <a:srgbClr val="000000"/>
                </a:solidFill>
                <a:latin typeface="Arial"/>
              </a:rPr>
              <a:t>non</a:t>
            </a: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dereferenzia puntatori</a:t>
            </a:r>
            <a:endParaRPr lang="it-IT" sz="2000" b="0" strike="noStrike" spc="-1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3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alla chiamata si passano i nomi delle variabili</a:t>
            </a:r>
            <a:endParaRPr lang="it-IT" sz="2000" b="0" strike="noStrike" spc="-1">
              <a:latin typeface="Arial"/>
            </a:endParaRPr>
          </a:p>
        </p:txBody>
      </p:sp>
      <p:sp>
        <p:nvSpPr>
          <p:cNvPr id="182" name="Line 5"/>
          <p:cNvSpPr/>
          <p:nvPr/>
        </p:nvSpPr>
        <p:spPr>
          <a:xfrm flipH="1" flipV="1">
            <a:off x="3053880" y="3903480"/>
            <a:ext cx="4038480" cy="1142640"/>
          </a:xfrm>
          <a:prstGeom prst="line">
            <a:avLst/>
          </a:prstGeom>
          <a:ln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3" name="Line 6"/>
          <p:cNvSpPr/>
          <p:nvPr/>
        </p:nvSpPr>
        <p:spPr>
          <a:xfrm flipH="1">
            <a:off x="4158720" y="2284200"/>
            <a:ext cx="2981160" cy="276120"/>
          </a:xfrm>
          <a:prstGeom prst="line">
            <a:avLst/>
          </a:prstGeom>
          <a:ln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1">
            <a:extLst>
              <a:ext uri="{FF2B5EF4-FFF2-40B4-BE49-F238E27FC236}">
                <a16:creationId xmlns:a16="http://schemas.microsoft.com/office/drawing/2014/main" id="{8D3961E5-8911-4029-B276-731EBD28FAC1}"/>
              </a:ext>
            </a:extLst>
          </p:cNvPr>
          <p:cNvSpPr/>
          <p:nvPr/>
        </p:nvSpPr>
        <p:spPr>
          <a:xfrm>
            <a:off x="278570" y="836613"/>
            <a:ext cx="746208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passaggio di riferimenti a funzioni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Shape 2"/>
          <p:cNvSpPr txBox="1"/>
          <p:nvPr/>
        </p:nvSpPr>
        <p:spPr>
          <a:xfrm>
            <a:off x="143640" y="1234440"/>
            <a:ext cx="8791560" cy="3515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000" b="0" strike="noStrike" spc="-1" dirty="0">
                <a:solidFill>
                  <a:srgbClr val="000000"/>
                </a:solidFill>
                <a:latin typeface="Arial"/>
              </a:rPr>
              <a:t>passaggio per valore</a:t>
            </a: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br>
              <a:rPr dirty="0"/>
            </a:br>
            <a:r>
              <a:rPr lang="it-IT" sz="20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endParaRPr lang="it-IT" sz="2000" b="0" strike="noStrike" spc="-1" dirty="0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000" b="0" strike="noStrike" spc="-1" dirty="0">
                <a:solidFill>
                  <a:srgbClr val="000000"/>
                </a:solidFill>
                <a:latin typeface="Arial"/>
              </a:rPr>
              <a:t>passaggio per riferimento</a:t>
            </a:r>
            <a:endParaRPr lang="it-IT" sz="2000" b="0" strike="noStrike" spc="-1" dirty="0">
              <a:latin typeface="Arial"/>
            </a:endParaRPr>
          </a:p>
        </p:txBody>
      </p:sp>
      <p:sp>
        <p:nvSpPr>
          <p:cNvPr id="186" name="CustomShape 3"/>
          <p:cNvSpPr/>
          <p:nvPr/>
        </p:nvSpPr>
        <p:spPr>
          <a:xfrm>
            <a:off x="299880" y="1753920"/>
            <a:ext cx="7705800" cy="1708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</a:pPr>
            <a:r>
              <a:rPr lang="it-IT" sz="1800" b="0" strike="noStrike" spc="-1">
                <a:solidFill>
                  <a:srgbClr val="3333CC"/>
                </a:solidFill>
                <a:latin typeface="Courier New"/>
              </a:rPr>
              <a:t>int mia_funzione (int a) { ... }</a:t>
            </a:r>
            <a:endParaRPr lang="it-IT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200" b="0" strike="noStrike" spc="-1">
                <a:solidFill>
                  <a:srgbClr val="3333CC"/>
                </a:solidFill>
                <a:latin typeface="Courier New"/>
              </a:rPr>
              <a:t>...</a:t>
            </a:r>
            <a:endParaRPr lang="it-IT" sz="2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200" b="0" strike="noStrike" spc="-1">
                <a:solidFill>
                  <a:srgbClr val="3333CC"/>
                </a:solidFill>
                <a:latin typeface="Courier New"/>
              </a:rPr>
              <a:t>int x = 8;</a:t>
            </a:r>
            <a:endParaRPr lang="it-IT" sz="2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200" b="0" strike="noStrike" spc="-1">
                <a:solidFill>
                  <a:srgbClr val="3333CC"/>
                </a:solidFill>
                <a:latin typeface="Courier New"/>
              </a:rPr>
              <a:t>...</a:t>
            </a:r>
            <a:endParaRPr lang="it-IT" sz="2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200" b="0" strike="noStrike" spc="-1">
                <a:solidFill>
                  <a:srgbClr val="3333CC"/>
                </a:solidFill>
                <a:latin typeface="Courier New"/>
              </a:rPr>
              <a:t>mia_funzione(x) </a:t>
            </a:r>
            <a:endParaRPr lang="it-IT" sz="2200" b="0" strike="noStrike" spc="-1">
              <a:latin typeface="Arial"/>
            </a:endParaRPr>
          </a:p>
        </p:txBody>
      </p:sp>
      <p:sp>
        <p:nvSpPr>
          <p:cNvPr id="187" name="Rectangle 4"/>
          <p:cNvSpPr/>
          <p:nvPr/>
        </p:nvSpPr>
        <p:spPr>
          <a:xfrm>
            <a:off x="4559040" y="2462040"/>
            <a:ext cx="1028880" cy="1124280"/>
          </a:xfrm>
          <a:prstGeom prst="rect">
            <a:avLst/>
          </a:prstGeom>
          <a:noFill/>
          <a:ln w="12600">
            <a:solidFill>
              <a:srgbClr val="FF0000"/>
            </a:solidFill>
            <a:bevel/>
          </a:ln>
        </p:spPr>
      </p:sp>
      <p:sp>
        <p:nvSpPr>
          <p:cNvPr id="188" name="TextShape 5"/>
          <p:cNvSpPr txBox="1"/>
          <p:nvPr/>
        </p:nvSpPr>
        <p:spPr>
          <a:xfrm>
            <a:off x="4600800" y="2538000"/>
            <a:ext cx="953280" cy="254880"/>
          </a:xfrm>
          <a:prstGeom prst="rect">
            <a:avLst/>
          </a:prstGeom>
          <a:solidFill>
            <a:srgbClr val="00FF00"/>
          </a:solidFill>
          <a:ln w="12600">
            <a:solidFill>
              <a:srgbClr val="E5E5E5"/>
            </a:solidFill>
            <a:bevel/>
          </a:ln>
        </p:spPr>
        <p:txBody>
          <a:bodyPr lIns="96120" tIns="51120" rIns="96120" bIns="51120">
            <a:noAutofit/>
          </a:bodyPr>
          <a:lstStyle/>
          <a:p>
            <a:pPr algn="ctr"/>
            <a:r>
              <a:rPr lang="it-IT" sz="1000" b="0" strike="noStrike" spc="-1">
                <a:solidFill>
                  <a:srgbClr val="000000"/>
                </a:solidFill>
                <a:latin typeface="Arial"/>
              </a:rPr>
              <a:t>00001000 </a:t>
            </a:r>
            <a:endParaRPr lang="it-IT" sz="1000" b="0" strike="noStrike" spc="-1">
              <a:latin typeface="Arial"/>
            </a:endParaRPr>
          </a:p>
        </p:txBody>
      </p:sp>
      <p:sp>
        <p:nvSpPr>
          <p:cNvPr id="189" name="Line 6"/>
          <p:cNvSpPr/>
          <p:nvPr/>
        </p:nvSpPr>
        <p:spPr>
          <a:xfrm>
            <a:off x="5589360" y="3027960"/>
            <a:ext cx="55080" cy="0"/>
          </a:xfrm>
          <a:prstGeom prst="line">
            <a:avLst/>
          </a:prstGeom>
          <a:ln w="12600">
            <a:solidFill>
              <a:srgbClr val="00FF00"/>
            </a:solidFill>
            <a:beve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0" name="Line 7"/>
          <p:cNvSpPr/>
          <p:nvPr/>
        </p:nvSpPr>
        <p:spPr>
          <a:xfrm>
            <a:off x="6964920" y="2613240"/>
            <a:ext cx="14760" cy="0"/>
          </a:xfrm>
          <a:prstGeom prst="line">
            <a:avLst/>
          </a:prstGeom>
          <a:ln w="12600">
            <a:solidFill>
              <a:srgbClr val="FF0000"/>
            </a:solidFill>
            <a:beve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1" name="TextShape 8"/>
          <p:cNvSpPr txBox="1"/>
          <p:nvPr/>
        </p:nvSpPr>
        <p:spPr>
          <a:xfrm>
            <a:off x="6456960" y="2486520"/>
            <a:ext cx="480240" cy="315720"/>
          </a:xfrm>
          <a:prstGeom prst="rect">
            <a:avLst/>
          </a:prstGeom>
          <a:solidFill>
            <a:srgbClr val="8B0000"/>
          </a:solidFill>
          <a:ln w="12600">
            <a:solidFill>
              <a:srgbClr val="FF0000"/>
            </a:solidFill>
            <a:bevel/>
          </a:ln>
        </p:spPr>
        <p:txBody>
          <a:bodyPr lIns="96120" tIns="51120" rIns="96120" bIns="51120">
            <a:noAutofit/>
          </a:bodyPr>
          <a:lstStyle/>
          <a:p>
            <a:pPr algn="ctr"/>
            <a:r>
              <a:rPr lang="it-IT" sz="1400" b="1" strike="noStrike" spc="-1">
                <a:solidFill>
                  <a:srgbClr val="FFD700"/>
                </a:solidFill>
                <a:latin typeface="Arial"/>
              </a:rPr>
              <a:t>x 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192" name="Rectangle 9"/>
          <p:cNvSpPr/>
          <p:nvPr/>
        </p:nvSpPr>
        <p:spPr>
          <a:xfrm>
            <a:off x="7472880" y="2486520"/>
            <a:ext cx="1028880" cy="1124280"/>
          </a:xfrm>
          <a:prstGeom prst="rect">
            <a:avLst/>
          </a:prstGeom>
          <a:noFill/>
          <a:ln w="12600">
            <a:solidFill>
              <a:srgbClr val="FF0000"/>
            </a:solidFill>
            <a:bevel/>
          </a:ln>
        </p:spPr>
      </p:sp>
      <p:sp>
        <p:nvSpPr>
          <p:cNvPr id="193" name="TextShape 10"/>
          <p:cNvSpPr txBox="1"/>
          <p:nvPr/>
        </p:nvSpPr>
        <p:spPr>
          <a:xfrm>
            <a:off x="7514640" y="3070440"/>
            <a:ext cx="953280" cy="254880"/>
          </a:xfrm>
          <a:prstGeom prst="rect">
            <a:avLst/>
          </a:prstGeom>
          <a:solidFill>
            <a:srgbClr val="00FF00"/>
          </a:solidFill>
          <a:ln w="12600">
            <a:solidFill>
              <a:srgbClr val="E5E5E5"/>
            </a:solidFill>
            <a:bevel/>
          </a:ln>
        </p:spPr>
        <p:txBody>
          <a:bodyPr lIns="96120" tIns="51120" rIns="96120" bIns="51120">
            <a:noAutofit/>
          </a:bodyPr>
          <a:lstStyle/>
          <a:p>
            <a:pPr algn="ctr"/>
            <a:r>
              <a:rPr lang="it-IT" sz="1000" b="0" strike="noStrike" spc="-1">
                <a:solidFill>
                  <a:srgbClr val="000000"/>
                </a:solidFill>
                <a:latin typeface="Arial"/>
              </a:rPr>
              <a:t>00000000 </a:t>
            </a:r>
            <a:endParaRPr lang="it-IT" sz="1000" b="0" strike="noStrike" spc="-1">
              <a:latin typeface="Arial"/>
            </a:endParaRPr>
          </a:p>
        </p:txBody>
      </p:sp>
      <p:sp>
        <p:nvSpPr>
          <p:cNvPr id="194" name="TextShape 11"/>
          <p:cNvSpPr txBox="1"/>
          <p:nvPr/>
        </p:nvSpPr>
        <p:spPr>
          <a:xfrm>
            <a:off x="7514640" y="3324600"/>
            <a:ext cx="959400" cy="254880"/>
          </a:xfrm>
          <a:prstGeom prst="rect">
            <a:avLst/>
          </a:prstGeom>
          <a:solidFill>
            <a:srgbClr val="00FF00"/>
          </a:solidFill>
          <a:ln w="12600">
            <a:solidFill>
              <a:srgbClr val="E5E5E5"/>
            </a:solidFill>
            <a:bevel/>
          </a:ln>
        </p:spPr>
        <p:txBody>
          <a:bodyPr lIns="96120" tIns="51120" rIns="96120" bIns="51120">
            <a:noAutofit/>
          </a:bodyPr>
          <a:lstStyle/>
          <a:p>
            <a:pPr algn="ctr"/>
            <a:r>
              <a:rPr lang="it-IT" sz="1000" b="0" strike="noStrike" spc="-1">
                <a:solidFill>
                  <a:srgbClr val="000000"/>
                </a:solidFill>
                <a:latin typeface="Arial"/>
              </a:rPr>
              <a:t>00000000 </a:t>
            </a:r>
            <a:endParaRPr lang="it-IT" sz="1000" b="0" strike="noStrike" spc="-1">
              <a:latin typeface="Arial"/>
            </a:endParaRPr>
          </a:p>
        </p:txBody>
      </p:sp>
      <p:sp>
        <p:nvSpPr>
          <p:cNvPr id="195" name="TextShape 12"/>
          <p:cNvSpPr txBox="1"/>
          <p:nvPr/>
        </p:nvSpPr>
        <p:spPr>
          <a:xfrm>
            <a:off x="7514640" y="2816640"/>
            <a:ext cx="953280" cy="254880"/>
          </a:xfrm>
          <a:prstGeom prst="rect">
            <a:avLst/>
          </a:prstGeom>
          <a:solidFill>
            <a:srgbClr val="00FF00"/>
          </a:solidFill>
          <a:ln w="12600">
            <a:solidFill>
              <a:srgbClr val="E5E5E5"/>
            </a:solidFill>
            <a:bevel/>
          </a:ln>
        </p:spPr>
        <p:txBody>
          <a:bodyPr lIns="96120" tIns="51120" rIns="96120" bIns="51120">
            <a:noAutofit/>
          </a:bodyPr>
          <a:lstStyle/>
          <a:p>
            <a:pPr algn="ctr"/>
            <a:r>
              <a:rPr lang="it-IT" sz="1000" b="0" strike="noStrike" spc="-1">
                <a:solidFill>
                  <a:srgbClr val="000000"/>
                </a:solidFill>
                <a:latin typeface="Arial"/>
              </a:rPr>
              <a:t>00000000 </a:t>
            </a:r>
            <a:endParaRPr lang="it-IT" sz="1000" b="0" strike="noStrike" spc="-1">
              <a:latin typeface="Arial"/>
            </a:endParaRPr>
          </a:p>
        </p:txBody>
      </p:sp>
      <p:sp>
        <p:nvSpPr>
          <p:cNvPr id="196" name="TextShape 13"/>
          <p:cNvSpPr txBox="1"/>
          <p:nvPr/>
        </p:nvSpPr>
        <p:spPr>
          <a:xfrm>
            <a:off x="7514640" y="2562480"/>
            <a:ext cx="953280" cy="254880"/>
          </a:xfrm>
          <a:prstGeom prst="rect">
            <a:avLst/>
          </a:prstGeom>
          <a:solidFill>
            <a:srgbClr val="00FF00"/>
          </a:solidFill>
          <a:ln w="12600">
            <a:solidFill>
              <a:srgbClr val="E5E5E5"/>
            </a:solidFill>
            <a:bevel/>
          </a:ln>
        </p:spPr>
        <p:txBody>
          <a:bodyPr lIns="96120" tIns="51120" rIns="96120" bIns="51120">
            <a:noAutofit/>
          </a:bodyPr>
          <a:lstStyle/>
          <a:p>
            <a:pPr algn="ctr"/>
            <a:r>
              <a:rPr lang="it-IT" sz="1000" b="0" strike="noStrike" spc="-1">
                <a:solidFill>
                  <a:srgbClr val="000000"/>
                </a:solidFill>
                <a:latin typeface="Arial"/>
              </a:rPr>
              <a:t>00001000 </a:t>
            </a:r>
            <a:endParaRPr lang="it-IT" sz="1000" b="0" strike="noStrike" spc="-1">
              <a:latin typeface="Arial"/>
            </a:endParaRPr>
          </a:p>
        </p:txBody>
      </p:sp>
      <p:sp>
        <p:nvSpPr>
          <p:cNvPr id="197" name="Line 14"/>
          <p:cNvSpPr/>
          <p:nvPr/>
        </p:nvSpPr>
        <p:spPr>
          <a:xfrm>
            <a:off x="4051080" y="2589120"/>
            <a:ext cx="14760" cy="0"/>
          </a:xfrm>
          <a:prstGeom prst="line">
            <a:avLst/>
          </a:prstGeom>
          <a:ln w="12600">
            <a:solidFill>
              <a:srgbClr val="FF0000"/>
            </a:solidFill>
            <a:beve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8" name="TextShape 15"/>
          <p:cNvSpPr txBox="1"/>
          <p:nvPr/>
        </p:nvSpPr>
        <p:spPr>
          <a:xfrm>
            <a:off x="4600800" y="2792160"/>
            <a:ext cx="953280" cy="254880"/>
          </a:xfrm>
          <a:prstGeom prst="rect">
            <a:avLst/>
          </a:prstGeom>
          <a:solidFill>
            <a:srgbClr val="00FF00"/>
          </a:solidFill>
          <a:ln w="12600">
            <a:solidFill>
              <a:srgbClr val="E5E5E5"/>
            </a:solidFill>
            <a:bevel/>
          </a:ln>
        </p:spPr>
        <p:txBody>
          <a:bodyPr lIns="96120" tIns="51120" rIns="96120" bIns="51120">
            <a:noAutofit/>
          </a:bodyPr>
          <a:lstStyle/>
          <a:p>
            <a:pPr algn="ctr"/>
            <a:r>
              <a:rPr lang="it-IT" sz="1000" b="0" strike="noStrike" spc="-1">
                <a:solidFill>
                  <a:srgbClr val="000000"/>
                </a:solidFill>
                <a:latin typeface="Arial"/>
              </a:rPr>
              <a:t>00000000 </a:t>
            </a:r>
            <a:endParaRPr lang="it-IT" sz="1000" b="0" strike="noStrike" spc="-1">
              <a:latin typeface="Arial"/>
            </a:endParaRPr>
          </a:p>
        </p:txBody>
      </p:sp>
      <p:sp>
        <p:nvSpPr>
          <p:cNvPr id="199" name="TextShape 16"/>
          <p:cNvSpPr txBox="1"/>
          <p:nvPr/>
        </p:nvSpPr>
        <p:spPr>
          <a:xfrm>
            <a:off x="3543120" y="2462040"/>
            <a:ext cx="480240" cy="315720"/>
          </a:xfrm>
          <a:prstGeom prst="rect">
            <a:avLst/>
          </a:prstGeom>
          <a:solidFill>
            <a:srgbClr val="8B0000"/>
          </a:solidFill>
          <a:ln w="12600">
            <a:solidFill>
              <a:srgbClr val="FF0000"/>
            </a:solidFill>
            <a:bevel/>
          </a:ln>
        </p:spPr>
        <p:txBody>
          <a:bodyPr lIns="96120" tIns="51120" rIns="96120" bIns="51120">
            <a:noAutofit/>
          </a:bodyPr>
          <a:lstStyle/>
          <a:p>
            <a:pPr algn="ctr"/>
            <a:r>
              <a:rPr lang="it-IT" sz="1400" b="1" strike="noStrike" spc="-1">
                <a:solidFill>
                  <a:srgbClr val="FFD700"/>
                </a:solidFill>
                <a:latin typeface="Arial"/>
              </a:rPr>
              <a:t>a 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200" name="TextShape 17"/>
          <p:cNvSpPr txBox="1"/>
          <p:nvPr/>
        </p:nvSpPr>
        <p:spPr>
          <a:xfrm>
            <a:off x="4600800" y="3046320"/>
            <a:ext cx="953280" cy="254880"/>
          </a:xfrm>
          <a:prstGeom prst="rect">
            <a:avLst/>
          </a:prstGeom>
          <a:solidFill>
            <a:srgbClr val="00FF00"/>
          </a:solidFill>
          <a:ln w="12600">
            <a:solidFill>
              <a:srgbClr val="E5E5E5"/>
            </a:solidFill>
            <a:bevel/>
          </a:ln>
        </p:spPr>
        <p:txBody>
          <a:bodyPr lIns="96120" tIns="51120" rIns="96120" bIns="51120">
            <a:noAutofit/>
          </a:bodyPr>
          <a:lstStyle/>
          <a:p>
            <a:pPr algn="ctr"/>
            <a:r>
              <a:rPr lang="it-IT" sz="1000" b="0" strike="noStrike" spc="-1">
                <a:solidFill>
                  <a:srgbClr val="000000"/>
                </a:solidFill>
                <a:latin typeface="Arial"/>
              </a:rPr>
              <a:t>00000000 </a:t>
            </a:r>
            <a:endParaRPr lang="it-IT" sz="1000" b="0" strike="noStrike" spc="-1">
              <a:latin typeface="Arial"/>
            </a:endParaRPr>
          </a:p>
        </p:txBody>
      </p:sp>
      <p:sp>
        <p:nvSpPr>
          <p:cNvPr id="201" name="TextShape 18"/>
          <p:cNvSpPr txBox="1"/>
          <p:nvPr/>
        </p:nvSpPr>
        <p:spPr>
          <a:xfrm>
            <a:off x="4600800" y="3300120"/>
            <a:ext cx="959400" cy="254880"/>
          </a:xfrm>
          <a:prstGeom prst="rect">
            <a:avLst/>
          </a:prstGeom>
          <a:solidFill>
            <a:srgbClr val="00FF00"/>
          </a:solidFill>
          <a:ln w="12600">
            <a:solidFill>
              <a:srgbClr val="E5E5E5"/>
            </a:solidFill>
            <a:bevel/>
          </a:ln>
        </p:spPr>
        <p:txBody>
          <a:bodyPr lIns="96120" tIns="51120" rIns="96120" bIns="51120">
            <a:noAutofit/>
          </a:bodyPr>
          <a:lstStyle/>
          <a:p>
            <a:pPr algn="ctr"/>
            <a:r>
              <a:rPr lang="it-IT" sz="1000" b="0" strike="noStrike" spc="-1">
                <a:solidFill>
                  <a:srgbClr val="000000"/>
                </a:solidFill>
                <a:latin typeface="Arial"/>
              </a:rPr>
              <a:t>00000000 </a:t>
            </a:r>
            <a:endParaRPr lang="it-IT" sz="1000" b="0" strike="noStrike" spc="-1">
              <a:latin typeface="Arial"/>
            </a:endParaRPr>
          </a:p>
        </p:txBody>
      </p:sp>
      <p:sp>
        <p:nvSpPr>
          <p:cNvPr id="202" name="CustomShape 19"/>
          <p:cNvSpPr/>
          <p:nvPr/>
        </p:nvSpPr>
        <p:spPr>
          <a:xfrm>
            <a:off x="290880" y="4592880"/>
            <a:ext cx="7705800" cy="1708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</a:pP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</a:rPr>
              <a:t>int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</a:t>
            </a: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</a:rPr>
              <a:t>mia_funzione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(</a:t>
            </a: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</a:rPr>
              <a:t>int</a:t>
            </a:r>
            <a:r>
              <a:rPr lang="it-IT" sz="1800" b="1" strike="noStrike" spc="-1" dirty="0">
                <a:solidFill>
                  <a:srgbClr val="FF0000"/>
                </a:solidFill>
                <a:latin typeface="Courier New"/>
              </a:rPr>
              <a:t>&amp;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a) { ... }</a:t>
            </a:r>
            <a:endParaRPr lang="it-IT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200" b="0" strike="noStrike" spc="-1" dirty="0">
                <a:solidFill>
                  <a:srgbClr val="3333CC"/>
                </a:solidFill>
                <a:latin typeface="Courier New"/>
              </a:rPr>
              <a:t>...</a:t>
            </a:r>
            <a:endParaRPr lang="it-IT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200" b="0" strike="noStrike" spc="-1" dirty="0" err="1">
                <a:solidFill>
                  <a:srgbClr val="3333CC"/>
                </a:solidFill>
                <a:latin typeface="Courier New"/>
              </a:rPr>
              <a:t>int</a:t>
            </a:r>
            <a:r>
              <a:rPr lang="it-IT" sz="2200" b="0" strike="noStrike" spc="-1" dirty="0">
                <a:solidFill>
                  <a:srgbClr val="3333CC"/>
                </a:solidFill>
                <a:latin typeface="Courier New"/>
              </a:rPr>
              <a:t> x = 8;</a:t>
            </a:r>
            <a:endParaRPr lang="it-IT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200" b="0" strike="noStrike" spc="-1" dirty="0">
                <a:solidFill>
                  <a:srgbClr val="3333CC"/>
                </a:solidFill>
                <a:latin typeface="Courier New"/>
              </a:rPr>
              <a:t>...</a:t>
            </a:r>
            <a:endParaRPr lang="it-IT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2200" b="0" strike="noStrike" spc="-1" dirty="0" err="1">
                <a:solidFill>
                  <a:srgbClr val="3333CC"/>
                </a:solidFill>
                <a:latin typeface="Courier New"/>
              </a:rPr>
              <a:t>mia_funzione</a:t>
            </a:r>
            <a:r>
              <a:rPr lang="it-IT" sz="2200" b="0" strike="noStrike" spc="-1" dirty="0">
                <a:solidFill>
                  <a:srgbClr val="3333CC"/>
                </a:solidFill>
                <a:latin typeface="Courier New"/>
              </a:rPr>
              <a:t>(x) </a:t>
            </a:r>
            <a:endParaRPr lang="it-IT" sz="2200" b="0" strike="noStrike" spc="-1" dirty="0">
              <a:latin typeface="Arial"/>
            </a:endParaRPr>
          </a:p>
        </p:txBody>
      </p:sp>
      <p:sp>
        <p:nvSpPr>
          <p:cNvPr id="203" name="Rectangle 20"/>
          <p:cNvSpPr/>
          <p:nvPr/>
        </p:nvSpPr>
        <p:spPr>
          <a:xfrm>
            <a:off x="4552560" y="5304240"/>
            <a:ext cx="1028880" cy="1124280"/>
          </a:xfrm>
          <a:prstGeom prst="rect">
            <a:avLst/>
          </a:prstGeom>
          <a:noFill/>
          <a:ln w="12600">
            <a:solidFill>
              <a:srgbClr val="FF0000"/>
            </a:solidFill>
            <a:bevel/>
          </a:ln>
        </p:spPr>
      </p:sp>
      <p:sp>
        <p:nvSpPr>
          <p:cNvPr id="204" name="Line 21"/>
          <p:cNvSpPr/>
          <p:nvPr/>
        </p:nvSpPr>
        <p:spPr>
          <a:xfrm>
            <a:off x="5582880" y="5870160"/>
            <a:ext cx="55080" cy="0"/>
          </a:xfrm>
          <a:prstGeom prst="line">
            <a:avLst/>
          </a:prstGeom>
          <a:ln w="12600">
            <a:solidFill>
              <a:srgbClr val="00FF00"/>
            </a:solidFill>
            <a:beve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5" name="Line 22"/>
          <p:cNvSpPr/>
          <p:nvPr/>
        </p:nvSpPr>
        <p:spPr>
          <a:xfrm>
            <a:off x="6958440" y="5455440"/>
            <a:ext cx="14760" cy="0"/>
          </a:xfrm>
          <a:prstGeom prst="line">
            <a:avLst/>
          </a:prstGeom>
          <a:ln w="12600">
            <a:solidFill>
              <a:srgbClr val="FF0000"/>
            </a:solidFill>
            <a:beve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6" name="TextShape 23"/>
          <p:cNvSpPr txBox="1"/>
          <p:nvPr/>
        </p:nvSpPr>
        <p:spPr>
          <a:xfrm>
            <a:off x="6450480" y="5328720"/>
            <a:ext cx="480240" cy="315720"/>
          </a:xfrm>
          <a:prstGeom prst="rect">
            <a:avLst/>
          </a:prstGeom>
          <a:solidFill>
            <a:srgbClr val="8B0000"/>
          </a:solidFill>
          <a:ln w="12600">
            <a:solidFill>
              <a:srgbClr val="FF0000"/>
            </a:solidFill>
            <a:bevel/>
          </a:ln>
        </p:spPr>
        <p:txBody>
          <a:bodyPr lIns="96120" tIns="51120" rIns="96120" bIns="51120">
            <a:noAutofit/>
          </a:bodyPr>
          <a:lstStyle/>
          <a:p>
            <a:pPr algn="ctr"/>
            <a:r>
              <a:rPr lang="it-IT" sz="1400" b="1" strike="noStrike" spc="-1">
                <a:solidFill>
                  <a:srgbClr val="FFD700"/>
                </a:solidFill>
                <a:latin typeface="Arial"/>
              </a:rPr>
              <a:t>x 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207" name="Rectangle 24"/>
          <p:cNvSpPr/>
          <p:nvPr/>
        </p:nvSpPr>
        <p:spPr>
          <a:xfrm>
            <a:off x="7466400" y="5328720"/>
            <a:ext cx="1028880" cy="1124280"/>
          </a:xfrm>
          <a:prstGeom prst="rect">
            <a:avLst/>
          </a:prstGeom>
          <a:noFill/>
          <a:ln w="12600">
            <a:solidFill>
              <a:srgbClr val="FF0000"/>
            </a:solidFill>
            <a:bevel/>
          </a:ln>
        </p:spPr>
      </p:sp>
      <p:sp>
        <p:nvSpPr>
          <p:cNvPr id="208" name="TextShape 25"/>
          <p:cNvSpPr txBox="1"/>
          <p:nvPr/>
        </p:nvSpPr>
        <p:spPr>
          <a:xfrm>
            <a:off x="7508160" y="5912640"/>
            <a:ext cx="953280" cy="254880"/>
          </a:xfrm>
          <a:prstGeom prst="rect">
            <a:avLst/>
          </a:prstGeom>
          <a:solidFill>
            <a:srgbClr val="00FF00"/>
          </a:solidFill>
          <a:ln w="12600">
            <a:solidFill>
              <a:srgbClr val="E5E5E5"/>
            </a:solidFill>
            <a:bevel/>
          </a:ln>
        </p:spPr>
        <p:txBody>
          <a:bodyPr lIns="96120" tIns="51120" rIns="96120" bIns="51120">
            <a:noAutofit/>
          </a:bodyPr>
          <a:lstStyle/>
          <a:p>
            <a:pPr algn="ctr"/>
            <a:r>
              <a:rPr lang="it-IT" sz="1000" b="0" strike="noStrike" spc="-1">
                <a:solidFill>
                  <a:srgbClr val="000000"/>
                </a:solidFill>
                <a:latin typeface="Arial"/>
              </a:rPr>
              <a:t>00000000 </a:t>
            </a:r>
            <a:endParaRPr lang="it-IT" sz="1000" b="0" strike="noStrike" spc="-1">
              <a:latin typeface="Arial"/>
            </a:endParaRPr>
          </a:p>
        </p:txBody>
      </p:sp>
      <p:sp>
        <p:nvSpPr>
          <p:cNvPr id="209" name="TextShape 26"/>
          <p:cNvSpPr txBox="1"/>
          <p:nvPr/>
        </p:nvSpPr>
        <p:spPr>
          <a:xfrm>
            <a:off x="7508160" y="6166800"/>
            <a:ext cx="959400" cy="254880"/>
          </a:xfrm>
          <a:prstGeom prst="rect">
            <a:avLst/>
          </a:prstGeom>
          <a:solidFill>
            <a:srgbClr val="00FF00"/>
          </a:solidFill>
          <a:ln w="12600">
            <a:solidFill>
              <a:srgbClr val="E5E5E5"/>
            </a:solidFill>
            <a:bevel/>
          </a:ln>
        </p:spPr>
        <p:txBody>
          <a:bodyPr lIns="96120" tIns="51120" rIns="96120" bIns="51120">
            <a:noAutofit/>
          </a:bodyPr>
          <a:lstStyle/>
          <a:p>
            <a:pPr algn="ctr"/>
            <a:r>
              <a:rPr lang="it-IT" sz="1000" b="0" strike="noStrike" spc="-1">
                <a:solidFill>
                  <a:srgbClr val="000000"/>
                </a:solidFill>
                <a:latin typeface="Arial"/>
              </a:rPr>
              <a:t>00000000 </a:t>
            </a:r>
            <a:endParaRPr lang="it-IT" sz="1000" b="0" strike="noStrike" spc="-1">
              <a:latin typeface="Arial"/>
            </a:endParaRPr>
          </a:p>
        </p:txBody>
      </p:sp>
      <p:sp>
        <p:nvSpPr>
          <p:cNvPr id="210" name="TextShape 27"/>
          <p:cNvSpPr txBox="1"/>
          <p:nvPr/>
        </p:nvSpPr>
        <p:spPr>
          <a:xfrm>
            <a:off x="7508160" y="5658840"/>
            <a:ext cx="953280" cy="254880"/>
          </a:xfrm>
          <a:prstGeom prst="rect">
            <a:avLst/>
          </a:prstGeom>
          <a:solidFill>
            <a:srgbClr val="00FF00"/>
          </a:solidFill>
          <a:ln w="12600">
            <a:solidFill>
              <a:srgbClr val="E5E5E5"/>
            </a:solidFill>
            <a:bevel/>
          </a:ln>
        </p:spPr>
        <p:txBody>
          <a:bodyPr lIns="96120" tIns="51120" rIns="96120" bIns="51120">
            <a:noAutofit/>
          </a:bodyPr>
          <a:lstStyle/>
          <a:p>
            <a:pPr algn="ctr"/>
            <a:r>
              <a:rPr lang="it-IT" sz="1000" b="0" strike="noStrike" spc="-1">
                <a:solidFill>
                  <a:srgbClr val="000000"/>
                </a:solidFill>
                <a:latin typeface="Arial"/>
              </a:rPr>
              <a:t>00000000 </a:t>
            </a:r>
            <a:endParaRPr lang="it-IT" sz="1000" b="0" strike="noStrike" spc="-1">
              <a:latin typeface="Arial"/>
            </a:endParaRPr>
          </a:p>
        </p:txBody>
      </p:sp>
      <p:sp>
        <p:nvSpPr>
          <p:cNvPr id="211" name="TextShape 28"/>
          <p:cNvSpPr txBox="1"/>
          <p:nvPr/>
        </p:nvSpPr>
        <p:spPr>
          <a:xfrm>
            <a:off x="7508160" y="5404680"/>
            <a:ext cx="953280" cy="254880"/>
          </a:xfrm>
          <a:prstGeom prst="rect">
            <a:avLst/>
          </a:prstGeom>
          <a:solidFill>
            <a:srgbClr val="00FF00"/>
          </a:solidFill>
          <a:ln w="12600">
            <a:solidFill>
              <a:srgbClr val="E5E5E5"/>
            </a:solidFill>
            <a:bevel/>
          </a:ln>
        </p:spPr>
        <p:txBody>
          <a:bodyPr lIns="96120" tIns="51120" rIns="96120" bIns="51120">
            <a:noAutofit/>
          </a:bodyPr>
          <a:lstStyle/>
          <a:p>
            <a:pPr algn="ctr"/>
            <a:r>
              <a:rPr lang="it-IT" sz="1000" b="0" strike="noStrike" spc="-1">
                <a:solidFill>
                  <a:srgbClr val="000000"/>
                </a:solidFill>
                <a:latin typeface="Arial"/>
              </a:rPr>
              <a:t>00001000 </a:t>
            </a:r>
            <a:endParaRPr lang="it-IT" sz="1000" b="0" strike="noStrike" spc="-1">
              <a:latin typeface="Arial"/>
            </a:endParaRPr>
          </a:p>
        </p:txBody>
      </p:sp>
      <p:sp>
        <p:nvSpPr>
          <p:cNvPr id="212" name="Line 29"/>
          <p:cNvSpPr/>
          <p:nvPr/>
        </p:nvSpPr>
        <p:spPr>
          <a:xfrm>
            <a:off x="4044600" y="5431320"/>
            <a:ext cx="14760" cy="0"/>
          </a:xfrm>
          <a:prstGeom prst="line">
            <a:avLst/>
          </a:prstGeom>
          <a:ln w="12600">
            <a:solidFill>
              <a:srgbClr val="FF0000"/>
            </a:solidFill>
            <a:beve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3" name="TextShape 30"/>
          <p:cNvSpPr txBox="1"/>
          <p:nvPr/>
        </p:nvSpPr>
        <p:spPr>
          <a:xfrm>
            <a:off x="3536640" y="5304240"/>
            <a:ext cx="480240" cy="315720"/>
          </a:xfrm>
          <a:prstGeom prst="rect">
            <a:avLst/>
          </a:prstGeom>
          <a:solidFill>
            <a:srgbClr val="8B0000"/>
          </a:solidFill>
          <a:ln w="12600">
            <a:solidFill>
              <a:srgbClr val="FF0000"/>
            </a:solidFill>
            <a:bevel/>
          </a:ln>
        </p:spPr>
        <p:txBody>
          <a:bodyPr lIns="96120" tIns="51120" rIns="96120" bIns="51120">
            <a:noAutofit/>
          </a:bodyPr>
          <a:lstStyle/>
          <a:p>
            <a:pPr algn="ctr"/>
            <a:r>
              <a:rPr lang="it-IT" sz="1400" b="1" strike="noStrike" spc="-1">
                <a:solidFill>
                  <a:srgbClr val="FFD700"/>
                </a:solidFill>
                <a:latin typeface="Arial"/>
              </a:rPr>
              <a:t>a </a:t>
            </a:r>
            <a:endParaRPr lang="it-IT" sz="1400" b="0" strike="noStrike" spc="-1">
              <a:latin typeface="Arial"/>
            </a:endParaRPr>
          </a:p>
        </p:txBody>
      </p:sp>
      <p:cxnSp>
        <p:nvCxnSpPr>
          <p:cNvPr id="214" name="Line 31"/>
          <p:cNvCxnSpPr>
            <a:stCxn id="204" idx="2"/>
          </p:cNvCxnSpPr>
          <p:nvPr/>
        </p:nvCxnSpPr>
        <p:spPr>
          <a:xfrm>
            <a:off x="5582880" y="5870160"/>
            <a:ext cx="1828440" cy="108000"/>
          </a:xfrm>
          <a:prstGeom prst="curvedConnector3">
            <a:avLst/>
          </a:prstGeom>
          <a:ln w="18000">
            <a:solidFill>
              <a:srgbClr val="FF0000"/>
            </a:solidFill>
            <a:round/>
            <a:tailEnd type="triangle" w="med" len="med"/>
          </a:ln>
        </p:spPr>
      </p:cxnSp>
      <p:sp>
        <p:nvSpPr>
          <p:cNvPr id="33" name="CustomShape 1">
            <a:extLst>
              <a:ext uri="{FF2B5EF4-FFF2-40B4-BE49-F238E27FC236}">
                <a16:creationId xmlns:a16="http://schemas.microsoft.com/office/drawing/2014/main" id="{840624B6-806E-4B33-BE60-76FD6D6A1172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confronto passaggi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Shape 2"/>
          <p:cNvSpPr txBox="1"/>
          <p:nvPr/>
        </p:nvSpPr>
        <p:spPr>
          <a:xfrm>
            <a:off x="209880" y="1629000"/>
            <a:ext cx="7278120" cy="426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31560" indent="-33156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</a:rPr>
              <a:t>le funzioni possono restituire riferimenti</a:t>
            </a:r>
            <a:endParaRPr lang="it-IT" sz="2200" b="0" strike="noStrike" spc="-1" dirty="0">
              <a:latin typeface="Arial"/>
            </a:endParaRPr>
          </a:p>
        </p:txBody>
      </p:sp>
      <p:sp>
        <p:nvSpPr>
          <p:cNvPr id="217" name="CustomShape 3"/>
          <p:cNvSpPr/>
          <p:nvPr/>
        </p:nvSpPr>
        <p:spPr>
          <a:xfrm>
            <a:off x="144000" y="2041920"/>
            <a:ext cx="8629920" cy="4483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r>
              <a:rPr lang="it-IT" sz="2400" b="1" strike="noStrike" spc="-1">
                <a:solidFill>
                  <a:srgbClr val="000000"/>
                </a:solidFill>
                <a:latin typeface="Courier New"/>
              </a:rPr>
              <a:t>int</a:t>
            </a:r>
            <a:r>
              <a:rPr lang="it-IT" sz="2400" b="1" strike="noStrike" spc="-1">
                <a:solidFill>
                  <a:srgbClr val="FF0000"/>
                </a:solidFill>
                <a:latin typeface="Courier New"/>
              </a:rPr>
              <a:t>&amp;</a:t>
            </a:r>
            <a:r>
              <a:rPr lang="it-IT" sz="2400" b="0" strike="noStrike" spc="-1">
                <a:solidFill>
                  <a:srgbClr val="000000"/>
                </a:solidFill>
                <a:latin typeface="Courier New"/>
              </a:rPr>
              <a:t> max(int&amp; ra, int&amp; rb) </a:t>
            </a:r>
            <a:endParaRPr lang="it-IT" sz="2400" b="0" strike="noStrike" spc="-1">
              <a:latin typeface="Arial"/>
            </a:endParaRPr>
          </a:p>
          <a:p>
            <a:r>
              <a:rPr lang="it-IT" sz="2400" b="0" strike="noStrike" spc="-1">
                <a:solidFill>
                  <a:srgbClr val="000000"/>
                </a:solidFill>
                <a:latin typeface="Courier New"/>
              </a:rPr>
              <a:t>{ </a:t>
            </a:r>
            <a:endParaRPr lang="it-IT" sz="2400" b="0" strike="noStrike" spc="-1">
              <a:latin typeface="Arial"/>
            </a:endParaRPr>
          </a:p>
          <a:p>
            <a:r>
              <a:rPr lang="it-IT" sz="2400" b="0" strike="noStrike" spc="-1">
                <a:solidFill>
                  <a:srgbClr val="000000"/>
                </a:solidFill>
                <a:latin typeface="Courier New"/>
              </a:rPr>
              <a:t> if (ra &gt;= rb) return ra; </a:t>
            </a:r>
            <a:endParaRPr lang="it-IT" sz="2400" b="0" strike="noStrike" spc="-1">
              <a:latin typeface="Arial"/>
            </a:endParaRPr>
          </a:p>
          <a:p>
            <a:r>
              <a:rPr lang="it-IT" sz="2400" b="0" strike="noStrike" spc="-1">
                <a:solidFill>
                  <a:srgbClr val="000000"/>
                </a:solidFill>
                <a:latin typeface="Courier New"/>
              </a:rPr>
              <a:t> return rb; </a:t>
            </a:r>
            <a:endParaRPr lang="it-IT" sz="2400" b="0" strike="noStrike" spc="-1">
              <a:latin typeface="Arial"/>
            </a:endParaRPr>
          </a:p>
          <a:p>
            <a:r>
              <a:rPr lang="it-IT" sz="2400" b="0" strike="noStrike" spc="-1">
                <a:solidFill>
                  <a:srgbClr val="000000"/>
                </a:solidFill>
                <a:latin typeface="Courier New"/>
              </a:rPr>
              <a:t>} </a:t>
            </a:r>
            <a:endParaRPr lang="it-IT" sz="2400" b="0" strike="noStrike" spc="-1">
              <a:latin typeface="Arial"/>
            </a:endParaRPr>
          </a:p>
          <a:p>
            <a:r>
              <a:rPr lang="it-IT" sz="2400" b="0" strike="noStrike" spc="-1">
                <a:solidFill>
                  <a:srgbClr val="000000"/>
                </a:solidFill>
                <a:latin typeface="Courier New"/>
              </a:rPr>
              <a:t>int main() </a:t>
            </a:r>
            <a:endParaRPr lang="it-IT" sz="2400" b="0" strike="noStrike" spc="-1">
              <a:latin typeface="Arial"/>
            </a:endParaRPr>
          </a:p>
          <a:p>
            <a:r>
              <a:rPr lang="it-IT" sz="2400" b="0" strike="noStrike" spc="-1">
                <a:solidFill>
                  <a:srgbClr val="000000"/>
                </a:solidFill>
                <a:latin typeface="Courier New"/>
              </a:rPr>
              <a:t>{ int x, y; </a:t>
            </a:r>
            <a:endParaRPr lang="it-IT" sz="2400" b="0" strike="noStrike" spc="-1">
              <a:latin typeface="Arial"/>
            </a:endParaRPr>
          </a:p>
          <a:p>
            <a:r>
              <a:rPr lang="it-IT" sz="2400" b="0" strike="noStrike" spc="-1">
                <a:solidFill>
                  <a:srgbClr val="000000"/>
                </a:solidFill>
                <a:latin typeface="Courier New"/>
              </a:rPr>
              <a:t>  cin &gt;&gt; x &gt;&gt; y; </a:t>
            </a:r>
            <a:endParaRPr lang="it-IT" sz="2400" b="0" strike="noStrike" spc="-1">
              <a:latin typeface="Arial"/>
            </a:endParaRPr>
          </a:p>
          <a:p>
            <a:r>
              <a:rPr lang="it-IT" sz="2400" b="0" strike="noStrike" spc="-1">
                <a:solidFill>
                  <a:srgbClr val="000000"/>
                </a:solidFill>
                <a:latin typeface="Courier New"/>
              </a:rPr>
              <a:t>  </a:t>
            </a:r>
            <a:r>
              <a:rPr lang="it-IT" sz="2400" b="0" strike="noStrike" spc="-1">
                <a:solidFill>
                  <a:srgbClr val="FF0000"/>
                </a:solidFill>
                <a:latin typeface="Courier New"/>
              </a:rPr>
              <a:t>max(x, y)</a:t>
            </a:r>
            <a:r>
              <a:rPr lang="it-IT" sz="2400" b="0" strike="noStrike" spc="-1">
                <a:solidFill>
                  <a:srgbClr val="000000"/>
                </a:solidFill>
                <a:latin typeface="Courier New"/>
              </a:rPr>
              <a:t> = 0; </a:t>
            </a:r>
            <a:endParaRPr lang="it-IT" sz="2400" b="0" strike="noStrike" spc="-1">
              <a:latin typeface="Arial"/>
            </a:endParaRPr>
          </a:p>
          <a:p>
            <a:r>
              <a:rPr lang="it-IT" sz="2400" b="0" strike="noStrike" spc="-1">
                <a:solidFill>
                  <a:srgbClr val="000000"/>
                </a:solidFill>
                <a:latin typeface="Courier New"/>
              </a:rPr>
              <a:t>  cout &lt;&lt; "x = " &lt;&lt; x &lt;&lt; " y = " &lt;&lt; y &lt;&lt; '\n'; </a:t>
            </a:r>
            <a:endParaRPr lang="it-IT" sz="2400" b="0" strike="noStrike" spc="-1">
              <a:latin typeface="Arial"/>
            </a:endParaRPr>
          </a:p>
          <a:p>
            <a:r>
              <a:rPr lang="it-IT" sz="2400" b="0" strike="noStrike" spc="-1">
                <a:solidFill>
                  <a:srgbClr val="000000"/>
                </a:solidFill>
                <a:latin typeface="Courier New"/>
              </a:rPr>
              <a:t>  return 0; </a:t>
            </a:r>
            <a:endParaRPr lang="it-IT" sz="2400" b="0" strike="noStrike" spc="-1">
              <a:latin typeface="Arial"/>
            </a:endParaRPr>
          </a:p>
          <a:p>
            <a:r>
              <a:rPr lang="it-IT" sz="2400" b="0" strike="noStrike" spc="-1">
                <a:solidFill>
                  <a:srgbClr val="000000"/>
                </a:solidFill>
                <a:latin typeface="Courier New"/>
              </a:rPr>
              <a:t>}</a:t>
            </a:r>
            <a:endParaRPr lang="it-IT" sz="2400" b="0" strike="noStrike" spc="-1">
              <a:latin typeface="Arial"/>
            </a:endParaRPr>
          </a:p>
        </p:txBody>
      </p:sp>
      <p:sp>
        <p:nvSpPr>
          <p:cNvPr id="5" name="CustomShape 1">
            <a:extLst>
              <a:ext uri="{FF2B5EF4-FFF2-40B4-BE49-F238E27FC236}">
                <a16:creationId xmlns:a16="http://schemas.microsoft.com/office/drawing/2014/main" id="{D42AF792-000F-49A3-AAA9-6CF09AD05029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restituzione argomenti riferimento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Immagine (4)"/>
          <p:cNvPicPr/>
          <p:nvPr/>
        </p:nvPicPr>
        <p:blipFill>
          <a:blip r:embed="rId2"/>
          <a:stretch/>
        </p:blipFill>
        <p:spPr>
          <a:xfrm>
            <a:off x="456120" y="1628640"/>
            <a:ext cx="8255160" cy="4915080"/>
          </a:xfrm>
          <a:prstGeom prst="rect">
            <a:avLst/>
          </a:prstGeom>
          <a:ln>
            <a:noFill/>
          </a:ln>
        </p:spPr>
      </p:pic>
      <p:sp>
        <p:nvSpPr>
          <p:cNvPr id="4" name="CustomShape 1">
            <a:extLst>
              <a:ext uri="{FF2B5EF4-FFF2-40B4-BE49-F238E27FC236}">
                <a16:creationId xmlns:a16="http://schemas.microsoft.com/office/drawing/2014/main" id="{39EEDAF0-B292-4828-8A94-5F876B89FD64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restituzione argomenti riferimento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TextShape 2"/>
          <p:cNvSpPr txBox="1"/>
          <p:nvPr/>
        </p:nvSpPr>
        <p:spPr>
          <a:xfrm>
            <a:off x="288000" y="2404440"/>
            <a:ext cx="8084520" cy="3355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31560" indent="-33156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400" b="0" strike="noStrike" spc="-1">
                <a:solidFill>
                  <a:srgbClr val="000000"/>
                </a:solidFill>
                <a:latin typeface="Arial"/>
              </a:rPr>
              <a:t>un riferimento è un puntatore costante, il cui nome non è accessibile al programmatore, che ha per valore l'indirizzo dell'oggetto riferito: l'operazione che coinvolge l'oggetto riferito viene realizzata effettuando un'indirezione sul puntatore nascosto</a:t>
            </a:r>
            <a:br/>
            <a:r>
              <a:rPr lang="it-IT" sz="2400" b="0" strike="noStrike" spc="-1">
                <a:solidFill>
                  <a:srgbClr val="000000"/>
                </a:solidFill>
                <a:latin typeface="Arial"/>
              </a:rPr>
              <a:t> </a:t>
            </a:r>
            <a:endParaRPr lang="it-IT" sz="2400" b="0" strike="noStrike" spc="-1">
              <a:latin typeface="Arial"/>
            </a:endParaRPr>
          </a:p>
          <a:p>
            <a:pPr marL="331560" indent="-33156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400" b="0" strike="noStrike" spc="-1">
                <a:solidFill>
                  <a:srgbClr val="000000"/>
                </a:solidFill>
                <a:latin typeface="Arial"/>
              </a:rPr>
              <a:t>i riferimenti risultano utili per il programmatore, ma non aggiungono alcuna potenzialità ai programmi rispetto all'uso dei puntatori</a:t>
            </a:r>
            <a:endParaRPr lang="it-IT" sz="2400" b="0" strike="noStrike" spc="-1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EA071E42-B8D6-49E3-8863-B1233E0A9469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riferimento: dietro le quinte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CustomShape 2"/>
          <p:cNvSpPr/>
          <p:nvPr/>
        </p:nvSpPr>
        <p:spPr>
          <a:xfrm>
            <a:off x="144000" y="1247400"/>
            <a:ext cx="8629920" cy="5277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*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</a:rPr>
              <a:t>maxp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(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*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</a:rPr>
              <a:t>pa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,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*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</a:rPr>
              <a:t>pb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) </a:t>
            </a:r>
            <a:endParaRPr lang="it-IT" sz="2000" b="0" strike="noStrike" spc="-1" dirty="0">
              <a:latin typeface="Arial"/>
            </a:endParaRPr>
          </a:p>
          <a:p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{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</a:rPr>
              <a:t>if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 (*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</a:rPr>
              <a:t>pa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 &gt;= *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</a:rPr>
              <a:t>pb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)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</a:rPr>
              <a:t>return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</a:rPr>
              <a:t>pa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; </a:t>
            </a:r>
            <a:endParaRPr lang="it-IT" sz="2000" b="0" strike="noStrike" spc="-1" dirty="0">
              <a:latin typeface="Arial"/>
            </a:endParaRPr>
          </a:p>
          <a:p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 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</a:rPr>
              <a:t>return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</a:rPr>
              <a:t>pb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; </a:t>
            </a:r>
            <a:endParaRPr lang="it-IT" sz="2000" b="0" strike="noStrike" spc="-1" dirty="0">
              <a:latin typeface="Arial"/>
            </a:endParaRPr>
          </a:p>
          <a:p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} </a:t>
            </a:r>
            <a:endParaRPr lang="it-IT" sz="2000" b="0" strike="noStrike" spc="-1" dirty="0">
              <a:latin typeface="Arial"/>
            </a:endParaRPr>
          </a:p>
          <a:p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&amp;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</a:rPr>
              <a:t>maxr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(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&amp;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</a:rPr>
              <a:t>ra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,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&amp;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</a:rPr>
              <a:t>rb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) </a:t>
            </a:r>
            <a:endParaRPr lang="it-IT" sz="2000" b="0" strike="noStrike" spc="-1" dirty="0">
              <a:latin typeface="Arial"/>
            </a:endParaRPr>
          </a:p>
          <a:p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{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</a:rPr>
              <a:t>if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 (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</a:rPr>
              <a:t>ra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 &gt;=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</a:rPr>
              <a:t>rb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)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</a:rPr>
              <a:t>return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</a:rPr>
              <a:t>ra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; </a:t>
            </a:r>
            <a:endParaRPr lang="it-IT" sz="2000" b="0" strike="noStrike" spc="-1" dirty="0">
              <a:latin typeface="Arial"/>
            </a:endParaRPr>
          </a:p>
          <a:p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 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</a:rPr>
              <a:t>return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</a:rPr>
              <a:t>rb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; </a:t>
            </a:r>
            <a:endParaRPr lang="it-IT" sz="2000" b="0" strike="noStrike" spc="-1" dirty="0">
              <a:latin typeface="Arial"/>
            </a:endParaRPr>
          </a:p>
          <a:p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} </a:t>
            </a:r>
            <a:endParaRPr lang="it-IT" sz="2000" b="0" strike="noStrike" spc="-1" dirty="0">
              <a:latin typeface="Arial"/>
            </a:endParaRPr>
          </a:p>
          <a:p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</a:rPr>
              <a:t>main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() </a:t>
            </a:r>
            <a:endParaRPr lang="it-IT" sz="2000" b="0" strike="noStrike" spc="-1" dirty="0">
              <a:latin typeface="Arial"/>
            </a:endParaRPr>
          </a:p>
          <a:p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{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</a:rPr>
              <a:t>int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 x, y; </a:t>
            </a:r>
            <a:endParaRPr lang="it-IT" sz="2000" b="0" strike="noStrike" spc="-1" dirty="0">
              <a:latin typeface="Arial"/>
            </a:endParaRPr>
          </a:p>
          <a:p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  . . . </a:t>
            </a:r>
            <a:endParaRPr lang="it-IT" sz="2000" b="0" strike="noStrike" spc="-1" dirty="0">
              <a:latin typeface="Arial"/>
            </a:endParaRPr>
          </a:p>
          <a:p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  *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</a:rPr>
              <a:t>maxp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(&amp;x, &amp;y) = 0; </a:t>
            </a:r>
            <a:endParaRPr lang="it-IT" sz="2000" b="0" strike="noStrike" spc="-1" dirty="0">
              <a:latin typeface="Arial"/>
            </a:endParaRPr>
          </a:p>
          <a:p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 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</a:rPr>
              <a:t>maxp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(&amp;x, &amp;y) = 0; // errore!!! </a:t>
            </a:r>
            <a:endParaRPr lang="it-IT" sz="2000" b="0" strike="noStrike" spc="-1" dirty="0">
              <a:latin typeface="Arial"/>
            </a:endParaRPr>
          </a:p>
          <a:p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  y = *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</a:rPr>
              <a:t>maxp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(&amp;x, &amp;y); </a:t>
            </a:r>
            <a:endParaRPr lang="it-IT" sz="2000" b="0" strike="noStrike" spc="-1" dirty="0">
              <a:latin typeface="Arial"/>
            </a:endParaRPr>
          </a:p>
          <a:p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  y = </a:t>
            </a: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</a:rPr>
              <a:t>maxr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(x, y); </a:t>
            </a:r>
            <a:endParaRPr lang="it-IT" sz="2000" b="0" strike="noStrike" spc="-1" dirty="0">
              <a:latin typeface="Arial"/>
            </a:endParaRPr>
          </a:p>
          <a:p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  . . . </a:t>
            </a:r>
            <a:endParaRPr lang="it-IT" sz="2000" b="0" strike="noStrike" spc="-1" dirty="0">
              <a:latin typeface="Arial"/>
            </a:endParaRPr>
          </a:p>
          <a:p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} </a:t>
            </a:r>
            <a:endParaRPr lang="it-IT" sz="2000" b="0" strike="noStrike" spc="-1" dirty="0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90905743-4FB4-41D2-A3F6-BA6C61A9B645}"/>
              </a:ext>
            </a:extLst>
          </p:cNvPr>
          <p:cNvSpPr/>
          <p:nvPr/>
        </p:nvSpPr>
        <p:spPr>
          <a:xfrm>
            <a:off x="144000" y="836613"/>
            <a:ext cx="759665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confronto fra puntatori e riferimenti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CustomShape 2"/>
          <p:cNvSpPr/>
          <p:nvPr/>
        </p:nvSpPr>
        <p:spPr>
          <a:xfrm>
            <a:off x="0" y="2013838"/>
            <a:ext cx="884592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i="1" strike="noStrike" spc="-1" dirty="0">
                <a:solidFill>
                  <a:srgbClr val="000000"/>
                </a:solidFill>
                <a:latin typeface="Courier New"/>
              </a:rPr>
              <a:t>&lt;</a:t>
            </a:r>
            <a:r>
              <a:rPr lang="it-IT" sz="1800" b="0" i="1" strike="noStrike" spc="-1" dirty="0" err="1">
                <a:solidFill>
                  <a:srgbClr val="000000"/>
                </a:solidFill>
                <a:latin typeface="Courier New"/>
              </a:rPr>
              <a:t>tipo_dato</a:t>
            </a:r>
            <a:r>
              <a:rPr lang="it-IT" sz="1800" b="0" i="1" strike="noStrike" spc="-1" dirty="0">
                <a:solidFill>
                  <a:srgbClr val="000000"/>
                </a:solidFill>
                <a:latin typeface="Courier New"/>
              </a:rPr>
              <a:t>&gt;</a:t>
            </a:r>
            <a:r>
              <a:rPr lang="it-IT" sz="1800" b="1" strike="noStrike" spc="-1" dirty="0">
                <a:solidFill>
                  <a:srgbClr val="000000"/>
                </a:solidFill>
                <a:latin typeface="Courier New"/>
              </a:rPr>
              <a:t>*</a:t>
            </a:r>
            <a:r>
              <a:rPr lang="it-IT" sz="18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1800" b="1" strike="noStrike" spc="-1" dirty="0" err="1">
                <a:solidFill>
                  <a:srgbClr val="000000"/>
                </a:solidFill>
                <a:latin typeface="Courier New"/>
              </a:rPr>
              <a:t>const</a:t>
            </a:r>
            <a:r>
              <a:rPr lang="it-IT" sz="18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1800" b="0" i="1" strike="noStrike" spc="-1" dirty="0">
                <a:solidFill>
                  <a:srgbClr val="000000"/>
                </a:solidFill>
                <a:latin typeface="Courier New"/>
              </a:rPr>
              <a:t>&lt;</a:t>
            </a:r>
            <a:r>
              <a:rPr lang="it-IT" sz="1800" b="0" i="1" strike="noStrike" spc="-1" dirty="0" err="1">
                <a:solidFill>
                  <a:srgbClr val="000000"/>
                </a:solidFill>
                <a:latin typeface="Courier New"/>
              </a:rPr>
              <a:t>nome_puntatore</a:t>
            </a:r>
            <a:r>
              <a:rPr lang="it-IT" sz="1800" b="0" i="1" strike="noStrike" spc="-1" dirty="0">
                <a:solidFill>
                  <a:srgbClr val="000000"/>
                </a:solidFill>
                <a:latin typeface="Courier New"/>
              </a:rPr>
              <a:t>&gt;</a:t>
            </a:r>
            <a:r>
              <a:rPr lang="it-IT" sz="1800" b="1" i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1800" b="1" strike="noStrike" spc="-1" dirty="0">
                <a:solidFill>
                  <a:srgbClr val="000000"/>
                </a:solidFill>
                <a:latin typeface="Courier New"/>
              </a:rPr>
              <a:t>=</a:t>
            </a:r>
            <a:r>
              <a:rPr lang="it-IT" sz="1800" b="1" i="1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1800" b="0" i="1" strike="noStrike" spc="-1" dirty="0">
                <a:solidFill>
                  <a:srgbClr val="000000"/>
                </a:solidFill>
                <a:latin typeface="Courier New"/>
              </a:rPr>
              <a:t>&lt;</a:t>
            </a:r>
            <a:r>
              <a:rPr lang="it-IT" sz="1800" b="0" i="1" strike="noStrike" spc="-1" dirty="0" err="1">
                <a:solidFill>
                  <a:srgbClr val="000000"/>
                </a:solidFill>
                <a:latin typeface="Courier New"/>
              </a:rPr>
              <a:t>indirizzo_variabile</a:t>
            </a:r>
            <a:r>
              <a:rPr lang="it-IT" sz="1800" b="0" i="1" strike="noStrike" spc="-1" dirty="0">
                <a:solidFill>
                  <a:srgbClr val="000000"/>
                </a:solidFill>
                <a:latin typeface="Courier New"/>
              </a:rPr>
              <a:t>&gt;</a:t>
            </a:r>
            <a:r>
              <a:rPr lang="it-IT" sz="1800" b="0" strike="noStrike" spc="-1" dirty="0">
                <a:solidFill>
                  <a:srgbClr val="000000"/>
                </a:solidFill>
                <a:latin typeface="Courier New"/>
              </a:rPr>
              <a:t>;</a:t>
            </a:r>
            <a:endParaRPr lang="it-IT" sz="1800" b="0" strike="noStrike" spc="-1" dirty="0"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120028" y="1581676"/>
            <a:ext cx="7561080" cy="4291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342000" indent="-288000">
              <a:buSzPct val="100000"/>
              <a:buBlip>
                <a:blip r:embed="rId2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</a:rPr>
              <a:t> puntatore costante</a:t>
            </a:r>
            <a:endParaRPr lang="it-IT" sz="2200" b="0" strike="noStrike" spc="-1" dirty="0">
              <a:latin typeface="Arial"/>
            </a:endParaRPr>
          </a:p>
        </p:txBody>
      </p:sp>
      <p:sp>
        <p:nvSpPr>
          <p:cNvPr id="227" name="CustomShape 4"/>
          <p:cNvSpPr/>
          <p:nvPr/>
        </p:nvSpPr>
        <p:spPr>
          <a:xfrm>
            <a:off x="143280" y="2381760"/>
            <a:ext cx="8424720" cy="11912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</a:rPr>
              <a:t>int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x, e;</a:t>
            </a:r>
            <a:endParaRPr lang="it-IT" sz="18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</a:rPr>
              <a:t>int</a:t>
            </a:r>
            <a:r>
              <a:rPr lang="it-IT" sz="1800" b="1" strike="noStrike" spc="-1" dirty="0">
                <a:solidFill>
                  <a:srgbClr val="3333CC"/>
                </a:solidFill>
                <a:latin typeface="Courier New"/>
              </a:rPr>
              <a:t>* </a:t>
            </a:r>
            <a:r>
              <a:rPr lang="it-IT" sz="1800" b="1" strike="noStrike" spc="-1" dirty="0" err="1">
                <a:solidFill>
                  <a:srgbClr val="3333CC"/>
                </a:solidFill>
                <a:latin typeface="Courier New"/>
              </a:rPr>
              <a:t>const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p = &amp;x;</a:t>
            </a:r>
            <a:endParaRPr lang="it-IT" sz="18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*p = e; // corretto</a:t>
            </a:r>
            <a:endParaRPr lang="it-IT" sz="18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p = &amp;e // scorretto; p non </a:t>
            </a: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</a:rPr>
              <a:t>puo'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cambiar valore</a:t>
            </a:r>
            <a:endParaRPr lang="it-IT" sz="1800" b="0" strike="noStrike" spc="-1" dirty="0">
              <a:latin typeface="Arial"/>
            </a:endParaRPr>
          </a:p>
        </p:txBody>
      </p:sp>
      <p:sp>
        <p:nvSpPr>
          <p:cNvPr id="228" name="CustomShape 5"/>
          <p:cNvSpPr/>
          <p:nvPr/>
        </p:nvSpPr>
        <p:spPr>
          <a:xfrm>
            <a:off x="30240" y="4296801"/>
            <a:ext cx="878544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1" strike="noStrike" spc="-1" dirty="0" err="1">
                <a:solidFill>
                  <a:srgbClr val="000000"/>
                </a:solidFill>
                <a:latin typeface="Courier New"/>
              </a:rPr>
              <a:t>const</a:t>
            </a:r>
            <a:r>
              <a:rPr lang="it-IT" sz="18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1800" b="0" i="1" strike="noStrike" spc="-1" dirty="0">
                <a:solidFill>
                  <a:srgbClr val="000000"/>
                </a:solidFill>
                <a:latin typeface="Courier New"/>
              </a:rPr>
              <a:t>&lt;</a:t>
            </a:r>
            <a:r>
              <a:rPr lang="it-IT" sz="1800" b="0" i="1" strike="noStrike" spc="-1" dirty="0" err="1">
                <a:solidFill>
                  <a:srgbClr val="000000"/>
                </a:solidFill>
                <a:latin typeface="Courier New"/>
              </a:rPr>
              <a:t>tipo_dato</a:t>
            </a:r>
            <a:r>
              <a:rPr lang="it-IT" sz="1800" b="0" i="1" strike="noStrike" spc="-1" dirty="0">
                <a:solidFill>
                  <a:srgbClr val="000000"/>
                </a:solidFill>
                <a:latin typeface="Courier New"/>
              </a:rPr>
              <a:t>&gt;</a:t>
            </a:r>
            <a:r>
              <a:rPr lang="it-IT" sz="1800" b="1" strike="noStrike" spc="-1" dirty="0">
                <a:solidFill>
                  <a:srgbClr val="000000"/>
                </a:solidFill>
                <a:latin typeface="Courier New"/>
              </a:rPr>
              <a:t>* </a:t>
            </a:r>
            <a:r>
              <a:rPr lang="it-IT" sz="1800" b="0" i="1" strike="noStrike" spc="-1" dirty="0">
                <a:solidFill>
                  <a:srgbClr val="000000"/>
                </a:solidFill>
                <a:latin typeface="Courier New"/>
              </a:rPr>
              <a:t>&lt;</a:t>
            </a:r>
            <a:r>
              <a:rPr lang="it-IT" sz="1800" b="0" i="1" strike="noStrike" spc="-1" dirty="0" err="1">
                <a:solidFill>
                  <a:srgbClr val="000000"/>
                </a:solidFill>
                <a:latin typeface="Courier New"/>
              </a:rPr>
              <a:t>nome_puntatore</a:t>
            </a:r>
            <a:r>
              <a:rPr lang="it-IT" sz="1800" b="0" i="1" strike="noStrike" spc="-1" dirty="0">
                <a:solidFill>
                  <a:srgbClr val="000000"/>
                </a:solidFill>
                <a:latin typeface="Courier New"/>
              </a:rPr>
              <a:t>&gt;</a:t>
            </a:r>
            <a:r>
              <a:rPr lang="it-IT" sz="1800" b="1" strike="noStrike" spc="-1" dirty="0">
                <a:solidFill>
                  <a:srgbClr val="000000"/>
                </a:solidFill>
                <a:latin typeface="Courier New"/>
              </a:rPr>
              <a:t> = </a:t>
            </a:r>
            <a:r>
              <a:rPr lang="it-IT" sz="1800" b="0" i="1" strike="noStrike" spc="-1" dirty="0">
                <a:solidFill>
                  <a:srgbClr val="000000"/>
                </a:solidFill>
                <a:latin typeface="Courier New"/>
              </a:rPr>
              <a:t>&lt;</a:t>
            </a:r>
            <a:r>
              <a:rPr lang="it-IT" sz="1800" b="0" i="1" strike="noStrike" spc="-1" dirty="0" err="1">
                <a:solidFill>
                  <a:srgbClr val="000000"/>
                </a:solidFill>
                <a:latin typeface="Courier New"/>
              </a:rPr>
              <a:t>indirizzo_const</a:t>
            </a:r>
            <a:r>
              <a:rPr lang="it-IT" sz="1800" b="0" i="1" strike="noStrike" spc="-1" dirty="0">
                <a:solidFill>
                  <a:srgbClr val="000000"/>
                </a:solidFill>
                <a:latin typeface="Courier New"/>
              </a:rPr>
              <a:t>&gt;;</a:t>
            </a:r>
            <a:r>
              <a:rPr lang="it-IT" sz="18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endParaRPr lang="it-IT" sz="1800" b="0" strike="noStrike" spc="-1" dirty="0">
              <a:latin typeface="Arial"/>
            </a:endParaRPr>
          </a:p>
        </p:txBody>
      </p:sp>
      <p:sp>
        <p:nvSpPr>
          <p:cNvPr id="229" name="CustomShape 6"/>
          <p:cNvSpPr/>
          <p:nvPr/>
        </p:nvSpPr>
        <p:spPr>
          <a:xfrm>
            <a:off x="169200" y="4668120"/>
            <a:ext cx="8825040" cy="17398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1" strike="noStrike" spc="-1">
                <a:solidFill>
                  <a:srgbClr val="3333CC"/>
                </a:solidFill>
                <a:latin typeface="Courier New"/>
              </a:rPr>
              <a:t>const</a:t>
            </a:r>
            <a:r>
              <a:rPr lang="it-IT" sz="1800" b="0" strike="noStrike" spc="-1">
                <a:solidFill>
                  <a:srgbClr val="3333CC"/>
                </a:solidFill>
                <a:latin typeface="Courier New"/>
              </a:rPr>
              <a:t> int x = 25;</a:t>
            </a:r>
            <a:endParaRPr lang="it-IT" sz="18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1" strike="noStrike" spc="-1">
                <a:solidFill>
                  <a:srgbClr val="3333CC"/>
                </a:solidFill>
                <a:latin typeface="Courier New"/>
              </a:rPr>
              <a:t>const</a:t>
            </a:r>
            <a:r>
              <a:rPr lang="it-IT" sz="1800" b="0" strike="noStrike" spc="-1">
                <a:solidFill>
                  <a:srgbClr val="3333CC"/>
                </a:solidFill>
                <a:latin typeface="Courier New"/>
              </a:rPr>
              <a:t> int e = 50;</a:t>
            </a:r>
            <a:endParaRPr lang="it-IT" sz="18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1" strike="noStrike" spc="-1">
                <a:solidFill>
                  <a:srgbClr val="3333CC"/>
                </a:solidFill>
                <a:latin typeface="Courier New"/>
              </a:rPr>
              <a:t>const</a:t>
            </a:r>
            <a:r>
              <a:rPr lang="it-IT" sz="1800" b="0" strike="noStrike" spc="-1">
                <a:solidFill>
                  <a:srgbClr val="3333CC"/>
                </a:solidFill>
                <a:latin typeface="Courier New"/>
              </a:rPr>
              <a:t> int</a:t>
            </a:r>
            <a:r>
              <a:rPr lang="it-IT" sz="1800" b="1" strike="noStrike" spc="-1">
                <a:solidFill>
                  <a:srgbClr val="3333CC"/>
                </a:solidFill>
                <a:latin typeface="Courier New"/>
              </a:rPr>
              <a:t>* </a:t>
            </a:r>
            <a:r>
              <a:rPr lang="it-IT" sz="1800" b="0" strike="noStrike" spc="-1">
                <a:solidFill>
                  <a:srgbClr val="3333CC"/>
                </a:solidFill>
                <a:latin typeface="Courier New"/>
              </a:rPr>
              <a:t>p = &amp;x;</a:t>
            </a:r>
            <a:endParaRPr lang="it-IT" sz="18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>
                <a:solidFill>
                  <a:srgbClr val="3333CC"/>
                </a:solidFill>
                <a:latin typeface="Courier New"/>
              </a:rPr>
              <a:t>*p = 15; // scorretto; ciò che p punta non puo' cambiar valore</a:t>
            </a:r>
            <a:endParaRPr lang="it-IT" sz="18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>
                <a:solidFill>
                  <a:srgbClr val="3333CC"/>
                </a:solidFill>
                <a:latin typeface="Courier New"/>
              </a:rPr>
              <a:t>p = &amp;e // corretto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230" name="CustomShape 7"/>
          <p:cNvSpPr/>
          <p:nvPr/>
        </p:nvSpPr>
        <p:spPr>
          <a:xfrm>
            <a:off x="34920" y="3868039"/>
            <a:ext cx="7561080" cy="4291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342000" indent="-288000">
              <a:buSzPct val="100000"/>
              <a:buBlip>
                <a:blip r:embed="rId2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</a:rPr>
              <a:t> puntatore a costante</a:t>
            </a:r>
            <a:endParaRPr lang="it-IT" sz="2200" b="0" strike="noStrike" spc="-1" dirty="0">
              <a:latin typeface="Arial"/>
            </a:endParaRPr>
          </a:p>
        </p:txBody>
      </p:sp>
      <p:sp>
        <p:nvSpPr>
          <p:cNvPr id="9" name="CustomShape 1">
            <a:extLst>
              <a:ext uri="{FF2B5EF4-FFF2-40B4-BE49-F238E27FC236}">
                <a16:creationId xmlns:a16="http://schemas.microsoft.com/office/drawing/2014/main" id="{A58509B1-6D29-40C1-A88C-CE5175D931CF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puntatori costanti e puntatori a costante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CustomShape 2"/>
          <p:cNvSpPr/>
          <p:nvPr/>
        </p:nvSpPr>
        <p:spPr>
          <a:xfrm>
            <a:off x="194760" y="2953800"/>
            <a:ext cx="8785440" cy="4291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i="1" strike="noStrike" spc="-1">
                <a:solidFill>
                  <a:srgbClr val="000000"/>
                </a:solidFill>
                <a:latin typeface="Courier New"/>
              </a:rPr>
              <a:t>tipo_restituito </a:t>
            </a:r>
            <a:r>
              <a:rPr lang="it-IT" sz="2200" b="1" strike="noStrike" spc="-1">
                <a:solidFill>
                  <a:srgbClr val="000000"/>
                </a:solidFill>
                <a:latin typeface="Courier New"/>
              </a:rPr>
              <a:t>(*</a:t>
            </a:r>
            <a:r>
              <a:rPr lang="it-IT" sz="2200" b="0" i="1" strike="noStrike" spc="-1">
                <a:solidFill>
                  <a:srgbClr val="000000"/>
                </a:solidFill>
                <a:latin typeface="Courier New"/>
              </a:rPr>
              <a:t>PuntatoreFunzione</a:t>
            </a:r>
            <a:r>
              <a:rPr lang="it-IT" sz="2200" b="1" strike="noStrike" spc="-1">
                <a:solidFill>
                  <a:srgbClr val="000000"/>
                </a:solidFill>
                <a:latin typeface="Courier New"/>
              </a:rPr>
              <a:t>) (</a:t>
            </a:r>
            <a:r>
              <a:rPr lang="it-IT" sz="2200" b="0" i="1" strike="noStrike" spc="-1">
                <a:solidFill>
                  <a:srgbClr val="000000"/>
                </a:solidFill>
                <a:latin typeface="Courier New"/>
              </a:rPr>
              <a:t>argomenti</a:t>
            </a:r>
            <a:r>
              <a:rPr lang="it-IT" sz="2200" b="1" strike="noStrike" spc="-1">
                <a:solidFill>
                  <a:srgbClr val="000000"/>
                </a:solidFill>
                <a:latin typeface="Courier New"/>
              </a:rPr>
              <a:t>);</a:t>
            </a:r>
            <a:r>
              <a:rPr lang="it-IT" sz="2200" b="0" strike="noStrike" spc="-1">
                <a:solidFill>
                  <a:srgbClr val="000000"/>
                </a:solidFill>
                <a:latin typeface="Courier New"/>
              </a:rPr>
              <a:t> </a:t>
            </a:r>
            <a:endParaRPr lang="it-IT" sz="2200" b="0" strike="noStrike" spc="-1">
              <a:latin typeface="Arial"/>
            </a:endParaRPr>
          </a:p>
        </p:txBody>
      </p:sp>
      <p:sp>
        <p:nvSpPr>
          <p:cNvPr id="233" name="CustomShape 3"/>
          <p:cNvSpPr/>
          <p:nvPr/>
        </p:nvSpPr>
        <p:spPr>
          <a:xfrm>
            <a:off x="266400" y="1513800"/>
            <a:ext cx="7561080" cy="1434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306000" indent="-288000">
              <a:buSzPct val="100000"/>
              <a:buBlip>
                <a:blip r:embed="rId2"/>
              </a:buBlip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</a:rPr>
              <a:t>non solo i dati, ma anche le istruzioni stanno in memoria a certi indirizzi; è possibile creare puntatori che puntino a funzioni, cioè al nome della funzione, che altro non è che un puntatore alla prima istruzione della funzione:   </a:t>
            </a:r>
            <a:endParaRPr lang="it-IT" sz="2200" b="0" strike="noStrike" spc="-1">
              <a:latin typeface="Arial"/>
            </a:endParaRPr>
          </a:p>
        </p:txBody>
      </p:sp>
      <p:sp>
        <p:nvSpPr>
          <p:cNvPr id="234" name="CustomShape 4"/>
          <p:cNvSpPr/>
          <p:nvPr/>
        </p:nvSpPr>
        <p:spPr>
          <a:xfrm>
            <a:off x="70560" y="3457080"/>
            <a:ext cx="8944560" cy="916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>
                <a:solidFill>
                  <a:srgbClr val="3333CC"/>
                </a:solidFill>
                <a:latin typeface="Courier New"/>
              </a:rPr>
              <a:t>int f(int) { ... }; // definisce la funzione f</a:t>
            </a:r>
            <a:endParaRPr lang="it-IT" sz="18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>
                <a:solidFill>
                  <a:srgbClr val="3333CC"/>
                </a:solidFill>
                <a:latin typeface="Courier New"/>
              </a:rPr>
              <a:t>int (*pf)(int);     // definisce il puntatore pf alla funzione</a:t>
            </a:r>
            <a:endParaRPr lang="it-IT" sz="18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>
                <a:solidFill>
                  <a:srgbClr val="3333CC"/>
                </a:solidFill>
                <a:latin typeface="Courier New"/>
              </a:rPr>
              <a:t>pf = f;             // assegna l’indirizzo di f a pf </a:t>
            </a:r>
            <a:endParaRPr lang="it-IT" sz="1800" b="0" strike="noStrike" spc="-1">
              <a:latin typeface="Arial"/>
            </a:endParaRPr>
          </a:p>
        </p:txBody>
      </p:sp>
      <p:pic>
        <p:nvPicPr>
          <p:cNvPr id="235" name="Immagine 234"/>
          <p:cNvPicPr/>
          <p:nvPr/>
        </p:nvPicPr>
        <p:blipFill>
          <a:blip r:embed="rId3"/>
          <a:stretch/>
        </p:blipFill>
        <p:spPr>
          <a:xfrm>
            <a:off x="2283840" y="4632480"/>
            <a:ext cx="4040280" cy="1703520"/>
          </a:xfrm>
          <a:prstGeom prst="rect">
            <a:avLst/>
          </a:prstGeom>
          <a:ln>
            <a:noFill/>
          </a:ln>
        </p:spPr>
      </p:pic>
      <p:sp>
        <p:nvSpPr>
          <p:cNvPr id="7" name="CustomShape 1">
            <a:extLst>
              <a:ext uri="{FF2B5EF4-FFF2-40B4-BE49-F238E27FC236}">
                <a16:creationId xmlns:a16="http://schemas.microsoft.com/office/drawing/2014/main" id="{7EAF3822-1CAA-4500-A6D8-449D785FB5C9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puntatori a funzioni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9CE4ACF4375A4C8C0602FFE49177BE" ma:contentTypeVersion="6" ma:contentTypeDescription="Create a new document." ma:contentTypeScope="" ma:versionID="82a94c78be15446697ccc96dbbd817c7">
  <xsd:schema xmlns:xsd="http://www.w3.org/2001/XMLSchema" xmlns:xs="http://www.w3.org/2001/XMLSchema" xmlns:p="http://schemas.microsoft.com/office/2006/metadata/properties" xmlns:ns2="9f742c12-864c-4ce5-b6f6-1feb9fbefa8b" xmlns:ns3="368b7124-ee9b-43bd-a59a-62348eb2d076" targetNamespace="http://schemas.microsoft.com/office/2006/metadata/properties" ma:root="true" ma:fieldsID="3d066933c85ad0744444035c00985e91" ns2:_="" ns3:_="">
    <xsd:import namespace="9f742c12-864c-4ce5-b6f6-1feb9fbefa8b"/>
    <xsd:import namespace="368b7124-ee9b-43bd-a59a-62348eb2d0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42c12-864c-4ce5-b6f6-1feb9fbefa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8b7124-ee9b-43bd-a59a-62348eb2d07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B8D15EA-9010-4301-ADA5-E19CCED9314C}"/>
</file>

<file path=customXml/itemProps2.xml><?xml version="1.0" encoding="utf-8"?>
<ds:datastoreItem xmlns:ds="http://schemas.openxmlformats.org/officeDocument/2006/customXml" ds:itemID="{4E6F84F7-9883-4F98-8B1E-10261C407690}"/>
</file>

<file path=customXml/itemProps3.xml><?xml version="1.0" encoding="utf-8"?>
<ds:datastoreItem xmlns:ds="http://schemas.openxmlformats.org/officeDocument/2006/customXml" ds:itemID="{0EA2C3EA-BC7B-4005-8EED-1546217F9556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</TotalTime>
  <Words>1312</Words>
  <Application>Microsoft Office PowerPoint</Application>
  <PresentationFormat>Presentazione su schermo (4:3)</PresentationFormat>
  <Paragraphs>170</Paragraphs>
  <Slides>16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4" baseType="lpstr">
      <vt:lpstr>Arial</vt:lpstr>
      <vt:lpstr>Calibri</vt:lpstr>
      <vt:lpstr>Courier New</vt:lpstr>
      <vt:lpstr>Courier New</vt:lpstr>
      <vt:lpstr>Tahoma</vt:lpstr>
      <vt:lpstr>Times New Roman</vt:lpstr>
      <vt:lpstr>Wingdings</vt:lpstr>
      <vt:lpstr>1_Office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ucl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Tecnica industriale e commerciale Market-driven Management Professore J.J. Lambin</dc:title>
  <dc:subject/>
  <dc:creator>lambin</dc:creator>
  <dc:description/>
  <cp:lastModifiedBy>Massimo Orazio Spata</cp:lastModifiedBy>
  <cp:revision>325</cp:revision>
  <cp:lastPrinted>1999-03-05T00:48:02Z</cp:lastPrinted>
  <dcterms:created xsi:type="dcterms:W3CDTF">1999-01-19T02:07:12Z</dcterms:created>
  <dcterms:modified xsi:type="dcterms:W3CDTF">2023-03-27T10:14:47Z</dcterms:modified>
  <dc:language>it-IT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ucl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1</vt:i4>
  </property>
  <property fmtid="{D5CDD505-2E9C-101B-9397-08002B2CF9AE}" pid="9" name="PresentationFormat">
    <vt:lpwstr>Presentazione su schermo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</vt:i4>
  </property>
  <property fmtid="{D5CDD505-2E9C-101B-9397-08002B2CF9AE}" pid="13" name="ContentTypeId">
    <vt:lpwstr>0x010100CD9CE4ACF4375A4C8C0602FFE49177BE</vt:lpwstr>
  </property>
</Properties>
</file>