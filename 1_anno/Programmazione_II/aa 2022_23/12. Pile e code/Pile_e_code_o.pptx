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4" r:id="rId2"/>
    <p:sldId id="256" r:id="rId3"/>
    <p:sldId id="281" r:id="rId4"/>
    <p:sldId id="282" r:id="rId5"/>
    <p:sldId id="284" r:id="rId6"/>
    <p:sldId id="285" r:id="rId7"/>
    <p:sldId id="280" r:id="rId8"/>
    <p:sldId id="286" r:id="rId9"/>
    <p:sldId id="287" r:id="rId10"/>
    <p:sldId id="288" r:id="rId11"/>
    <p:sldId id="315" r:id="rId12"/>
  </p:sldIdLst>
  <p:sldSz cx="9144000" cy="6858000" type="screen4x3"/>
  <p:notesSz cx="6858000" cy="9144000"/>
  <p:custDataLst>
    <p:tags r:id="rId15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A0D1E-78C9-4D4B-90BA-D9FF166E2D77}" v="1" dt="2022-05-15T08:43:01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5274" autoAdjust="0"/>
  </p:normalViewPr>
  <p:slideViewPr>
    <p:cSldViewPr>
      <p:cViewPr varScale="1">
        <p:scale>
          <a:sx n="80" d="100"/>
          <a:sy n="80" d="100"/>
        </p:scale>
        <p:origin x="141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FF04C3F-FB8D-48FB-8B16-BF32087FED57}"/>
    <pc:docChg chg="undo custSel addSld delSld modSld sldOrd">
      <pc:chgData name="Alessandro Ortis" userId="dcdc90ed-3509-45f7-ac48-ad038638580b" providerId="ADAL" clId="{AFF04C3F-FB8D-48FB-8B16-BF32087FED57}" dt="2021-03-17T17:19:26.413" v="9371" actId="20577"/>
      <pc:docMkLst>
        <pc:docMk/>
      </pc:docMkLst>
      <pc:sldChg chg="addSp delSp modSp add mod">
        <pc:chgData name="Alessandro Ortis" userId="dcdc90ed-3509-45f7-ac48-ad038638580b" providerId="ADAL" clId="{AFF04C3F-FB8D-48FB-8B16-BF32087FED57}" dt="2021-03-15T18:07:25.747" v="801" actId="1076"/>
        <pc:sldMkLst>
          <pc:docMk/>
          <pc:sldMk cId="0" sldId="281"/>
        </pc:sldMkLst>
        <pc:spChg chg="add del mod">
          <ac:chgData name="Alessandro Ortis" userId="dcdc90ed-3509-45f7-ac48-ad038638580b" providerId="ADAL" clId="{AFF04C3F-FB8D-48FB-8B16-BF32087FED57}" dt="2021-03-15T18:00:16.767" v="387" actId="478"/>
          <ac:spMkLst>
            <pc:docMk/>
            <pc:sldMk cId="0" sldId="281"/>
            <ac:spMk id="3" creationId="{BC818C52-387E-4A26-87AD-1AEA6A8CB0F2}"/>
          </ac:spMkLst>
        </pc:spChg>
        <pc:spChg chg="add mod">
          <ac:chgData name="Alessandro Ortis" userId="dcdc90ed-3509-45f7-ac48-ad038638580b" providerId="ADAL" clId="{AFF04C3F-FB8D-48FB-8B16-BF32087FED57}" dt="2021-03-15T18:04:18.537" v="459" actId="20577"/>
          <ac:spMkLst>
            <pc:docMk/>
            <pc:sldMk cId="0" sldId="281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00:13.984" v="386" actId="478"/>
          <ac:spMkLst>
            <pc:docMk/>
            <pc:sldMk cId="0" sldId="281"/>
            <ac:spMk id="176130" creationId="{96FF088A-FA88-4AF5-943C-33B7C3671F02}"/>
          </ac:spMkLst>
        </pc:spChg>
        <pc:spChg chg="del mod">
          <ac:chgData name="Alessandro Ortis" userId="dcdc90ed-3509-45f7-ac48-ad038638580b" providerId="ADAL" clId="{AFF04C3F-FB8D-48FB-8B16-BF32087FED57}" dt="2021-03-15T18:04:40.172" v="461" actId="478"/>
          <ac:spMkLst>
            <pc:docMk/>
            <pc:sldMk cId="0" sldId="281"/>
            <ac:spMk id="176135" creationId="{5B089652-98FF-4F81-9AA8-0A23036B3211}"/>
          </ac:spMkLst>
        </pc:spChg>
        <pc:spChg chg="mod">
          <ac:chgData name="Alessandro Ortis" userId="dcdc90ed-3509-45f7-ac48-ad038638580b" providerId="ADAL" clId="{AFF04C3F-FB8D-48FB-8B16-BF32087FED57}" dt="2021-03-15T18:07:25.747" v="801" actId="1076"/>
          <ac:spMkLst>
            <pc:docMk/>
            <pc:sldMk cId="0" sldId="281"/>
            <ac:spMk id="176137" creationId="{25A11B01-42AD-45AC-8FE2-3B4990ACF797}"/>
          </ac:spMkLst>
        </pc:spChg>
      </pc:sldChg>
      <pc:sldChg chg="addSp delSp modSp add del mod">
        <pc:chgData name="Alessandro Ortis" userId="dcdc90ed-3509-45f7-ac48-ad038638580b" providerId="ADAL" clId="{AFF04C3F-FB8D-48FB-8B16-BF32087FED57}" dt="2021-03-15T18:25:07.643" v="1606" actId="47"/>
        <pc:sldMkLst>
          <pc:docMk/>
          <pc:sldMk cId="0" sldId="282"/>
        </pc:sldMkLst>
        <pc:spChg chg="add del mod">
          <ac:chgData name="Alessandro Ortis" userId="dcdc90ed-3509-45f7-ac48-ad038638580b" providerId="ADAL" clId="{AFF04C3F-FB8D-48FB-8B16-BF32087FED57}" dt="2021-03-15T18:01:33.941" v="413" actId="478"/>
          <ac:spMkLst>
            <pc:docMk/>
            <pc:sldMk cId="0" sldId="282"/>
            <ac:spMk id="3" creationId="{FD29EADA-94C9-402B-B1FD-E9D69AD9DA33}"/>
          </ac:spMkLst>
        </pc:spChg>
        <pc:spChg chg="add mod">
          <ac:chgData name="Alessandro Ortis" userId="dcdc90ed-3509-45f7-ac48-ad038638580b" providerId="ADAL" clId="{AFF04C3F-FB8D-48FB-8B16-BF32087FED57}" dt="2021-03-15T18:01:39.208" v="424" actId="20577"/>
          <ac:spMkLst>
            <pc:docMk/>
            <pc:sldMk cId="0" sldId="282"/>
            <ac:spMk id="8" creationId="{63B60B00-ED43-4EC5-BB06-0473647DDFF7}"/>
          </ac:spMkLst>
        </pc:spChg>
        <pc:spChg chg="del">
          <ac:chgData name="Alessandro Ortis" userId="dcdc90ed-3509-45f7-ac48-ad038638580b" providerId="ADAL" clId="{AFF04C3F-FB8D-48FB-8B16-BF32087FED57}" dt="2021-03-15T18:01:31.360" v="412" actId="478"/>
          <ac:spMkLst>
            <pc:docMk/>
            <pc:sldMk cId="0" sldId="282"/>
            <ac:spMk id="178178" creationId="{56805BBE-983A-4DB2-86A1-5C53BA3EBBBC}"/>
          </ac:spMkLst>
        </pc:spChg>
        <pc:spChg chg="mod">
          <ac:chgData name="Alessandro Ortis" userId="dcdc90ed-3509-45f7-ac48-ad038638580b" providerId="ADAL" clId="{AFF04C3F-FB8D-48FB-8B16-BF32087FED57}" dt="2021-03-15T18:02:17.781" v="438" actId="123"/>
          <ac:spMkLst>
            <pc:docMk/>
            <pc:sldMk cId="0" sldId="282"/>
            <ac:spMk id="178184" creationId="{D632A43B-013A-4A36-8898-2ABA7D6C7C77}"/>
          </ac:spMkLst>
        </pc:spChg>
        <pc:spChg chg="mod">
          <ac:chgData name="Alessandro Ortis" userId="dcdc90ed-3509-45f7-ac48-ad038638580b" providerId="ADAL" clId="{AFF04C3F-FB8D-48FB-8B16-BF32087FED57}" dt="2021-03-15T18:02:01.784" v="433" actId="1076"/>
          <ac:spMkLst>
            <pc:docMk/>
            <pc:sldMk cId="0" sldId="282"/>
            <ac:spMk id="178186" creationId="{0205C35A-E5A8-4A0F-BFF7-73F3A5F2E703}"/>
          </ac:spMkLst>
        </pc:spChg>
        <pc:spChg chg="mod">
          <ac:chgData name="Alessandro Ortis" userId="dcdc90ed-3509-45f7-ac48-ad038638580b" providerId="ADAL" clId="{AFF04C3F-FB8D-48FB-8B16-BF32087FED57}" dt="2021-03-15T18:03:24.612" v="439" actId="13926"/>
          <ac:spMkLst>
            <pc:docMk/>
            <pc:sldMk cId="0" sldId="282"/>
            <ac:spMk id="178187" creationId="{B5108A2A-0E46-4CA7-963B-9FF885ACE494}"/>
          </ac:spMkLst>
        </pc:spChg>
      </pc:sldChg>
      <pc:sldChg chg="add del">
        <pc:chgData name="Alessandro Ortis" userId="dcdc90ed-3509-45f7-ac48-ad038638580b" providerId="ADAL" clId="{AFF04C3F-FB8D-48FB-8B16-BF32087FED57}" dt="2021-03-15T18:25:13.714" v="1607" actId="47"/>
        <pc:sldMkLst>
          <pc:docMk/>
          <pc:sldMk cId="0" sldId="283"/>
        </pc:sldMkLst>
      </pc:sldChg>
      <pc:sldChg chg="modSp add del mod modShow">
        <pc:chgData name="Alessandro Ortis" userId="dcdc90ed-3509-45f7-ac48-ad038638580b" providerId="ADAL" clId="{AFF04C3F-FB8D-48FB-8B16-BF32087FED57}" dt="2021-03-17T15:43:08.965" v="6938" actId="47"/>
        <pc:sldMkLst>
          <pc:docMk/>
          <pc:sldMk cId="0" sldId="289"/>
        </pc:sldMkLst>
        <pc:spChg chg="mod">
          <ac:chgData name="Alessandro Ortis" userId="dcdc90ed-3509-45f7-ac48-ad038638580b" providerId="ADAL" clId="{AFF04C3F-FB8D-48FB-8B16-BF32087FED57}" dt="2021-03-17T13:05:38.643" v="6788" actId="14100"/>
          <ac:spMkLst>
            <pc:docMk/>
            <pc:sldMk cId="0" sldId="289"/>
            <ac:spMk id="200707" creationId="{53F884BA-B67E-4029-A7E9-DE5F4CADC486}"/>
          </ac:spMkLst>
        </pc:spChg>
        <pc:spChg chg="mod">
          <ac:chgData name="Alessandro Ortis" userId="dcdc90ed-3509-45f7-ac48-ad038638580b" providerId="ADAL" clId="{AFF04C3F-FB8D-48FB-8B16-BF32087FED57}" dt="2021-03-17T13:05:44.848" v="6790" actId="1076"/>
          <ac:spMkLst>
            <pc:docMk/>
            <pc:sldMk cId="0" sldId="289"/>
            <ac:spMk id="200710" creationId="{1F104BF0-13DC-4064-B10E-93E69441748E}"/>
          </ac:spMkLst>
        </pc:spChg>
      </pc:sldChg>
      <pc:sldChg chg="modSp add del mod modShow">
        <pc:chgData name="Alessandro Ortis" userId="dcdc90ed-3509-45f7-ac48-ad038638580b" providerId="ADAL" clId="{AFF04C3F-FB8D-48FB-8B16-BF32087FED57}" dt="2021-03-17T15:53:40.242" v="7085" actId="47"/>
        <pc:sldMkLst>
          <pc:docMk/>
          <pc:sldMk cId="0" sldId="290"/>
        </pc:sldMkLst>
        <pc:spChg chg="mod">
          <ac:chgData name="Alessandro Ortis" userId="dcdc90ed-3509-45f7-ac48-ad038638580b" providerId="ADAL" clId="{AFF04C3F-FB8D-48FB-8B16-BF32087FED57}" dt="2021-03-17T15:52:09.547" v="7054" actId="6549"/>
          <ac:spMkLst>
            <pc:docMk/>
            <pc:sldMk cId="0" sldId="290"/>
            <ac:spMk id="202756" creationId="{BC1BAC45-7D4D-4C3A-B60B-DAF210317E34}"/>
          </ac:spMkLst>
        </pc:spChg>
      </pc:sldChg>
      <pc:sldChg chg="add">
        <pc:chgData name="Alessandro Ortis" userId="dcdc90ed-3509-45f7-ac48-ad038638580b" providerId="ADAL" clId="{AFF04C3F-FB8D-48FB-8B16-BF32087FED57}" dt="2021-03-17T13:04:21.147" v="6783"/>
        <pc:sldMkLst>
          <pc:docMk/>
          <pc:sldMk cId="0" sldId="295"/>
        </pc:sldMkLst>
      </pc:sldChg>
      <pc:sldChg chg="addSp delSp modSp add mod modShow">
        <pc:chgData name="Alessandro Ortis" userId="dcdc90ed-3509-45f7-ac48-ad038638580b" providerId="ADAL" clId="{AFF04C3F-FB8D-48FB-8B16-BF32087FED57}" dt="2021-03-17T17:02:34.524" v="9251" actId="20577"/>
        <pc:sldMkLst>
          <pc:docMk/>
          <pc:sldMk cId="0" sldId="296"/>
        </pc:sldMkLst>
        <pc:spChg chg="add del mod">
          <ac:chgData name="Alessandro Ortis" userId="dcdc90ed-3509-45f7-ac48-ad038638580b" providerId="ADAL" clId="{AFF04C3F-FB8D-48FB-8B16-BF32087FED57}" dt="2021-03-17T15:19:31.001" v="6792" actId="478"/>
          <ac:spMkLst>
            <pc:docMk/>
            <pc:sldMk cId="0" sldId="296"/>
            <ac:spMk id="3" creationId="{4BF7AF39-9287-430D-A8FE-AA771922A4DB}"/>
          </ac:spMkLst>
        </pc:spChg>
        <pc:spChg chg="add mod">
          <ac:chgData name="Alessandro Ortis" userId="dcdc90ed-3509-45f7-ac48-ad038638580b" providerId="ADAL" clId="{AFF04C3F-FB8D-48FB-8B16-BF32087FED57}" dt="2021-03-17T15:19:51.946" v="6815" actId="20577"/>
          <ac:spMkLst>
            <pc:docMk/>
            <pc:sldMk cId="0" sldId="296"/>
            <ac:spMk id="8" creationId="{819271F6-BDEE-4BCF-8814-0180540D807C}"/>
          </ac:spMkLst>
        </pc:spChg>
        <pc:spChg chg="del">
          <ac:chgData name="Alessandro Ortis" userId="dcdc90ed-3509-45f7-ac48-ad038638580b" providerId="ADAL" clId="{AFF04C3F-FB8D-48FB-8B16-BF32087FED57}" dt="2021-03-17T15:19:27.550" v="6791" actId="478"/>
          <ac:spMkLst>
            <pc:docMk/>
            <pc:sldMk cId="0" sldId="296"/>
            <ac:spMk id="215042" creationId="{E501B266-2946-4947-BFDF-FB31056866FA}"/>
          </ac:spMkLst>
        </pc:spChg>
        <pc:spChg chg="mod">
          <ac:chgData name="Alessandro Ortis" userId="dcdc90ed-3509-45f7-ac48-ad038638580b" providerId="ADAL" clId="{AFF04C3F-FB8D-48FB-8B16-BF32087FED57}" dt="2021-03-17T17:02:34.524" v="9251" actId="20577"/>
          <ac:spMkLst>
            <pc:docMk/>
            <pc:sldMk cId="0" sldId="296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1:21.584" v="6823" actId="478"/>
          <ac:spMkLst>
            <pc:docMk/>
            <pc:sldMk cId="0" sldId="296"/>
            <ac:spMk id="215044" creationId="{0B22F51E-1CB5-4A1A-B93C-59426792A5C0}"/>
          </ac:spMkLst>
        </pc:spChg>
        <pc:spChg chg="mod">
          <ac:chgData name="Alessandro Ortis" userId="dcdc90ed-3509-45f7-ac48-ad038638580b" providerId="ADAL" clId="{AFF04C3F-FB8D-48FB-8B16-BF32087FED57}" dt="2021-03-17T16:05:03.782" v="7614" actId="14100"/>
          <ac:spMkLst>
            <pc:docMk/>
            <pc:sldMk cId="0" sldId="296"/>
            <ac:spMk id="215045" creationId="{BF84A1C8-7864-4106-9E68-90F707458EAE}"/>
          </ac:spMkLst>
        </pc:spChg>
      </pc:sldChg>
      <pc:sldChg chg="add del">
        <pc:chgData name="Alessandro Ortis" userId="dcdc90ed-3509-45f7-ac48-ad038638580b" providerId="ADAL" clId="{AFF04C3F-FB8D-48FB-8B16-BF32087FED57}" dt="2021-03-17T17:18:28.538" v="9327" actId="47"/>
        <pc:sldMkLst>
          <pc:docMk/>
          <pc:sldMk cId="0" sldId="299"/>
        </pc:sldMkLst>
      </pc:sldChg>
      <pc:sldChg chg="modSp add del mod">
        <pc:chgData name="Alessandro Ortis" userId="dcdc90ed-3509-45f7-ac48-ad038638580b" providerId="ADAL" clId="{AFF04C3F-FB8D-48FB-8B16-BF32087FED57}" dt="2021-03-17T17:18:34.469" v="9328" actId="47"/>
        <pc:sldMkLst>
          <pc:docMk/>
          <pc:sldMk cId="0" sldId="300"/>
        </pc:sldMkLst>
        <pc:spChg chg="mod">
          <ac:chgData name="Alessandro Ortis" userId="dcdc90ed-3509-45f7-ac48-ad038638580b" providerId="ADAL" clId="{AFF04C3F-FB8D-48FB-8B16-BF32087FED57}" dt="2021-03-17T16:33:58.623" v="9096" actId="255"/>
          <ac:spMkLst>
            <pc:docMk/>
            <pc:sldMk cId="0" sldId="300"/>
            <ac:spMk id="3" creationId="{89D3DCA3-6870-48A9-8990-4C650BC90434}"/>
          </ac:spMkLst>
        </pc:spChg>
      </pc:sldChg>
      <pc:sldChg chg="add del mod modShow">
        <pc:chgData name="Alessandro Ortis" userId="dcdc90ed-3509-45f7-ac48-ad038638580b" providerId="ADAL" clId="{AFF04C3F-FB8D-48FB-8B16-BF32087FED57}" dt="2021-03-17T15:43:30.094" v="6939" actId="47"/>
        <pc:sldMkLst>
          <pc:docMk/>
          <pc:sldMk cId="0" sldId="303"/>
        </pc:sldMkLst>
      </pc:sldChg>
      <pc:sldChg chg="add del mod modShow">
        <pc:chgData name="Alessandro Ortis" userId="dcdc90ed-3509-45f7-ac48-ad038638580b" providerId="ADAL" clId="{AFF04C3F-FB8D-48FB-8B16-BF32087FED57}" dt="2021-03-17T15:53:47.902" v="7086" actId="47"/>
        <pc:sldMkLst>
          <pc:docMk/>
          <pc:sldMk cId="0" sldId="304"/>
        </pc:sldMkLst>
      </pc:sldChg>
      <pc:sldChg chg="addSp delSp modSp add mod">
        <pc:chgData name="Alessandro Ortis" userId="dcdc90ed-3509-45f7-ac48-ad038638580b" providerId="ADAL" clId="{AFF04C3F-FB8D-48FB-8B16-BF32087FED57}" dt="2021-03-17T16:51:01.203" v="9247"/>
        <pc:sldMkLst>
          <pc:docMk/>
          <pc:sldMk cId="0" sldId="306"/>
        </pc:sldMkLst>
        <pc:spChg chg="mod">
          <ac:chgData name="Alessandro Ortis" userId="dcdc90ed-3509-45f7-ac48-ad038638580b" providerId="ADAL" clId="{AFF04C3F-FB8D-48FB-8B16-BF32087FED57}" dt="2021-03-17T16:49:21.807" v="9222" actId="14100"/>
          <ac:spMkLst>
            <pc:docMk/>
            <pc:sldMk cId="0" sldId="306"/>
            <ac:spMk id="4" creationId="{8508CAFB-8336-49C6-A419-B62230E7ADD4}"/>
          </ac:spMkLst>
        </pc:spChg>
        <pc:spChg chg="add del mod">
          <ac:chgData name="Alessandro Ortis" userId="dcdc90ed-3509-45f7-ac48-ad038638580b" providerId="ADAL" clId="{AFF04C3F-FB8D-48FB-8B16-BF32087FED57}" dt="2021-03-17T16:51:01.203" v="9247"/>
          <ac:spMkLst>
            <pc:docMk/>
            <pc:sldMk cId="0" sldId="306"/>
            <ac:spMk id="14" creationId="{0ECBD700-1A88-45D7-B9A1-86A6D0F433F1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53.566" v="9326" actId="255"/>
        <pc:sldMkLst>
          <pc:docMk/>
          <pc:sldMk cId="0" sldId="307"/>
        </pc:sldMkLst>
        <pc:spChg chg="add del">
          <ac:chgData name="Alessandro Ortis" userId="dcdc90ed-3509-45f7-ac48-ad038638580b" providerId="ADAL" clId="{AFF04C3F-FB8D-48FB-8B16-BF32087FED57}" dt="2021-03-17T16:48:10.027" v="9186"/>
          <ac:spMkLst>
            <pc:docMk/>
            <pc:sldMk cId="0" sldId="307"/>
            <ac:spMk id="3" creationId="{03078C43-0A32-4DAC-82F5-CA24FED677FC}"/>
          </ac:spMkLst>
        </pc:spChg>
        <pc:spChg chg="mod">
          <ac:chgData name="Alessandro Ortis" userId="dcdc90ed-3509-45f7-ac48-ad038638580b" providerId="ADAL" clId="{AFF04C3F-FB8D-48FB-8B16-BF32087FED57}" dt="2021-03-17T17:16:53.566" v="9326" actId="255"/>
          <ac:spMkLst>
            <pc:docMk/>
            <pc:sldMk cId="0" sldId="307"/>
            <ac:spMk id="4" creationId="{AC3205E2-5335-427B-9E98-F550BD46805E}"/>
          </ac:spMkLst>
        </pc:spChg>
      </pc:sldChg>
      <pc:sldChg chg="modSp mod">
        <pc:chgData name="Alessandro Ortis" userId="dcdc90ed-3509-45f7-ac48-ad038638580b" providerId="ADAL" clId="{AFF04C3F-FB8D-48FB-8B16-BF32087FED57}" dt="2021-03-15T17:49:59.808" v="6" actId="20577"/>
        <pc:sldMkLst>
          <pc:docMk/>
          <pc:sldMk cId="0" sldId="314"/>
        </pc:sldMkLst>
        <pc:spChg chg="mod">
          <ac:chgData name="Alessandro Ortis" userId="dcdc90ed-3509-45f7-ac48-ad038638580b" providerId="ADAL" clId="{AFF04C3F-FB8D-48FB-8B16-BF32087FED57}" dt="2021-03-15T17:49:59.808" v="6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0.872" v="21" actId="20577"/>
        <pc:sldMkLst>
          <pc:docMk/>
          <pc:sldMk cId="2738048506" sldId="394"/>
        </pc:sldMkLst>
        <pc:spChg chg="mod">
          <ac:chgData name="Alessandro Ortis" userId="dcdc90ed-3509-45f7-ac48-ad038638580b" providerId="ADAL" clId="{AFF04C3F-FB8D-48FB-8B16-BF32087FED57}" dt="2021-03-15T17:51:20.872" v="21" actId="20577"/>
          <ac:spMkLst>
            <pc:docMk/>
            <pc:sldMk cId="2738048506" sldId="39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7.179" v="22"/>
        <pc:sldMkLst>
          <pc:docMk/>
          <pc:sldMk cId="2924977588" sldId="395"/>
        </pc:sldMkLst>
        <pc:spChg chg="mod">
          <ac:chgData name="Alessandro Ortis" userId="dcdc90ed-3509-45f7-ac48-ad038638580b" providerId="ADAL" clId="{AFF04C3F-FB8D-48FB-8B16-BF32087FED57}" dt="2021-03-15T17:51:27.179" v="22"/>
          <ac:spMkLst>
            <pc:docMk/>
            <pc:sldMk cId="2924977588" sldId="395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0.302" v="24"/>
        <pc:sldMkLst>
          <pc:docMk/>
          <pc:sldMk cId="683425995" sldId="397"/>
        </pc:sldMkLst>
        <pc:spChg chg="mod">
          <ac:chgData name="Alessandro Ortis" userId="dcdc90ed-3509-45f7-ac48-ad038638580b" providerId="ADAL" clId="{AFF04C3F-FB8D-48FB-8B16-BF32087FED57}" dt="2021-03-15T17:51:30.302" v="24"/>
          <ac:spMkLst>
            <pc:docMk/>
            <pc:sldMk cId="683425995" sldId="39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4.838" v="27"/>
        <pc:sldMkLst>
          <pc:docMk/>
          <pc:sldMk cId="2198339724" sldId="398"/>
        </pc:sldMkLst>
        <pc:spChg chg="mod">
          <ac:chgData name="Alessandro Ortis" userId="dcdc90ed-3509-45f7-ac48-ad038638580b" providerId="ADAL" clId="{AFF04C3F-FB8D-48FB-8B16-BF32087FED57}" dt="2021-03-15T17:51:34.838" v="27"/>
          <ac:spMkLst>
            <pc:docMk/>
            <pc:sldMk cId="2198339724" sldId="39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3.317" v="26"/>
        <pc:sldMkLst>
          <pc:docMk/>
          <pc:sldMk cId="333178415" sldId="399"/>
        </pc:sldMkLst>
        <pc:spChg chg="mod">
          <ac:chgData name="Alessandro Ortis" userId="dcdc90ed-3509-45f7-ac48-ad038638580b" providerId="ADAL" clId="{AFF04C3F-FB8D-48FB-8B16-BF32087FED57}" dt="2021-03-15T17:51:33.317" v="26"/>
          <ac:spMkLst>
            <pc:docMk/>
            <pc:sldMk cId="333178415" sldId="39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8.848" v="23"/>
        <pc:sldMkLst>
          <pc:docMk/>
          <pc:sldMk cId="3447516178" sldId="400"/>
        </pc:sldMkLst>
        <pc:spChg chg="mod">
          <ac:chgData name="Alessandro Ortis" userId="dcdc90ed-3509-45f7-ac48-ad038638580b" providerId="ADAL" clId="{AFF04C3F-FB8D-48FB-8B16-BF32087FED57}" dt="2021-03-15T17:51:28.848" v="23"/>
          <ac:spMkLst>
            <pc:docMk/>
            <pc:sldMk cId="3447516178" sldId="40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1.704" v="25"/>
        <pc:sldMkLst>
          <pc:docMk/>
          <pc:sldMk cId="156078651" sldId="401"/>
        </pc:sldMkLst>
        <pc:spChg chg="mod">
          <ac:chgData name="Alessandro Ortis" userId="dcdc90ed-3509-45f7-ac48-ad038638580b" providerId="ADAL" clId="{AFF04C3F-FB8D-48FB-8B16-BF32087FED57}" dt="2021-03-15T17:51:31.704" v="25"/>
          <ac:spMkLst>
            <pc:docMk/>
            <pc:sldMk cId="156078651" sldId="401"/>
            <ac:spMk id="2" creationId="{00000000-0000-0000-0000-000000000000}"/>
          </ac:spMkLst>
        </pc:spChg>
      </pc:sldChg>
      <pc:sldChg chg="modSp add mod">
        <pc:chgData name="Alessandro Ortis" userId="dcdc90ed-3509-45f7-ac48-ad038638580b" providerId="ADAL" clId="{AFF04C3F-FB8D-48FB-8B16-BF32087FED57}" dt="2021-03-15T17:51:36.786" v="28"/>
        <pc:sldMkLst>
          <pc:docMk/>
          <pc:sldMk cId="3196518715" sldId="402"/>
        </pc:sldMkLst>
        <pc:spChg chg="mod">
          <ac:chgData name="Alessandro Ortis" userId="dcdc90ed-3509-45f7-ac48-ad038638580b" providerId="ADAL" clId="{AFF04C3F-FB8D-48FB-8B16-BF32087FED57}" dt="2021-03-15T17:51:36.786" v="28"/>
          <ac:spMkLst>
            <pc:docMk/>
            <pc:sldMk cId="3196518715" sldId="402"/>
            <ac:spMk id="2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7:58:24.372" v="384" actId="404"/>
        <pc:sldMkLst>
          <pc:docMk/>
          <pc:sldMk cId="2332336335" sldId="403"/>
        </pc:sldMkLst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4" creationId="{1BA1C674-6303-411C-8D67-50E6830680C4}"/>
          </ac:spMkLst>
        </pc:spChg>
        <pc:spChg chg="mod">
          <ac:chgData name="Alessandro Ortis" userId="dcdc90ed-3509-45f7-ac48-ad038638580b" providerId="ADAL" clId="{AFF04C3F-FB8D-48FB-8B16-BF32087FED57}" dt="2021-03-15T17:58:24.372" v="384" actId="404"/>
          <ac:spMkLst>
            <pc:docMk/>
            <pc:sldMk cId="2332336335" sldId="403"/>
            <ac:spMk id="5" creationId="{7D5B1907-E8F7-4716-B3B1-E8862E1D6D5C}"/>
          </ac:spMkLst>
        </pc:spChg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6" creationId="{82094211-5146-4B04-B9DA-4D9CF06C16FF}"/>
          </ac:spMkLst>
        </pc:spChg>
        <pc:spChg chg="add del mod">
          <ac:chgData name="Alessandro Ortis" userId="dcdc90ed-3509-45f7-ac48-ad038638580b" providerId="ADAL" clId="{AFF04C3F-FB8D-48FB-8B16-BF32087FED57}" dt="2021-03-15T17:56:33.131" v="363"/>
          <ac:spMkLst>
            <pc:docMk/>
            <pc:sldMk cId="2332336335" sldId="403"/>
            <ac:spMk id="7" creationId="{18A6237F-44ED-46AF-BB9D-73623C376040}"/>
          </ac:spMkLst>
        </pc:spChg>
        <pc:spChg chg="add mod">
          <ac:chgData name="Alessandro Ortis" userId="dcdc90ed-3509-45f7-ac48-ad038638580b" providerId="ADAL" clId="{AFF04C3F-FB8D-48FB-8B16-BF32087FED57}" dt="2021-03-15T17:57:37.446" v="379" actId="1076"/>
          <ac:spMkLst>
            <pc:docMk/>
            <pc:sldMk cId="2332336335" sldId="403"/>
            <ac:spMk id="8" creationId="{140C4040-6155-4E0C-8430-3745A095DFB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18:43.345" v="986"/>
        <pc:sldMkLst>
          <pc:docMk/>
          <pc:sldMk cId="1263704071" sldId="404"/>
        </pc:sldMkLst>
        <pc:spChg chg="add mod">
          <ac:chgData name="Alessandro Ortis" userId="dcdc90ed-3509-45f7-ac48-ad038638580b" providerId="ADAL" clId="{AFF04C3F-FB8D-48FB-8B16-BF32087FED57}" dt="2021-03-15T18:17:20.563" v="966" actId="1076"/>
          <ac:spMkLst>
            <pc:docMk/>
            <pc:sldMk cId="1263704071" sldId="404"/>
            <ac:spMk id="4" creationId="{AB50FD74-E2AE-4186-9108-91EAA8908816}"/>
          </ac:spMkLst>
        </pc:spChg>
        <pc:spChg chg="add mod">
          <ac:chgData name="Alessandro Ortis" userId="dcdc90ed-3509-45f7-ac48-ad038638580b" providerId="ADAL" clId="{AFF04C3F-FB8D-48FB-8B16-BF32087FED57}" dt="2021-03-15T18:17:18.942" v="965" actId="1076"/>
          <ac:spMkLst>
            <pc:docMk/>
            <pc:sldMk cId="1263704071" sldId="404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17:24.298" v="968" actId="1076"/>
          <ac:spMkLst>
            <pc:docMk/>
            <pc:sldMk cId="1263704071" sldId="404"/>
            <ac:spMk id="6" creationId="{6883AD09-34AB-4D9F-86CB-475E4296F3C1}"/>
          </ac:spMkLst>
        </pc:spChg>
        <pc:spChg chg="del">
          <ac:chgData name="Alessandro Ortis" userId="dcdc90ed-3509-45f7-ac48-ad038638580b" providerId="ADAL" clId="{AFF04C3F-FB8D-48FB-8B16-BF32087FED57}" dt="2021-03-15T18:07:55.986" v="803" actId="478"/>
          <ac:spMkLst>
            <pc:docMk/>
            <pc:sldMk cId="1263704071" sldId="404"/>
            <ac:spMk id="176137" creationId="{25A11B01-42AD-45AC-8FE2-3B4990ACF797}"/>
          </ac:spMkLst>
        </pc:spChg>
        <pc:graphicFrameChg chg="add del mod">
          <ac:chgData name="Alessandro Ortis" userId="dcdc90ed-3509-45f7-ac48-ad038638580b" providerId="ADAL" clId="{AFF04C3F-FB8D-48FB-8B16-BF32087FED57}" dt="2021-03-15T18:16:55" v="959"/>
          <ac:graphicFrameMkLst>
            <pc:docMk/>
            <pc:sldMk cId="1263704071" sldId="404"/>
            <ac:graphicFrameMk id="2" creationId="{7457EABC-ACEC-442D-926D-4A3D611DC478}"/>
          </ac:graphicFrameMkLst>
        </pc:graphicFrameChg>
        <pc:graphicFrameChg chg="add mod modGraphic">
          <ac:chgData name="Alessandro Ortis" userId="dcdc90ed-3509-45f7-ac48-ad038638580b" providerId="ADAL" clId="{AFF04C3F-FB8D-48FB-8B16-BF32087FED57}" dt="2021-03-15T18:18:43.345" v="986"/>
          <ac:graphicFrameMkLst>
            <pc:docMk/>
            <pc:sldMk cId="1263704071" sldId="404"/>
            <ac:graphicFrameMk id="3" creationId="{1D8073FD-51EB-474F-BA0A-BE3AB5026384}"/>
          </ac:graphicFrameMkLst>
        </pc:graphicFrameChg>
      </pc:sldChg>
      <pc:sldChg chg="addSp delSp modSp add mod">
        <pc:chgData name="Alessandro Ortis" userId="dcdc90ed-3509-45f7-ac48-ad038638580b" providerId="ADAL" clId="{AFF04C3F-FB8D-48FB-8B16-BF32087FED57}" dt="2021-03-15T18:21:02.005" v="1162" actId="1076"/>
        <pc:sldMkLst>
          <pc:docMk/>
          <pc:sldMk cId="1144034358" sldId="405"/>
        </pc:sldMkLst>
        <pc:spChg chg="del">
          <ac:chgData name="Alessandro Ortis" userId="dcdc90ed-3509-45f7-ac48-ad038638580b" providerId="ADAL" clId="{AFF04C3F-FB8D-48FB-8B16-BF32087FED57}" dt="2021-03-15T18:16:13.736" v="944" actId="478"/>
          <ac:spMkLst>
            <pc:docMk/>
            <pc:sldMk cId="1144034358" sldId="405"/>
            <ac:spMk id="4" creationId="{AB50FD74-E2AE-4186-9108-91EAA8908816}"/>
          </ac:spMkLst>
        </pc:spChg>
        <pc:spChg chg="del">
          <ac:chgData name="Alessandro Ortis" userId="dcdc90ed-3509-45f7-ac48-ad038638580b" providerId="ADAL" clId="{AFF04C3F-FB8D-48FB-8B16-BF32087FED57}" dt="2021-03-15T18:16:16.036" v="945" actId="478"/>
          <ac:spMkLst>
            <pc:docMk/>
            <pc:sldMk cId="1144034358" sldId="405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20:54.762" v="1161" actId="20577"/>
          <ac:spMkLst>
            <pc:docMk/>
            <pc:sldMk cId="1144034358" sldId="405"/>
            <ac:spMk id="6" creationId="{258080D9-E5F6-4148-86FF-A70D111E8BAA}"/>
          </ac:spMkLst>
        </pc:spChg>
        <pc:picChg chg="add mod">
          <ac:chgData name="Alessandro Ortis" userId="dcdc90ed-3509-45f7-ac48-ad038638580b" providerId="ADAL" clId="{AFF04C3F-FB8D-48FB-8B16-BF32087FED57}" dt="2021-03-15T18:21:02.005" v="1162" actId="1076"/>
          <ac:picMkLst>
            <pc:docMk/>
            <pc:sldMk cId="1144034358" sldId="405"/>
            <ac:picMk id="8" creationId="{1BAEBFE0-A876-4E93-BCEB-54487F72B966}"/>
          </ac:picMkLst>
        </pc:picChg>
      </pc:sldChg>
      <pc:sldChg chg="delSp modSp add mod ord">
        <pc:chgData name="Alessandro Ortis" userId="dcdc90ed-3509-45f7-ac48-ad038638580b" providerId="ADAL" clId="{AFF04C3F-FB8D-48FB-8B16-BF32087FED57}" dt="2021-03-15T18:25:31.063" v="1611"/>
        <pc:sldMkLst>
          <pc:docMk/>
          <pc:sldMk cId="4212648780" sldId="406"/>
        </pc:sldMkLst>
        <pc:spChg chg="mod">
          <ac:chgData name="Alessandro Ortis" userId="dcdc90ed-3509-45f7-ac48-ad038638580b" providerId="ADAL" clId="{AFF04C3F-FB8D-48FB-8B16-BF32087FED57}" dt="2021-03-15T18:23:56.592" v="1605" actId="20577"/>
          <ac:spMkLst>
            <pc:docMk/>
            <pc:sldMk cId="4212648780" sldId="406"/>
            <ac:spMk id="6" creationId="{258080D9-E5F6-4148-86FF-A70D111E8BAA}"/>
          </ac:spMkLst>
        </pc:spChg>
        <pc:picChg chg="del">
          <ac:chgData name="Alessandro Ortis" userId="dcdc90ed-3509-45f7-ac48-ad038638580b" providerId="ADAL" clId="{AFF04C3F-FB8D-48FB-8B16-BF32087FED57}" dt="2021-03-15T18:21:31.591" v="1164" actId="478"/>
          <ac:picMkLst>
            <pc:docMk/>
            <pc:sldMk cId="4212648780" sldId="406"/>
            <ac:picMk id="8" creationId="{1BAEBFE0-A876-4E93-BCEB-54487F72B966}"/>
          </ac:picMkLst>
        </pc:picChg>
      </pc:sldChg>
      <pc:sldChg chg="addSp delSp modSp add mod">
        <pc:chgData name="Alessandro Ortis" userId="dcdc90ed-3509-45f7-ac48-ad038638580b" providerId="ADAL" clId="{AFF04C3F-FB8D-48FB-8B16-BF32087FED57}" dt="2021-03-15T18:34:02.868" v="2080" actId="5793"/>
        <pc:sldMkLst>
          <pc:docMk/>
          <pc:sldMk cId="1977699529" sldId="407"/>
        </pc:sldMkLst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4" creationId="{D7CC2AC7-2420-451B-83D3-3FF936EB12FF}"/>
          </ac:spMkLst>
        </pc:spChg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34:02.868" v="2080" actId="5793"/>
          <ac:spMkLst>
            <pc:docMk/>
            <pc:sldMk cId="1977699529" sldId="407"/>
            <ac:spMk id="176137" creationId="{25A11B01-42AD-45AC-8FE2-3B4990ACF797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48:04.274" v="2387" actId="1076"/>
        <pc:sldMkLst>
          <pc:docMk/>
          <pc:sldMk cId="3928784828" sldId="408"/>
        </pc:sldMkLst>
        <pc:spChg chg="add mod">
          <ac:chgData name="Alessandro Ortis" userId="dcdc90ed-3509-45f7-ac48-ad038638580b" providerId="ADAL" clId="{AFF04C3F-FB8D-48FB-8B16-BF32087FED57}" dt="2021-03-15T18:48:04.274" v="2387" actId="1076"/>
          <ac:spMkLst>
            <pc:docMk/>
            <pc:sldMk cId="3928784828" sldId="408"/>
            <ac:spMk id="2" creationId="{EE29783B-3F18-4A2F-AFF6-C1BB7B0EE5B7}"/>
          </ac:spMkLst>
        </pc:spChg>
        <pc:spChg chg="mod">
          <ac:chgData name="Alessandro Ortis" userId="dcdc90ed-3509-45f7-ac48-ad038638580b" providerId="ADAL" clId="{AFF04C3F-FB8D-48FB-8B16-BF32087FED57}" dt="2021-03-15T18:46:56.758" v="2350" actId="1038"/>
          <ac:spMkLst>
            <pc:docMk/>
            <pc:sldMk cId="3928784828" sldId="408"/>
            <ac:spMk id="4" creationId="{D7CC2AC7-2420-451B-83D3-3FF936EB12FF}"/>
          </ac:spMkLst>
        </pc:spChg>
        <pc:spChg chg="mod">
          <ac:chgData name="Alessandro Ortis" userId="dcdc90ed-3509-45f7-ac48-ad038638580b" providerId="ADAL" clId="{AFF04C3F-FB8D-48FB-8B16-BF32087FED57}" dt="2021-03-15T18:47:24.051" v="2357" actId="6549"/>
          <ac:spMkLst>
            <pc:docMk/>
            <pc:sldMk cId="3928784828" sldId="408"/>
            <ac:spMk id="5" creationId="{B64EF885-D2A1-4DB3-89E7-93F4455078C8}"/>
          </ac:spMkLst>
        </pc:spChg>
        <pc:spChg chg="del">
          <ac:chgData name="Alessandro Ortis" userId="dcdc90ed-3509-45f7-ac48-ad038638580b" providerId="ADAL" clId="{AFF04C3F-FB8D-48FB-8B16-BF32087FED57}" dt="2021-03-15T18:34:07.568" v="2081" actId="478"/>
          <ac:spMkLst>
            <pc:docMk/>
            <pc:sldMk cId="3928784828" sldId="408"/>
            <ac:spMk id="176137" creationId="{25A11B01-42AD-45AC-8FE2-3B4990ACF797}"/>
          </ac:spMkLst>
        </pc:spChg>
      </pc:sldChg>
      <pc:sldChg chg="addSp modSp add del mod">
        <pc:chgData name="Alessandro Ortis" userId="dcdc90ed-3509-45f7-ac48-ad038638580b" providerId="ADAL" clId="{AFF04C3F-FB8D-48FB-8B16-BF32087FED57}" dt="2021-03-15T18:48:07.137" v="2388" actId="47"/>
        <pc:sldMkLst>
          <pc:docMk/>
          <pc:sldMk cId="202515483" sldId="409"/>
        </pc:sldMkLst>
        <pc:cxnChg chg="add mod">
          <ac:chgData name="Alessandro Ortis" userId="dcdc90ed-3509-45f7-ac48-ad038638580b" providerId="ADAL" clId="{AFF04C3F-FB8D-48FB-8B16-BF32087FED57}" dt="2021-03-15T18:47:17.558" v="2355" actId="1076"/>
          <ac:cxnSpMkLst>
            <pc:docMk/>
            <pc:sldMk cId="202515483" sldId="409"/>
            <ac:cxnSpMk id="3" creationId="{BCE33AD7-0F4B-4949-8F30-06FA7F096F36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5T18:50:06.395" v="2472" actId="20577"/>
        <pc:sldMkLst>
          <pc:docMk/>
          <pc:sldMk cId="3546405701" sldId="409"/>
        </pc:sldMkLst>
        <pc:spChg chg="del">
          <ac:chgData name="Alessandro Ortis" userId="dcdc90ed-3509-45f7-ac48-ad038638580b" providerId="ADAL" clId="{AFF04C3F-FB8D-48FB-8B16-BF32087FED57}" dt="2021-03-15T18:48:16.580" v="2391" actId="478"/>
          <ac:spMkLst>
            <pc:docMk/>
            <pc:sldMk cId="3546405701" sldId="409"/>
            <ac:spMk id="2" creationId="{EE29783B-3F18-4A2F-AFF6-C1BB7B0EE5B7}"/>
          </ac:spMkLst>
        </pc:spChg>
        <pc:spChg chg="add mod">
          <ac:chgData name="Alessandro Ortis" userId="dcdc90ed-3509-45f7-ac48-ad038638580b" providerId="ADAL" clId="{AFF04C3F-FB8D-48FB-8B16-BF32087FED57}" dt="2021-03-15T18:50:06.395" v="2472" actId="20577"/>
          <ac:spMkLst>
            <pc:docMk/>
            <pc:sldMk cId="3546405701" sldId="409"/>
            <ac:spMk id="8" creationId="{890E1BEA-BE6E-4A97-97F9-C94C5E571945}"/>
          </ac:spMkLst>
        </pc:spChg>
        <pc:cxnChg chg="add mod">
          <ac:chgData name="Alessandro Ortis" userId="dcdc90ed-3509-45f7-ac48-ad038638580b" providerId="ADAL" clId="{AFF04C3F-FB8D-48FB-8B16-BF32087FED57}" dt="2021-03-15T18:48:14.431" v="2390"/>
          <ac:cxnSpMkLst>
            <pc:docMk/>
            <pc:sldMk cId="3546405701" sldId="409"/>
            <ac:cxnSpMk id="6" creationId="{592DD083-830D-43BC-BD7F-19AF3393F742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6T18:08:29.188" v="3281" actId="113"/>
        <pc:sldMkLst>
          <pc:docMk/>
          <pc:sldMk cId="1715010115" sldId="410"/>
        </pc:sldMkLst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4" creationId="{D7CC2AC7-2420-451B-83D3-3FF936EB12FF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52:26.045" v="2499" actId="20577"/>
          <ac:spMkLst>
            <pc:docMk/>
            <pc:sldMk cId="1715010115" sldId="410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8" creationId="{890E1BEA-BE6E-4A97-97F9-C94C5E571945}"/>
          </ac:spMkLst>
        </pc:spChg>
        <pc:spChg chg="add mod">
          <ac:chgData name="Alessandro Ortis" userId="dcdc90ed-3509-45f7-ac48-ad038638580b" providerId="ADAL" clId="{AFF04C3F-FB8D-48FB-8B16-BF32087FED57}" dt="2021-03-16T18:02:42.106" v="2917" actId="14100"/>
          <ac:spMkLst>
            <pc:docMk/>
            <pc:sldMk cId="1715010115" sldId="410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6T18:08:29.188" v="3281" actId="113"/>
          <ac:spMkLst>
            <pc:docMk/>
            <pc:sldMk cId="1715010115" sldId="410"/>
            <ac:spMk id="10" creationId="{4218E95E-BD15-4B3A-A47A-D4E7A27D71F1}"/>
          </ac:spMkLst>
        </pc:spChg>
        <pc:spChg chg="add mod">
          <ac:chgData name="Alessandro Ortis" userId="dcdc90ed-3509-45f7-ac48-ad038638580b" providerId="ADAL" clId="{AFF04C3F-FB8D-48FB-8B16-BF32087FED57}" dt="2021-03-16T18:08:26.120" v="3280" actId="1076"/>
          <ac:spMkLst>
            <pc:docMk/>
            <pc:sldMk cId="1715010115" sldId="410"/>
            <ac:spMk id="11" creationId="{7CA751F5-2772-4E6B-B97E-87C757908922}"/>
          </ac:spMkLst>
        </pc:spChg>
        <pc:cxnChg chg="del">
          <ac:chgData name="Alessandro Ortis" userId="dcdc90ed-3509-45f7-ac48-ad038638580b" providerId="ADAL" clId="{AFF04C3F-FB8D-48FB-8B16-BF32087FED57}" dt="2021-03-15T18:52:19.770" v="2474" actId="478"/>
          <ac:cxnSpMkLst>
            <pc:docMk/>
            <pc:sldMk cId="1715010115" sldId="410"/>
            <ac:cxnSpMk id="6" creationId="{592DD083-830D-43BC-BD7F-19AF3393F742}"/>
          </ac:cxnSpMkLst>
        </pc:cxnChg>
      </pc:sldChg>
      <pc:sldChg chg="delSp modSp add mod">
        <pc:chgData name="Alessandro Ortis" userId="dcdc90ed-3509-45f7-ac48-ad038638580b" providerId="ADAL" clId="{AFF04C3F-FB8D-48FB-8B16-BF32087FED57}" dt="2021-03-16T18:10:48.920" v="3792" actId="27636"/>
        <pc:sldMkLst>
          <pc:docMk/>
          <pc:sldMk cId="644021039" sldId="411"/>
        </pc:sldMkLst>
        <pc:spChg chg="mod">
          <ac:chgData name="Alessandro Ortis" userId="dcdc90ed-3509-45f7-ac48-ad038638580b" providerId="ADAL" clId="{AFF04C3F-FB8D-48FB-8B16-BF32087FED57}" dt="2021-03-16T18:10:48.920" v="3792" actId="27636"/>
          <ac:spMkLst>
            <pc:docMk/>
            <pc:sldMk cId="644021039" sldId="411"/>
            <ac:spMk id="9" creationId="{214797AA-1E06-40F3-9082-FA8674EAD136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0" creationId="{4218E95E-BD15-4B3A-A47A-D4E7A27D71F1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1" creationId="{7CA751F5-2772-4E6B-B97E-87C757908922}"/>
          </ac:spMkLst>
        </pc:spChg>
      </pc:sldChg>
      <pc:sldChg chg="addSp modSp add mod">
        <pc:chgData name="Alessandro Ortis" userId="dcdc90ed-3509-45f7-ac48-ad038638580b" providerId="ADAL" clId="{AFF04C3F-FB8D-48FB-8B16-BF32087FED57}" dt="2021-03-17T16:34:40.954" v="9101" actId="1076"/>
        <pc:sldMkLst>
          <pc:docMk/>
          <pc:sldMk cId="3670246005" sldId="412"/>
        </pc:sldMkLst>
        <pc:spChg chg="mod">
          <ac:chgData name="Alessandro Ortis" userId="dcdc90ed-3509-45f7-ac48-ad038638580b" providerId="ADAL" clId="{AFF04C3F-FB8D-48FB-8B16-BF32087FED57}" dt="2021-03-16T18:11:14.411" v="3814" actId="20577"/>
          <ac:spMkLst>
            <pc:docMk/>
            <pc:sldMk cId="3670246005" sldId="412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7T16:34:38.498" v="9100" actId="20577"/>
          <ac:spMkLst>
            <pc:docMk/>
            <pc:sldMk cId="3670246005" sldId="412"/>
            <ac:spMk id="9" creationId="{214797AA-1E06-40F3-9082-FA8674EAD136}"/>
          </ac:spMkLst>
        </pc:spChg>
        <pc:picChg chg="add mod">
          <ac:chgData name="Alessandro Ortis" userId="dcdc90ed-3509-45f7-ac48-ad038638580b" providerId="ADAL" clId="{AFF04C3F-FB8D-48FB-8B16-BF32087FED57}" dt="2021-03-17T16:34:40.954" v="9101" actId="1076"/>
          <ac:picMkLst>
            <pc:docMk/>
            <pc:sldMk cId="3670246005" sldId="412"/>
            <ac:picMk id="4" creationId="{7B937681-E4FC-4ABB-BD34-00347968A6A7}"/>
          </ac:picMkLst>
        </pc:picChg>
      </pc:sldChg>
      <pc:sldChg chg="modSp add mod">
        <pc:chgData name="Alessandro Ortis" userId="dcdc90ed-3509-45f7-ac48-ad038638580b" providerId="ADAL" clId="{AFF04C3F-FB8D-48FB-8B16-BF32087FED57}" dt="2021-03-16T18:26:15.072" v="4847" actId="2710"/>
        <pc:sldMkLst>
          <pc:docMk/>
          <pc:sldMk cId="2458999474" sldId="413"/>
        </pc:sldMkLst>
        <pc:spChg chg="mod">
          <ac:chgData name="Alessandro Ortis" userId="dcdc90ed-3509-45f7-ac48-ad038638580b" providerId="ADAL" clId="{AFF04C3F-FB8D-48FB-8B16-BF32087FED57}" dt="2021-03-16T18:17:55.697" v="3860" actId="27636"/>
          <ac:spMkLst>
            <pc:docMk/>
            <pc:sldMk cId="2458999474" sldId="413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6T18:26:15.072" v="4847" actId="2710"/>
          <ac:spMkLst>
            <pc:docMk/>
            <pc:sldMk cId="2458999474" sldId="413"/>
            <ac:spMk id="9" creationId="{214797AA-1E06-40F3-9082-FA8674EAD136}"/>
          </ac:spMkLst>
        </pc:spChg>
      </pc:sldChg>
      <pc:sldChg chg="modSp add mod">
        <pc:chgData name="Alessandro Ortis" userId="dcdc90ed-3509-45f7-ac48-ad038638580b" providerId="ADAL" clId="{AFF04C3F-FB8D-48FB-8B16-BF32087FED57}" dt="2021-03-16T18:30:13.074" v="5179" actId="27636"/>
        <pc:sldMkLst>
          <pc:docMk/>
          <pc:sldMk cId="1297251117" sldId="414"/>
        </pc:sldMkLst>
        <pc:spChg chg="mod">
          <ac:chgData name="Alessandro Ortis" userId="dcdc90ed-3509-45f7-ac48-ad038638580b" providerId="ADAL" clId="{AFF04C3F-FB8D-48FB-8B16-BF32087FED57}" dt="2021-03-16T18:30:13.074" v="5179" actId="27636"/>
          <ac:spMkLst>
            <pc:docMk/>
            <pc:sldMk cId="1297251117" sldId="414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6:36.819" v="6457" actId="14100"/>
        <pc:sldMkLst>
          <pc:docMk/>
          <pc:sldMk cId="3686207558" sldId="415"/>
        </pc:sldMkLst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4" creationId="{09499160-023B-4424-AA3B-A13C181E0EF0}"/>
          </ac:spMkLst>
        </pc:spChg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5" creationId="{DEFC0459-B511-4F72-9361-B2850FAFCAAD}"/>
          </ac:spMkLst>
        </pc:spChg>
        <pc:spChg chg="add del mod">
          <ac:chgData name="Alessandro Ortis" userId="dcdc90ed-3509-45f7-ac48-ad038638580b" providerId="ADAL" clId="{AFF04C3F-FB8D-48FB-8B16-BF32087FED57}" dt="2021-03-17T10:47:38.515" v="6337" actId="478"/>
          <ac:spMkLst>
            <pc:docMk/>
            <pc:sldMk cId="3686207558" sldId="415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40:58.635" v="5465" actId="20577"/>
          <ac:spMkLst>
            <pc:docMk/>
            <pc:sldMk cId="3686207558" sldId="415"/>
            <ac:spMk id="7" creationId="{5991EEBF-DD52-410E-9C98-94BE471E4F4A}"/>
          </ac:spMkLst>
        </pc:spChg>
        <pc:spChg chg="add del mod">
          <ac:chgData name="Alessandro Ortis" userId="dcdc90ed-3509-45f7-ac48-ad038638580b" providerId="ADAL" clId="{AFF04C3F-FB8D-48FB-8B16-BF32087FED57}" dt="2021-03-17T10:47:40.307" v="6338" actId="478"/>
          <ac:spMkLst>
            <pc:docMk/>
            <pc:sldMk cId="3686207558" sldId="415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0:56:36.819" v="6457" actId="14100"/>
          <ac:spMkLst>
            <pc:docMk/>
            <pc:sldMk cId="3686207558" sldId="415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7T10:54:45.263" v="6446" actId="1076"/>
          <ac:spMkLst>
            <pc:docMk/>
            <pc:sldMk cId="3686207558" sldId="415"/>
            <ac:spMk id="10" creationId="{CAE76C9D-058E-4ACA-A35A-35BFDC17A614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2:45.957" v="6782" actId="123"/>
        <pc:sldMkLst>
          <pc:docMk/>
          <pc:sldMk cId="479589270" sldId="416"/>
        </pc:sldMkLst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4" creationId="{09499160-023B-4424-AA3B-A13C181E0EF0}"/>
          </ac:spMkLst>
        </pc:spChg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5" creationId="{DEFC0459-B511-4F72-9361-B2850FAFCAAD}"/>
          </ac:spMkLst>
        </pc:spChg>
        <pc:spChg chg="mod">
          <ac:chgData name="Alessandro Ortis" userId="dcdc90ed-3509-45f7-ac48-ad038638580b" providerId="ADAL" clId="{AFF04C3F-FB8D-48FB-8B16-BF32087FED57}" dt="2021-03-17T11:02:45.957" v="6782" actId="123"/>
          <ac:spMkLst>
            <pc:docMk/>
            <pc:sldMk cId="479589270" sldId="416"/>
            <ac:spMk id="9" creationId="{214797AA-1E06-40F3-9082-FA8674EAD136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1:01.089" v="6769" actId="20577"/>
        <pc:sldMkLst>
          <pc:docMk/>
          <pc:sldMk cId="2402355522" sldId="417"/>
        </pc:sldMkLst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6" creationId="{AF3B074D-D552-4ADD-97DA-4445264F47D9}"/>
          </ac:spMkLst>
        </pc:spChg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1:01:01.089" v="6769" actId="20577"/>
          <ac:spMkLst>
            <pc:docMk/>
            <pc:sldMk cId="2402355522" sldId="417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9:56.400" v="6740" actId="113"/>
        <pc:sldMkLst>
          <pc:docMk/>
          <pc:sldMk cId="1092163208" sldId="418"/>
        </pc:sldMkLst>
        <pc:spChg chg="add del mod">
          <ac:chgData name="Alessandro Ortis" userId="dcdc90ed-3509-45f7-ac48-ad038638580b" providerId="ADAL" clId="{AFF04C3F-FB8D-48FB-8B16-BF32087FED57}" dt="2021-03-17T10:56:23.262" v="6448" actId="478"/>
          <ac:spMkLst>
            <pc:docMk/>
            <pc:sldMk cId="1092163208" sldId="418"/>
            <ac:spMk id="3" creationId="{C9E37AA6-9118-4F74-902A-B232000594E6}"/>
          </ac:spMkLst>
        </pc:spChg>
        <pc:spChg chg="mod">
          <ac:chgData name="Alessandro Ortis" userId="dcdc90ed-3509-45f7-ac48-ad038638580b" providerId="ADAL" clId="{AFF04C3F-FB8D-48FB-8B16-BF32087FED57}" dt="2021-03-17T10:59:43.844" v="6734" actId="1076"/>
          <ac:spMkLst>
            <pc:docMk/>
            <pc:sldMk cId="1092163208" sldId="418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59:56.400" v="6740" actId="113"/>
          <ac:spMkLst>
            <pc:docMk/>
            <pc:sldMk cId="1092163208" sldId="418"/>
            <ac:spMk id="8" creationId="{B3C15787-7296-4AB3-AE89-1E5CE689B7F2}"/>
          </ac:spMkLst>
        </pc:spChg>
        <pc:spChg chg="del">
          <ac:chgData name="Alessandro Ortis" userId="dcdc90ed-3509-45f7-ac48-ad038638580b" providerId="ADAL" clId="{AFF04C3F-FB8D-48FB-8B16-BF32087FED57}" dt="2021-03-17T10:56:21.162" v="6447" actId="478"/>
          <ac:spMkLst>
            <pc:docMk/>
            <pc:sldMk cId="1092163208" sldId="418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04:55.311" v="7611" actId="208"/>
        <pc:sldMkLst>
          <pc:docMk/>
          <pc:sldMk cId="403641477" sldId="419"/>
        </pc:sldMkLst>
        <pc:spChg chg="add mod">
          <ac:chgData name="Alessandro Ortis" userId="dcdc90ed-3509-45f7-ac48-ad038638580b" providerId="ADAL" clId="{AFF04C3F-FB8D-48FB-8B16-BF32087FED57}" dt="2021-03-17T16:04:55.311" v="7611" actId="208"/>
          <ac:spMkLst>
            <pc:docMk/>
            <pc:sldMk cId="403641477" sldId="419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22:51.257" v="6856" actId="20577"/>
          <ac:spMkLst>
            <pc:docMk/>
            <pc:sldMk cId="403641477" sldId="419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3:00.879" v="6858" actId="478"/>
          <ac:spMkLst>
            <pc:docMk/>
            <pc:sldMk cId="403641477" sldId="419"/>
            <ac:spMk id="215045" creationId="{BF84A1C8-7864-4106-9E68-90F707458EAE}"/>
          </ac:spMkLst>
        </pc:spChg>
      </pc:sldChg>
      <pc:sldChg chg="modSp add mod">
        <pc:chgData name="Alessandro Ortis" userId="dcdc90ed-3509-45f7-ac48-ad038638580b" providerId="ADAL" clId="{AFF04C3F-FB8D-48FB-8B16-BF32087FED57}" dt="2021-03-17T15:53:24.852" v="7084" actId="6549"/>
        <pc:sldMkLst>
          <pc:docMk/>
          <pc:sldMk cId="798376485" sldId="420"/>
        </pc:sldMkLst>
        <pc:spChg chg="mod">
          <ac:chgData name="Alessandro Ortis" userId="dcdc90ed-3509-45f7-ac48-ad038638580b" providerId="ADAL" clId="{AFF04C3F-FB8D-48FB-8B16-BF32087FED57}" dt="2021-03-17T15:53:24.852" v="7084" actId="6549"/>
          <ac:spMkLst>
            <pc:docMk/>
            <pc:sldMk cId="798376485" sldId="420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52:42.041" v="7058" actId="1076"/>
          <ac:spMkLst>
            <pc:docMk/>
            <pc:sldMk cId="798376485" sldId="420"/>
            <ac:spMk id="8" creationId="{819271F6-BDEE-4BCF-8814-0180540D807C}"/>
          </ac:spMkLst>
        </pc:spChg>
        <pc:spChg chg="mod">
          <ac:chgData name="Alessandro Ortis" userId="dcdc90ed-3509-45f7-ac48-ad038638580b" providerId="ADAL" clId="{AFF04C3F-FB8D-48FB-8B16-BF32087FED57}" dt="2021-03-17T15:53:01.820" v="7079" actId="404"/>
          <ac:spMkLst>
            <pc:docMk/>
            <pc:sldMk cId="798376485" sldId="420"/>
            <ac:spMk id="215043" creationId="{507771F2-20D6-4736-86E3-005CFE35C2BD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07:54.166" v="7743" actId="6549"/>
        <pc:sldMkLst>
          <pc:docMk/>
          <pc:sldMk cId="1957110679" sldId="421"/>
        </pc:sldMkLst>
        <pc:spChg chg="del">
          <ac:chgData name="Alessandro Ortis" userId="dcdc90ed-3509-45f7-ac48-ad038638580b" providerId="ADAL" clId="{AFF04C3F-FB8D-48FB-8B16-BF32087FED57}" dt="2021-03-17T15:58:57.774" v="7088" actId="478"/>
          <ac:spMkLst>
            <pc:docMk/>
            <pc:sldMk cId="1957110679" sldId="421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6:07:54.166" v="7743" actId="6549"/>
          <ac:spMkLst>
            <pc:docMk/>
            <pc:sldMk cId="1957110679" sldId="421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18:06.424" v="8126"/>
        <pc:sldMkLst>
          <pc:docMk/>
          <pc:sldMk cId="3625126898" sldId="422"/>
        </pc:sldMkLst>
        <pc:spChg chg="add mod">
          <ac:chgData name="Alessandro Ortis" userId="dcdc90ed-3509-45f7-ac48-ad038638580b" providerId="ADAL" clId="{AFF04C3F-FB8D-48FB-8B16-BF32087FED57}" dt="2021-03-17T16:12:01.145" v="7988" actId="20577"/>
          <ac:spMkLst>
            <pc:docMk/>
            <pc:sldMk cId="3625126898" sldId="422"/>
            <ac:spMk id="4" creationId="{4B9BE565-A0FE-40FC-8CFE-7A9942C03498}"/>
          </ac:spMkLst>
        </pc:spChg>
        <pc:spChg chg="add mod">
          <ac:chgData name="Alessandro Ortis" userId="dcdc90ed-3509-45f7-ac48-ad038638580b" providerId="ADAL" clId="{AFF04C3F-FB8D-48FB-8B16-BF32087FED57}" dt="2021-03-17T16:13:36.156" v="8124" actId="1076"/>
          <ac:spMkLst>
            <pc:docMk/>
            <pc:sldMk cId="3625126898" sldId="422"/>
            <ac:spMk id="5" creationId="{65984521-567E-48C9-AE21-881D801AF35B}"/>
          </ac:spMkLst>
        </pc:spChg>
        <pc:spChg chg="add del mod">
          <ac:chgData name="Alessandro Ortis" userId="dcdc90ed-3509-45f7-ac48-ad038638580b" providerId="ADAL" clId="{AFF04C3F-FB8D-48FB-8B16-BF32087FED57}" dt="2021-03-17T16:18:06.424" v="8126"/>
          <ac:spMkLst>
            <pc:docMk/>
            <pc:sldMk cId="3625126898" sldId="422"/>
            <ac:spMk id="6" creationId="{65A63C6E-6310-4FBA-A3A7-5B2FB19A5A63}"/>
          </ac:spMkLst>
        </pc:spChg>
        <pc:spChg chg="del">
          <ac:chgData name="Alessandro Ortis" userId="dcdc90ed-3509-45f7-ac48-ad038638580b" providerId="ADAL" clId="{AFF04C3F-FB8D-48FB-8B16-BF32087FED57}" dt="2021-03-17T16:05:45.116" v="7616" actId="478"/>
          <ac:spMkLst>
            <pc:docMk/>
            <pc:sldMk cId="3625126898" sldId="422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47:26.309" v="9182" actId="20577"/>
        <pc:sldMkLst>
          <pc:docMk/>
          <pc:sldMk cId="1256816092" sldId="423"/>
        </pc:sldMkLst>
        <pc:spChg chg="mod">
          <ac:chgData name="Alessandro Ortis" userId="dcdc90ed-3509-45f7-ac48-ad038638580b" providerId="ADAL" clId="{AFF04C3F-FB8D-48FB-8B16-BF32087FED57}" dt="2021-03-17T16:26:33.526" v="9066" actId="403"/>
          <ac:spMkLst>
            <pc:docMk/>
            <pc:sldMk cId="1256816092" sldId="423"/>
            <ac:spMk id="4" creationId="{4B9BE565-A0FE-40FC-8CFE-7A9942C03498}"/>
          </ac:spMkLst>
        </pc:spChg>
        <pc:spChg chg="del">
          <ac:chgData name="Alessandro Ortis" userId="dcdc90ed-3509-45f7-ac48-ad038638580b" providerId="ADAL" clId="{AFF04C3F-FB8D-48FB-8B16-BF32087FED57}" dt="2021-03-17T16:18:17.774" v="8145" actId="478"/>
          <ac:spMkLst>
            <pc:docMk/>
            <pc:sldMk cId="1256816092" sldId="423"/>
            <ac:spMk id="5" creationId="{65984521-567E-48C9-AE21-881D801AF35B}"/>
          </ac:spMkLst>
        </pc:spChg>
        <pc:spChg chg="add mod">
          <ac:chgData name="Alessandro Ortis" userId="dcdc90ed-3509-45f7-ac48-ad038638580b" providerId="ADAL" clId="{AFF04C3F-FB8D-48FB-8B16-BF32087FED57}" dt="2021-03-17T16:20:39.654" v="8310" actId="20577"/>
          <ac:spMkLst>
            <pc:docMk/>
            <pc:sldMk cId="1256816092" sldId="423"/>
            <ac:spMk id="6" creationId="{33A00F08-9322-4BFA-A5C1-11E4584D74AE}"/>
          </ac:spMkLst>
        </pc:spChg>
        <pc:spChg chg="add mod">
          <ac:chgData name="Alessandro Ortis" userId="dcdc90ed-3509-45f7-ac48-ad038638580b" providerId="ADAL" clId="{AFF04C3F-FB8D-48FB-8B16-BF32087FED57}" dt="2021-03-17T16:47:26.309" v="9182" actId="20577"/>
          <ac:spMkLst>
            <pc:docMk/>
            <pc:sldMk cId="1256816092" sldId="423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18:14.116" v="8144" actId="20577"/>
          <ac:spMkLst>
            <pc:docMk/>
            <pc:sldMk cId="1256816092" sldId="423"/>
            <ac:spMk id="8" creationId="{819271F6-BDEE-4BCF-8814-0180540D807C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43:13.100" v="9151" actId="5793"/>
        <pc:sldMkLst>
          <pc:docMk/>
          <pc:sldMk cId="166479949" sldId="424"/>
        </pc:sldMkLst>
        <pc:spChg chg="mod">
          <ac:chgData name="Alessandro Ortis" userId="dcdc90ed-3509-45f7-ac48-ad038638580b" providerId="ADAL" clId="{AFF04C3F-FB8D-48FB-8B16-BF32087FED57}" dt="2021-03-17T16:43:13.100" v="9151" actId="5793"/>
          <ac:spMkLst>
            <pc:docMk/>
            <pc:sldMk cId="166479949" sldId="424"/>
            <ac:spMk id="6" creationId="{33A00F08-9322-4BFA-A5C1-11E4584D74AE}"/>
          </ac:spMkLst>
        </pc:spChg>
        <pc:spChg chg="del">
          <ac:chgData name="Alessandro Ortis" userId="dcdc90ed-3509-45f7-ac48-ad038638580b" providerId="ADAL" clId="{AFF04C3F-FB8D-48FB-8B16-BF32087FED57}" dt="2021-03-17T16:32:51.055" v="9092" actId="478"/>
          <ac:spMkLst>
            <pc:docMk/>
            <pc:sldMk cId="166479949" sldId="424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32:47.276" v="9091" actId="20577"/>
          <ac:spMkLst>
            <pc:docMk/>
            <pc:sldMk cId="166479949" sldId="424"/>
            <ac:spMk id="8" creationId="{819271F6-BDEE-4BCF-8814-0180540D807C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44.474" v="9325" actId="14100"/>
        <pc:sldMkLst>
          <pc:docMk/>
          <pc:sldMk cId="82593182" sldId="425"/>
        </pc:sldMkLst>
        <pc:spChg chg="del">
          <ac:chgData name="Alessandro Ortis" userId="dcdc90ed-3509-45f7-ac48-ad038638580b" providerId="ADAL" clId="{AFF04C3F-FB8D-48FB-8B16-BF32087FED57}" dt="2021-03-17T16:52:25.774" v="9250" actId="478"/>
          <ac:spMkLst>
            <pc:docMk/>
            <pc:sldMk cId="82593182" sldId="425"/>
            <ac:spMk id="4" creationId="{AC3205E2-5335-427B-9E98-F550BD46805E}"/>
          </ac:spMkLst>
        </pc:spChg>
        <pc:spChg chg="add del">
          <ac:chgData name="Alessandro Ortis" userId="dcdc90ed-3509-45f7-ac48-ad038638580b" providerId="ADAL" clId="{AFF04C3F-FB8D-48FB-8B16-BF32087FED57}" dt="2021-03-17T17:14:17.300" v="9253" actId="22"/>
          <ac:spMkLst>
            <pc:docMk/>
            <pc:sldMk cId="82593182" sldId="425"/>
            <ac:spMk id="14" creationId="{780DEFBC-9A6D-4320-9CC7-E02BDA7C47EC}"/>
          </ac:spMkLst>
        </pc:spChg>
        <pc:spChg chg="add mod">
          <ac:chgData name="Alessandro Ortis" userId="dcdc90ed-3509-45f7-ac48-ad038638580b" providerId="ADAL" clId="{AFF04C3F-FB8D-48FB-8B16-BF32087FED57}" dt="2021-03-17T17:16:44.474" v="9325" actId="14100"/>
          <ac:spMkLst>
            <pc:docMk/>
            <pc:sldMk cId="82593182" sldId="425"/>
            <ac:spMk id="15" creationId="{3FEC886E-31DA-4E9A-B67E-305BE3FE9869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7:19:26.413" v="9371" actId="20577"/>
        <pc:sldMkLst>
          <pc:docMk/>
          <pc:sldMk cId="1778699822" sldId="426"/>
        </pc:sldMkLst>
        <pc:spChg chg="mod">
          <ac:chgData name="Alessandro Ortis" userId="dcdc90ed-3509-45f7-ac48-ad038638580b" providerId="ADAL" clId="{AFF04C3F-FB8D-48FB-8B16-BF32087FED57}" dt="2021-03-17T17:18:45.742" v="9340" actId="20577"/>
          <ac:spMkLst>
            <pc:docMk/>
            <pc:sldMk cId="1778699822" sldId="426"/>
            <ac:spMk id="2" creationId="{4097D233-2A89-41E8-908E-E04715CB0C14}"/>
          </ac:spMkLst>
        </pc:spChg>
        <pc:spChg chg="mod">
          <ac:chgData name="Alessandro Ortis" userId="dcdc90ed-3509-45f7-ac48-ad038638580b" providerId="ADAL" clId="{AFF04C3F-FB8D-48FB-8B16-BF32087FED57}" dt="2021-03-17T17:19:26.413" v="9371" actId="20577"/>
          <ac:spMkLst>
            <pc:docMk/>
            <pc:sldMk cId="1778699822" sldId="426"/>
            <ac:spMk id="15" creationId="{3FEC886E-31DA-4E9A-B67E-305BE3FE9869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1" creationId="{3FFDD104-3F19-4832-9295-CD1B2427400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2" creationId="{A565445D-176F-4B1A-A4F5-1A78ADAE5563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3" creationId="{EEEAD6B3-8619-44FE-BAF7-6AB17D367D3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4" creationId="{BE9C110C-15BC-4F29-AAD0-0F51B6695293}"/>
          </ac:spMkLst>
        </pc:sp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2" creationId="{A95D7FAB-184F-4716-ABD4-B2BE87D9F9A6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3" creationId="{2F3FA0FB-C8CA-4A0C-8BE5-1938EFF28A31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9" creationId="{65B38070-C284-4B45-8649-6120C31686B4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1" creationId="{39CF96D6-8CE3-4405-87B7-CA1AF66C71BD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4" creationId="{F5F982D4-1DD7-43BC-94CE-ADBB97FFC7FC}"/>
          </ac:cxnSpMkLst>
        </pc:cxnChg>
      </pc:sldChg>
    </pc:docChg>
  </pc:docChgLst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DEC872F2-39AC-4D17-9BF1-E0DB3A934E7A}"/>
    <pc:docChg chg="undo custSel addSld delSld modSld">
      <pc:chgData name="Alessandro Ortis" userId="dcdc90ed-3509-45f7-ac48-ad038638580b" providerId="ADAL" clId="{DEC872F2-39AC-4D17-9BF1-E0DB3A934E7A}" dt="2021-05-11T16:41:54.586" v="406" actId="1076"/>
      <pc:docMkLst>
        <pc:docMk/>
      </pc:docMkLst>
      <pc:sldChg chg="modSp mod">
        <pc:chgData name="Alessandro Ortis" userId="dcdc90ed-3509-45f7-ac48-ad038638580b" providerId="ADAL" clId="{DEC872F2-39AC-4D17-9BF1-E0DB3A934E7A}" dt="2021-05-11T16:33:03.036" v="25" actId="14100"/>
        <pc:sldMkLst>
          <pc:docMk/>
          <pc:sldMk cId="0" sldId="256"/>
        </pc:sldMkLst>
        <pc:spChg chg="mod">
          <ac:chgData name="Alessandro Ortis" userId="dcdc90ed-3509-45f7-ac48-ad038638580b" providerId="ADAL" clId="{DEC872F2-39AC-4D17-9BF1-E0DB3A934E7A}" dt="2021-05-11T16:32:45.274" v="21" actId="2711"/>
          <ac:spMkLst>
            <pc:docMk/>
            <pc:sldMk cId="0" sldId="256"/>
            <ac:spMk id="3073" creationId="{04F2A7F8-87BE-493E-9A49-AAB3021D3FCB}"/>
          </ac:spMkLst>
        </pc:spChg>
        <pc:spChg chg="mod">
          <ac:chgData name="Alessandro Ortis" userId="dcdc90ed-3509-45f7-ac48-ad038638580b" providerId="ADAL" clId="{DEC872F2-39AC-4D17-9BF1-E0DB3A934E7A}" dt="2021-05-11T16:33:03.036" v="25" actId="14100"/>
          <ac:spMkLst>
            <pc:docMk/>
            <pc:sldMk cId="0" sldId="256"/>
            <ac:spMk id="3075" creationId="{52ACDD1A-9D64-40CB-AD37-8392A5302389}"/>
          </ac:spMkLst>
        </pc:spChg>
        <pc:spChg chg="mod">
          <ac:chgData name="Alessandro Ortis" userId="dcdc90ed-3509-45f7-ac48-ad038638580b" providerId="ADAL" clId="{DEC872F2-39AC-4D17-9BF1-E0DB3A934E7A}" dt="2021-05-11T16:32:56.872" v="23" actId="6549"/>
          <ac:spMkLst>
            <pc:docMk/>
            <pc:sldMk cId="0" sldId="256"/>
            <ac:spMk id="3076" creationId="{430ECFB0-F9CE-4B3C-B677-2F540EB43754}"/>
          </ac:spMkLst>
        </pc:spChg>
        <pc:spChg chg="mod">
          <ac:chgData name="Alessandro Ortis" userId="dcdc90ed-3509-45f7-ac48-ad038638580b" providerId="ADAL" clId="{DEC872F2-39AC-4D17-9BF1-E0DB3A934E7A}" dt="2021-05-11T16:32:54.697" v="22" actId="6549"/>
          <ac:spMkLst>
            <pc:docMk/>
            <pc:sldMk cId="0" sldId="256"/>
            <ac:spMk id="3078" creationId="{B2964453-C7D1-4FC8-A676-0BD5F380B5CA}"/>
          </ac:spMkLst>
        </pc:spChg>
        <pc:picChg chg="mod">
          <ac:chgData name="Alessandro Ortis" userId="dcdc90ed-3509-45f7-ac48-ad038638580b" providerId="ADAL" clId="{DEC872F2-39AC-4D17-9BF1-E0DB3A934E7A}" dt="2021-05-11T16:32:45.274" v="21" actId="2711"/>
          <ac:picMkLst>
            <pc:docMk/>
            <pc:sldMk cId="0" sldId="256"/>
            <ac:picMk id="3077" creationId="{D2B92CC5-5741-4206-B829-1CB9662731D1}"/>
          </ac:picMkLst>
        </pc:picChg>
      </pc:sldChg>
      <pc:sldChg chg="modSp mod">
        <pc:chgData name="Alessandro Ortis" userId="dcdc90ed-3509-45f7-ac48-ad038638580b" providerId="ADAL" clId="{DEC872F2-39AC-4D17-9BF1-E0DB3A934E7A}" dt="2021-05-11T16:38:19.767" v="173" actId="1076"/>
        <pc:sldMkLst>
          <pc:docMk/>
          <pc:sldMk cId="0" sldId="280"/>
        </pc:sldMkLst>
        <pc:spChg chg="mod">
          <ac:chgData name="Alessandro Ortis" userId="dcdc90ed-3509-45f7-ac48-ad038638580b" providerId="ADAL" clId="{DEC872F2-39AC-4D17-9BF1-E0DB3A934E7A}" dt="2021-05-11T16:38:14.345" v="171" actId="1076"/>
          <ac:spMkLst>
            <pc:docMk/>
            <pc:sldMk cId="0" sldId="280"/>
            <ac:spMk id="13315" creationId="{7262B216-A397-4BBB-BB38-0C9499DEE20A}"/>
          </ac:spMkLst>
        </pc:spChg>
        <pc:spChg chg="mod">
          <ac:chgData name="Alessandro Ortis" userId="dcdc90ed-3509-45f7-ac48-ad038638580b" providerId="ADAL" clId="{DEC872F2-39AC-4D17-9BF1-E0DB3A934E7A}" dt="2021-05-11T16:38:16.845" v="172" actId="1076"/>
          <ac:spMkLst>
            <pc:docMk/>
            <pc:sldMk cId="0" sldId="280"/>
            <ac:spMk id="13318" creationId="{82A372C0-5C36-4BF7-9495-F66C2B8EC3FA}"/>
          </ac:spMkLst>
        </pc:spChg>
        <pc:spChg chg="mod">
          <ac:chgData name="Alessandro Ortis" userId="dcdc90ed-3509-45f7-ac48-ad038638580b" providerId="ADAL" clId="{DEC872F2-39AC-4D17-9BF1-E0DB3A934E7A}" dt="2021-05-11T16:37:45.863" v="151" actId="2711"/>
          <ac:spMkLst>
            <pc:docMk/>
            <pc:sldMk cId="0" sldId="280"/>
            <ac:spMk id="174082" creationId="{A8C99112-970C-4550-9451-5F17F0444EA3}"/>
          </ac:spMkLst>
        </pc:spChg>
        <pc:picChg chg="mod">
          <ac:chgData name="Alessandro Ortis" userId="dcdc90ed-3509-45f7-ac48-ad038638580b" providerId="ADAL" clId="{DEC872F2-39AC-4D17-9BF1-E0DB3A934E7A}" dt="2021-05-11T16:38:19.767" v="173" actId="1076"/>
          <ac:picMkLst>
            <pc:docMk/>
            <pc:sldMk cId="0" sldId="280"/>
            <ac:picMk id="13316" creationId="{407E2B9F-5A84-4CC9-8C1A-536E62BA3AB5}"/>
          </ac:picMkLst>
        </pc:picChg>
        <pc:picChg chg="mod">
          <ac:chgData name="Alessandro Ortis" userId="dcdc90ed-3509-45f7-ac48-ad038638580b" providerId="ADAL" clId="{DEC872F2-39AC-4D17-9BF1-E0DB3A934E7A}" dt="2021-05-11T16:37:45.863" v="151" actId="2711"/>
          <ac:picMkLst>
            <pc:docMk/>
            <pc:sldMk cId="0" sldId="280"/>
            <ac:picMk id="13317" creationId="{3F5A5DDE-A5B2-4524-AEAC-18959A49048A}"/>
          </ac:picMkLst>
        </pc:picChg>
      </pc:sldChg>
      <pc:sldChg chg="addSp delSp modSp mod">
        <pc:chgData name="Alessandro Ortis" userId="dcdc90ed-3509-45f7-ac48-ad038638580b" providerId="ADAL" clId="{DEC872F2-39AC-4D17-9BF1-E0DB3A934E7A}" dt="2021-05-11T16:33:54.416" v="31" actId="2711"/>
        <pc:sldMkLst>
          <pc:docMk/>
          <pc:sldMk cId="0" sldId="281"/>
        </pc:sldMkLst>
        <pc:spChg chg="add del mod">
          <ac:chgData name="Alessandro Ortis" userId="dcdc90ed-3509-45f7-ac48-ad038638580b" providerId="ADAL" clId="{DEC872F2-39AC-4D17-9BF1-E0DB3A934E7A}" dt="2021-05-11T16:33:21.732" v="28" actId="478"/>
          <ac:spMkLst>
            <pc:docMk/>
            <pc:sldMk cId="0" sldId="281"/>
            <ac:spMk id="3" creationId="{ACC4255E-92C9-41B0-82E5-1B4189F1C713}"/>
          </ac:spMkLst>
        </pc:spChg>
        <pc:spChg chg="add mod">
          <ac:chgData name="Alessandro Ortis" userId="dcdc90ed-3509-45f7-ac48-ad038638580b" providerId="ADAL" clId="{DEC872F2-39AC-4D17-9BF1-E0DB3A934E7A}" dt="2021-05-11T16:33:22.114" v="29"/>
          <ac:spMkLst>
            <pc:docMk/>
            <pc:sldMk cId="0" sldId="281"/>
            <ac:spMk id="6" creationId="{A30D7ECC-3F12-40E1-AC47-DE98263947E2}"/>
          </ac:spMkLst>
        </pc:spChg>
        <pc:spChg chg="del">
          <ac:chgData name="Alessandro Ortis" userId="dcdc90ed-3509-45f7-ac48-ad038638580b" providerId="ADAL" clId="{DEC872F2-39AC-4D17-9BF1-E0DB3A934E7A}" dt="2021-05-11T16:33:18.204" v="27" actId="478"/>
          <ac:spMkLst>
            <pc:docMk/>
            <pc:sldMk cId="0" sldId="281"/>
            <ac:spMk id="3073" creationId="{485FE972-A72A-480E-AA0E-ECE8FD84BCBE}"/>
          </ac:spMkLst>
        </pc:spChg>
        <pc:spChg chg="mod">
          <ac:chgData name="Alessandro Ortis" userId="dcdc90ed-3509-45f7-ac48-ad038638580b" providerId="ADAL" clId="{DEC872F2-39AC-4D17-9BF1-E0DB3A934E7A}" dt="2021-05-11T16:33:54.416" v="31" actId="2711"/>
          <ac:spMkLst>
            <pc:docMk/>
            <pc:sldMk cId="0" sldId="281"/>
            <ac:spMk id="5123" creationId="{B39937A4-3275-4047-AE3E-32A10AFA154F}"/>
          </ac:spMkLst>
        </pc:spChg>
      </pc:sldChg>
      <pc:sldChg chg="modSp mod">
        <pc:chgData name="Alessandro Ortis" userId="dcdc90ed-3509-45f7-ac48-ad038638580b" providerId="ADAL" clId="{DEC872F2-39AC-4D17-9BF1-E0DB3A934E7A}" dt="2021-05-11T16:36:55.986" v="147" actId="123"/>
        <pc:sldMkLst>
          <pc:docMk/>
          <pc:sldMk cId="0" sldId="282"/>
        </pc:sldMkLst>
        <pc:spChg chg="mod">
          <ac:chgData name="Alessandro Ortis" userId="dcdc90ed-3509-45f7-ac48-ad038638580b" providerId="ADAL" clId="{DEC872F2-39AC-4D17-9BF1-E0DB3A934E7A}" dt="2021-05-11T16:34:38.998" v="37" actId="1076"/>
          <ac:spMkLst>
            <pc:docMk/>
            <pc:sldMk cId="0" sldId="282"/>
            <ac:spMk id="3073" creationId="{9228FDBF-357C-432B-B094-86D61B0223CE}"/>
          </ac:spMkLst>
        </pc:spChg>
        <pc:spChg chg="mod">
          <ac:chgData name="Alessandro Ortis" userId="dcdc90ed-3509-45f7-ac48-ad038638580b" providerId="ADAL" clId="{DEC872F2-39AC-4D17-9BF1-E0DB3A934E7A}" dt="2021-05-11T16:36:55.986" v="147" actId="123"/>
          <ac:spMkLst>
            <pc:docMk/>
            <pc:sldMk cId="0" sldId="282"/>
            <ac:spMk id="7171" creationId="{610DE568-B6E8-48BE-8D87-3F42C26D4144}"/>
          </ac:spMkLst>
        </pc:spChg>
      </pc:sldChg>
      <pc:sldChg chg="addSp delSp modSp mod">
        <pc:chgData name="Alessandro Ortis" userId="dcdc90ed-3509-45f7-ac48-ad038638580b" providerId="ADAL" clId="{DEC872F2-39AC-4D17-9BF1-E0DB3A934E7A}" dt="2021-05-11T16:35:20.592" v="58" actId="1076"/>
        <pc:sldMkLst>
          <pc:docMk/>
          <pc:sldMk cId="0" sldId="284"/>
        </pc:sldMkLst>
        <pc:spChg chg="add del mod">
          <ac:chgData name="Alessandro Ortis" userId="dcdc90ed-3509-45f7-ac48-ad038638580b" providerId="ADAL" clId="{DEC872F2-39AC-4D17-9BF1-E0DB3A934E7A}" dt="2021-05-11T16:34:46.716" v="41" actId="478"/>
          <ac:spMkLst>
            <pc:docMk/>
            <pc:sldMk cId="0" sldId="284"/>
            <ac:spMk id="3" creationId="{D69336DC-D57E-4672-8C27-77F3ECC5300A}"/>
          </ac:spMkLst>
        </pc:spChg>
        <pc:spChg chg="add del mod">
          <ac:chgData name="Alessandro Ortis" userId="dcdc90ed-3509-45f7-ac48-ad038638580b" providerId="ADAL" clId="{DEC872F2-39AC-4D17-9BF1-E0DB3A934E7A}" dt="2021-05-11T16:34:45.409" v="40"/>
          <ac:spMkLst>
            <pc:docMk/>
            <pc:sldMk cId="0" sldId="284"/>
            <ac:spMk id="6" creationId="{424F9DAB-F0D5-45B4-A9DA-F0E118DCD535}"/>
          </ac:spMkLst>
        </pc:spChg>
        <pc:spChg chg="add mod">
          <ac:chgData name="Alessandro Ortis" userId="dcdc90ed-3509-45f7-ac48-ad038638580b" providerId="ADAL" clId="{DEC872F2-39AC-4D17-9BF1-E0DB3A934E7A}" dt="2021-05-11T16:34:46.942" v="42"/>
          <ac:spMkLst>
            <pc:docMk/>
            <pc:sldMk cId="0" sldId="284"/>
            <ac:spMk id="7" creationId="{6E07246D-39A4-4042-8841-CB3759BB4DFC}"/>
          </ac:spMkLst>
        </pc:spChg>
        <pc:spChg chg="del">
          <ac:chgData name="Alessandro Ortis" userId="dcdc90ed-3509-45f7-ac48-ad038638580b" providerId="ADAL" clId="{DEC872F2-39AC-4D17-9BF1-E0DB3A934E7A}" dt="2021-05-11T16:34:43.584" v="38" actId="478"/>
          <ac:spMkLst>
            <pc:docMk/>
            <pc:sldMk cId="0" sldId="284"/>
            <ac:spMk id="3073" creationId="{C84E946E-B287-4B1F-A0BB-4BCF7E103976}"/>
          </ac:spMkLst>
        </pc:spChg>
        <pc:spChg chg="mod">
          <ac:chgData name="Alessandro Ortis" userId="dcdc90ed-3509-45f7-ac48-ad038638580b" providerId="ADAL" clId="{DEC872F2-39AC-4D17-9BF1-E0DB3A934E7A}" dt="2021-05-11T16:35:20.592" v="58" actId="1076"/>
          <ac:spMkLst>
            <pc:docMk/>
            <pc:sldMk cId="0" sldId="284"/>
            <ac:spMk id="9219" creationId="{9110AFED-1F57-40D0-B160-8C7660D5C619}"/>
          </ac:spMkLst>
        </pc:spChg>
      </pc:sldChg>
      <pc:sldChg chg="modSp mod">
        <pc:chgData name="Alessandro Ortis" userId="dcdc90ed-3509-45f7-ac48-ad038638580b" providerId="ADAL" clId="{DEC872F2-39AC-4D17-9BF1-E0DB3A934E7A}" dt="2021-05-11T16:36:28.757" v="145" actId="20577"/>
        <pc:sldMkLst>
          <pc:docMk/>
          <pc:sldMk cId="0" sldId="285"/>
        </pc:sldMkLst>
        <pc:spChg chg="mod">
          <ac:chgData name="Alessandro Ortis" userId="dcdc90ed-3509-45f7-ac48-ad038638580b" providerId="ADAL" clId="{DEC872F2-39AC-4D17-9BF1-E0DB3A934E7A}" dt="2021-05-11T16:35:39.118" v="61" actId="1076"/>
          <ac:spMkLst>
            <pc:docMk/>
            <pc:sldMk cId="0" sldId="285"/>
            <ac:spMk id="3073" creationId="{6D593E0E-6476-4784-A4BF-B7A862BF695F}"/>
          </ac:spMkLst>
        </pc:spChg>
        <pc:spChg chg="mod">
          <ac:chgData name="Alessandro Ortis" userId="dcdc90ed-3509-45f7-ac48-ad038638580b" providerId="ADAL" clId="{DEC872F2-39AC-4D17-9BF1-E0DB3A934E7A}" dt="2021-05-11T16:36:28.757" v="145" actId="20577"/>
          <ac:spMkLst>
            <pc:docMk/>
            <pc:sldMk cId="0" sldId="285"/>
            <ac:spMk id="11267" creationId="{EBFEC43E-05A1-4EEA-BEAC-169C1AB0AEF1}"/>
          </ac:spMkLst>
        </pc:spChg>
      </pc:sldChg>
      <pc:sldChg chg="modSp mod">
        <pc:chgData name="Alessandro Ortis" userId="dcdc90ed-3509-45f7-ac48-ad038638580b" providerId="ADAL" clId="{DEC872F2-39AC-4D17-9BF1-E0DB3A934E7A}" dt="2021-05-11T16:38:48.539" v="175" actId="2711"/>
        <pc:sldMkLst>
          <pc:docMk/>
          <pc:sldMk cId="0" sldId="286"/>
        </pc:sldMkLst>
        <pc:spChg chg="mod">
          <ac:chgData name="Alessandro Ortis" userId="dcdc90ed-3509-45f7-ac48-ad038638580b" providerId="ADAL" clId="{DEC872F2-39AC-4D17-9BF1-E0DB3A934E7A}" dt="2021-05-11T16:38:45.374" v="174" actId="108"/>
          <ac:spMkLst>
            <pc:docMk/>
            <pc:sldMk cId="0" sldId="286"/>
            <ac:spMk id="2" creationId="{AC0622A9-75C6-410C-9B19-4DD3B0DD1FD0}"/>
          </ac:spMkLst>
        </pc:spChg>
        <pc:spChg chg="mod">
          <ac:chgData name="Alessandro Ortis" userId="dcdc90ed-3509-45f7-ac48-ad038638580b" providerId="ADAL" clId="{DEC872F2-39AC-4D17-9BF1-E0DB3A934E7A}" dt="2021-05-11T16:38:48.539" v="175" actId="2711"/>
          <ac:spMkLst>
            <pc:docMk/>
            <pc:sldMk cId="0" sldId="286"/>
            <ac:spMk id="15363" creationId="{7ADA357A-6B42-4A90-A318-76EDE385EF7E}"/>
          </ac:spMkLst>
        </pc:spChg>
      </pc:sldChg>
      <pc:sldChg chg="modSp mod">
        <pc:chgData name="Alessandro Ortis" userId="dcdc90ed-3509-45f7-ac48-ad038638580b" providerId="ADAL" clId="{DEC872F2-39AC-4D17-9BF1-E0DB3A934E7A}" dt="2021-05-11T16:39:39.371" v="189" actId="20577"/>
        <pc:sldMkLst>
          <pc:docMk/>
          <pc:sldMk cId="0" sldId="287"/>
        </pc:sldMkLst>
        <pc:spChg chg="mod">
          <ac:chgData name="Alessandro Ortis" userId="dcdc90ed-3509-45f7-ac48-ad038638580b" providerId="ADAL" clId="{DEC872F2-39AC-4D17-9BF1-E0DB3A934E7A}" dt="2021-05-11T16:39:09.290" v="177" actId="20577"/>
          <ac:spMkLst>
            <pc:docMk/>
            <pc:sldMk cId="0" sldId="287"/>
            <ac:spMk id="2" creationId="{8C2F9160-1462-454C-8B05-0A68489C5072}"/>
          </ac:spMkLst>
        </pc:spChg>
        <pc:spChg chg="mod">
          <ac:chgData name="Alessandro Ortis" userId="dcdc90ed-3509-45f7-ac48-ad038638580b" providerId="ADAL" clId="{DEC872F2-39AC-4D17-9BF1-E0DB3A934E7A}" dt="2021-05-11T16:39:39.371" v="189" actId="20577"/>
          <ac:spMkLst>
            <pc:docMk/>
            <pc:sldMk cId="0" sldId="287"/>
            <ac:spMk id="16387" creationId="{1CA810C2-1A69-4765-BBC9-BD73A4FA7363}"/>
          </ac:spMkLst>
        </pc:spChg>
      </pc:sldChg>
      <pc:sldChg chg="modSp mod">
        <pc:chgData name="Alessandro Ortis" userId="dcdc90ed-3509-45f7-ac48-ad038638580b" providerId="ADAL" clId="{DEC872F2-39AC-4D17-9BF1-E0DB3A934E7A}" dt="2021-05-11T16:41:54.586" v="406" actId="1076"/>
        <pc:sldMkLst>
          <pc:docMk/>
          <pc:sldMk cId="0" sldId="288"/>
        </pc:sldMkLst>
        <pc:spChg chg="mod">
          <ac:chgData name="Alessandro Ortis" userId="dcdc90ed-3509-45f7-ac48-ad038638580b" providerId="ADAL" clId="{DEC872F2-39AC-4D17-9BF1-E0DB3A934E7A}" dt="2021-05-11T16:41:48.674" v="405" actId="6549"/>
          <ac:spMkLst>
            <pc:docMk/>
            <pc:sldMk cId="0" sldId="288"/>
            <ac:spMk id="2" creationId="{BD580F74-149F-4451-A623-D5E4A10F73D0}"/>
          </ac:spMkLst>
        </pc:spChg>
        <pc:spChg chg="mod">
          <ac:chgData name="Alessandro Ortis" userId="dcdc90ed-3509-45f7-ac48-ad038638580b" providerId="ADAL" clId="{DEC872F2-39AC-4D17-9BF1-E0DB3A934E7A}" dt="2021-05-11T16:41:54.586" v="406" actId="1076"/>
          <ac:spMkLst>
            <pc:docMk/>
            <pc:sldMk cId="0" sldId="288"/>
            <ac:spMk id="3" creationId="{12AA2650-51F9-4D0C-B85B-9F4753D91D30}"/>
          </ac:spMkLst>
        </pc:spChg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0" sldId="301"/>
        </pc:sldMkLst>
      </pc:sldChg>
      <pc:sldChg chg="modSp mod">
        <pc:chgData name="Alessandro Ortis" userId="dcdc90ed-3509-45f7-ac48-ad038638580b" providerId="ADAL" clId="{DEC872F2-39AC-4D17-9BF1-E0DB3A934E7A}" dt="2021-05-11T16:32:12.957" v="10" actId="20577"/>
        <pc:sldMkLst>
          <pc:docMk/>
          <pc:sldMk cId="0" sldId="314"/>
        </pc:sldMkLst>
        <pc:spChg chg="mod">
          <ac:chgData name="Alessandro Ortis" userId="dcdc90ed-3509-45f7-ac48-ad038638580b" providerId="ADAL" clId="{DEC872F2-39AC-4D17-9BF1-E0DB3A934E7A}" dt="2021-05-11T16:32:12.957" v="10" actId="20577"/>
          <ac:spMkLst>
            <pc:docMk/>
            <pc:sldMk cId="0" sldId="314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DEC872F2-39AC-4D17-9BF1-E0DB3A934E7A}" dt="2021-05-11T16:41:41.432" v="404" actId="47"/>
        <pc:sldMkLst>
          <pc:docMk/>
          <pc:sldMk cId="2738048506" sldId="394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2524756841" sldId="397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1179879408" sldId="399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259701594" sldId="400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615126825" sldId="401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197970936" sldId="402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4264202486" sldId="403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585833530" sldId="404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1795741948" sldId="405"/>
        </pc:sldMkLst>
      </pc:sldChg>
    </pc:docChg>
  </pc:docChgLst>
  <pc:docChgLst>
    <pc:chgData name="Alessandro Ortis" userId="dcdc90ed-3509-45f7-ac48-ad038638580b" providerId="ADAL" clId="{9FDFF7EF-5203-440B-ABA1-EEF90ABE76C0}"/>
    <pc:docChg chg="modSld">
      <pc:chgData name="Alessandro Ortis" userId="dcdc90ed-3509-45f7-ac48-ad038638580b" providerId="ADAL" clId="{9FDFF7EF-5203-440B-ABA1-EEF90ABE76C0}" dt="2021-05-24T09:01:11.126" v="42" actId="20577"/>
      <pc:docMkLst>
        <pc:docMk/>
      </pc:docMkLst>
      <pc:sldChg chg="modSp mod">
        <pc:chgData name="Alessandro Ortis" userId="dcdc90ed-3509-45f7-ac48-ad038638580b" providerId="ADAL" clId="{9FDFF7EF-5203-440B-ABA1-EEF90ABE76C0}" dt="2021-05-24T09:00:39.174" v="18" actId="20577"/>
        <pc:sldMkLst>
          <pc:docMk/>
          <pc:sldMk cId="0" sldId="287"/>
        </pc:sldMkLst>
        <pc:spChg chg="mod">
          <ac:chgData name="Alessandro Ortis" userId="dcdc90ed-3509-45f7-ac48-ad038638580b" providerId="ADAL" clId="{9FDFF7EF-5203-440B-ABA1-EEF90ABE76C0}" dt="2021-05-24T09:00:39.174" v="18" actId="20577"/>
          <ac:spMkLst>
            <pc:docMk/>
            <pc:sldMk cId="0" sldId="287"/>
            <ac:spMk id="16387" creationId="{1CA810C2-1A69-4765-BBC9-BD73A4FA7363}"/>
          </ac:spMkLst>
        </pc:spChg>
      </pc:sldChg>
      <pc:sldChg chg="modSp">
        <pc:chgData name="Alessandro Ortis" userId="dcdc90ed-3509-45f7-ac48-ad038638580b" providerId="ADAL" clId="{9FDFF7EF-5203-440B-ABA1-EEF90ABE76C0}" dt="2021-05-24T09:01:11.126" v="42" actId="20577"/>
        <pc:sldMkLst>
          <pc:docMk/>
          <pc:sldMk cId="0" sldId="288"/>
        </pc:sldMkLst>
        <pc:spChg chg="mod">
          <ac:chgData name="Alessandro Ortis" userId="dcdc90ed-3509-45f7-ac48-ad038638580b" providerId="ADAL" clId="{9FDFF7EF-5203-440B-ABA1-EEF90ABE76C0}" dt="2021-05-24T09:01:11.126" v="42" actId="20577"/>
          <ac:spMkLst>
            <pc:docMk/>
            <pc:sldMk cId="0" sldId="288"/>
            <ac:spMk id="3" creationId="{12AA2650-51F9-4D0C-B85B-9F4753D91D30}"/>
          </ac:spMkLst>
        </pc:sp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7BEA0D1E-78C9-4D4B-90BA-D9FF166E2D77}"/>
    <pc:docChg chg="custSel addSld modSld">
      <pc:chgData name="Alessandro Ortis" userId="dcdc90ed-3509-45f7-ac48-ad038638580b" providerId="ADAL" clId="{7BEA0D1E-78C9-4D4B-90BA-D9FF166E2D77}" dt="2022-05-15T08:45:00.822" v="281" actId="6549"/>
      <pc:docMkLst>
        <pc:docMk/>
      </pc:docMkLst>
      <pc:sldChg chg="modSp add mod">
        <pc:chgData name="Alessandro Ortis" userId="dcdc90ed-3509-45f7-ac48-ad038638580b" providerId="ADAL" clId="{7BEA0D1E-78C9-4D4B-90BA-D9FF166E2D77}" dt="2022-05-15T08:45:00.822" v="281" actId="6549"/>
        <pc:sldMkLst>
          <pc:docMk/>
          <pc:sldMk cId="731084981" sldId="315"/>
        </pc:sldMkLst>
        <pc:spChg chg="mod">
          <ac:chgData name="Alessandro Ortis" userId="dcdc90ed-3509-45f7-ac48-ad038638580b" providerId="ADAL" clId="{7BEA0D1E-78C9-4D4B-90BA-D9FF166E2D77}" dt="2022-05-15T08:43:05.646" v="8" actId="20577"/>
          <ac:spMkLst>
            <pc:docMk/>
            <pc:sldMk cId="731084981" sldId="315"/>
            <ac:spMk id="2" creationId="{8C2F9160-1462-454C-8B05-0A68489C5072}"/>
          </ac:spMkLst>
        </pc:spChg>
        <pc:spChg chg="mod">
          <ac:chgData name="Alessandro Ortis" userId="dcdc90ed-3509-45f7-ac48-ad038638580b" providerId="ADAL" clId="{7BEA0D1E-78C9-4D4B-90BA-D9FF166E2D77}" dt="2022-05-15T08:45:00.822" v="281" actId="6549"/>
          <ac:spMkLst>
            <pc:docMk/>
            <pc:sldMk cId="731084981" sldId="315"/>
            <ac:spMk id="16387" creationId="{1CA810C2-1A69-4765-BBC9-BD73A4FA7363}"/>
          </ac:spMkLst>
        </pc:spChg>
      </pc:sldChg>
    </pc:docChg>
  </pc:docChgLst>
  <pc:docChgLst>
    <pc:chgData name="Alessandro Ortis" userId="dcdc90ed-3509-45f7-ac48-ad038638580b" providerId="ADAL" clId="{FC25FC09-5746-4510-9F18-701AAFBE41D2}"/>
    <pc:docChg chg="undo custSel addSld delSld modSld sldOrd">
      <pc:chgData name="Alessandro Ortis" userId="dcdc90ed-3509-45f7-ac48-ad038638580b" providerId="ADAL" clId="{FC25FC09-5746-4510-9F18-701AAFBE41D2}" dt="2021-03-12T15:32:01.031" v="5492" actId="2057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3-11T09:26:55.623" v="989" actId="2711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mod">
        <pc:chgData name="Alessandro Ortis" userId="dcdc90ed-3509-45f7-ac48-ad038638580b" providerId="ADAL" clId="{FC25FC09-5746-4510-9F18-701AAFBE41D2}" dt="2021-03-11T09:27:18.111" v="992" actId="2711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23.141" v="1004" actId="14100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32.879" v="1009" actId="2711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10T15:47:47.934" v="239" actId="1076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1T09:28:27.528" v="1006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1T09:28:32.879" v="1009" actId="2711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03.902" v="1012" actId="2711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mod">
        <pc:chgData name="Alessandro Ortis" userId="dcdc90ed-3509-45f7-ac48-ad038638580b" providerId="ADAL" clId="{FC25FC09-5746-4510-9F18-701AAFBE41D2}" dt="2021-03-11T09:29:23.792" v="1015" actId="2711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3-11T09:29:44.246" v="1017" actId="2711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0T16:05:03.280" v="761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29:56.792" v="1019" actId="2711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16.728" v="1022" actId="2711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mod modAnim">
        <pc:chgData name="Alessandro Ortis" userId="dcdc90ed-3509-45f7-ac48-ad038638580b" providerId="ADAL" clId="{FC25FC09-5746-4510-9F18-701AAFBE41D2}" dt="2021-03-11T09:30:33.813" v="1023" actId="2711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09:30:46.795" v="1027" actId="14100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55.356" v="1028" actId="2711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7" creationId="{BE7769F0-1E5E-4D0D-B39C-28EAF4CE282B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04.494" v="1030" actId="27636"/>
        <pc:sldMkLst>
          <pc:docMk/>
          <pc:sldMk cId="0" sldId="291"/>
        </pc:sldMkLst>
        <pc:spChg chg="mod">
          <ac:chgData name="Alessandro Ortis" userId="dcdc90ed-3509-45f7-ac48-ad038638580b" providerId="ADAL" clId="{FC25FC09-5746-4510-9F18-701AAFBE41D2}" dt="2021-03-11T09:31:04.494" v="1030" actId="27636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7" creationId="{04ACA393-AB56-4E5A-B0C1-05DE972F906C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22.796" v="1035" actId="14100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mod">
        <pc:chgData name="Alessandro Ortis" userId="dcdc90ed-3509-45f7-ac48-ad038638580b" providerId="ADAL" clId="{FC25FC09-5746-4510-9F18-701AAFBE41D2}" dt="2021-03-11T15:32:08.053" v="4756" actId="208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10:29:59.993" v="1755" actId="27636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09:32:31.979" v="1051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15:32:08.053" v="4756" actId="208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mod modShow">
        <pc:chgData name="Alessandro Ortis" userId="dcdc90ed-3509-45f7-ac48-ad038638580b" providerId="ADAL" clId="{FC25FC09-5746-4510-9F18-701AAFBE41D2}" dt="2021-03-10T15:48:25.435" v="246" actId="729"/>
        <pc:sldMkLst>
          <pc:docMk/>
          <pc:sldMk cId="0" sldId="297"/>
        </pc:sldMkLst>
      </pc:sldChg>
      <pc:sldChg chg="modSp add mod modAnim">
        <pc:chgData name="Alessandro Ortis" userId="dcdc90ed-3509-45f7-ac48-ad038638580b" providerId="ADAL" clId="{FC25FC09-5746-4510-9F18-701AAFBE41D2}" dt="2021-03-11T09:29:14.934" v="1014" actId="2711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31.289" v="1016" actId="2711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3-10T15:52:14.819" v="308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3-11T09:29:49.209" v="1018" actId="2711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3-10T16:00:56.513" v="490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26.368" v="199" actId="27636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mod">
        <pc:chgData name="Alessandro Ortis" userId="dcdc90ed-3509-45f7-ac48-ad038638580b" providerId="ADAL" clId="{FC25FC09-5746-4510-9F18-701AAFBE41D2}" dt="2021-03-08T11:35:45.138" v="47" actId="2057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931" v="50" actId="27636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modSp mod">
        <pc:chgData name="Alessandro Ortis" userId="dcdc90ed-3509-45f7-ac48-ad038638580b" providerId="ADAL" clId="{FC25FC09-5746-4510-9F18-701AAFBE41D2}" dt="2021-03-11T09:12:07.369" v="882" actId="113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mod">
        <pc:chgData name="Alessandro Ortis" userId="dcdc90ed-3509-45f7-ac48-ad038638580b" providerId="ADAL" clId="{FC25FC09-5746-4510-9F18-701AAFBE41D2}" dt="2021-03-08T11:44:59.041" v="150" actId="1036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11T09:13:16.337" v="916" actId="27636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51.207" v="924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mod">
        <pc:chgData name="Alessandro Ortis" userId="dcdc90ed-3509-45f7-ac48-ad038638580b" providerId="ADAL" clId="{FC25FC09-5746-4510-9F18-701AAFBE41D2}" dt="2021-03-08T11:37:11.569" v="92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519" v="91" actId="27636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3-08T11:37:11.519" v="91" actId="2763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21.428" v="92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57" v="94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24" v="97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88" v="96" actId="27636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73" v="95" actId="27636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09" v="103" actId="27636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3-08T11:37:12.009" v="103" actId="27636"/>
          <ac:spMkLst>
            <pc:docMk/>
            <pc:sldMk cId="117896539" sldId="37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30" v="101" actId="27636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FC25FC09-5746-4510-9F18-701AAFBE41D2}" dt="2021-03-10T15:43:19.671" v="207" actId="1076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57" v="104" actId="27636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3:50.685" v="971" actId="2057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157" v="106" actId="27636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352" v="110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07" v="107" actId="27636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5:12.031" v="980" actId="1076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14.810" v="985" actId="27636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00.098" v="982" actId="14100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mod">
        <pc:chgData name="Alessandro Ortis" userId="dcdc90ed-3509-45f7-ac48-ad038638580b" providerId="ADAL" clId="{FC25FC09-5746-4510-9F18-701AAFBE41D2}" dt="2021-03-11T09:26:27.463" v="987" actId="27636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modSp mod">
        <pc:chgData name="Alessandro Ortis" userId="dcdc90ed-3509-45f7-ac48-ad038638580b" providerId="ADAL" clId="{FC25FC09-5746-4510-9F18-701AAFBE41D2}" dt="2021-03-10T09:21:03.648" v="195" actId="1076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mod">
        <pc:chgData name="Alessandro Ortis" userId="dcdc90ed-3509-45f7-ac48-ad038638580b" providerId="ADAL" clId="{FC25FC09-5746-4510-9F18-701AAFBE41D2}" dt="2021-03-10T09:20:34.725" v="192" actId="27636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mod">
        <pc:chgData name="Alessandro Ortis" userId="dcdc90ed-3509-45f7-ac48-ad038638580b" providerId="ADAL" clId="{FC25FC09-5746-4510-9F18-701AAFBE41D2}" dt="2021-03-10T09:20:43.457" v="193" actId="14100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mod">
        <pc:chgData name="Alessandro Ortis" userId="dcdc90ed-3509-45f7-ac48-ad038638580b" providerId="ADAL" clId="{FC25FC09-5746-4510-9F18-701AAFBE41D2}" dt="2021-03-11T09:13:11.019" v="914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060" v="53" actId="27636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13:18.563" v="918" actId="27636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modSp mod">
        <pc:chgData name="Alessandro Ortis" userId="dcdc90ed-3509-45f7-ac48-ad038638580b" providerId="ADAL" clId="{FC25FC09-5746-4510-9F18-701AAFBE41D2}" dt="2021-03-11T09:19:57.772" v="929" actId="2057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FC25FC09-5746-4510-9F18-701AAFBE41D2}" dt="2021-03-10T15:45:28.159" v="226" actId="2057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mod">
        <pc:chgData name="Alessandro Ortis" userId="dcdc90ed-3509-45f7-ac48-ad038638580b" providerId="ADAL" clId="{FC25FC09-5746-4510-9F18-701AAFBE41D2}" dt="2021-03-11T10:49:48.676" v="3140" actId="2057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3-11T10:49:48.676" v="314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5:18:33.155" v="4699" actId="76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4:51:49.163" v="4655" actId="113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8.017" v="4755" actId="208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11T10:26:11.094" v="1664" actId="20577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59:23.710" v="3362" actId="20577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2T07:56:23.017" v="5253" actId="2057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2T07:56:23.017" v="5253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0:54:46.853" v="3143" actId="729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4.739" v="4754" actId="208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mod ord">
        <pc:chgData name="Alessandro Ortis" userId="dcdc90ed-3509-45f7-ac48-ad038638580b" providerId="ADAL" clId="{FC25FC09-5746-4510-9F18-701AAFBE41D2}" dt="2021-03-11T11:18:58.850" v="3876" actId="1076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1T14:51:15.923" v="4643" actId="114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17:51.173" v="4697" actId="729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mod modAnim">
        <pc:chgData name="Alessandro Ortis" userId="dcdc90ed-3509-45f7-ac48-ad038638580b" providerId="ADAL" clId="{FC25FC09-5746-4510-9F18-701AAFBE41D2}" dt="2021-03-11T15:19:45.584" v="4752" actId="14100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mod">
        <pc:chgData name="Alessandro Ortis" userId="dcdc90ed-3509-45f7-ac48-ad038638580b" providerId="ADAL" clId="{FC25FC09-5746-4510-9F18-701AAFBE41D2}" dt="2021-03-12T15:32:01.031" v="5492" actId="2057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2T15:30:11.250" v="5255" actId="2057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1T18:01:23.472" v="5251" actId="115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8:01:23.472" v="5251" actId="115"/>
          <ac:spMkLst>
            <pc:docMk/>
            <pc:sldMk cId="3588884621" sldId="538"/>
            <ac:spMk id="208901" creationId="{87C80AEF-D07B-4C3C-8F22-D37CAE3DC876}"/>
          </ac:spMkLst>
        </pc:spChg>
      </pc:sldChg>
    </pc:docChg>
  </pc:docChgLst>
  <pc:docChgLst>
    <pc:chgData name="Alessandro Ortis" userId="dcdc90ed-3509-45f7-ac48-ad038638580b" providerId="ADAL" clId="{B1E8C721-E319-4DFC-9C94-E6D6872E5F14}"/>
    <pc:docChg chg="undo custSel addSld delSld modSld">
      <pc:chgData name="Alessandro Ortis" userId="dcdc90ed-3509-45f7-ac48-ad038638580b" providerId="ADAL" clId="{B1E8C721-E319-4DFC-9C94-E6D6872E5F14}" dt="2021-04-27T14:13:37.229" v="3771" actId="20577"/>
      <pc:docMkLst>
        <pc:docMk/>
      </pc:docMkLst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28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6"/>
        </pc:sldMkLst>
      </pc:sldChg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300"/>
        </pc:sldMkLst>
      </pc:sldChg>
      <pc:sldChg chg="modSp mod">
        <pc:chgData name="Alessandro Ortis" userId="dcdc90ed-3509-45f7-ac48-ad038638580b" providerId="ADAL" clId="{B1E8C721-E319-4DFC-9C94-E6D6872E5F14}" dt="2021-03-30T16:58:07.289" v="2940" actId="6549"/>
        <pc:sldMkLst>
          <pc:docMk/>
          <pc:sldMk cId="0" sldId="301"/>
        </pc:sldMkLst>
        <pc:spChg chg="mod">
          <ac:chgData name="Alessandro Ortis" userId="dcdc90ed-3509-45f7-ac48-ad038638580b" providerId="ADAL" clId="{B1E8C721-E319-4DFC-9C94-E6D6872E5F14}" dt="2021-03-30T16:58:07.289" v="2940" actId="6549"/>
          <ac:spMkLst>
            <pc:docMk/>
            <pc:sldMk cId="0" sldId="301"/>
            <ac:spMk id="9" creationId="{8DD0886F-AEF5-452A-BDA4-85EA688753F7}"/>
          </ac:spMkLst>
        </pc:spChg>
        <pc:spChg chg="mod">
          <ac:chgData name="Alessandro Ortis" userId="dcdc90ed-3509-45f7-ac48-ad038638580b" providerId="ADAL" clId="{B1E8C721-E319-4DFC-9C94-E6D6872E5F14}" dt="2021-03-30T16:52:28.646" v="2905" actId="20577"/>
          <ac:spMkLst>
            <pc:docMk/>
            <pc:sldMk cId="0" sldId="301"/>
            <ac:spMk id="178178" creationId="{AC83D335-5210-45F0-B9C6-F3DFFB37A060}"/>
          </ac:spMkLst>
        </pc:spChg>
        <pc:spChg chg="mod">
          <ac:chgData name="Alessandro Ortis" userId="dcdc90ed-3509-45f7-ac48-ad038638580b" providerId="ADAL" clId="{B1E8C721-E319-4DFC-9C94-E6D6872E5F14}" dt="2021-03-30T16:52:53.860" v="2933" actId="20577"/>
          <ac:spMkLst>
            <pc:docMk/>
            <pc:sldMk cId="0" sldId="301"/>
            <ac:spMk id="178186" creationId="{128816F3-E604-46A8-8AFA-6EFB80E75A9E}"/>
          </ac:spMkLst>
        </pc:spChg>
      </pc:sldChg>
      <pc:sldChg chg="addSp delSp modSp del mod">
        <pc:chgData name="Alessandro Ortis" userId="dcdc90ed-3509-45f7-ac48-ad038638580b" providerId="ADAL" clId="{B1E8C721-E319-4DFC-9C94-E6D6872E5F14}" dt="2021-03-30T15:08:03.495" v="2525" actId="47"/>
        <pc:sldMkLst>
          <pc:docMk/>
          <pc:sldMk cId="0" sldId="302"/>
        </pc:sldMkLst>
        <pc:spChg chg="add del mod">
          <ac:chgData name="Alessandro Ortis" userId="dcdc90ed-3509-45f7-ac48-ad038638580b" providerId="ADAL" clId="{B1E8C721-E319-4DFC-9C94-E6D6872E5F14}" dt="2021-03-30T15:07:50.212" v="2523" actId="478"/>
          <ac:spMkLst>
            <pc:docMk/>
            <pc:sldMk cId="0" sldId="302"/>
            <ac:spMk id="4" creationId="{5EE28D1C-7383-4EAE-82B9-4BE4118FAF6E}"/>
          </ac:spMkLst>
        </pc:spChg>
        <pc:spChg chg="add mod">
          <ac:chgData name="Alessandro Ortis" userId="dcdc90ed-3509-45f7-ac48-ad038638580b" providerId="ADAL" clId="{B1E8C721-E319-4DFC-9C94-E6D6872E5F14}" dt="2021-03-30T15:07:50.596" v="2524"/>
          <ac:spMkLst>
            <pc:docMk/>
            <pc:sldMk cId="0" sldId="302"/>
            <ac:spMk id="10" creationId="{2B916341-6141-4C16-9561-37A1D371F8A6}"/>
          </ac:spMkLst>
        </pc:spChg>
        <pc:spChg chg="del mod">
          <ac:chgData name="Alessandro Ortis" userId="dcdc90ed-3509-45f7-ac48-ad038638580b" providerId="ADAL" clId="{B1E8C721-E319-4DFC-9C94-E6D6872E5F14}" dt="2021-03-30T15:07:48.524" v="2522" actId="478"/>
          <ac:spMkLst>
            <pc:docMk/>
            <pc:sldMk cId="0" sldId="302"/>
            <ac:spMk id="178178" creationId="{D4A1E68A-1248-439B-B724-E7FD7F230053}"/>
          </ac:spMkLst>
        </pc:spChg>
      </pc:sldChg>
      <pc:sldChg chg="modSp del mod">
        <pc:chgData name="Alessandro Ortis" userId="dcdc90ed-3509-45f7-ac48-ad038638580b" providerId="ADAL" clId="{B1E8C721-E319-4DFC-9C94-E6D6872E5F14}" dt="2021-03-30T15:09:36.686" v="2551" actId="47"/>
        <pc:sldMkLst>
          <pc:docMk/>
          <pc:sldMk cId="0" sldId="303"/>
        </pc:sldMkLst>
        <pc:spChg chg="mod">
          <ac:chgData name="Alessandro Ortis" userId="dcdc90ed-3509-45f7-ac48-ad038638580b" providerId="ADAL" clId="{B1E8C721-E319-4DFC-9C94-E6D6872E5F14}" dt="2021-03-30T15:08:16.999" v="2526" actId="1076"/>
          <ac:spMkLst>
            <pc:docMk/>
            <pc:sldMk cId="0" sldId="303"/>
            <ac:spMk id="2" creationId="{C5CA3627-75F8-4B13-9F9D-C8370F82124F}"/>
          </ac:spMkLst>
        </pc:spChg>
        <pc:spChg chg="mod">
          <ac:chgData name="Alessandro Ortis" userId="dcdc90ed-3509-45f7-ac48-ad038638580b" providerId="ADAL" clId="{B1E8C721-E319-4DFC-9C94-E6D6872E5F14}" dt="2021-03-30T15:08:52.428" v="2550" actId="20577"/>
          <ac:spMkLst>
            <pc:docMk/>
            <pc:sldMk cId="0" sldId="303"/>
            <ac:spMk id="4" creationId="{27E5C7B3-FB8E-4FE5-805E-369410F442B0}"/>
          </ac:spMkLst>
        </pc:spChg>
      </pc:sldChg>
      <pc:sldChg chg="del">
        <pc:chgData name="Alessandro Ortis" userId="dcdc90ed-3509-45f7-ac48-ad038638580b" providerId="ADAL" clId="{B1E8C721-E319-4DFC-9C94-E6D6872E5F14}" dt="2021-03-30T15:04:34.458" v="2211" actId="2696"/>
        <pc:sldMkLst>
          <pc:docMk/>
          <pc:sldMk cId="0" sldId="305"/>
        </pc:sldMkLst>
      </pc:sldChg>
      <pc:sldChg chg="addSp delSp modSp add del mod">
        <pc:chgData name="Alessandro Ortis" userId="dcdc90ed-3509-45f7-ac48-ad038638580b" providerId="ADAL" clId="{B1E8C721-E319-4DFC-9C94-E6D6872E5F14}" dt="2021-03-30T15:09:39.705" v="2552" actId="47"/>
        <pc:sldMkLst>
          <pc:docMk/>
          <pc:sldMk cId="2286528445" sldId="305"/>
        </pc:sldMkLst>
        <pc:spChg chg="mod">
          <ac:chgData name="Alessandro Ortis" userId="dcdc90ed-3509-45f7-ac48-ad038638580b" providerId="ADAL" clId="{B1E8C721-E319-4DFC-9C94-E6D6872E5F14}" dt="2021-03-30T15:04:57.960" v="2240" actId="20577"/>
          <ac:spMkLst>
            <pc:docMk/>
            <pc:sldMk cId="2286528445" sldId="305"/>
            <ac:spMk id="2" creationId="{981B82F9-FEAA-4C4C-96FC-DAF78F9DB1E0}"/>
          </ac:spMkLst>
        </pc:spChg>
        <pc:spChg chg="mod">
          <ac:chgData name="Alessandro Ortis" userId="dcdc90ed-3509-45f7-ac48-ad038638580b" providerId="ADAL" clId="{B1E8C721-E319-4DFC-9C94-E6D6872E5F14}" dt="2021-03-30T15:05:54.380" v="2461" actId="20577"/>
          <ac:spMkLst>
            <pc:docMk/>
            <pc:sldMk cId="2286528445" sldId="305"/>
            <ac:spMk id="3" creationId="{486329F1-5A78-438E-BDC9-BE5F9E64A03A}"/>
          </ac:spMkLst>
        </pc:spChg>
        <pc:spChg chg="add del mod">
          <ac:chgData name="Alessandro Ortis" userId="dcdc90ed-3509-45f7-ac48-ad038638580b" providerId="ADAL" clId="{B1E8C721-E319-4DFC-9C94-E6D6872E5F14}" dt="2021-03-30T15:04:53.332" v="2223"/>
          <ac:spMkLst>
            <pc:docMk/>
            <pc:sldMk cId="2286528445" sldId="305"/>
            <ac:spMk id="4" creationId="{54E72848-CF14-4913-8C80-528772991D46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B1E8C721-E319-4DFC-9C94-E6D6872E5F14}" dt="2021-03-30T16:58:18.178" v="2941" actId="6549"/>
        <pc:sldMkLst>
          <pc:docMk/>
          <pc:sldMk cId="0" sldId="314"/>
        </pc:sldMkLst>
        <pc:spChg chg="mod">
          <ac:chgData name="Alessandro Ortis" userId="dcdc90ed-3509-45f7-ac48-ad038638580b" providerId="ADAL" clId="{B1E8C721-E319-4DFC-9C94-E6D6872E5F14}" dt="2021-03-30T16:58:18.178" v="2941" actId="6549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B1E8C721-E319-4DFC-9C94-E6D6872E5F14}" dt="2021-03-30T14:16:19.588" v="832" actId="27636"/>
        <pc:sldMkLst>
          <pc:docMk/>
          <pc:sldMk cId="2738048506" sldId="394"/>
        </pc:sldMkLst>
        <pc:spChg chg="mod">
          <ac:chgData name="Alessandro Ortis" userId="dcdc90ed-3509-45f7-ac48-ad038638580b" providerId="ADAL" clId="{B1E8C721-E319-4DFC-9C94-E6D6872E5F14}" dt="2021-03-30T13:59:58.015" v="310" actId="20577"/>
          <ac:spMkLst>
            <pc:docMk/>
            <pc:sldMk cId="2738048506" sldId="39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16:19.588" v="832" actId="27636"/>
          <ac:spMkLst>
            <pc:docMk/>
            <pc:sldMk cId="2738048506" sldId="394"/>
            <ac:spMk id="5" creationId="{7D5B1907-E8F7-4716-B3B1-E8862E1D6D5C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3:36.552" v="2177" actId="47"/>
        <pc:sldMkLst>
          <pc:docMk/>
          <pc:sldMk cId="122463026" sldId="395"/>
        </pc:sldMkLst>
        <pc:spChg chg="add del mod">
          <ac:chgData name="Alessandro Ortis" userId="dcdc90ed-3509-45f7-ac48-ad038638580b" providerId="ADAL" clId="{B1E8C721-E319-4DFC-9C94-E6D6872E5F14}" dt="2021-03-30T13:33:03.348" v="26" actId="478"/>
          <ac:spMkLst>
            <pc:docMk/>
            <pc:sldMk cId="122463026" sldId="395"/>
            <ac:spMk id="4" creationId="{4A50DCD3-BDFA-448D-BE21-DBFF08879498}"/>
          </ac:spMkLst>
        </pc:spChg>
        <pc:spChg chg="mod">
          <ac:chgData name="Alessandro Ortis" userId="dcdc90ed-3509-45f7-ac48-ad038638580b" providerId="ADAL" clId="{B1E8C721-E319-4DFC-9C94-E6D6872E5F14}" dt="2021-03-30T13:41:08.746" v="224" actId="27636"/>
          <ac:spMkLst>
            <pc:docMk/>
            <pc:sldMk cId="122463026" sldId="395"/>
            <ac:spMk id="5" creationId="{7D5B1907-E8F7-4716-B3B1-E8862E1D6D5C}"/>
          </ac:spMkLst>
        </pc:spChg>
        <pc:spChg chg="add del">
          <ac:chgData name="Alessandro Ortis" userId="dcdc90ed-3509-45f7-ac48-ad038638580b" providerId="ADAL" clId="{B1E8C721-E319-4DFC-9C94-E6D6872E5F14}" dt="2021-03-30T13:34:39.117" v="28" actId="22"/>
          <ac:spMkLst>
            <pc:docMk/>
            <pc:sldMk cId="122463026" sldId="395"/>
            <ac:spMk id="6" creationId="{3C889080-E5BC-4765-84CE-7975C14DC095}"/>
          </ac:spMkLst>
        </pc:sp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8" creationId="{8AAEE363-E6B1-4BAD-955B-B7189CC9503D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0" creationId="{285FCF73-99DA-4115-BB19-70BC36C5BC07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2" creationId="{0F5B716B-2F6B-41EF-8070-D83980709AB5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4" creationId="{3CF75B65-9A6E-4512-B11F-A01C653956DC}"/>
          </ac:picMkLst>
        </pc:pic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6" creationId="{E703C3D2-31A7-41E5-8244-F8610204191D}"/>
          </ac:cxnSpMkLst>
        </pc:cxn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7" creationId="{3B4E55F0-E671-4994-B3B3-7C7525FED844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924977588" sldId="395"/>
        </pc:sldMkLst>
      </pc:sldChg>
      <pc:sldChg chg="add 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3456966812" sldId="39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83425995" sldId="397"/>
        </pc:sldMkLst>
      </pc:sldChg>
      <pc:sldChg chg="addSp modSp add mod">
        <pc:chgData name="Alessandro Ortis" userId="dcdc90ed-3509-45f7-ac48-ad038638580b" providerId="ADAL" clId="{B1E8C721-E319-4DFC-9C94-E6D6872E5F14}" dt="2021-03-30T14:21:57.367" v="1489" actId="1076"/>
        <pc:sldMkLst>
          <pc:docMk/>
          <pc:sldMk cId="2524756841" sldId="397"/>
        </pc:sldMkLst>
        <pc:spChg chg="mod">
          <ac:chgData name="Alessandro Ortis" userId="dcdc90ed-3509-45f7-ac48-ad038638580b" providerId="ADAL" clId="{B1E8C721-E319-4DFC-9C94-E6D6872E5F14}" dt="2021-03-30T14:16:49.666" v="836" actId="6549"/>
          <ac:spMkLst>
            <pc:docMk/>
            <pc:sldMk cId="2524756841" sldId="397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21:46.166" v="1488" actId="12"/>
          <ac:spMkLst>
            <pc:docMk/>
            <pc:sldMk cId="2524756841" sldId="397"/>
            <ac:spMk id="5" creationId="{7D5B1907-E8F7-4716-B3B1-E8862E1D6D5C}"/>
          </ac:spMkLst>
        </pc:spChg>
        <pc:spChg chg="add mod">
          <ac:chgData name="Alessandro Ortis" userId="dcdc90ed-3509-45f7-ac48-ad038638580b" providerId="ADAL" clId="{B1E8C721-E319-4DFC-9C94-E6D6872E5F14}" dt="2021-03-30T14:21:57.367" v="1489" actId="1076"/>
          <ac:spMkLst>
            <pc:docMk/>
            <pc:sldMk cId="2524756841" sldId="397"/>
            <ac:spMk id="6" creationId="{F817ACD2-4248-44DF-A68E-6179479B33FF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2:50.086" v="2176" actId="47"/>
        <pc:sldMkLst>
          <pc:docMk/>
          <pc:sldMk cId="833850236" sldId="398"/>
        </pc:sldMkLst>
        <pc:spChg chg="mod">
          <ac:chgData name="Alessandro Ortis" userId="dcdc90ed-3509-45f7-ac48-ad038638580b" providerId="ADAL" clId="{B1E8C721-E319-4DFC-9C94-E6D6872E5F14}" dt="2021-03-30T14:22:33.510" v="1507" actId="20577"/>
          <ac:spMkLst>
            <pc:docMk/>
            <pc:sldMk cId="833850236" sldId="398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B1E8C721-E319-4DFC-9C94-E6D6872E5F14}" dt="2021-03-30T14:23:20.738" v="1515" actId="478"/>
          <ac:spMkLst>
            <pc:docMk/>
            <pc:sldMk cId="833850236" sldId="398"/>
            <ac:spMk id="4" creationId="{9E4B35D4-49FD-4EBE-9E50-A475FB3821E6}"/>
          </ac:spMkLst>
        </pc:spChg>
        <pc:spChg chg="del mod">
          <ac:chgData name="Alessandro Ortis" userId="dcdc90ed-3509-45f7-ac48-ad038638580b" providerId="ADAL" clId="{B1E8C721-E319-4DFC-9C94-E6D6872E5F14}" dt="2021-03-30T14:23:11.922" v="1513" actId="478"/>
          <ac:spMkLst>
            <pc:docMk/>
            <pc:sldMk cId="833850236" sldId="398"/>
            <ac:spMk id="5" creationId="{7D5B1907-E8F7-4716-B3B1-E8862E1D6D5C}"/>
          </ac:spMkLst>
        </pc:spChg>
        <pc:spChg chg="del mod">
          <ac:chgData name="Alessandro Ortis" userId="dcdc90ed-3509-45f7-ac48-ad038638580b" providerId="ADAL" clId="{B1E8C721-E319-4DFC-9C94-E6D6872E5F14}" dt="2021-03-30T14:26:09.897" v="1604" actId="478"/>
          <ac:spMkLst>
            <pc:docMk/>
            <pc:sldMk cId="833850236" sldId="398"/>
            <ac:spMk id="6" creationId="{F817ACD2-4248-44DF-A68E-6179479B33FF}"/>
          </ac:spMkLst>
        </pc:spChg>
        <pc:spChg chg="add del mod">
          <ac:chgData name="Alessandro Ortis" userId="dcdc90ed-3509-45f7-ac48-ad038638580b" providerId="ADAL" clId="{B1E8C721-E319-4DFC-9C94-E6D6872E5F14}" dt="2021-03-30T14:25:01.600" v="1602"/>
          <ac:spMkLst>
            <pc:docMk/>
            <pc:sldMk cId="833850236" sldId="398"/>
            <ac:spMk id="8" creationId="{642915EA-141A-48E2-97B9-FAB43D0C0815}"/>
          </ac:spMkLst>
        </pc:spChg>
        <pc:spChg chg="add mod">
          <ac:chgData name="Alessandro Ortis" userId="dcdc90ed-3509-45f7-ac48-ad038638580b" providerId="ADAL" clId="{B1E8C721-E319-4DFC-9C94-E6D6872E5F14}" dt="2021-03-30T14:27:44.326" v="1813" actId="20577"/>
          <ac:spMkLst>
            <pc:docMk/>
            <pc:sldMk cId="833850236" sldId="398"/>
            <ac:spMk id="10" creationId="{03B51AF3-CBAA-4F49-8F16-10E48DC4697A}"/>
          </ac:spMkLst>
        </pc:spChg>
        <pc:picChg chg="add del mod">
          <ac:chgData name="Alessandro Ortis" userId="dcdc90ed-3509-45f7-ac48-ad038638580b" providerId="ADAL" clId="{B1E8C721-E319-4DFC-9C94-E6D6872E5F14}" dt="2021-03-30T14:26:36.485" v="1607" actId="478"/>
          <ac:picMkLst>
            <pc:docMk/>
            <pc:sldMk cId="833850236" sldId="398"/>
            <ac:picMk id="7" creationId="{A1E8D048-DA83-4F4A-8A01-71222EC45B79}"/>
          </ac:picMkLst>
        </pc:picChg>
        <pc:picChg chg="add mod">
          <ac:chgData name="Alessandro Ortis" userId="dcdc90ed-3509-45f7-ac48-ad038638580b" providerId="ADAL" clId="{B1E8C721-E319-4DFC-9C94-E6D6872E5F14}" dt="2021-03-30T14:26:15.016" v="1606" actId="1076"/>
          <ac:picMkLst>
            <pc:docMk/>
            <pc:sldMk cId="833850236" sldId="398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198339724" sldId="39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33178415" sldId="399"/>
        </pc:sldMkLst>
      </pc:sldChg>
      <pc:sldChg chg="add">
        <pc:chgData name="Alessandro Ortis" userId="dcdc90ed-3509-45f7-ac48-ad038638580b" providerId="ADAL" clId="{B1E8C721-E319-4DFC-9C94-E6D6872E5F14}" dt="2021-03-30T14:27:48.651" v="1814"/>
        <pc:sldMkLst>
          <pc:docMk/>
          <pc:sldMk cId="1179879408" sldId="399"/>
        </pc:sldMkLst>
      </pc:sldChg>
      <pc:sldChg chg="addSp delSp modSp add mod">
        <pc:chgData name="Alessandro Ortis" userId="dcdc90ed-3509-45f7-ac48-ad038638580b" providerId="ADAL" clId="{B1E8C721-E319-4DFC-9C94-E6D6872E5F14}" dt="2021-03-30T14:29:47.524" v="2035" actId="403"/>
        <pc:sldMkLst>
          <pc:docMk/>
          <pc:sldMk cId="3259701594" sldId="400"/>
        </pc:sldMkLst>
        <pc:spChg chg="add del mod">
          <ac:chgData name="Alessandro Ortis" userId="dcdc90ed-3509-45f7-ac48-ad038638580b" providerId="ADAL" clId="{B1E8C721-E319-4DFC-9C94-E6D6872E5F14}" dt="2021-03-30T14:28:24.340" v="1817" actId="478"/>
          <ac:spMkLst>
            <pc:docMk/>
            <pc:sldMk cId="3259701594" sldId="400"/>
            <ac:spMk id="4" creationId="{BFE30801-3019-4378-82B3-3F668525EE95}"/>
          </ac:spMkLst>
        </pc:spChg>
        <pc:spChg chg="add mod">
          <ac:chgData name="Alessandro Ortis" userId="dcdc90ed-3509-45f7-ac48-ad038638580b" providerId="ADAL" clId="{B1E8C721-E319-4DFC-9C94-E6D6872E5F14}" dt="2021-03-30T14:29:47.524" v="2035" actId="403"/>
          <ac:spMkLst>
            <pc:docMk/>
            <pc:sldMk cId="3259701594" sldId="400"/>
            <ac:spMk id="8" creationId="{E7F823DA-9E2E-446C-9BA4-640D4B74C83B}"/>
          </ac:spMkLst>
        </pc:spChg>
        <pc:spChg chg="del">
          <ac:chgData name="Alessandro Ortis" userId="dcdc90ed-3509-45f7-ac48-ad038638580b" providerId="ADAL" clId="{B1E8C721-E319-4DFC-9C94-E6D6872E5F14}" dt="2021-03-30T14:28:21.430" v="1816" actId="478"/>
          <ac:spMkLst>
            <pc:docMk/>
            <pc:sldMk cId="3259701594" sldId="400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4:28:29.508" v="1819" actId="1076"/>
          <ac:picMkLst>
            <pc:docMk/>
            <pc:sldMk cId="3259701594" sldId="400"/>
            <ac:picMk id="7" creationId="{BBDA97D2-7ED3-41E9-B78F-CAD8F40CA2D0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447516178" sldId="40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56078651" sldId="401"/>
        </pc:sldMkLst>
      </pc:sldChg>
      <pc:sldChg chg="addSp modSp add mod">
        <pc:chgData name="Alessandro Ortis" userId="dcdc90ed-3509-45f7-ac48-ad038638580b" providerId="ADAL" clId="{B1E8C721-E319-4DFC-9C94-E6D6872E5F14}" dt="2021-03-30T14:32:31.140" v="2175" actId="1076"/>
        <pc:sldMkLst>
          <pc:docMk/>
          <pc:sldMk cId="3615126825" sldId="401"/>
        </pc:sldMkLst>
        <pc:spChg chg="mod">
          <ac:chgData name="Alessandro Ortis" userId="dcdc90ed-3509-45f7-ac48-ad038638580b" providerId="ADAL" clId="{B1E8C721-E319-4DFC-9C94-E6D6872E5F14}" dt="2021-03-30T14:32:31.140" v="2175" actId="1076"/>
          <ac:spMkLst>
            <pc:docMk/>
            <pc:sldMk cId="3615126825" sldId="401"/>
            <ac:spMk id="8" creationId="{E7F823DA-9E2E-446C-9BA4-640D4B74C83B}"/>
          </ac:spMkLst>
        </pc:sp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6" creationId="{6CEC3312-52D8-4BF8-9374-A5EC119C7E0A}"/>
          </ac:picMkLst>
        </pc:pic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10" creationId="{DFC8D8C1-4BEC-4A3C-8176-F513B693DC01}"/>
          </ac:picMkLst>
        </pc:picChg>
        <pc:cxnChg chg="add mod">
          <ac:chgData name="Alessandro Ortis" userId="dcdc90ed-3509-45f7-ac48-ad038638580b" providerId="ADAL" clId="{B1E8C721-E319-4DFC-9C94-E6D6872E5F14}" dt="2021-03-30T14:31:02.248" v="2120" actId="14100"/>
          <ac:cxnSpMkLst>
            <pc:docMk/>
            <pc:sldMk cId="3615126825" sldId="401"/>
            <ac:cxnSpMk id="11" creationId="{06CCE423-AEE8-4DE8-AF14-0DAC8A220F24}"/>
          </ac:cxnSpMkLst>
        </pc:cxnChg>
        <pc:cxnChg chg="add mod">
          <ac:chgData name="Alessandro Ortis" userId="dcdc90ed-3509-45f7-ac48-ad038638580b" providerId="ADAL" clId="{B1E8C721-E319-4DFC-9C94-E6D6872E5F14}" dt="2021-03-30T14:30:59.476" v="2119" actId="14100"/>
          <ac:cxnSpMkLst>
            <pc:docMk/>
            <pc:sldMk cId="3615126825" sldId="401"/>
            <ac:cxnSpMk id="12" creationId="{1F26E276-6CC6-4505-8159-629641CDDDAA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196518715" sldId="402"/>
        </pc:sldMkLst>
      </pc:sldChg>
      <pc:sldChg chg="addSp delSp modSp add mod">
        <pc:chgData name="Alessandro Ortis" userId="dcdc90ed-3509-45f7-ac48-ad038638580b" providerId="ADAL" clId="{B1E8C721-E319-4DFC-9C94-E6D6872E5F14}" dt="2021-03-30T15:03:44.285" v="2208" actId="1076"/>
        <pc:sldMkLst>
          <pc:docMk/>
          <pc:sldMk cId="3197970936" sldId="402"/>
        </pc:sldMkLst>
        <pc:spChg chg="mod">
          <ac:chgData name="Alessandro Ortis" userId="dcdc90ed-3509-45f7-ac48-ad038638580b" providerId="ADAL" clId="{B1E8C721-E319-4DFC-9C94-E6D6872E5F14}" dt="2021-03-30T14:34:00.282" v="2184" actId="20577"/>
          <ac:spMkLst>
            <pc:docMk/>
            <pc:sldMk cId="3197970936" sldId="402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5:03:41.306" v="2207" actId="14100"/>
          <ac:spMkLst>
            <pc:docMk/>
            <pc:sldMk cId="3197970936" sldId="402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5:03:44.285" v="2208" actId="1076"/>
          <ac:picMkLst>
            <pc:docMk/>
            <pc:sldMk cId="3197970936" sldId="402"/>
            <ac:picMk id="4" creationId="{59E086C2-D251-4CEB-8FC2-00CEE1AE9CB7}"/>
          </ac:picMkLst>
        </pc:picChg>
        <pc:picChg chg="del">
          <ac:chgData name="Alessandro Ortis" userId="dcdc90ed-3509-45f7-ac48-ad038638580b" providerId="ADAL" clId="{B1E8C721-E319-4DFC-9C94-E6D6872E5F14}" dt="2021-03-30T15:02:40.730" v="2185" actId="478"/>
          <ac:picMkLst>
            <pc:docMk/>
            <pc:sldMk cId="3197970936" sldId="402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332336335" sldId="403"/>
        </pc:sldMkLst>
      </pc:sldChg>
      <pc:sldChg chg="addSp modSp add mod">
        <pc:chgData name="Alessandro Ortis" userId="dcdc90ed-3509-45f7-ac48-ad038638580b" providerId="ADAL" clId="{B1E8C721-E319-4DFC-9C94-E6D6872E5F14}" dt="2021-04-18T17:14:50.723" v="3095" actId="114"/>
        <pc:sldMkLst>
          <pc:docMk/>
          <pc:sldMk cId="4264202486" sldId="403"/>
        </pc:sldMkLst>
        <pc:spChg chg="mod">
          <ac:chgData name="Alessandro Ortis" userId="dcdc90ed-3509-45f7-ac48-ad038638580b" providerId="ADAL" clId="{B1E8C721-E319-4DFC-9C94-E6D6872E5F14}" dt="2021-04-18T17:14:36.653" v="3074" actId="1076"/>
          <ac:spMkLst>
            <pc:docMk/>
            <pc:sldMk cId="4264202486" sldId="403"/>
            <ac:spMk id="5" creationId="{7D5B1907-E8F7-4716-B3B1-E8862E1D6D5C}"/>
          </ac:spMkLst>
        </pc:spChg>
        <pc:spChg chg="mod">
          <ac:chgData name="Alessandro Ortis" userId="dcdc90ed-3509-45f7-ac48-ad038638580b" providerId="ADAL" clId="{B1E8C721-E319-4DFC-9C94-E6D6872E5F14}" dt="2021-04-18T17:11:03.036" v="2968" actId="14100"/>
          <ac:spMkLst>
            <pc:docMk/>
            <pc:sldMk cId="4264202486" sldId="403"/>
            <ac:spMk id="6" creationId="{F817ACD2-4248-44DF-A68E-6179479B33FF}"/>
          </ac:spMkLst>
        </pc:spChg>
        <pc:spChg chg="add mod">
          <ac:chgData name="Alessandro Ortis" userId="dcdc90ed-3509-45f7-ac48-ad038638580b" providerId="ADAL" clId="{B1E8C721-E319-4DFC-9C94-E6D6872E5F14}" dt="2021-04-18T17:14:50.723" v="3095" actId="114"/>
          <ac:spMkLst>
            <pc:docMk/>
            <pc:sldMk cId="4264202486" sldId="403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63704071" sldId="404"/>
        </pc:sldMkLst>
      </pc:sldChg>
      <pc:sldChg chg="delSp modSp add mod">
        <pc:chgData name="Alessandro Ortis" userId="dcdc90ed-3509-45f7-ac48-ad038638580b" providerId="ADAL" clId="{B1E8C721-E319-4DFC-9C94-E6D6872E5F14}" dt="2021-04-23T09:59:44.198" v="3769" actId="122"/>
        <pc:sldMkLst>
          <pc:docMk/>
          <pc:sldMk cId="3585833530" sldId="404"/>
        </pc:sldMkLst>
        <pc:spChg chg="mod">
          <ac:chgData name="Alessandro Ortis" userId="dcdc90ed-3509-45f7-ac48-ad038638580b" providerId="ADAL" clId="{B1E8C721-E319-4DFC-9C94-E6D6872E5F14}" dt="2021-04-23T09:52:02.785" v="3109" actId="20577"/>
          <ac:spMkLst>
            <pc:docMk/>
            <pc:sldMk cId="3585833530" sldId="40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4-23T09:59:44.198" v="3769" actId="122"/>
          <ac:spMkLst>
            <pc:docMk/>
            <pc:sldMk cId="3585833530" sldId="404"/>
            <ac:spMk id="5" creationId="{7D5B1907-E8F7-4716-B3B1-E8862E1D6D5C}"/>
          </ac:spMkLst>
        </pc:spChg>
        <pc:spChg chg="del">
          <ac:chgData name="Alessandro Ortis" userId="dcdc90ed-3509-45f7-ac48-ad038638580b" providerId="ADAL" clId="{B1E8C721-E319-4DFC-9C94-E6D6872E5F14}" dt="2021-04-23T09:52:19.847" v="3113" actId="478"/>
          <ac:spMkLst>
            <pc:docMk/>
            <pc:sldMk cId="3585833530" sldId="404"/>
            <ac:spMk id="6" creationId="{F817ACD2-4248-44DF-A68E-6179479B33FF}"/>
          </ac:spMkLst>
        </pc:spChg>
        <pc:spChg chg="del">
          <ac:chgData name="Alessandro Ortis" userId="dcdc90ed-3509-45f7-ac48-ad038638580b" providerId="ADAL" clId="{B1E8C721-E319-4DFC-9C94-E6D6872E5F14}" dt="2021-04-23T09:52:19.178" v="3112" actId="478"/>
          <ac:spMkLst>
            <pc:docMk/>
            <pc:sldMk cId="3585833530" sldId="404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144034358" sldId="405"/>
        </pc:sldMkLst>
      </pc:sldChg>
      <pc:sldChg chg="modSp add mod">
        <pc:chgData name="Alessandro Ortis" userId="dcdc90ed-3509-45f7-ac48-ad038638580b" providerId="ADAL" clId="{B1E8C721-E319-4DFC-9C94-E6D6872E5F14}" dt="2021-04-27T14:13:37.229" v="3771" actId="20577"/>
        <pc:sldMkLst>
          <pc:docMk/>
          <pc:sldMk cId="1795741948" sldId="405"/>
        </pc:sldMkLst>
        <pc:spChg chg="mod">
          <ac:chgData name="Alessandro Ortis" userId="dcdc90ed-3509-45f7-ac48-ad038638580b" providerId="ADAL" clId="{B1E8C721-E319-4DFC-9C94-E6D6872E5F14}" dt="2021-04-27T14:13:37.229" v="3771" actId="20577"/>
          <ac:spMkLst>
            <pc:docMk/>
            <pc:sldMk cId="1795741948" sldId="40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212648780" sldId="4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77699529" sldId="40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928784828" sldId="40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546405701" sldId="40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15010115" sldId="41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44021039" sldId="41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70246005" sldId="41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58999474" sldId="41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97251117" sldId="41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86207558" sldId="41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79589270" sldId="41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02355522" sldId="41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092163208" sldId="41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03641477" sldId="41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798376485" sldId="42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57110679" sldId="42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25126898" sldId="42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56816092" sldId="42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66479949" sldId="42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82593182" sldId="42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78699822" sldId="42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23/02/2023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">
            <a:extLst>
              <a:ext uri="{FF2B5EF4-FFF2-40B4-BE49-F238E27FC236}">
                <a16:creationId xmlns:a16="http://schemas.microsoft.com/office/drawing/2014/main" id="{69D43E35-FEE7-4150-B631-8957AF8BA9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CD7E3EB-816D-4FF8-9E49-83F849EB37C9}" type="slidenum">
              <a:rPr lang="en-GB" altLang="en-US"/>
              <a:pPr>
                <a:spcBef>
                  <a:spcPct val="0"/>
                </a:spcBef>
              </a:pPr>
              <a:t>2</a:t>
            </a:fld>
            <a:endParaRPr lang="en-GB" altLang="en-US"/>
          </a:p>
        </p:txBody>
      </p:sp>
      <p:sp>
        <p:nvSpPr>
          <p:cNvPr id="4099" name="Text Box 1">
            <a:extLst>
              <a:ext uri="{FF2B5EF4-FFF2-40B4-BE49-F238E27FC236}">
                <a16:creationId xmlns:a16="http://schemas.microsoft.com/office/drawing/2014/main" id="{80FCFF8C-00AC-4919-98F8-1F1116ECF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it-IT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80517386-5030-4441-9C9C-7729376D0E6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">
            <a:extLst>
              <a:ext uri="{FF2B5EF4-FFF2-40B4-BE49-F238E27FC236}">
                <a16:creationId xmlns:a16="http://schemas.microsoft.com/office/drawing/2014/main" id="{195E3CA4-8845-44EA-9C84-C73ED6A1687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36E2BD-ABEB-40EE-88B5-A7A47E2C4B18}" type="slidenum">
              <a:rPr lang="en-GB" altLang="en-US"/>
              <a:pPr>
                <a:spcBef>
                  <a:spcPct val="0"/>
                </a:spcBef>
              </a:pPr>
              <a:t>3</a:t>
            </a:fld>
            <a:endParaRPr lang="en-GB" altLang="en-US"/>
          </a:p>
        </p:txBody>
      </p:sp>
      <p:sp>
        <p:nvSpPr>
          <p:cNvPr id="6147" name="Text Box 1">
            <a:extLst>
              <a:ext uri="{FF2B5EF4-FFF2-40B4-BE49-F238E27FC236}">
                <a16:creationId xmlns:a16="http://schemas.microsoft.com/office/drawing/2014/main" id="{69687675-5F26-4A3C-A5D6-59B8E350B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it-IT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04BDBA17-E7CE-4850-BF5D-2357D6AFD6F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>
            <a:extLst>
              <a:ext uri="{FF2B5EF4-FFF2-40B4-BE49-F238E27FC236}">
                <a16:creationId xmlns:a16="http://schemas.microsoft.com/office/drawing/2014/main" id="{A4BA1062-D712-4306-84AD-04CB6BA262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A9C57F-507C-409D-AC08-829A56D10D21}" type="slidenum">
              <a:rPr lang="en-GB" altLang="en-US"/>
              <a:pPr>
                <a:spcBef>
                  <a:spcPct val="0"/>
                </a:spcBef>
              </a:pPr>
              <a:t>4</a:t>
            </a:fld>
            <a:endParaRPr lang="en-GB" altLang="en-US"/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174B8803-24E8-4ECD-BE7B-B3A553800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it-IT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B370B2CC-CC7F-4C89-8C69-C8DC8457745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>
            <a:extLst>
              <a:ext uri="{FF2B5EF4-FFF2-40B4-BE49-F238E27FC236}">
                <a16:creationId xmlns:a16="http://schemas.microsoft.com/office/drawing/2014/main" id="{F49262EF-D273-4804-86BF-205186AAE82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459FBC-218E-4367-A719-2DFB7FB812B1}" type="slidenum">
              <a:rPr lang="en-GB" altLang="en-US"/>
              <a:pPr>
                <a:spcBef>
                  <a:spcPct val="0"/>
                </a:spcBef>
              </a:pPr>
              <a:t>5</a:t>
            </a:fld>
            <a:endParaRPr lang="en-GB" altLang="en-US"/>
          </a:p>
        </p:txBody>
      </p:sp>
      <p:sp>
        <p:nvSpPr>
          <p:cNvPr id="10243" name="Text Box 1">
            <a:extLst>
              <a:ext uri="{FF2B5EF4-FFF2-40B4-BE49-F238E27FC236}">
                <a16:creationId xmlns:a16="http://schemas.microsoft.com/office/drawing/2014/main" id="{FCBC7C57-F072-43ED-BCA9-ED838D8D4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it-IT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1A4F4A55-8E02-4296-8D16-BAA7674569C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>
            <a:extLst>
              <a:ext uri="{FF2B5EF4-FFF2-40B4-BE49-F238E27FC236}">
                <a16:creationId xmlns:a16="http://schemas.microsoft.com/office/drawing/2014/main" id="{E047F15D-375B-4E22-AC71-D30A92E64E0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3EBF8D-5D26-4171-A497-A29F3EAD6DA3}" type="slidenum">
              <a:rPr lang="en-GB" altLang="en-US"/>
              <a:pPr>
                <a:spcBef>
                  <a:spcPct val="0"/>
                </a:spcBef>
              </a:pPr>
              <a:t>6</a:t>
            </a:fld>
            <a:endParaRPr lang="en-GB" altLang="en-US"/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727F9BA1-BEE5-4935-A7AB-1C6CADE53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it-IT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FAEE0405-2AAC-4609-9ACB-15AF2E2F13F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3">
            <a:extLst>
              <a:ext uri="{FF2B5EF4-FFF2-40B4-BE49-F238E27FC236}">
                <a16:creationId xmlns:a16="http://schemas.microsoft.com/office/drawing/2014/main" id="{4B0F3998-EB41-40DE-BBB8-4E6DEF2C917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4B57A2-63D6-47DE-85CC-6812782DBF74}" type="slidenum">
              <a:rPr lang="en-GB" altLang="en-US"/>
              <a:pPr>
                <a:spcBef>
                  <a:spcPct val="0"/>
                </a:spcBef>
              </a:pPr>
              <a:t>7</a:t>
            </a:fld>
            <a:endParaRPr lang="en-GB" altLang="en-US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35716E88-B929-4163-864A-7FC77CBF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it-IT" altLang="en-US"/>
          </a:p>
        </p:txBody>
      </p:sp>
      <p:sp>
        <p:nvSpPr>
          <p:cNvPr id="175107" name="Text Box 3">
            <a:extLst>
              <a:ext uri="{FF2B5EF4-FFF2-40B4-BE49-F238E27FC236}">
                <a16:creationId xmlns:a16="http://schemas.microsoft.com/office/drawing/2014/main" id="{8E67EB17-B41C-40F2-9986-BE8DDD2DACD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23/02/2023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23/02/2023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/>
              <a:t>Pile e Code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04F2A7F8-87BE-493E-9A49-AAB3021D3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030" y="101599"/>
            <a:ext cx="7770813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dirty="0"/>
              <a:t>Pila</a:t>
            </a:r>
          </a:p>
        </p:txBody>
      </p:sp>
      <p:sp>
        <p:nvSpPr>
          <p:cNvPr id="3075" name="Text Box 99">
            <a:extLst>
              <a:ext uri="{FF2B5EF4-FFF2-40B4-BE49-F238E27FC236}">
                <a16:creationId xmlns:a16="http://schemas.microsoft.com/office/drawing/2014/main" id="{52ACDD1A-9D64-40CB-AD37-8392A5302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827801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uno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stack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è una lista alla quale si può accedere solo da un estremo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76" name="Text Box 100">
            <a:extLst>
              <a:ext uri="{FF2B5EF4-FFF2-40B4-BE49-F238E27FC236}">
                <a16:creationId xmlns:a16="http://schemas.microsoft.com/office/drawing/2014/main" id="{430ECFB0-F9CE-4B3C-B677-2F540EB4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00213"/>
            <a:ext cx="87852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50000"/>
            </a:pPr>
            <a:r>
              <a:rPr lang="it-IT" altLang="zh-CN" sz="2200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l</a:t>
            </a:r>
            <a:r>
              <a:rPr lang="it-IT" altLang="en-US" sz="2200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a pila è gestita con strategia Last In First Out (LIFO), cioè la sequenza di estrazione di elementi dallo stack è esattamente l'inversa di quella di immissione </a:t>
            </a:r>
            <a:endParaRPr lang="en-US" altLang="en-US" sz="2200" dirty="0">
              <a:solidFill>
                <a:schemeClr val="tx1"/>
              </a:solidFill>
              <a:latin typeface="+mj-lt"/>
              <a:ea typeface="SimSun" panose="02010600030101010101" pitchFamily="2" charset="-122"/>
            </a:endParaRPr>
          </a:p>
        </p:txBody>
      </p:sp>
      <p:pic>
        <p:nvPicPr>
          <p:cNvPr id="3077" name="Picture 105">
            <a:extLst>
              <a:ext uri="{FF2B5EF4-FFF2-40B4-BE49-F238E27FC236}">
                <a16:creationId xmlns:a16="http://schemas.microsoft.com/office/drawing/2014/main" id="{D2B92CC5-5741-4206-B829-1CB966273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997200"/>
            <a:ext cx="60674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 Box 106">
            <a:extLst>
              <a:ext uri="{FF2B5EF4-FFF2-40B4-BE49-F238E27FC236}">
                <a16:creationId xmlns:a16="http://schemas.microsoft.com/office/drawing/2014/main" id="{B2964453-C7D1-4FC8-A676-0BD5F380B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157788"/>
            <a:ext cx="87852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le operazioni usuali nella pila sono 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Inserire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(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push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), per aggiungere un elemento alla cima della pila e 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Rimuovere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(pop) per eliminare un elemento dalla cima della pila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99">
            <a:extLst>
              <a:ext uri="{FF2B5EF4-FFF2-40B4-BE49-F238E27FC236}">
                <a16:creationId xmlns:a16="http://schemas.microsoft.com/office/drawing/2014/main" id="{B39937A4-3275-4047-AE3E-32A10AFA1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76" y="1268760"/>
            <a:ext cx="8274380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Una pila può essere implementata tramite array </a:t>
            </a:r>
          </a:p>
          <a:p>
            <a:pPr lvl="1">
              <a:spcBef>
                <a:spcPct val="0"/>
              </a:spcBef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In tal caso la sua dimensione è fissata</a:t>
            </a: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O tramite puntatori e liste concatenate</a:t>
            </a:r>
          </a:p>
          <a:p>
            <a:pPr lvl="1">
              <a:spcBef>
                <a:spcPct val="0"/>
              </a:spcBef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Non vi sono restrizioni alla sua dimensione</a:t>
            </a:r>
          </a:p>
          <a:p>
            <a:pPr>
              <a:spcBef>
                <a:spcPct val="0"/>
              </a:spcBef>
              <a:buSzPct val="5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Una pila può essere vuota o piena</a:t>
            </a:r>
          </a:p>
          <a:p>
            <a:pPr lvl="1">
              <a:spcBef>
                <a:spcPct val="0"/>
              </a:spcBef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proviamo ad estrarre elementi da una pila vuota si verificherà un errore di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underflow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0D7ECC-3F12-40E1-AC47-DE9826394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030" y="101599"/>
            <a:ext cx="7770813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dirty="0"/>
              <a:t>Pila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9228FDBF-357C-432B-B094-86D61B022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6593" y="188640"/>
            <a:ext cx="7770813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dirty="0"/>
              <a:t>Implementare pile con Array</a:t>
            </a:r>
          </a:p>
        </p:txBody>
      </p:sp>
      <p:sp>
        <p:nvSpPr>
          <p:cNvPr id="7171" name="Text Box 99">
            <a:extLst>
              <a:ext uri="{FF2B5EF4-FFF2-40B4-BE49-F238E27FC236}">
                <a16:creationId xmlns:a16="http://schemas.microsoft.com/office/drawing/2014/main" id="{610DE568-B6E8-48BE-8D87-3F42C26D4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268760"/>
            <a:ext cx="8031956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Definibile via classi </a:t>
            </a:r>
          </a:p>
          <a:p>
            <a:pPr algn="just"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 suoi membri includeranno (oltre all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array) </a:t>
            </a:r>
          </a:p>
          <a:p>
            <a:pPr lvl="1" algn="just">
              <a:spcBef>
                <a:spcPct val="0"/>
              </a:spcBef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Indice che punta alla cima della pila</a:t>
            </a:r>
          </a:p>
          <a:p>
            <a:pPr lvl="1" algn="just">
              <a:spcBef>
                <a:spcPct val="0"/>
              </a:spcBef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Insieme di operazioni sulla pila.</a:t>
            </a:r>
          </a:p>
          <a:p>
            <a:pPr algn="just"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dimensione della pila non può superare il numero di elementi dell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array.</a:t>
            </a:r>
          </a:p>
          <a:p>
            <a:pPr algn="just">
              <a:spcBef>
                <a:spcPct val="0"/>
              </a:spcBef>
              <a:buSzPct val="5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algn="just"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fondo della pila è la posizione 0 dell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array.</a:t>
            </a:r>
          </a:p>
          <a:p>
            <a:pPr algn="just"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primo elemento è inserito in posizione 0, poi in posizione 1, etc.</a:t>
            </a:r>
          </a:p>
          <a:p>
            <a:pPr algn="just"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indice che segna la cima della pila si incrementa di 1 ogni volta che un nuovo elemento è inserito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99">
            <a:extLst>
              <a:ext uri="{FF2B5EF4-FFF2-40B4-BE49-F238E27FC236}">
                <a16:creationId xmlns:a16="http://schemas.microsoft.com/office/drawing/2014/main" id="{9110AFED-1F57-40D0-B160-8C7660D5C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628800"/>
            <a:ext cx="7345363" cy="313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50000"/>
              <a:buFont typeface="Times New Roman" panose="02020603050405020304" pitchFamily="18" charset="0"/>
              <a:buNone/>
            </a:pPr>
            <a:r>
              <a:rPr lang="it-IT" altLang="en-US" sz="2200" b="1" dirty="0" err="1">
                <a:solidFill>
                  <a:schemeClr val="tx1"/>
                </a:solidFill>
                <a:latin typeface="+mj-lt"/>
              </a:rPr>
              <a:t>Push</a:t>
            </a:r>
            <a:endParaRPr lang="it-IT" altLang="en-US" sz="2200" b="1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Bef>
                <a:spcPct val="0"/>
              </a:spcBef>
              <a:buSzPct val="50000"/>
              <a:buFont typeface="Wingdings" panose="05000000000000000000" pitchFamily="2" charset="2"/>
              <a:buChar char="§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Verificare che la pila non sia piena</a:t>
            </a:r>
          </a:p>
          <a:p>
            <a:pPr marL="342900" indent="-342900">
              <a:spcBef>
                <a:spcPct val="0"/>
              </a:spcBef>
              <a:buSzPct val="50000"/>
              <a:buFont typeface="Wingdings" panose="05000000000000000000" pitchFamily="2" charset="2"/>
              <a:buChar char="§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Incrementare di 1 la cima della pila</a:t>
            </a:r>
          </a:p>
          <a:p>
            <a:pPr marL="342900" indent="-342900">
              <a:spcBef>
                <a:spcPct val="0"/>
              </a:spcBef>
              <a:buSzPct val="50000"/>
              <a:buFont typeface="Wingdings" panose="05000000000000000000" pitchFamily="2" charset="2"/>
              <a:buChar char="§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Inserire 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elemento in cima</a:t>
            </a:r>
          </a:p>
          <a:p>
            <a:pPr>
              <a:spcBef>
                <a:spcPct val="0"/>
              </a:spcBef>
              <a:buSzPct val="5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ct val="0"/>
              </a:spcBef>
              <a:buSzPct val="50000"/>
              <a:buFont typeface="Times New Roman" panose="02020603050405020304" pitchFamily="18" charset="0"/>
              <a:buNone/>
            </a:pP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Pop</a:t>
            </a:r>
          </a:p>
          <a:p>
            <a:pPr marL="342900" indent="-342900">
              <a:spcBef>
                <a:spcPct val="0"/>
              </a:spcBef>
              <a:buSzPct val="50000"/>
              <a:buFont typeface="Wingdings" panose="05000000000000000000" pitchFamily="2" charset="2"/>
              <a:buChar char="§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Verificare che la pila non sia vuota</a:t>
            </a:r>
          </a:p>
          <a:p>
            <a:pPr marL="342900" indent="-342900">
              <a:spcBef>
                <a:spcPct val="0"/>
              </a:spcBef>
              <a:buSzPct val="50000"/>
              <a:buFont typeface="Wingdings" panose="05000000000000000000" pitchFamily="2" charset="2"/>
              <a:buChar char="§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Leggere 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elemento in cima alla pila</a:t>
            </a:r>
          </a:p>
          <a:p>
            <a:pPr marL="342900" indent="-342900">
              <a:spcBef>
                <a:spcPct val="0"/>
              </a:spcBef>
              <a:buSzPct val="50000"/>
              <a:buFont typeface="Wingdings" panose="05000000000000000000" pitchFamily="2" charset="2"/>
              <a:buChar char="§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Ridurre di 1 la cima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07246D-39A4-4042-8841-CB3759BB4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6593" y="188640"/>
            <a:ext cx="7770813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dirty="0"/>
              <a:t>Implementare pile con Array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6D593E0E-6476-4784-A4BF-B7A862BF6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6593" y="332656"/>
            <a:ext cx="7770813" cy="981075"/>
          </a:xfrm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dirty="0"/>
              <a:t>Implementare pile con liste dinamiche</a:t>
            </a:r>
          </a:p>
        </p:txBody>
      </p:sp>
      <p:sp>
        <p:nvSpPr>
          <p:cNvPr id="11267" name="Text Box 99">
            <a:extLst>
              <a:ext uri="{FF2B5EF4-FFF2-40B4-BE49-F238E27FC236}">
                <a16:creationId xmlns:a16="http://schemas.microsoft.com/office/drawing/2014/main" id="{EBFEC43E-05A1-4EEA-BEAC-169C1AB0A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593" y="1700808"/>
            <a:ext cx="813387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Basta una lista semplice che non sarà mai piena (a meno che non vogliamo stabilire noi un limite al numero di elementi). </a:t>
            </a: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pila è vuota se il puntatore alla cima è NULL</a:t>
            </a:r>
          </a:p>
          <a:p>
            <a:pPr>
              <a:spcBef>
                <a:spcPct val="0"/>
              </a:spcBef>
              <a:buSzPct val="5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ct val="0"/>
              </a:spcBef>
              <a:buSzPct val="50000"/>
              <a:buFont typeface="Times New Roman" panose="02020603050405020304" pitchFamily="18" charset="0"/>
              <a:buNone/>
            </a:pPr>
            <a:r>
              <a:rPr lang="it-IT" altLang="en-US" sz="2200" b="1" dirty="0" err="1">
                <a:solidFill>
                  <a:schemeClr val="tx1"/>
                </a:solidFill>
                <a:latin typeface="+mj-lt"/>
              </a:rPr>
              <a:t>Push</a:t>
            </a:r>
            <a:endParaRPr lang="it-IT" altLang="en-US" sz="2200" b="1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Aggiunge un nuovo nodo, in testa alla lista, con il dato che si desidera aggiungere, come primo elemento</a:t>
            </a:r>
          </a:p>
          <a:p>
            <a:pPr>
              <a:spcBef>
                <a:spcPct val="0"/>
              </a:spcBef>
              <a:buSzPct val="5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ct val="0"/>
              </a:spcBef>
              <a:buSzPct val="50000"/>
              <a:buFont typeface="Times New Roman" panose="02020603050405020304" pitchFamily="18" charset="0"/>
              <a:buNone/>
            </a:pP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Pop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Verifica che la lista non sia vuota </a:t>
            </a: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Estrae il valore del primo nodo.</a:t>
            </a:r>
          </a:p>
          <a:p>
            <a:pPr>
              <a:spcBef>
                <a:spcPct val="0"/>
              </a:spcBef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Cancella il primo nodo.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A8C99112-970C-4550-9451-5F17F0444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7" y="114076"/>
            <a:ext cx="7273925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altLang="zh-CN" sz="4000" dirty="0"/>
              <a:t>Concetto e gestione di una coda</a:t>
            </a:r>
            <a:endParaRPr lang="it-IT" sz="4000" dirty="0"/>
          </a:p>
        </p:txBody>
      </p:sp>
      <p:sp>
        <p:nvSpPr>
          <p:cNvPr id="13315" name="Text Box 16">
            <a:extLst>
              <a:ext uri="{FF2B5EF4-FFF2-40B4-BE49-F238E27FC236}">
                <a16:creationId xmlns:a16="http://schemas.microsoft.com/office/drawing/2014/main" id="{7262B216-A397-4BBB-BB38-0C9499DEE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5" y="1091142"/>
            <a:ext cx="82819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spcBef>
                <a:spcPct val="0"/>
              </a:spcBef>
              <a:buSzPct val="50000"/>
              <a:buNone/>
            </a:pPr>
            <a:r>
              <a:rPr lang="it-IT" altLang="en-US" sz="2200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La 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coda </a:t>
            </a:r>
            <a:r>
              <a:rPr lang="it-IT" altLang="en-US" sz="2200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queue</a:t>
            </a:r>
            <a:r>
              <a:rPr lang="it-IT" altLang="en-US" sz="2200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) è una struttura dati gestita con politica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First In First Out</a:t>
            </a:r>
            <a:r>
              <a:rPr lang="it-IT" altLang="en-US" sz="2200" dirty="0">
                <a:solidFill>
                  <a:schemeClr val="tx1"/>
                </a:solidFill>
                <a:latin typeface="+mj-lt"/>
                <a:ea typeface="SimSun" panose="02010600030101010101" pitchFamily="2" charset="-122"/>
              </a:rPr>
              <a:t> (FIFO)</a:t>
            </a:r>
            <a:endParaRPr lang="en-US" altLang="en-US" sz="2200" dirty="0">
              <a:solidFill>
                <a:schemeClr val="tx1"/>
              </a:solidFill>
              <a:latin typeface="+mj-lt"/>
              <a:ea typeface="SimSun" panose="02010600030101010101" pitchFamily="2" charset="-122"/>
            </a:endParaRPr>
          </a:p>
        </p:txBody>
      </p:sp>
      <p:pic>
        <p:nvPicPr>
          <p:cNvPr id="13316" name="Picture 32">
            <a:extLst>
              <a:ext uri="{FF2B5EF4-FFF2-40B4-BE49-F238E27FC236}">
                <a16:creationId xmlns:a16="http://schemas.microsoft.com/office/drawing/2014/main" id="{407E2B9F-5A84-4CC9-8C1A-536E62BA3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859588"/>
            <a:ext cx="3465513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33">
            <a:extLst>
              <a:ext uri="{FF2B5EF4-FFF2-40B4-BE49-F238E27FC236}">
                <a16:creationId xmlns:a16="http://schemas.microsoft.com/office/drawing/2014/main" id="{3F5A5DDE-A5B2-4524-AEAC-18959A490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44675"/>
            <a:ext cx="4005262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 Box 34">
            <a:extLst>
              <a:ext uri="{FF2B5EF4-FFF2-40B4-BE49-F238E27FC236}">
                <a16:creationId xmlns:a16="http://schemas.microsoft.com/office/drawing/2014/main" id="{82A372C0-5C36-4BF7-9495-F66C2B8EC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5" y="5503863"/>
            <a:ext cx="87852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permette di accedere ai dati da ciascuno dei suoi due estremi; gli elementi s'immettono in coda e si rimuovono dalla testa nello stesso ordine in cui sono stati immessi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622A9-75C6-410C-9B19-4DD3B0DD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  <a:defRPr/>
            </a:pPr>
            <a:r>
              <a:rPr lang="it-IT" sz="4000" dirty="0"/>
              <a:t>Operazioni su code</a:t>
            </a:r>
          </a:p>
        </p:txBody>
      </p:sp>
      <p:sp>
        <p:nvSpPr>
          <p:cNvPr id="15363" name="Segnaposto contenuto 2">
            <a:extLst>
              <a:ext uri="{FF2B5EF4-FFF2-40B4-BE49-F238E27FC236}">
                <a16:creationId xmlns:a16="http://schemas.microsoft.com/office/drawing/2014/main" id="{7ADA357A-6B42-4A90-A318-76EDE385E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enqueue</a:t>
            </a: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, front, </a:t>
            </a:r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dequeue</a:t>
            </a: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isEmpty</a:t>
            </a: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isFull</a:t>
            </a: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endParaRPr lang="it-IT" altLang="en-US" b="1" dirty="0">
              <a:latin typeface="+mj-lt"/>
              <a:cs typeface="Times New Roman" panose="02020603050405020304" pitchFamily="18" charset="0"/>
            </a:endParaRPr>
          </a:p>
          <a:p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enqueue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–aggiunge un elemento in coda. </a:t>
            </a:r>
          </a:p>
          <a:p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dequeue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– rimuove 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elemento in testa alla coda. </a:t>
            </a:r>
          </a:p>
          <a:p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front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– legge 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elemento in testa alla coda senza rimuoverlo. </a:t>
            </a:r>
          </a:p>
          <a:p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isEmpty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– restituisce </a:t>
            </a:r>
            <a:r>
              <a:rPr lang="it-IT" altLang="en-US" dirty="0" err="1">
                <a:latin typeface="+mj-lt"/>
                <a:cs typeface="Times New Roman" panose="02020603050405020304" pitchFamily="18" charset="0"/>
              </a:rPr>
              <a:t>true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se la coda è vuota. </a:t>
            </a:r>
          </a:p>
          <a:p>
            <a:r>
              <a:rPr lang="it-IT" altLang="en-US" b="1" dirty="0" err="1">
                <a:latin typeface="+mj-lt"/>
                <a:cs typeface="Times New Roman" panose="02020603050405020304" pitchFamily="18" charset="0"/>
              </a:rPr>
              <a:t>IsFull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– restituisce </a:t>
            </a:r>
            <a:r>
              <a:rPr lang="it-IT" altLang="en-US" dirty="0" err="1">
                <a:latin typeface="+mj-lt"/>
                <a:cs typeface="Times New Roman" panose="02020603050405020304" pitchFamily="18" charset="0"/>
              </a:rPr>
              <a:t>true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se la pila è piena (nel caso  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implementazione preveda una capacità massima)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2F9160-1462-454C-8B05-0A68489C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  <a:defRPr/>
            </a:pPr>
            <a:r>
              <a:rPr lang="it-IT" sz="4000" dirty="0"/>
              <a:t>Realizzazione con Array</a:t>
            </a:r>
          </a:p>
        </p:txBody>
      </p:sp>
      <p:sp>
        <p:nvSpPr>
          <p:cNvPr id="16387" name="Segnaposto contenuto 2">
            <a:extLst>
              <a:ext uri="{FF2B5EF4-FFF2-40B4-BE49-F238E27FC236}">
                <a16:creationId xmlns:a16="http://schemas.microsoft.com/office/drawing/2014/main" id="{1CA810C2-1A69-4765-BBC9-BD73A4FA7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altLang="en-US" dirty="0">
                <a:latin typeface="+mj-lt"/>
                <a:cs typeface="Times New Roman" panose="02020603050405020304" pitchFamily="18" charset="0"/>
              </a:rPr>
              <a:t>La realizzazione con array prevede</a:t>
            </a: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: </a:t>
            </a:r>
          </a:p>
          <a:p>
            <a:pPr>
              <a:buFont typeface="Arial" panose="020B0604020202020204" pitchFamily="34" charset="0"/>
              <a:buNone/>
            </a:pP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	</a:t>
            </a:r>
          </a:p>
          <a:p>
            <a:pPr>
              <a:buFont typeface="Arial" panose="020B0604020202020204" pitchFamily="34" charset="0"/>
              <a:buNone/>
            </a:pP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- 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uso di un array per memorizzare gli elementi nella coda; </a:t>
            </a:r>
          </a:p>
          <a:p>
            <a:pPr>
              <a:buFont typeface="Arial" panose="020B0604020202020204" pitchFamily="34" charset="0"/>
              <a:buNone/>
            </a:pPr>
            <a:r>
              <a:rPr lang="it-IT" altLang="en-US" dirty="0">
                <a:latin typeface="+mj-lt"/>
                <a:cs typeface="Times New Roman" panose="02020603050405020304" pitchFamily="18" charset="0"/>
              </a:rPr>
              <a:t>	- Un </a:t>
            </a:r>
            <a:r>
              <a:rPr lang="it-IT" altLang="en-US" i="1" dirty="0" err="1">
                <a:latin typeface="+mj-lt"/>
                <a:cs typeface="Times New Roman" panose="02020603050405020304" pitchFamily="18" charset="0"/>
              </a:rPr>
              <a:t>int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 che memorizza la dimensione massima dell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array </a:t>
            </a:r>
          </a:p>
          <a:p>
            <a:pPr>
              <a:buFont typeface="Arial" panose="020B0604020202020204" pitchFamily="34" charset="0"/>
              <a:buNone/>
            </a:pPr>
            <a:r>
              <a:rPr lang="it-IT" altLang="en-US" dirty="0">
                <a:latin typeface="+mj-lt"/>
                <a:cs typeface="Times New Roman" panose="02020603050405020304" pitchFamily="18" charset="0"/>
              </a:rPr>
              <a:t>	- Un indice che individua 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elemento attualmente in testa alla coda </a:t>
            </a:r>
          </a:p>
          <a:p>
            <a:pPr>
              <a:buFont typeface="Arial" panose="020B0604020202020204" pitchFamily="34" charset="0"/>
              <a:buNone/>
            </a:pPr>
            <a:r>
              <a:rPr lang="it-IT" altLang="en-US" dirty="0">
                <a:latin typeface="+mj-lt"/>
                <a:cs typeface="Times New Roman" panose="02020603050405020304" pitchFamily="18" charset="0"/>
              </a:rPr>
              <a:t>	- Un indice che individua 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elemento attualmente alla fine della coda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580F74-149F-4451-A623-D5E4A10F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  <a:defRPr/>
            </a:pPr>
            <a:r>
              <a:rPr lang="it-IT" sz="4000" dirty="0"/>
              <a:t>Realizzazione con Array: idea di 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AA2650-51F9-4D0C-B85B-9F4753D91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6912" y="1484784"/>
            <a:ext cx="7989888" cy="4103688"/>
          </a:xfrm>
        </p:spPr>
        <p:txBody>
          <a:bodyPr>
            <a:normAutofit fontScale="70000" lnSpcReduction="20000"/>
          </a:bodyPr>
          <a:lstStyle/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Invece di spostare gli elementi dell’array modifichiamo solo gli indici che puntano alla testa e alla fine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Inizializziamo i due interi testa =0 e fine =-1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Ogni volta che inseriamo un elemento spostiamo fine (fine++)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Ogni volta che estraiamo un elemento spostiamo testa (testa++)</a:t>
            </a:r>
          </a:p>
          <a:p>
            <a:endParaRPr lang="it-IT" altLang="en-US" dirty="0">
              <a:latin typeface="+mj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Problema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: 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Il procedimento funziona bene solo fino a quando fine non raggiunge la fine dell</a:t>
            </a:r>
            <a:r>
              <a:rPr lang="it-IT" altLang="it-IT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array. </a:t>
            </a:r>
          </a:p>
          <a:p>
            <a:pPr>
              <a:buFont typeface="Arial" panose="020B0604020202020204" pitchFamily="34" charset="0"/>
              <a:buNone/>
            </a:pPr>
            <a:endParaRPr lang="it-IT" altLang="en-US" dirty="0">
              <a:latin typeface="+mj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it-IT" altLang="en-US" b="1" dirty="0">
                <a:latin typeface="+mj-lt"/>
                <a:cs typeface="Times New Roman" panose="02020603050405020304" pitchFamily="18" charset="0"/>
              </a:rPr>
              <a:t>Soluzione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: </a:t>
            </a:r>
          </a:p>
          <a:p>
            <a:pPr>
              <a:buFont typeface="Arial" panose="020B0604020202020204" pitchFamily="34" charset="0"/>
              <a:buNone/>
            </a:pPr>
            <a:r>
              <a:rPr lang="it-IT" altLang="en-US" dirty="0">
                <a:latin typeface="+mj-lt"/>
                <a:cs typeface="Times New Roman" panose="02020603050405020304" pitchFamily="18" charset="0"/>
              </a:rPr>
              <a:t>	Array Circolari!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2F9160-1462-454C-8B05-0A68489C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  <a:defRPr/>
            </a:pPr>
            <a:r>
              <a:rPr lang="it-IT" sz="4000" dirty="0"/>
              <a:t>Esercizi</a:t>
            </a:r>
          </a:p>
        </p:txBody>
      </p:sp>
      <p:sp>
        <p:nvSpPr>
          <p:cNvPr id="16387" name="Segnaposto contenuto 2">
            <a:extLst>
              <a:ext uri="{FF2B5EF4-FFF2-40B4-BE49-F238E27FC236}">
                <a16:creationId xmlns:a16="http://schemas.microsoft.com/office/drawing/2014/main" id="{1CA810C2-1A69-4765-BBC9-BD73A4FA7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altLang="en-US">
                <a:latin typeface="+mj-lt"/>
                <a:cs typeface="Times New Roman" panose="02020603050405020304" pitchFamily="18" charset="0"/>
              </a:rPr>
              <a:t>Implementare:</a:t>
            </a:r>
          </a:p>
          <a:p>
            <a:r>
              <a:rPr lang="it-IT" altLang="en-US">
                <a:latin typeface="+mj-lt"/>
                <a:cs typeface="Times New Roman" panose="02020603050405020304" pitchFamily="18" charset="0"/>
              </a:rPr>
              <a:t>una </a:t>
            </a:r>
            <a:r>
              <a:rPr lang="it-IT" altLang="en-US" dirty="0">
                <a:latin typeface="+mj-lt"/>
                <a:cs typeface="Times New Roman" panose="02020603050405020304" pitchFamily="18" charset="0"/>
              </a:rPr>
              <a:t>classe pila usando un array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una classe coda usando un array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una classe pila per tipi generici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una classe pila dinamica</a:t>
            </a:r>
          </a:p>
          <a:p>
            <a:r>
              <a:rPr lang="it-IT" altLang="en-US" dirty="0">
                <a:latin typeface="+mj-lt"/>
                <a:cs typeface="Times New Roman" panose="02020603050405020304" pitchFamily="18" charset="0"/>
              </a:rPr>
              <a:t>una classe coda dinamica</a:t>
            </a:r>
          </a:p>
        </p:txBody>
      </p:sp>
    </p:spTree>
    <p:extLst>
      <p:ext uri="{BB962C8B-B14F-4D97-AF65-F5344CB8AC3E}">
        <p14:creationId xmlns:p14="http://schemas.microsoft.com/office/powerpoint/2010/main" val="731084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BEEDE5-F840-404E-BCA9-992070865824}"/>
</file>

<file path=customXml/itemProps2.xml><?xml version="1.0" encoding="utf-8"?>
<ds:datastoreItem xmlns:ds="http://schemas.openxmlformats.org/officeDocument/2006/customXml" ds:itemID="{C1D6BFBD-521D-4AB3-BD02-59AF88E36A24}"/>
</file>

<file path=customXml/itemProps3.xml><?xml version="1.0" encoding="utf-8"?>
<ds:datastoreItem xmlns:ds="http://schemas.openxmlformats.org/officeDocument/2006/customXml" ds:itemID="{0FD24774-1D66-4517-A65E-76EA23452AB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Presentazione su schermo (4:3)</PresentationFormat>
  <Paragraphs>86</Paragraphs>
  <Slides>11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Tema di Office</vt:lpstr>
      <vt:lpstr>Pile e Code Massimo Orazio Spata Image Processing Lab - iplab.dmi.unict.it   massimo.spata@unict.it www.dmi.unict.it/spata/</vt:lpstr>
      <vt:lpstr>Pila</vt:lpstr>
      <vt:lpstr>Pila</vt:lpstr>
      <vt:lpstr>Implementare pile con Array</vt:lpstr>
      <vt:lpstr>Implementare pile con Array</vt:lpstr>
      <vt:lpstr>Implementare pile con liste dinamiche</vt:lpstr>
      <vt:lpstr>Concetto e gestione di una coda</vt:lpstr>
      <vt:lpstr>Operazioni su code</vt:lpstr>
      <vt:lpstr>Realizzazione con Array</vt:lpstr>
      <vt:lpstr>Realizzazione con Array: idea di base</vt:lpstr>
      <vt:lpstr>Esercizi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733</cp:revision>
  <dcterms:created xsi:type="dcterms:W3CDTF">2012-01-04T08:06:02Z</dcterms:created>
  <dcterms:modified xsi:type="dcterms:W3CDTF">2023-02-23T09:04:14Z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