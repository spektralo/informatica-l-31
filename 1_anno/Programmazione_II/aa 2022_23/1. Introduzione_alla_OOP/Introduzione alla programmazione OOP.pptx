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6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314" r:id="rId2"/>
    <p:sldId id="315" r:id="rId3"/>
    <p:sldId id="316" r:id="rId4"/>
    <p:sldId id="317" r:id="rId5"/>
    <p:sldId id="318" r:id="rId6"/>
    <p:sldId id="323" r:id="rId7"/>
    <p:sldId id="320" r:id="rId8"/>
    <p:sldId id="321" r:id="rId9"/>
    <p:sldId id="541" r:id="rId10"/>
    <p:sldId id="294" r:id="rId11"/>
    <p:sldId id="304" r:id="rId12"/>
    <p:sldId id="379" r:id="rId13"/>
    <p:sldId id="542" r:id="rId14"/>
    <p:sldId id="480" r:id="rId15"/>
    <p:sldId id="342" r:id="rId16"/>
    <p:sldId id="519" r:id="rId17"/>
    <p:sldId id="349" r:id="rId18"/>
    <p:sldId id="344" r:id="rId19"/>
    <p:sldId id="348" r:id="rId20"/>
    <p:sldId id="347" r:id="rId21"/>
    <p:sldId id="520" r:id="rId22"/>
    <p:sldId id="351" r:id="rId23"/>
    <p:sldId id="521" r:id="rId24"/>
    <p:sldId id="354" r:id="rId25"/>
    <p:sldId id="358" r:id="rId26"/>
    <p:sldId id="357" r:id="rId27"/>
    <p:sldId id="356" r:id="rId28"/>
    <p:sldId id="355" r:id="rId29"/>
    <p:sldId id="359" r:id="rId30"/>
    <p:sldId id="375" r:id="rId31"/>
    <p:sldId id="373" r:id="rId32"/>
    <p:sldId id="376" r:id="rId33"/>
    <p:sldId id="377" r:id="rId34"/>
    <p:sldId id="378" r:id="rId35"/>
    <p:sldId id="380" r:id="rId36"/>
    <p:sldId id="372" r:id="rId37"/>
    <p:sldId id="385" r:id="rId38"/>
    <p:sldId id="387" r:id="rId39"/>
    <p:sldId id="394" r:id="rId40"/>
    <p:sldId id="395" r:id="rId41"/>
    <p:sldId id="400" r:id="rId42"/>
    <p:sldId id="397" r:id="rId43"/>
    <p:sldId id="401" r:id="rId44"/>
    <p:sldId id="399" r:id="rId45"/>
    <p:sldId id="398" r:id="rId46"/>
    <p:sldId id="404" r:id="rId47"/>
  </p:sldIdLst>
  <p:sldSz cx="9144000" cy="6858000" type="screen4x3"/>
  <p:notesSz cx="6858000" cy="9144000"/>
  <p:custDataLst>
    <p:tags r:id="rId50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C0504D"/>
    <a:srgbClr val="0000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Stile medio 3 - Color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5274" autoAdjust="0"/>
  </p:normalViewPr>
  <p:slideViewPr>
    <p:cSldViewPr>
      <p:cViewPr varScale="1">
        <p:scale>
          <a:sx n="43" d="100"/>
          <a:sy n="43" d="100"/>
        </p:scale>
        <p:origin x="100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ags" Target="tags/tag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8" Type="http://schemas.openxmlformats.org/officeDocument/2006/relationships/customXml" Target="../customXml/item3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57" Type="http://schemas.openxmlformats.org/officeDocument/2006/relationships/customXml" Target="../customXml/item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Ortis" userId="dcdc90ed-3509-45f7-ac48-ad038638580b" providerId="ADAL" clId="{B85AFB0D-ED9F-49AF-925C-EAB4CABA3A79}"/>
    <pc:docChg chg="undo custSel addSld delSld modSld">
      <pc:chgData name="Alessandro Ortis" userId="dcdc90ed-3509-45f7-ac48-ad038638580b" providerId="ADAL" clId="{B85AFB0D-ED9F-49AF-925C-EAB4CABA3A79}" dt="2021-03-09T10:31:12.795" v="2888" actId="27636"/>
      <pc:docMkLst>
        <pc:docMk/>
      </pc:docMkLst>
      <pc:sldChg chg="modSp mod">
        <pc:chgData name="Alessandro Ortis" userId="dcdc90ed-3509-45f7-ac48-ad038638580b" providerId="ADAL" clId="{B85AFB0D-ED9F-49AF-925C-EAB4CABA3A79}" dt="2021-03-09T10:20:04.046" v="2875" actId="20577"/>
        <pc:sldMkLst>
          <pc:docMk/>
          <pc:sldMk cId="0" sldId="314"/>
        </pc:sldMkLst>
        <pc:spChg chg="mod">
          <ac:chgData name="Alessandro Ortis" userId="dcdc90ed-3509-45f7-ac48-ad038638580b" providerId="ADAL" clId="{B85AFB0D-ED9F-49AF-925C-EAB4CABA3A79}" dt="2021-03-09T10:20:04.046" v="2875" actId="20577"/>
          <ac:spMkLst>
            <pc:docMk/>
            <pc:sldMk cId="0" sldId="31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14:53.441" v="12" actId="47"/>
        <pc:sldMkLst>
          <pc:docMk/>
          <pc:sldMk cId="3660908743" sldId="319"/>
        </pc:sldMkLst>
      </pc:sldChg>
      <pc:sldChg chg="modSp mod">
        <pc:chgData name="Alessandro Ortis" userId="dcdc90ed-3509-45f7-ac48-ad038638580b" providerId="ADAL" clId="{B85AFB0D-ED9F-49AF-925C-EAB4CABA3A79}" dt="2021-03-09T09:20:35.370" v="18" actId="27636"/>
        <pc:sldMkLst>
          <pc:docMk/>
          <pc:sldMk cId="1318921938" sldId="321"/>
        </pc:sldMkLst>
        <pc:spChg chg="mod">
          <ac:chgData name="Alessandro Ortis" userId="dcdc90ed-3509-45f7-ac48-ad038638580b" providerId="ADAL" clId="{B85AFB0D-ED9F-49AF-925C-EAB4CABA3A79}" dt="2021-03-09T09:20:35.370" v="18" actId="27636"/>
          <ac:spMkLst>
            <pc:docMk/>
            <pc:sldMk cId="1318921938" sldId="321"/>
            <ac:spMk id="4" creationId="{A2A9A91D-AA8F-4392-B13F-7C26EE47657F}"/>
          </ac:spMkLst>
        </pc:spChg>
      </pc:sldChg>
      <pc:sldChg chg="del">
        <pc:chgData name="Alessandro Ortis" userId="dcdc90ed-3509-45f7-ac48-ad038638580b" providerId="ADAL" clId="{B85AFB0D-ED9F-49AF-925C-EAB4CABA3A79}" dt="2021-03-09T09:20:12.811" v="14" actId="47"/>
        <pc:sldMkLst>
          <pc:docMk/>
          <pc:sldMk cId="3178890833" sldId="322"/>
        </pc:sldMkLst>
      </pc:sldChg>
      <pc:sldChg chg="mod modShow">
        <pc:chgData name="Alessandro Ortis" userId="dcdc90ed-3509-45f7-ac48-ad038638580b" providerId="ADAL" clId="{B85AFB0D-ED9F-49AF-925C-EAB4CABA3A79}" dt="2021-03-09T09:14:58.011" v="13" actId="729"/>
        <pc:sldMkLst>
          <pc:docMk/>
          <pc:sldMk cId="3480440903" sldId="323"/>
        </pc:sldMkLst>
      </pc:sldChg>
      <pc:sldChg chg="modSp del mod">
        <pc:chgData name="Alessandro Ortis" userId="dcdc90ed-3509-45f7-ac48-ad038638580b" providerId="ADAL" clId="{B85AFB0D-ED9F-49AF-925C-EAB4CABA3A79}" dt="2021-03-09T10:20:30.053" v="2876" actId="47"/>
        <pc:sldMkLst>
          <pc:docMk/>
          <pc:sldMk cId="1297038212" sldId="324"/>
        </pc:sldMkLst>
        <pc:spChg chg="mod">
          <ac:chgData name="Alessandro Ortis" userId="dcdc90ed-3509-45f7-ac48-ad038638580b" providerId="ADAL" clId="{B85AFB0D-ED9F-49AF-925C-EAB4CABA3A79}" dt="2021-03-09T09:14:01.641" v="11" actId="20577"/>
          <ac:spMkLst>
            <pc:docMk/>
            <pc:sldMk cId="1297038212" sldId="32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21:33.789" v="35" actId="47"/>
        <pc:sldMkLst>
          <pc:docMk/>
          <pc:sldMk cId="3194572026" sldId="327"/>
        </pc:sldMkLst>
      </pc:sldChg>
      <pc:sldChg chg="del">
        <pc:chgData name="Alessandro Ortis" userId="dcdc90ed-3509-45f7-ac48-ad038638580b" providerId="ADAL" clId="{B85AFB0D-ED9F-49AF-925C-EAB4CABA3A79}" dt="2021-03-09T09:21:08.818" v="28" actId="47"/>
        <pc:sldMkLst>
          <pc:docMk/>
          <pc:sldMk cId="2880545713" sldId="328"/>
        </pc:sldMkLst>
      </pc:sldChg>
      <pc:sldChg chg="del">
        <pc:chgData name="Alessandro Ortis" userId="dcdc90ed-3509-45f7-ac48-ad038638580b" providerId="ADAL" clId="{B85AFB0D-ED9F-49AF-925C-EAB4CABA3A79}" dt="2021-03-09T09:21:00.143" v="21" actId="47"/>
        <pc:sldMkLst>
          <pc:docMk/>
          <pc:sldMk cId="128074181" sldId="329"/>
        </pc:sldMkLst>
      </pc:sldChg>
      <pc:sldChg chg="del">
        <pc:chgData name="Alessandro Ortis" userId="dcdc90ed-3509-45f7-ac48-ad038638580b" providerId="ADAL" clId="{B85AFB0D-ED9F-49AF-925C-EAB4CABA3A79}" dt="2021-03-09T09:21:00.887" v="22" actId="47"/>
        <pc:sldMkLst>
          <pc:docMk/>
          <pc:sldMk cId="2506017791" sldId="330"/>
        </pc:sldMkLst>
      </pc:sldChg>
      <pc:sldChg chg="del">
        <pc:chgData name="Alessandro Ortis" userId="dcdc90ed-3509-45f7-ac48-ad038638580b" providerId="ADAL" clId="{B85AFB0D-ED9F-49AF-925C-EAB4CABA3A79}" dt="2021-03-09T09:21:07.196" v="27" actId="47"/>
        <pc:sldMkLst>
          <pc:docMk/>
          <pc:sldMk cId="4150079284" sldId="331"/>
        </pc:sldMkLst>
      </pc:sldChg>
      <pc:sldChg chg="del">
        <pc:chgData name="Alessandro Ortis" userId="dcdc90ed-3509-45f7-ac48-ad038638580b" providerId="ADAL" clId="{B85AFB0D-ED9F-49AF-925C-EAB4CABA3A79}" dt="2021-03-09T09:21:06.233" v="26" actId="47"/>
        <pc:sldMkLst>
          <pc:docMk/>
          <pc:sldMk cId="3518952912" sldId="332"/>
        </pc:sldMkLst>
      </pc:sldChg>
      <pc:sldChg chg="del">
        <pc:chgData name="Alessandro Ortis" userId="dcdc90ed-3509-45f7-ac48-ad038638580b" providerId="ADAL" clId="{B85AFB0D-ED9F-49AF-925C-EAB4CABA3A79}" dt="2021-03-09T09:21:04.633" v="24" actId="47"/>
        <pc:sldMkLst>
          <pc:docMk/>
          <pc:sldMk cId="3222035176" sldId="333"/>
        </pc:sldMkLst>
      </pc:sldChg>
      <pc:sldChg chg="del">
        <pc:chgData name="Alessandro Ortis" userId="dcdc90ed-3509-45f7-ac48-ad038638580b" providerId="ADAL" clId="{B85AFB0D-ED9F-49AF-925C-EAB4CABA3A79}" dt="2021-03-09T09:21:05.112" v="25" actId="47"/>
        <pc:sldMkLst>
          <pc:docMk/>
          <pc:sldMk cId="4131874853" sldId="334"/>
        </pc:sldMkLst>
      </pc:sldChg>
      <pc:sldChg chg="del">
        <pc:chgData name="Alessandro Ortis" userId="dcdc90ed-3509-45f7-ac48-ad038638580b" providerId="ADAL" clId="{B85AFB0D-ED9F-49AF-925C-EAB4CABA3A79}" dt="2021-03-09T09:21:01.688" v="23" actId="47"/>
        <pc:sldMkLst>
          <pc:docMk/>
          <pc:sldMk cId="2456245524" sldId="335"/>
        </pc:sldMkLst>
      </pc:sldChg>
      <pc:sldChg chg="del">
        <pc:chgData name="Alessandro Ortis" userId="dcdc90ed-3509-45f7-ac48-ad038638580b" providerId="ADAL" clId="{B85AFB0D-ED9F-49AF-925C-EAB4CABA3A79}" dt="2021-03-09T09:21:09.943" v="30" actId="47"/>
        <pc:sldMkLst>
          <pc:docMk/>
          <pc:sldMk cId="3549187691" sldId="337"/>
        </pc:sldMkLst>
      </pc:sldChg>
      <pc:sldChg chg="del">
        <pc:chgData name="Alessandro Ortis" userId="dcdc90ed-3509-45f7-ac48-ad038638580b" providerId="ADAL" clId="{B85AFB0D-ED9F-49AF-925C-EAB4CABA3A79}" dt="2021-03-09T09:21:09.375" v="29" actId="47"/>
        <pc:sldMkLst>
          <pc:docMk/>
          <pc:sldMk cId="2865816139" sldId="338"/>
        </pc:sldMkLst>
      </pc:sldChg>
      <pc:sldChg chg="del">
        <pc:chgData name="Alessandro Ortis" userId="dcdc90ed-3509-45f7-ac48-ad038638580b" providerId="ADAL" clId="{B85AFB0D-ED9F-49AF-925C-EAB4CABA3A79}" dt="2021-03-09T09:21:10.978" v="32" actId="47"/>
        <pc:sldMkLst>
          <pc:docMk/>
          <pc:sldMk cId="100765716" sldId="339"/>
        </pc:sldMkLst>
      </pc:sldChg>
      <pc:sldChg chg="del">
        <pc:chgData name="Alessandro Ortis" userId="dcdc90ed-3509-45f7-ac48-ad038638580b" providerId="ADAL" clId="{B85AFB0D-ED9F-49AF-925C-EAB4CABA3A79}" dt="2021-03-09T09:21:11.580" v="33" actId="47"/>
        <pc:sldMkLst>
          <pc:docMk/>
          <pc:sldMk cId="2624389146" sldId="340"/>
        </pc:sldMkLst>
      </pc:sldChg>
      <pc:sldChg chg="del">
        <pc:chgData name="Alessandro Ortis" userId="dcdc90ed-3509-45f7-ac48-ad038638580b" providerId="ADAL" clId="{B85AFB0D-ED9F-49AF-925C-EAB4CABA3A79}" dt="2021-03-09T09:21:10.499" v="31" actId="47"/>
        <pc:sldMkLst>
          <pc:docMk/>
          <pc:sldMk cId="1260724695" sldId="341"/>
        </pc:sldMkLst>
      </pc:sldChg>
      <pc:sldChg chg="del">
        <pc:chgData name="Alessandro Ortis" userId="dcdc90ed-3509-45f7-ac48-ad038638580b" providerId="ADAL" clId="{B85AFB0D-ED9F-49AF-925C-EAB4CABA3A79}" dt="2021-03-09T09:36:37.561" v="1040" actId="47"/>
        <pc:sldMkLst>
          <pc:docMk/>
          <pc:sldMk cId="3324450322" sldId="343"/>
        </pc:sldMkLst>
      </pc:sldChg>
      <pc:sldChg chg="modSp mod">
        <pc:chgData name="Alessandro Ortis" userId="dcdc90ed-3509-45f7-ac48-ad038638580b" providerId="ADAL" clId="{B85AFB0D-ED9F-49AF-925C-EAB4CABA3A79}" dt="2021-03-09T09:36:41.672" v="1042" actId="27636"/>
        <pc:sldMkLst>
          <pc:docMk/>
          <pc:sldMk cId="1228465337" sldId="344"/>
        </pc:sldMkLst>
        <pc:spChg chg="mod">
          <ac:chgData name="Alessandro Ortis" userId="dcdc90ed-3509-45f7-ac48-ad038638580b" providerId="ADAL" clId="{B85AFB0D-ED9F-49AF-925C-EAB4CABA3A79}" dt="2021-03-09T09:36:41.672" v="1042" actId="27636"/>
          <ac:spMkLst>
            <pc:docMk/>
            <pc:sldMk cId="1228465337" sldId="34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36:37.561" v="1040" actId="47"/>
        <pc:sldMkLst>
          <pc:docMk/>
          <pc:sldMk cId="286627910" sldId="345"/>
        </pc:sldMkLst>
      </pc:sldChg>
      <pc:sldChg chg="modSp mod">
        <pc:chgData name="Alessandro Ortis" userId="dcdc90ed-3509-45f7-ac48-ad038638580b" providerId="ADAL" clId="{B85AFB0D-ED9F-49AF-925C-EAB4CABA3A79}" dt="2021-03-09T09:39:02.081" v="1051" actId="27636"/>
        <pc:sldMkLst>
          <pc:docMk/>
          <pc:sldMk cId="147571893" sldId="347"/>
        </pc:sldMkLst>
        <pc:spChg chg="mod">
          <ac:chgData name="Alessandro Ortis" userId="dcdc90ed-3509-45f7-ac48-ad038638580b" providerId="ADAL" clId="{B85AFB0D-ED9F-49AF-925C-EAB4CABA3A79}" dt="2021-03-09T09:39:02.081" v="1051" actId="27636"/>
          <ac:spMkLst>
            <pc:docMk/>
            <pc:sldMk cId="147571893" sldId="34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09:42:50.394" v="1629" actId="1076"/>
        <pc:sldMkLst>
          <pc:docMk/>
          <pc:sldMk cId="4035406834" sldId="348"/>
        </pc:sldMkLst>
        <pc:spChg chg="mod">
          <ac:chgData name="Alessandro Ortis" userId="dcdc90ed-3509-45f7-ac48-ad038638580b" providerId="ADAL" clId="{B85AFB0D-ED9F-49AF-925C-EAB4CABA3A79}" dt="2021-03-09T09:42:50.394" v="1629" actId="1076"/>
          <ac:spMkLst>
            <pc:docMk/>
            <pc:sldMk cId="4035406834" sldId="34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25:24.322" v="2880" actId="27636"/>
        <pc:sldMkLst>
          <pc:docMk/>
          <pc:sldMk cId="428712167" sldId="349"/>
        </pc:sldMkLst>
        <pc:spChg chg="mod">
          <ac:chgData name="Alessandro Ortis" userId="dcdc90ed-3509-45f7-ac48-ad038638580b" providerId="ADAL" clId="{B85AFB0D-ED9F-49AF-925C-EAB4CABA3A79}" dt="2021-03-09T09:36:10.282" v="1037" actId="20577"/>
          <ac:spMkLst>
            <pc:docMk/>
            <pc:sldMk cId="428712167" sldId="349"/>
            <ac:spMk id="5" creationId="{69B91C07-8F38-4BED-877D-74981E23FD5C}"/>
          </ac:spMkLst>
        </pc:spChg>
        <pc:spChg chg="mod">
          <ac:chgData name="Alessandro Ortis" userId="dcdc90ed-3509-45f7-ac48-ad038638580b" providerId="ADAL" clId="{B85AFB0D-ED9F-49AF-925C-EAB4CABA3A79}" dt="2021-03-09T10:25:24.322" v="2880" actId="27636"/>
          <ac:spMkLst>
            <pc:docMk/>
            <pc:sldMk cId="428712167" sldId="349"/>
            <ac:spMk id="9" creationId="{EBF15329-13B2-433F-9A51-9D8E1FD166F8}"/>
          </ac:spMkLst>
        </pc:spChg>
        <pc:spChg chg="mod">
          <ac:chgData name="Alessandro Ortis" userId="dcdc90ed-3509-45f7-ac48-ad038638580b" providerId="ADAL" clId="{B85AFB0D-ED9F-49AF-925C-EAB4CABA3A79}" dt="2021-03-09T09:36:29.530" v="1039" actId="14100"/>
          <ac:spMkLst>
            <pc:docMk/>
            <pc:sldMk cId="428712167" sldId="349"/>
            <ac:spMk id="11" creationId="{C8B0E8BB-8C95-459E-95CC-78F29EBE2230}"/>
          </ac:spMkLst>
        </pc:spChg>
      </pc:sldChg>
      <pc:sldChg chg="del">
        <pc:chgData name="Alessandro Ortis" userId="dcdc90ed-3509-45f7-ac48-ad038638580b" providerId="ADAL" clId="{B85AFB0D-ED9F-49AF-925C-EAB4CABA3A79}" dt="2021-03-09T09:38:51.878" v="1048" actId="47"/>
        <pc:sldMkLst>
          <pc:docMk/>
          <pc:sldMk cId="1762273051" sldId="350"/>
        </pc:sldMkLst>
      </pc:sldChg>
      <pc:sldChg chg="modSp mod">
        <pc:chgData name="Alessandro Ortis" userId="dcdc90ed-3509-45f7-ac48-ad038638580b" providerId="ADAL" clId="{B85AFB0D-ED9F-49AF-925C-EAB4CABA3A79}" dt="2021-03-09T09:38:40.651" v="1045" actId="27636"/>
        <pc:sldMkLst>
          <pc:docMk/>
          <pc:sldMk cId="2466995645" sldId="351"/>
        </pc:sldMkLst>
        <pc:spChg chg="mod">
          <ac:chgData name="Alessandro Ortis" userId="dcdc90ed-3509-45f7-ac48-ad038638580b" providerId="ADAL" clId="{B85AFB0D-ED9F-49AF-925C-EAB4CABA3A79}" dt="2021-03-09T09:38:40.651" v="1045" actId="27636"/>
          <ac:spMkLst>
            <pc:docMk/>
            <pc:sldMk cId="2466995645" sldId="351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38:47.101" v="1046" actId="47"/>
        <pc:sldMkLst>
          <pc:docMk/>
          <pc:sldMk cId="2940377582" sldId="352"/>
        </pc:sldMkLst>
      </pc:sldChg>
      <pc:sldChg chg="del">
        <pc:chgData name="Alessandro Ortis" userId="dcdc90ed-3509-45f7-ac48-ad038638580b" providerId="ADAL" clId="{B85AFB0D-ED9F-49AF-925C-EAB4CABA3A79}" dt="2021-03-09T09:38:48.713" v="1047" actId="47"/>
        <pc:sldMkLst>
          <pc:docMk/>
          <pc:sldMk cId="1494982719" sldId="353"/>
        </pc:sldMkLst>
      </pc:sldChg>
      <pc:sldChg chg="modSp mod">
        <pc:chgData name="Alessandro Ortis" userId="dcdc90ed-3509-45f7-ac48-ad038638580b" providerId="ADAL" clId="{B85AFB0D-ED9F-49AF-925C-EAB4CABA3A79}" dt="2021-03-09T09:49:06.486" v="2250" actId="27636"/>
        <pc:sldMkLst>
          <pc:docMk/>
          <pc:sldMk cId="4029956952" sldId="355"/>
        </pc:sldMkLst>
        <pc:spChg chg="mod">
          <ac:chgData name="Alessandro Ortis" userId="dcdc90ed-3509-45f7-ac48-ad038638580b" providerId="ADAL" clId="{B85AFB0D-ED9F-49AF-925C-EAB4CABA3A79}" dt="2021-03-09T09:49:06.486" v="2250" actId="27636"/>
          <ac:spMkLst>
            <pc:docMk/>
            <pc:sldMk cId="4029956952" sldId="355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51:08.459" v="2302" actId="47"/>
        <pc:sldMkLst>
          <pc:docMk/>
          <pc:sldMk cId="1345235896" sldId="360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1212250842" sldId="361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2112227675" sldId="362"/>
        </pc:sldMkLst>
      </pc:sldChg>
      <pc:sldChg chg="del">
        <pc:chgData name="Alessandro Ortis" userId="dcdc90ed-3509-45f7-ac48-ad038638580b" providerId="ADAL" clId="{B85AFB0D-ED9F-49AF-925C-EAB4CABA3A79}" dt="2021-03-09T09:51:06.996" v="2301" actId="47"/>
        <pc:sldMkLst>
          <pc:docMk/>
          <pc:sldMk cId="222435001" sldId="363"/>
        </pc:sldMkLst>
      </pc:sldChg>
      <pc:sldChg chg="del">
        <pc:chgData name="Alessandro Ortis" userId="dcdc90ed-3509-45f7-ac48-ad038638580b" providerId="ADAL" clId="{B85AFB0D-ED9F-49AF-925C-EAB4CABA3A79}" dt="2021-03-09T09:51:06.996" v="2301" actId="47"/>
        <pc:sldMkLst>
          <pc:docMk/>
          <pc:sldMk cId="1732936669" sldId="364"/>
        </pc:sldMkLst>
      </pc:sldChg>
      <pc:sldChg chg="del">
        <pc:chgData name="Alessandro Ortis" userId="dcdc90ed-3509-45f7-ac48-ad038638580b" providerId="ADAL" clId="{B85AFB0D-ED9F-49AF-925C-EAB4CABA3A79}" dt="2021-03-09T10:13:27.179" v="2805" actId="47"/>
        <pc:sldMkLst>
          <pc:docMk/>
          <pc:sldMk cId="1523953854" sldId="365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076050509" sldId="367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944378820" sldId="368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895084503" sldId="369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99436326" sldId="370"/>
        </pc:sldMkLst>
      </pc:sldChg>
      <pc:sldChg chg="del">
        <pc:chgData name="Alessandro Ortis" userId="dcdc90ed-3509-45f7-ac48-ad038638580b" providerId="ADAL" clId="{B85AFB0D-ED9F-49AF-925C-EAB4CABA3A79}" dt="2021-03-09T10:12:44.689" v="2804" actId="47"/>
        <pc:sldMkLst>
          <pc:docMk/>
          <pc:sldMk cId="3280634204" sldId="374"/>
        </pc:sldMkLst>
      </pc:sldChg>
      <pc:sldChg chg="del">
        <pc:chgData name="Alessandro Ortis" userId="dcdc90ed-3509-45f7-ac48-ad038638580b" providerId="ADAL" clId="{B85AFB0D-ED9F-49AF-925C-EAB4CABA3A79}" dt="2021-03-09T10:11:00.598" v="2802" actId="47"/>
        <pc:sldMkLst>
          <pc:docMk/>
          <pc:sldMk cId="1594626936" sldId="379"/>
        </pc:sldMkLst>
      </pc:sldChg>
      <pc:sldChg chg="modSp del mod">
        <pc:chgData name="Alessandro Ortis" userId="dcdc90ed-3509-45f7-ac48-ad038638580b" providerId="ADAL" clId="{B85AFB0D-ED9F-49AF-925C-EAB4CABA3A79}" dt="2021-03-09T10:13:39.324" v="2806" actId="47"/>
        <pc:sldMkLst>
          <pc:docMk/>
          <pc:sldMk cId="3874515963" sldId="381"/>
        </pc:sldMkLst>
        <pc:spChg chg="mod">
          <ac:chgData name="Alessandro Ortis" userId="dcdc90ed-3509-45f7-ac48-ad038638580b" providerId="ADAL" clId="{B85AFB0D-ED9F-49AF-925C-EAB4CABA3A79}" dt="2021-03-09T10:10:48.104" v="2801" actId="20577"/>
          <ac:spMkLst>
            <pc:docMk/>
            <pc:sldMk cId="3874515963" sldId="381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10:14:12.719" v="2807" actId="47"/>
        <pc:sldMkLst>
          <pc:docMk/>
          <pc:sldMk cId="700254850" sldId="382"/>
        </pc:sldMkLst>
      </pc:sldChg>
      <pc:sldChg chg="del">
        <pc:chgData name="Alessandro Ortis" userId="dcdc90ed-3509-45f7-ac48-ad038638580b" providerId="ADAL" clId="{B85AFB0D-ED9F-49AF-925C-EAB4CABA3A79}" dt="2021-03-09T10:14:12.719" v="2807" actId="47"/>
        <pc:sldMkLst>
          <pc:docMk/>
          <pc:sldMk cId="4039239958" sldId="383"/>
        </pc:sldMkLst>
      </pc:sldChg>
      <pc:sldChg chg="mod modShow">
        <pc:chgData name="Alessandro Ortis" userId="dcdc90ed-3509-45f7-ac48-ad038638580b" providerId="ADAL" clId="{B85AFB0D-ED9F-49AF-925C-EAB4CABA3A79}" dt="2021-03-09T10:14:17.233" v="2808" actId="729"/>
        <pc:sldMkLst>
          <pc:docMk/>
          <pc:sldMk cId="3206927576" sldId="384"/>
        </pc:sldMkLst>
      </pc:sldChg>
      <pc:sldChg chg="modSp mod">
        <pc:chgData name="Alessandro Ortis" userId="dcdc90ed-3509-45f7-ac48-ad038638580b" providerId="ADAL" clId="{B85AFB0D-ED9F-49AF-925C-EAB4CABA3A79}" dt="2021-03-09T10:14:46.080" v="2811" actId="27636"/>
        <pc:sldMkLst>
          <pc:docMk/>
          <pc:sldMk cId="3738923514" sldId="386"/>
        </pc:sldMkLst>
        <pc:spChg chg="mod">
          <ac:chgData name="Alessandro Ortis" userId="dcdc90ed-3509-45f7-ac48-ad038638580b" providerId="ADAL" clId="{B85AFB0D-ED9F-49AF-925C-EAB4CABA3A79}" dt="2021-03-09T10:14:46.080" v="2811" actId="27636"/>
          <ac:spMkLst>
            <pc:docMk/>
            <pc:sldMk cId="3738923514" sldId="386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31:12.795" v="2888" actId="27636"/>
        <pc:sldMkLst>
          <pc:docMk/>
          <pc:sldMk cId="2303998749" sldId="388"/>
        </pc:sldMkLst>
        <pc:spChg chg="mod">
          <ac:chgData name="Alessandro Ortis" userId="dcdc90ed-3509-45f7-ac48-ad038638580b" providerId="ADAL" clId="{B85AFB0D-ED9F-49AF-925C-EAB4CABA3A79}" dt="2021-03-09T10:31:12.795" v="2888" actId="27636"/>
          <ac:spMkLst>
            <pc:docMk/>
            <pc:sldMk cId="2303998749" sldId="38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5:03.592" v="2812" actId="14100"/>
        <pc:sldMkLst>
          <pc:docMk/>
          <pc:sldMk cId="1728195989" sldId="389"/>
        </pc:sldMkLst>
        <pc:spChg chg="mod">
          <ac:chgData name="Alessandro Ortis" userId="dcdc90ed-3509-45f7-ac48-ad038638580b" providerId="ADAL" clId="{B85AFB0D-ED9F-49AF-925C-EAB4CABA3A79}" dt="2021-03-09T10:15:03.592" v="2812" actId="14100"/>
          <ac:spMkLst>
            <pc:docMk/>
            <pc:sldMk cId="1728195989" sldId="389"/>
            <ac:spMk id="5" creationId="{7D5B1907-E8F7-4716-B3B1-E8862E1D6D5C}"/>
          </ac:spMkLst>
        </pc:spChg>
      </pc:sldChg>
      <pc:sldChg chg="modSp mod modShow">
        <pc:chgData name="Alessandro Ortis" userId="dcdc90ed-3509-45f7-ac48-ad038638580b" providerId="ADAL" clId="{B85AFB0D-ED9F-49AF-925C-EAB4CABA3A79}" dt="2021-03-09T10:16:31.159" v="2823" actId="729"/>
        <pc:sldMkLst>
          <pc:docMk/>
          <pc:sldMk cId="3012001309" sldId="390"/>
        </pc:sldMkLst>
        <pc:graphicFrameChg chg="mod">
          <ac:chgData name="Alessandro Ortis" userId="dcdc90ed-3509-45f7-ac48-ad038638580b" providerId="ADAL" clId="{B85AFB0D-ED9F-49AF-925C-EAB4CABA3A79}" dt="2021-03-09T10:16:00.630" v="2820" actId="1076"/>
          <ac:graphicFrameMkLst>
            <pc:docMk/>
            <pc:sldMk cId="3012001309" sldId="390"/>
            <ac:graphicFrameMk id="3" creationId="{6E9AAFFF-F222-472C-97B4-DCAB3C124AB4}"/>
          </ac:graphicFrameMkLst>
        </pc:graphicFrameChg>
      </pc:sldChg>
      <pc:sldChg chg="del">
        <pc:chgData name="Alessandro Ortis" userId="dcdc90ed-3509-45f7-ac48-ad038638580b" providerId="ADAL" clId="{B85AFB0D-ED9F-49AF-925C-EAB4CABA3A79}" dt="2021-03-09T10:30:31.913" v="2882" actId="47"/>
        <pc:sldMkLst>
          <pc:docMk/>
          <pc:sldMk cId="1873104296" sldId="391"/>
        </pc:sldMkLst>
      </pc:sldChg>
      <pc:sldChg chg="del">
        <pc:chgData name="Alessandro Ortis" userId="dcdc90ed-3509-45f7-ac48-ad038638580b" providerId="ADAL" clId="{B85AFB0D-ED9F-49AF-925C-EAB4CABA3A79}" dt="2021-03-09T10:30:48.910" v="2883" actId="47"/>
        <pc:sldMkLst>
          <pc:docMk/>
          <pc:sldMk cId="1741903581" sldId="392"/>
        </pc:sldMkLst>
      </pc:sldChg>
      <pc:sldChg chg="del">
        <pc:chgData name="Alessandro Ortis" userId="dcdc90ed-3509-45f7-ac48-ad038638580b" providerId="ADAL" clId="{B85AFB0D-ED9F-49AF-925C-EAB4CABA3A79}" dt="2021-03-09T10:31:02.481" v="2884" actId="47"/>
        <pc:sldMkLst>
          <pc:docMk/>
          <pc:sldMk cId="4104916194" sldId="393"/>
        </pc:sldMkLst>
      </pc:sldChg>
      <pc:sldChg chg="modSp mod">
        <pc:chgData name="Alessandro Ortis" userId="dcdc90ed-3509-45f7-ac48-ad038638580b" providerId="ADAL" clId="{B85AFB0D-ED9F-49AF-925C-EAB4CABA3A79}" dt="2021-03-09T10:16:50.773" v="2825" actId="14100"/>
        <pc:sldMkLst>
          <pc:docMk/>
          <pc:sldMk cId="2738048506" sldId="394"/>
        </pc:sldMkLst>
        <pc:spChg chg="mod">
          <ac:chgData name="Alessandro Ortis" userId="dcdc90ed-3509-45f7-ac48-ad038638580b" providerId="ADAL" clId="{B85AFB0D-ED9F-49AF-925C-EAB4CABA3A79}" dt="2021-03-09T10:16:50.773" v="2825" actId="14100"/>
          <ac:spMkLst>
            <pc:docMk/>
            <pc:sldMk cId="2738048506" sldId="394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7:15.198" v="2828" actId="1076"/>
        <pc:sldMkLst>
          <pc:docMk/>
          <pc:sldMk cId="2924977588" sldId="395"/>
        </pc:sldMkLst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10.070" v="2827" actId="1076"/>
          <ac:spMkLst>
            <pc:docMk/>
            <pc:sldMk cId="2924977588" sldId="395"/>
            <ac:spMk id="5" creationId="{7D5B1907-E8F7-4716-B3B1-E8862E1D6D5C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7" creationId="{7512E26E-7789-4600-B93C-5038BEF4D5B9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8" creationId="{EC1C15DB-8993-4DAF-98A7-DD3B54F4C0D7}"/>
          </ac:spMkLst>
        </pc:sp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11" creationId="{22B89788-8089-4BE3-A17A-332F2140DB16}"/>
          </ac:cxnSpMkLst>
        </pc:cxnChg>
      </pc:sldChg>
      <pc:sldChg chg="modSp mod modShow">
        <pc:chgData name="Alessandro Ortis" userId="dcdc90ed-3509-45f7-ac48-ad038638580b" providerId="ADAL" clId="{B85AFB0D-ED9F-49AF-925C-EAB4CABA3A79}" dt="2021-03-09T10:16:31.159" v="2823" actId="729"/>
        <pc:sldMkLst>
          <pc:docMk/>
          <pc:sldMk cId="3519227886" sldId="396"/>
        </pc:sldMkLst>
        <pc:spChg chg="mod">
          <ac:chgData name="Alessandro Ortis" userId="dcdc90ed-3509-45f7-ac48-ad038638580b" providerId="ADAL" clId="{B85AFB0D-ED9F-49AF-925C-EAB4CABA3A79}" dt="2021-03-09T10:16:10.245" v="2821" actId="1076"/>
          <ac:spMkLst>
            <pc:docMk/>
            <pc:sldMk cId="3519227886" sldId="396"/>
            <ac:spMk id="5" creationId="{7D5B1907-E8F7-4716-B3B1-E8862E1D6D5C}"/>
          </ac:spMkLst>
        </pc:spChg>
        <pc:graphicFrameChg chg="mod">
          <ac:chgData name="Alessandro Ortis" userId="dcdc90ed-3509-45f7-ac48-ad038638580b" providerId="ADAL" clId="{B85AFB0D-ED9F-49AF-925C-EAB4CABA3A79}" dt="2021-03-09T10:16:15.110" v="2822" actId="1076"/>
          <ac:graphicFrameMkLst>
            <pc:docMk/>
            <pc:sldMk cId="3519227886" sldId="396"/>
            <ac:graphicFrameMk id="6" creationId="{03484A01-8743-40BA-8E49-E14621487CAD}"/>
          </ac:graphicFrameMkLst>
        </pc:graphicFrameChg>
      </pc:sldChg>
      <pc:sldChg chg="modSp mod">
        <pc:chgData name="Alessandro Ortis" userId="dcdc90ed-3509-45f7-ac48-ad038638580b" providerId="ADAL" clId="{B85AFB0D-ED9F-49AF-925C-EAB4CABA3A79}" dt="2021-03-09T10:19:07.879" v="2841" actId="6549"/>
        <pc:sldMkLst>
          <pc:docMk/>
          <pc:sldMk cId="333178415" sldId="399"/>
        </pc:sldMkLst>
        <pc:spChg chg="mod">
          <ac:chgData name="Alessandro Ortis" userId="dcdc90ed-3509-45f7-ac48-ad038638580b" providerId="ADAL" clId="{B85AFB0D-ED9F-49AF-925C-EAB4CABA3A79}" dt="2021-03-09T10:19:07.879" v="2841" actId="6549"/>
          <ac:spMkLst>
            <pc:docMk/>
            <pc:sldMk cId="333178415" sldId="399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7:27.431" v="2831" actId="1076"/>
        <pc:sldMkLst>
          <pc:docMk/>
          <pc:sldMk cId="3447516178" sldId="400"/>
        </pc:sldMkLst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23.172" v="2830" actId="404"/>
          <ac:spMkLst>
            <pc:docMk/>
            <pc:sldMk cId="3447516178" sldId="400"/>
            <ac:spMk id="5" creationId="{7D5B1907-E8F7-4716-B3B1-E8862E1D6D5C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7" creationId="{7512E26E-7789-4600-B93C-5038BEF4D5B9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8" creationId="{EC1C15DB-8993-4DAF-98A7-DD3B54F4C0D7}"/>
          </ac:spMkLst>
        </pc:sp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11" creationId="{22B89788-8089-4BE3-A17A-332F2140DB16}"/>
          </ac:cxnSpMkLst>
        </pc:cxnChg>
      </pc:sldChg>
      <pc:sldChg chg="modSp mod">
        <pc:chgData name="Alessandro Ortis" userId="dcdc90ed-3509-45f7-ac48-ad038638580b" providerId="ADAL" clId="{B85AFB0D-ED9F-49AF-925C-EAB4CABA3A79}" dt="2021-03-09T10:17:45.109" v="2833" actId="1076"/>
        <pc:sldMkLst>
          <pc:docMk/>
          <pc:sldMk cId="156078651" sldId="401"/>
        </pc:sldMkLst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8" creationId="{EC1C15DB-8993-4DAF-98A7-DD3B54F4C0D7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2" creationId="{2249EE7F-57A4-4EA6-9E42-578E4690B487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3" creationId="{18ED2B7D-68AF-4C9C-9E28-8F6CB864E94B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4" creationId="{9AD9F8DB-E031-4345-B15C-F76FC08B46E4}"/>
          </ac:spMkLst>
        </pc:spChg>
        <pc:cxnChg chg="mod">
          <ac:chgData name="Alessandro Ortis" userId="dcdc90ed-3509-45f7-ac48-ad038638580b" providerId="ADAL" clId="{B85AFB0D-ED9F-49AF-925C-EAB4CABA3A79}" dt="2021-03-09T10:17:45.109" v="2833" actId="1076"/>
          <ac:cxnSpMkLst>
            <pc:docMk/>
            <pc:sldMk cId="156078651" sldId="401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45.109" v="2833" actId="1076"/>
          <ac:cxnSpMkLst>
            <pc:docMk/>
            <pc:sldMk cId="156078651" sldId="401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40.365" v="2832" actId="1076"/>
          <ac:cxnSpMkLst>
            <pc:docMk/>
            <pc:sldMk cId="156078651" sldId="401"/>
            <ac:cxnSpMk id="15" creationId="{804DB268-4334-4976-A75D-F07B29CF18E8}"/>
          </ac:cxnSpMkLst>
        </pc:cxnChg>
        <pc:cxnChg chg="mod">
          <ac:chgData name="Alessandro Ortis" userId="dcdc90ed-3509-45f7-ac48-ad038638580b" providerId="ADAL" clId="{B85AFB0D-ED9F-49AF-925C-EAB4CABA3A79}" dt="2021-03-09T10:17:40.365" v="2832" actId="1076"/>
          <ac:cxnSpMkLst>
            <pc:docMk/>
            <pc:sldMk cId="156078651" sldId="401"/>
            <ac:cxnSpMk id="16" creationId="{D2BED88B-DE62-46E2-8AEE-74AB82F2A778}"/>
          </ac:cxnSpMkLst>
        </pc:cxnChg>
      </pc:sldChg>
      <pc:sldChg chg="del">
        <pc:chgData name="Alessandro Ortis" userId="dcdc90ed-3509-45f7-ac48-ad038638580b" providerId="ADAL" clId="{B85AFB0D-ED9F-49AF-925C-EAB4CABA3A79}" dt="2021-03-09T10:19:40.357" v="2842" actId="47"/>
        <pc:sldMkLst>
          <pc:docMk/>
          <pc:sldMk cId="3105722580" sldId="402"/>
        </pc:sldMkLst>
      </pc:sldChg>
      <pc:sldChg chg="del">
        <pc:chgData name="Alessandro Ortis" userId="dcdc90ed-3509-45f7-ac48-ad038638580b" providerId="ADAL" clId="{B85AFB0D-ED9F-49AF-925C-EAB4CABA3A79}" dt="2021-03-09T10:19:40.357" v="2842" actId="47"/>
        <pc:sldMkLst>
          <pc:docMk/>
          <pc:sldMk cId="2613773230" sldId="403"/>
        </pc:sldMkLst>
      </pc:sldChg>
      <pc:sldChg chg="del">
        <pc:chgData name="Alessandro Ortis" userId="dcdc90ed-3509-45f7-ac48-ad038638580b" providerId="ADAL" clId="{B85AFB0D-ED9F-49AF-925C-EAB4CABA3A79}" dt="2021-03-09T09:21:12.620" v="34" actId="47"/>
        <pc:sldMkLst>
          <pc:docMk/>
          <pc:sldMk cId="1991232073" sldId="406"/>
        </pc:sldMkLst>
      </pc:sldChg>
      <pc:sldChg chg="mod modShow">
        <pc:chgData name="Alessandro Ortis" userId="dcdc90ed-3509-45f7-ac48-ad038638580b" providerId="ADAL" clId="{B85AFB0D-ED9F-49AF-925C-EAB4CABA3A79}" dt="2021-03-09T10:14:17.233" v="2808" actId="729"/>
        <pc:sldMkLst>
          <pc:docMk/>
          <pc:sldMk cId="3113580698" sldId="407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3987792527" sldId="422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2298434906" sldId="423"/>
        </pc:sldMkLst>
      </pc:sldChg>
      <pc:sldChg chg="modSp 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710467007" sldId="424"/>
        </pc:sldMkLst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3" creationId="{DDA7EED7-5100-43F8-AAC9-8C2F66D2E708}"/>
          </ac:spMkLst>
        </pc:spChg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18" creationId="{C4DE03C5-B2B2-4BF4-B648-739FDAEC5C16}"/>
          </ac:spMkLst>
        </pc:spChg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19" creationId="{A80E0F83-7CCB-4215-B55C-5933D074DBC5}"/>
          </ac:spMkLst>
        </pc:spChg>
        <pc:cxnChg chg="mod">
          <ac:chgData name="Alessandro Ortis" userId="dcdc90ed-3509-45f7-ac48-ad038638580b" providerId="ADAL" clId="{B85AFB0D-ED9F-49AF-925C-EAB4CABA3A79}" dt="2021-03-09T10:17:56.350" v="2834" actId="1076"/>
          <ac:cxnSpMkLst>
            <pc:docMk/>
            <pc:sldMk cId="710467007" sldId="424"/>
            <ac:cxnSpMk id="21" creationId="{AC919E01-CC87-413D-8468-42AF11D88BEC}"/>
          </ac:cxnSpMkLst>
        </pc:cxnChg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1180058788" sldId="425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204095390" sldId="426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3284158591" sldId="427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406104214" sldId="428"/>
        </pc:sldMkLst>
      </pc:sldChg>
      <pc:sldChg chg="modSp mod">
        <pc:chgData name="Alessandro Ortis" userId="dcdc90ed-3509-45f7-ac48-ad038638580b" providerId="ADAL" clId="{B85AFB0D-ED9F-49AF-925C-EAB4CABA3A79}" dt="2021-03-09T10:24:26.486" v="2877" actId="20577"/>
        <pc:sldMkLst>
          <pc:docMk/>
          <pc:sldMk cId="3084835914" sldId="480"/>
        </pc:sldMkLst>
        <pc:spChg chg="mod">
          <ac:chgData name="Alessandro Ortis" userId="dcdc90ed-3509-45f7-ac48-ad038638580b" providerId="ADAL" clId="{B85AFB0D-ED9F-49AF-925C-EAB4CABA3A79}" dt="2021-03-09T10:24:26.486" v="2877" actId="20577"/>
          <ac:spMkLst>
            <pc:docMk/>
            <pc:sldMk cId="3084835914" sldId="480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B85AFB0D-ED9F-49AF-925C-EAB4CABA3A79}" dt="2021-03-09T09:20:44.237" v="19"/>
        <pc:sldMkLst>
          <pc:docMk/>
          <pc:sldMk cId="3519603380" sldId="481"/>
        </pc:sldMkLst>
        <pc:spChg chg="mod">
          <ac:chgData name="Alessandro Ortis" userId="dcdc90ed-3509-45f7-ac48-ad038638580b" providerId="ADAL" clId="{B85AFB0D-ED9F-49AF-925C-EAB4CABA3A79}" dt="2021-03-09T09:20:44.237" v="19"/>
          <ac:spMkLst>
            <pc:docMk/>
            <pc:sldMk cId="3519603380" sldId="481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20:58.387" v="20" actId="47"/>
        <pc:sldMkLst>
          <pc:docMk/>
          <pc:sldMk cId="2286704363" sldId="482"/>
        </pc:sldMkLst>
      </pc:sldChg>
      <pc:sldChg chg="addSp delSp modSp mod">
        <pc:chgData name="Alessandro Ortis" userId="dcdc90ed-3509-45f7-ac48-ad038638580b" providerId="ADAL" clId="{B85AFB0D-ED9F-49AF-925C-EAB4CABA3A79}" dt="2021-03-09T09:35:43.354" v="1022" actId="1076"/>
        <pc:sldMkLst>
          <pc:docMk/>
          <pc:sldMk cId="2470450956" sldId="519"/>
        </pc:sldMkLst>
        <pc:spChg chg="del">
          <ac:chgData name="Alessandro Ortis" userId="dcdc90ed-3509-45f7-ac48-ad038638580b" providerId="ADAL" clId="{B85AFB0D-ED9F-49AF-925C-EAB4CABA3A79}" dt="2021-03-09T09:24:52.912" v="53" actId="478"/>
          <ac:spMkLst>
            <pc:docMk/>
            <pc:sldMk cId="2470450956" sldId="519"/>
            <ac:spMk id="3" creationId="{0EB86654-7330-4EC4-82B5-394BE258FFF6}"/>
          </ac:spMkLst>
        </pc:spChg>
        <pc:spChg chg="add del">
          <ac:chgData name="Alessandro Ortis" userId="dcdc90ed-3509-45f7-ac48-ad038638580b" providerId="ADAL" clId="{B85AFB0D-ED9F-49AF-925C-EAB4CABA3A79}" dt="2021-03-09T09:28:07.117" v="194" actId="478"/>
          <ac:spMkLst>
            <pc:docMk/>
            <pc:sldMk cId="2470450956" sldId="519"/>
            <ac:spMk id="14" creationId="{BBF7B29C-B9D8-47AB-89D7-4457F30C0DCD}"/>
          </ac:spMkLst>
        </pc:spChg>
        <pc:spChg chg="add mod">
          <ac:chgData name="Alessandro Ortis" userId="dcdc90ed-3509-45f7-ac48-ad038638580b" providerId="ADAL" clId="{B85AFB0D-ED9F-49AF-925C-EAB4CABA3A79}" dt="2021-03-09T09:35:37.383" v="1021" actId="27636"/>
          <ac:spMkLst>
            <pc:docMk/>
            <pc:sldMk cId="2470450956" sldId="519"/>
            <ac:spMk id="15" creationId="{2B8974A2-0BD8-42B7-95FE-C7A9C39B0EDC}"/>
          </ac:spMkLst>
        </pc:spChg>
        <pc:graphicFrameChg chg="add mod modGraphic">
          <ac:chgData name="Alessandro Ortis" userId="dcdc90ed-3509-45f7-ac48-ad038638580b" providerId="ADAL" clId="{B85AFB0D-ED9F-49AF-925C-EAB4CABA3A79}" dt="2021-03-09T09:35:43.354" v="1022" actId="1076"/>
          <ac:graphicFrameMkLst>
            <pc:docMk/>
            <pc:sldMk cId="2470450956" sldId="519"/>
            <ac:graphicFrameMk id="4" creationId="{41833B5C-206A-40B7-AEC9-0D716EB5BB74}"/>
          </ac:graphicFrameMkLst>
        </pc:graphicFrameChg>
        <pc:cxnChg chg="add del mod">
          <ac:chgData name="Alessandro Ortis" userId="dcdc90ed-3509-45f7-ac48-ad038638580b" providerId="ADAL" clId="{B85AFB0D-ED9F-49AF-925C-EAB4CABA3A79}" dt="2021-03-09T09:27:49.350" v="192" actId="478"/>
          <ac:cxnSpMkLst>
            <pc:docMk/>
            <pc:sldMk cId="2470450956" sldId="519"/>
            <ac:cxnSpMk id="6" creationId="{78860FA6-63BE-46CB-A034-B638BE90C5BC}"/>
          </ac:cxnSpMkLst>
        </pc:cxnChg>
      </pc:sldChg>
      <pc:sldChg chg="modSp add mod">
        <pc:chgData name="Alessandro Ortis" userId="dcdc90ed-3509-45f7-ac48-ad038638580b" providerId="ADAL" clId="{B85AFB0D-ED9F-49AF-925C-EAB4CABA3A79}" dt="2021-03-09T10:26:20.648" v="2881" actId="20577"/>
        <pc:sldMkLst>
          <pc:docMk/>
          <pc:sldMk cId="1010739588" sldId="520"/>
        </pc:sldMkLst>
        <pc:spChg chg="mod">
          <ac:chgData name="Alessandro Ortis" userId="dcdc90ed-3509-45f7-ac48-ad038638580b" providerId="ADAL" clId="{B85AFB0D-ED9F-49AF-925C-EAB4CABA3A79}" dt="2021-03-09T10:26:20.648" v="2881" actId="20577"/>
          <ac:spMkLst>
            <pc:docMk/>
            <pc:sldMk cId="1010739588" sldId="520"/>
            <ac:spMk id="5" creationId="{7D5B1907-E8F7-4716-B3B1-E8862E1D6D5C}"/>
          </ac:spMkLst>
        </pc:spChg>
      </pc:sldChg>
      <pc:sldChg chg="modSp add mod">
        <pc:chgData name="Alessandro Ortis" userId="dcdc90ed-3509-45f7-ac48-ad038638580b" providerId="ADAL" clId="{B85AFB0D-ED9F-49AF-925C-EAB4CABA3A79}" dt="2021-03-09T09:54:38.637" v="2771" actId="113"/>
        <pc:sldMkLst>
          <pc:docMk/>
          <pc:sldMk cId="4030154425" sldId="521"/>
        </pc:sldMkLst>
        <pc:spChg chg="mod">
          <ac:chgData name="Alessandro Ortis" userId="dcdc90ed-3509-45f7-ac48-ad038638580b" providerId="ADAL" clId="{B85AFB0D-ED9F-49AF-925C-EAB4CABA3A79}" dt="2021-03-09T09:54:38.637" v="2771" actId="113"/>
          <ac:spMkLst>
            <pc:docMk/>
            <pc:sldMk cId="4030154425" sldId="521"/>
            <ac:spMk id="5" creationId="{7D5B1907-E8F7-4716-B3B1-E8862E1D6D5C}"/>
          </ac:spMkLst>
        </pc:spChg>
      </pc:sldChg>
    </pc:docChg>
  </pc:docChgLst>
  <pc:docChgLst>
    <pc:chgData name="Alessandro Ortis" userId="dcdc90ed-3509-45f7-ac48-ad038638580b" providerId="ADAL" clId="{7B60BFA5-112D-4405-BB92-9F3F04EA9AB8}"/>
    <pc:docChg chg="undo custSel addSld delSld modSld sldOrd">
      <pc:chgData name="Alessandro Ortis" userId="dcdc90ed-3509-45f7-ac48-ad038638580b" providerId="ADAL" clId="{7B60BFA5-112D-4405-BB92-9F3F04EA9AB8}" dt="2021-02-08T07:07:52.024" v="379" actId="20577"/>
      <pc:docMkLst>
        <pc:docMk/>
      </pc:docMkLst>
      <pc:sldChg chg="del">
        <pc:chgData name="Alessandro Ortis" userId="dcdc90ed-3509-45f7-ac48-ad038638580b" providerId="ADAL" clId="{7B60BFA5-112D-4405-BB92-9F3F04EA9AB8}" dt="2021-02-05T14:45:45.510" v="41" actId="47"/>
        <pc:sldMkLst>
          <pc:docMk/>
          <pc:sldMk cId="0" sldId="256"/>
        </pc:sldMkLst>
      </pc:sldChg>
      <pc:sldChg chg="delSp modSp del mod">
        <pc:chgData name="Alessandro Ortis" userId="dcdc90ed-3509-45f7-ac48-ad038638580b" providerId="ADAL" clId="{7B60BFA5-112D-4405-BB92-9F3F04EA9AB8}" dt="2021-02-05T14:47:44.191" v="83" actId="20577"/>
        <pc:sldMkLst>
          <pc:docMk/>
          <pc:sldMk cId="0" sldId="279"/>
        </pc:sldMkLst>
        <pc:spChg chg="mod">
          <ac:chgData name="Alessandro Ortis" userId="dcdc90ed-3509-45f7-ac48-ad038638580b" providerId="ADAL" clId="{7B60BFA5-112D-4405-BB92-9F3F04EA9AB8}" dt="2021-02-05T14:46:49.088" v="71" actId="14100"/>
          <ac:spMkLst>
            <pc:docMk/>
            <pc:sldMk cId="0" sldId="279"/>
            <ac:spMk id="6151" creationId="{D30F9090-EDC1-4A9C-90F0-FBEC5D5A5032}"/>
          </ac:spMkLst>
        </pc:spChg>
        <pc:spChg chg="mod">
          <ac:chgData name="Alessandro Ortis" userId="dcdc90ed-3509-45f7-ac48-ad038638580b" providerId="ADAL" clId="{7B60BFA5-112D-4405-BB92-9F3F04EA9AB8}" dt="2021-02-05T14:47:44.191" v="83" actId="20577"/>
          <ac:spMkLst>
            <pc:docMk/>
            <pc:sldMk cId="0" sldId="279"/>
            <ac:spMk id="50178" creationId="{17E49086-EC40-4A9F-81CE-3890755CC739}"/>
          </ac:spMkLst>
        </pc:spChg>
        <pc:spChg chg="mod">
          <ac:chgData name="Alessandro Ortis" userId="dcdc90ed-3509-45f7-ac48-ad038638580b" providerId="ADAL" clId="{7B60BFA5-112D-4405-BB92-9F3F04EA9AB8}" dt="2021-02-05T14:46:17.352" v="60" actId="6549"/>
          <ac:spMkLst>
            <pc:docMk/>
            <pc:sldMk cId="0" sldId="279"/>
            <ac:spMk id="50182" creationId="{4A7A004C-D320-49CF-8E39-DA2B96808650}"/>
          </ac:spMkLst>
        </pc:spChg>
        <pc:spChg chg="del mod">
          <ac:chgData name="Alessandro Ortis" userId="dcdc90ed-3509-45f7-ac48-ad038638580b" providerId="ADAL" clId="{7B60BFA5-112D-4405-BB92-9F3F04EA9AB8}" dt="2021-02-05T14:46:08.665" v="56" actId="478"/>
          <ac:spMkLst>
            <pc:docMk/>
            <pc:sldMk cId="0" sldId="279"/>
            <ac:spMk id="50184" creationId="{7A4C425F-279A-4E26-85FA-3D9207AB621D}"/>
          </ac:spMkLst>
        </pc:spChg>
        <pc:spChg chg="mod">
          <ac:chgData name="Alessandro Ortis" userId="dcdc90ed-3509-45f7-ac48-ad038638580b" providerId="ADAL" clId="{7B60BFA5-112D-4405-BB92-9F3F04EA9AB8}" dt="2021-02-05T14:46:53.039" v="73" actId="1035"/>
          <ac:spMkLst>
            <pc:docMk/>
            <pc:sldMk cId="0" sldId="279"/>
            <ac:spMk id="50193" creationId="{31A9349B-EAFD-4A5C-AB4A-7ADD29710F9C}"/>
          </ac:spMkLst>
        </pc:spChg>
        <pc:spChg chg="mod">
          <ac:chgData name="Alessandro Ortis" userId="dcdc90ed-3509-45f7-ac48-ad038638580b" providerId="ADAL" clId="{7B60BFA5-112D-4405-BB92-9F3F04EA9AB8}" dt="2021-02-05T14:46:03.463" v="54" actId="1035"/>
          <ac:spMkLst>
            <pc:docMk/>
            <pc:sldMk cId="0" sldId="279"/>
            <ac:spMk id="50194" creationId="{24B50845-B60B-4694-AB1A-92D7E4D2134A}"/>
          </ac:spMkLst>
        </pc:spChg>
        <pc:spChg chg="mod">
          <ac:chgData name="Alessandro Ortis" userId="dcdc90ed-3509-45f7-ac48-ad038638580b" providerId="ADAL" clId="{7B60BFA5-112D-4405-BB92-9F3F04EA9AB8}" dt="2021-02-05T14:46:03.463" v="54" actId="1035"/>
          <ac:spMkLst>
            <pc:docMk/>
            <pc:sldMk cId="0" sldId="279"/>
            <ac:spMk id="50195" creationId="{2B873BB2-AF49-4D5C-B0FA-082BFC891C6E}"/>
          </ac:spMkLst>
        </pc:spChg>
        <pc:picChg chg="mod">
          <ac:chgData name="Alessandro Ortis" userId="dcdc90ed-3509-45f7-ac48-ad038638580b" providerId="ADAL" clId="{7B60BFA5-112D-4405-BB92-9F3F04EA9AB8}" dt="2021-02-05T14:46:03.463" v="54" actId="1035"/>
          <ac:picMkLst>
            <pc:docMk/>
            <pc:sldMk cId="0" sldId="279"/>
            <ac:picMk id="50196" creationId="{CC20A214-E994-4DF9-A9A7-86162CCBFEE1}"/>
          </ac:picMkLst>
        </pc:pic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89"/>
        </pc:sldMkLst>
      </pc:sldChg>
      <pc:sldChg chg="modSp del mod">
        <pc:chgData name="Alessandro Ortis" userId="dcdc90ed-3509-45f7-ac48-ad038638580b" providerId="ADAL" clId="{7B60BFA5-112D-4405-BB92-9F3F04EA9AB8}" dt="2021-02-05T14:47:34.410" v="79" actId="20577"/>
        <pc:sldMkLst>
          <pc:docMk/>
          <pc:sldMk cId="0" sldId="296"/>
        </pc:sldMkLst>
        <pc:spChg chg="mod">
          <ac:chgData name="Alessandro Ortis" userId="dcdc90ed-3509-45f7-ac48-ad038638580b" providerId="ADAL" clId="{7B60BFA5-112D-4405-BB92-9F3F04EA9AB8}" dt="2021-02-05T14:47:34.410" v="79" actId="20577"/>
          <ac:spMkLst>
            <pc:docMk/>
            <pc:sldMk cId="0" sldId="296"/>
            <ac:spMk id="92162" creationId="{2B8E585F-544E-444D-B2EC-8CA7BB3002D4}"/>
          </ac:spMkLst>
        </pc:spChg>
        <pc:spChg chg="mod">
          <ac:chgData name="Alessandro Ortis" userId="dcdc90ed-3509-45f7-ac48-ad038638580b" providerId="ADAL" clId="{7B60BFA5-112D-4405-BB92-9F3F04EA9AB8}" dt="2021-02-05T14:47:07.529" v="75" actId="20577"/>
          <ac:spMkLst>
            <pc:docMk/>
            <pc:sldMk cId="0" sldId="296"/>
            <ac:spMk id="92172" creationId="{E59A9649-F8AC-4AD3-AD45-8985837B2B22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7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8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9"/>
        </pc:sldMkLst>
      </pc:sldChg>
      <pc:sldChg chg="modSp del mod">
        <pc:chgData name="Alessandro Ortis" userId="dcdc90ed-3509-45f7-ac48-ad038638580b" providerId="ADAL" clId="{7B60BFA5-112D-4405-BB92-9F3F04EA9AB8}" dt="2021-02-05T14:47:24.081" v="77" actId="20577"/>
        <pc:sldMkLst>
          <pc:docMk/>
          <pc:sldMk cId="0" sldId="300"/>
        </pc:sldMkLst>
        <pc:spChg chg="mod">
          <ac:chgData name="Alessandro Ortis" userId="dcdc90ed-3509-45f7-ac48-ad038638580b" providerId="ADAL" clId="{7B60BFA5-112D-4405-BB92-9F3F04EA9AB8}" dt="2021-02-05T14:47:24.081" v="77" actId="20577"/>
          <ac:spMkLst>
            <pc:docMk/>
            <pc:sldMk cId="0" sldId="300"/>
            <ac:spMk id="161794" creationId="{261F3BC9-86EF-4FF4-A798-3477473339F3}"/>
          </ac:spMkLst>
        </pc:spChg>
      </pc:sldChg>
      <pc:sldChg chg="modSp del mod">
        <pc:chgData name="Alessandro Ortis" userId="dcdc90ed-3509-45f7-ac48-ad038638580b" providerId="ADAL" clId="{7B60BFA5-112D-4405-BB92-9F3F04EA9AB8}" dt="2021-02-05T14:47:28.127" v="78" actId="20577"/>
        <pc:sldMkLst>
          <pc:docMk/>
          <pc:sldMk cId="0" sldId="301"/>
        </pc:sldMkLst>
        <pc:spChg chg="mod">
          <ac:chgData name="Alessandro Ortis" userId="dcdc90ed-3509-45f7-ac48-ad038638580b" providerId="ADAL" clId="{7B60BFA5-112D-4405-BB92-9F3F04EA9AB8}" dt="2021-02-05T14:47:28.127" v="78" actId="20577"/>
          <ac:spMkLst>
            <pc:docMk/>
            <pc:sldMk cId="0" sldId="301"/>
            <ac:spMk id="163842" creationId="{C4AFC396-D4E1-4FFF-9FB5-846F4DD55C74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2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3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4"/>
        </pc:sldMkLst>
      </pc:sldChg>
      <pc:sldChg chg="modSp mod">
        <pc:chgData name="Alessandro Ortis" userId="dcdc90ed-3509-45f7-ac48-ad038638580b" providerId="ADAL" clId="{7B60BFA5-112D-4405-BB92-9F3F04EA9AB8}" dt="2021-02-07T17:28:02.215" v="129" actId="20577"/>
        <pc:sldMkLst>
          <pc:docMk/>
          <pc:sldMk cId="0" sldId="305"/>
        </pc:sldMkLst>
        <pc:spChg chg="mod">
          <ac:chgData name="Alessandro Ortis" userId="dcdc90ed-3509-45f7-ac48-ad038638580b" providerId="ADAL" clId="{7B60BFA5-112D-4405-BB92-9F3F04EA9AB8}" dt="2021-02-05T14:47:19.432" v="76" actId="20577"/>
          <ac:spMkLst>
            <pc:docMk/>
            <pc:sldMk cId="0" sldId="305"/>
            <ac:spMk id="172034" creationId="{9883EAA4-009B-4F20-89D5-AC88785BEC49}"/>
          </ac:spMkLst>
        </pc:spChg>
        <pc:spChg chg="mod">
          <ac:chgData name="Alessandro Ortis" userId="dcdc90ed-3509-45f7-ac48-ad038638580b" providerId="ADAL" clId="{7B60BFA5-112D-4405-BB92-9F3F04EA9AB8}" dt="2021-02-07T17:27:06.827" v="105" actId="123"/>
          <ac:spMkLst>
            <pc:docMk/>
            <pc:sldMk cId="0" sldId="305"/>
            <ac:spMk id="172036" creationId="{B9109A16-66C7-451A-A03B-A1D8F754B35B}"/>
          </ac:spMkLst>
        </pc:spChg>
        <pc:spChg chg="mod">
          <ac:chgData name="Alessandro Ortis" userId="dcdc90ed-3509-45f7-ac48-ad038638580b" providerId="ADAL" clId="{7B60BFA5-112D-4405-BB92-9F3F04EA9AB8}" dt="2021-02-07T17:27:24.528" v="114" actId="123"/>
          <ac:spMkLst>
            <pc:docMk/>
            <pc:sldMk cId="0" sldId="305"/>
            <ac:spMk id="172037" creationId="{3ED01093-D9D1-4D29-B415-E0C3D7BACF77}"/>
          </ac:spMkLst>
        </pc:spChg>
        <pc:spChg chg="mod">
          <ac:chgData name="Alessandro Ortis" userId="dcdc90ed-3509-45f7-ac48-ad038638580b" providerId="ADAL" clId="{7B60BFA5-112D-4405-BB92-9F3F04EA9AB8}" dt="2021-02-07T17:28:02.215" v="129" actId="20577"/>
          <ac:spMkLst>
            <pc:docMk/>
            <pc:sldMk cId="0" sldId="305"/>
            <ac:spMk id="172038" creationId="{9F562005-CE07-444C-9C55-7260678B40E8}"/>
          </ac:spMkLst>
        </pc:spChg>
      </pc:sldChg>
      <pc:sldChg chg="modSp mod">
        <pc:chgData name="Alessandro Ortis" userId="dcdc90ed-3509-45f7-ac48-ad038638580b" providerId="ADAL" clId="{7B60BFA5-112D-4405-BB92-9F3F04EA9AB8}" dt="2021-02-07T17:25:33.126" v="101" actId="6549"/>
        <pc:sldMkLst>
          <pc:docMk/>
          <pc:sldMk cId="0" sldId="306"/>
        </pc:sldMkLst>
        <pc:spChg chg="mod">
          <ac:chgData name="Alessandro Ortis" userId="dcdc90ed-3509-45f7-ac48-ad038638580b" providerId="ADAL" clId="{7B60BFA5-112D-4405-BB92-9F3F04EA9AB8}" dt="2021-02-07T17:25:33.126" v="101" actId="6549"/>
          <ac:spMkLst>
            <pc:docMk/>
            <pc:sldMk cId="0" sldId="306"/>
            <ac:spMk id="3" creationId="{A5BA2B38-5D5C-46E5-8F7A-B2FA2EC9E46D}"/>
          </ac:spMkLst>
        </pc:spChg>
      </pc:sldChg>
      <pc:sldChg chg="add del ord">
        <pc:chgData name="Alessandro Ortis" userId="dcdc90ed-3509-45f7-ac48-ad038638580b" providerId="ADAL" clId="{7B60BFA5-112D-4405-BB92-9F3F04EA9AB8}" dt="2021-02-07T17:29:10.747" v="131" actId="2696"/>
        <pc:sldMkLst>
          <pc:docMk/>
          <pc:sldMk cId="0" sldId="307"/>
        </pc:sldMkLst>
      </pc:sldChg>
      <pc:sldChg chg="modSp mod">
        <pc:chgData name="Alessandro Ortis" userId="dcdc90ed-3509-45f7-ac48-ad038638580b" providerId="ADAL" clId="{7B60BFA5-112D-4405-BB92-9F3F04EA9AB8}" dt="2021-02-05T14:47:38.408" v="80" actId="20577"/>
        <pc:sldMkLst>
          <pc:docMk/>
          <pc:sldMk cId="0" sldId="308"/>
        </pc:sldMkLst>
        <pc:spChg chg="mod">
          <ac:chgData name="Alessandro Ortis" userId="dcdc90ed-3509-45f7-ac48-ad038638580b" providerId="ADAL" clId="{7B60BFA5-112D-4405-BB92-9F3F04EA9AB8}" dt="2021-02-05T14:47:38.408" v="80" actId="20577"/>
          <ac:spMkLst>
            <pc:docMk/>
            <pc:sldMk cId="0" sldId="308"/>
            <ac:spMk id="50178" creationId="{F1E80E7E-E722-4BAF-A420-118426B868A1}"/>
          </ac:spMkLst>
        </pc:spChg>
      </pc:sldChg>
      <pc:sldChg chg="modSp mod">
        <pc:chgData name="Alessandro Ortis" userId="dcdc90ed-3509-45f7-ac48-ad038638580b" providerId="ADAL" clId="{7B60BFA5-112D-4405-BB92-9F3F04EA9AB8}" dt="2021-02-05T14:45:22.686" v="38" actId="20577"/>
        <pc:sldMkLst>
          <pc:docMk/>
          <pc:sldMk cId="0" sldId="314"/>
        </pc:sldMkLst>
        <pc:spChg chg="mod">
          <ac:chgData name="Alessandro Ortis" userId="dcdc90ed-3509-45f7-ac48-ad038638580b" providerId="ADAL" clId="{7B60BFA5-112D-4405-BB92-9F3F04EA9AB8}" dt="2021-02-05T14:45:22.686" v="38" actId="20577"/>
          <ac:spMkLst>
            <pc:docMk/>
            <pc:sldMk cId="0" sldId="31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640541190" sldId="315"/>
        </pc:sldMkLst>
      </pc:sldChg>
      <pc:sldChg chg="modSp mod">
        <pc:chgData name="Alessandro Ortis" userId="dcdc90ed-3509-45f7-ac48-ad038638580b" providerId="ADAL" clId="{7B60BFA5-112D-4405-BB92-9F3F04EA9AB8}" dt="2021-02-05T14:47:48.248" v="84" actId="20577"/>
        <pc:sldMkLst>
          <pc:docMk/>
          <pc:sldMk cId="4143215581" sldId="315"/>
        </pc:sldMkLst>
        <pc:spChg chg="mod">
          <ac:chgData name="Alessandro Ortis" userId="dcdc90ed-3509-45f7-ac48-ad038638580b" providerId="ADAL" clId="{7B60BFA5-112D-4405-BB92-9F3F04EA9AB8}" dt="2021-02-05T14:47:48.248" v="84" actId="20577"/>
          <ac:spMkLst>
            <pc:docMk/>
            <pc:sldMk cId="4143215581" sldId="315"/>
            <ac:spMk id="3073" creationId="{2EDD163E-0B11-4A5D-803C-B3040922C589}"/>
          </ac:spMkLst>
        </pc:spChg>
      </pc:sldChg>
      <pc:sldChg chg="modSp add mod">
        <pc:chgData name="Alessandro Ortis" userId="dcdc90ed-3509-45f7-ac48-ad038638580b" providerId="ADAL" clId="{7B60BFA5-112D-4405-BB92-9F3F04EA9AB8}" dt="2021-02-08T07:07:52.024" v="379" actId="20577"/>
        <pc:sldMkLst>
          <pc:docMk/>
          <pc:sldMk cId="1178180968" sldId="316"/>
        </pc:sldMkLst>
        <pc:spChg chg="mod">
          <ac:chgData name="Alessandro Ortis" userId="dcdc90ed-3509-45f7-ac48-ad038638580b" providerId="ADAL" clId="{7B60BFA5-112D-4405-BB92-9F3F04EA9AB8}" dt="2021-02-08T07:07:52.024" v="379" actId="20577"/>
          <ac:spMkLst>
            <pc:docMk/>
            <pc:sldMk cId="1178180968" sldId="316"/>
            <ac:spMk id="3" creationId="{4C8725FE-F7C8-4F0A-9D8D-2258949ABECF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3142013625" sldId="316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3267303769" sldId="317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4167153210" sldId="318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2782773637" sldId="319"/>
        </pc:sldMkLst>
      </pc:sldChg>
      <pc:sldMasterChg chg="delSldLayout">
        <pc:chgData name="Alessandro Ortis" userId="dcdc90ed-3509-45f7-ac48-ad038638580b" providerId="ADAL" clId="{7B60BFA5-112D-4405-BB92-9F3F04EA9AB8}" dt="2021-02-05T14:45:29.518" v="39" actId="47"/>
        <pc:sldMasterMkLst>
          <pc:docMk/>
          <pc:sldMasterMk cId="0" sldId="2147483648"/>
        </pc:sldMasterMkLst>
        <pc:sldLayoutChg chg="del">
          <pc:chgData name="Alessandro Ortis" userId="dcdc90ed-3509-45f7-ac48-ad038638580b" providerId="ADAL" clId="{7B60BFA5-112D-4405-BB92-9F3F04EA9AB8}" dt="2021-02-05T14:45:29.518" v="39" actId="47"/>
          <pc:sldLayoutMkLst>
            <pc:docMk/>
            <pc:sldMasterMk cId="0" sldId="2147483648"/>
            <pc:sldLayoutMk cId="2317535515" sldId="2147483660"/>
          </pc:sldLayoutMkLst>
        </pc:sldLayoutChg>
      </pc:sldMasterChg>
    </pc:docChg>
  </pc:docChgLst>
  <pc:docChgLst>
    <pc:chgData name="Alessandro Ortis" userId="dcdc90ed-3509-45f7-ac48-ad038638580b" providerId="ADAL" clId="{C4A29A01-DF7F-47BF-9E46-981298B6FE33}"/>
    <pc:docChg chg="undo custSel addSld modSld sldOrd">
      <pc:chgData name="Alessandro Ortis" userId="dcdc90ed-3509-45f7-ac48-ad038638580b" providerId="ADAL" clId="{C4A29A01-DF7F-47BF-9E46-981298B6FE33}" dt="2021-04-14T09:51:15.081" v="633" actId="20577"/>
      <pc:docMkLst>
        <pc:docMk/>
      </pc:docMkLst>
      <pc:sldChg chg="modSp mod">
        <pc:chgData name="Alessandro Ortis" userId="dcdc90ed-3509-45f7-ac48-ad038638580b" providerId="ADAL" clId="{C4A29A01-DF7F-47BF-9E46-981298B6FE33}" dt="2021-04-07T09:57:37.964" v="627" actId="113"/>
        <pc:sldMkLst>
          <pc:docMk/>
          <pc:sldMk cId="0" sldId="281"/>
        </pc:sldMkLst>
        <pc:spChg chg="mod">
          <ac:chgData name="Alessandro Ortis" userId="dcdc90ed-3509-45f7-ac48-ad038638580b" providerId="ADAL" clId="{C4A29A01-DF7F-47BF-9E46-981298B6FE33}" dt="2021-04-07T09:57:37.964" v="627" actId="113"/>
          <ac:spMkLst>
            <pc:docMk/>
            <pc:sldMk cId="0" sldId="281"/>
            <ac:spMk id="176137" creationId="{586E8B01-1B25-475A-A0FF-97F7C6A477B1}"/>
          </ac:spMkLst>
        </pc:spChg>
      </pc:sldChg>
      <pc:sldChg chg="modSp mod">
        <pc:chgData name="Alessandro Ortis" userId="dcdc90ed-3509-45f7-ac48-ad038638580b" providerId="ADAL" clId="{C4A29A01-DF7F-47BF-9E46-981298B6FE33}" dt="2021-04-07T09:58:35.318" v="628" actId="20577"/>
        <pc:sldMkLst>
          <pc:docMk/>
          <pc:sldMk cId="0" sldId="284"/>
        </pc:sldMkLst>
        <pc:spChg chg="mod">
          <ac:chgData name="Alessandro Ortis" userId="dcdc90ed-3509-45f7-ac48-ad038638580b" providerId="ADAL" clId="{C4A29A01-DF7F-47BF-9E46-981298B6FE33}" dt="2021-04-07T09:58:35.318" v="628" actId="20577"/>
          <ac:spMkLst>
            <pc:docMk/>
            <pc:sldMk cId="0" sldId="284"/>
            <ac:spMk id="190473" creationId="{90AB7419-9CED-4DBC-B897-0D22C5684BF1}"/>
          </ac:spMkLst>
        </pc:spChg>
      </pc:sldChg>
      <pc:sldChg chg="addSp delSp mod">
        <pc:chgData name="Alessandro Ortis" userId="dcdc90ed-3509-45f7-ac48-ad038638580b" providerId="ADAL" clId="{C4A29A01-DF7F-47BF-9E46-981298B6FE33}" dt="2021-04-06T08:55:24.285" v="1" actId="22"/>
        <pc:sldMkLst>
          <pc:docMk/>
          <pc:sldMk cId="0" sldId="314"/>
        </pc:sldMkLst>
        <pc:spChg chg="add del">
          <ac:chgData name="Alessandro Ortis" userId="dcdc90ed-3509-45f7-ac48-ad038638580b" providerId="ADAL" clId="{C4A29A01-DF7F-47BF-9E46-981298B6FE33}" dt="2021-04-06T08:55:24.285" v="1" actId="22"/>
          <ac:spMkLst>
            <pc:docMk/>
            <pc:sldMk cId="0" sldId="314"/>
            <ac:spMk id="5" creationId="{938E8B7C-CFBB-404D-9613-5CE31A0A1620}"/>
          </ac:spMkLst>
        </pc:spChg>
      </pc:sldChg>
      <pc:sldChg chg="mod modShow">
        <pc:chgData name="Alessandro Ortis" userId="dcdc90ed-3509-45f7-ac48-ad038638580b" providerId="ADAL" clId="{C4A29A01-DF7F-47BF-9E46-981298B6FE33}" dt="2021-04-07T07:30:37.846" v="625" actId="729"/>
        <pc:sldMkLst>
          <pc:docMk/>
          <pc:sldMk cId="3480440903" sldId="323"/>
        </pc:sldMkLst>
      </pc:sldChg>
      <pc:sldChg chg="modSp mod">
        <pc:chgData name="Alessandro Ortis" userId="dcdc90ed-3509-45f7-ac48-ad038638580b" providerId="ADAL" clId="{C4A29A01-DF7F-47BF-9E46-981298B6FE33}" dt="2021-04-12T07:52:27.541" v="630" actId="113"/>
        <pc:sldMkLst>
          <pc:docMk/>
          <pc:sldMk cId="3355052276" sldId="533"/>
        </pc:sldMkLst>
        <pc:spChg chg="mod">
          <ac:chgData name="Alessandro Ortis" userId="dcdc90ed-3509-45f7-ac48-ad038638580b" providerId="ADAL" clId="{C4A29A01-DF7F-47BF-9E46-981298B6FE33}" dt="2021-04-12T07:52:27.541" v="630" actId="113"/>
          <ac:spMkLst>
            <pc:docMk/>
            <pc:sldMk cId="3355052276" sldId="533"/>
            <ac:spMk id="7" creationId="{FFFE422E-C88A-4829-BE65-3C3FE43DC13A}"/>
          </ac:spMkLst>
        </pc:spChg>
      </pc:sldChg>
      <pc:sldChg chg="modSp mod">
        <pc:chgData name="Alessandro Ortis" userId="dcdc90ed-3509-45f7-ac48-ad038638580b" providerId="ADAL" clId="{C4A29A01-DF7F-47BF-9E46-981298B6FE33}" dt="2021-04-14T09:51:15.081" v="633" actId="20577"/>
        <pc:sldMkLst>
          <pc:docMk/>
          <pc:sldMk cId="199204057" sldId="536"/>
        </pc:sldMkLst>
        <pc:spChg chg="mod">
          <ac:chgData name="Alessandro Ortis" userId="dcdc90ed-3509-45f7-ac48-ad038638580b" providerId="ADAL" clId="{C4A29A01-DF7F-47BF-9E46-981298B6FE33}" dt="2021-04-14T09:51:15.081" v="633" actId="20577"/>
          <ac:spMkLst>
            <pc:docMk/>
            <pc:sldMk cId="199204057" sldId="536"/>
            <ac:spMk id="208901" creationId="{87C80AEF-D07B-4C3C-8F22-D37CAE3DC876}"/>
          </ac:spMkLst>
        </pc:spChg>
      </pc:sldChg>
      <pc:sldChg chg="modSp add mod ord">
        <pc:chgData name="Alessandro Ortis" userId="dcdc90ed-3509-45f7-ac48-ad038638580b" providerId="ADAL" clId="{C4A29A01-DF7F-47BF-9E46-981298B6FE33}" dt="2021-04-06T08:55:52.737" v="58"/>
        <pc:sldMkLst>
          <pc:docMk/>
          <pc:sldMk cId="3435146118" sldId="541"/>
        </pc:sldMkLst>
        <pc:spChg chg="mod">
          <ac:chgData name="Alessandro Ortis" userId="dcdc90ed-3509-45f7-ac48-ad038638580b" providerId="ADAL" clId="{C4A29A01-DF7F-47BF-9E46-981298B6FE33}" dt="2021-04-06T08:55:48.917" v="56" actId="20577"/>
          <ac:spMkLst>
            <pc:docMk/>
            <pc:sldMk cId="3435146118" sldId="541"/>
            <ac:spMk id="2" creationId="{00000000-0000-0000-0000-000000000000}"/>
          </ac:spMkLst>
        </pc:spChg>
      </pc:sldChg>
      <pc:sldChg chg="modSp add mod modNotesTx">
        <pc:chgData name="Alessandro Ortis" userId="dcdc90ed-3509-45f7-ac48-ad038638580b" providerId="ADAL" clId="{C4A29A01-DF7F-47BF-9E46-981298B6FE33}" dt="2021-04-06T09:01:03.957" v="586" actId="20577"/>
        <pc:sldMkLst>
          <pc:docMk/>
          <pc:sldMk cId="1570448053" sldId="542"/>
        </pc:sldMkLst>
        <pc:spChg chg="mod">
          <ac:chgData name="Alessandro Ortis" userId="dcdc90ed-3509-45f7-ac48-ad038638580b" providerId="ADAL" clId="{C4A29A01-DF7F-47BF-9E46-981298B6FE33}" dt="2021-04-06T08:56:09.602" v="90" actId="20577"/>
          <ac:spMkLst>
            <pc:docMk/>
            <pc:sldMk cId="1570448053" sldId="542"/>
            <ac:spMk id="2" creationId="{00000000-0000-0000-0000-000000000000}"/>
          </ac:spMkLst>
        </pc:spChg>
        <pc:spChg chg="mod">
          <ac:chgData name="Alessandro Ortis" userId="dcdc90ed-3509-45f7-ac48-ad038638580b" providerId="ADAL" clId="{C4A29A01-DF7F-47BF-9E46-981298B6FE33}" dt="2021-04-06T08:58:30.891" v="411" actId="20577"/>
          <ac:spMkLst>
            <pc:docMk/>
            <pc:sldMk cId="1570448053" sldId="542"/>
            <ac:spMk id="3" creationId="{00000000-0000-0000-0000-000000000000}"/>
          </ac:spMkLst>
        </pc:spChg>
      </pc:sldChg>
      <pc:sldChg chg="modSp add mod modNotesTx">
        <pc:chgData name="Alessandro Ortis" userId="dcdc90ed-3509-45f7-ac48-ad038638580b" providerId="ADAL" clId="{C4A29A01-DF7F-47BF-9E46-981298B6FE33}" dt="2021-04-06T09:03:35.215" v="624" actId="20577"/>
        <pc:sldMkLst>
          <pc:docMk/>
          <pc:sldMk cId="3182413957" sldId="543"/>
        </pc:sldMkLst>
        <pc:spChg chg="mod">
          <ac:chgData name="Alessandro Ortis" userId="dcdc90ed-3509-45f7-ac48-ad038638580b" providerId="ADAL" clId="{C4A29A01-DF7F-47BF-9E46-981298B6FE33}" dt="2021-04-06T09:03:35.215" v="624" actId="20577"/>
          <ac:spMkLst>
            <pc:docMk/>
            <pc:sldMk cId="3182413957" sldId="543"/>
            <ac:spMk id="3" creationId="{00000000-0000-0000-0000-000000000000}"/>
          </ac:spMkLst>
        </pc:spChg>
      </pc:sldChg>
    </pc:docChg>
  </pc:docChgLst>
  <pc:docChgLst>
    <pc:chgData name="Alessandro Ortis" userId="dcdc90ed-3509-45f7-ac48-ad038638580b" providerId="ADAL" clId="{E13BF379-4162-4817-B92E-84F794887B25}"/>
    <pc:docChg chg="delSld">
      <pc:chgData name="Alessandro Ortis" userId="dcdc90ed-3509-45f7-ac48-ad038638580b" providerId="ADAL" clId="{E13BF379-4162-4817-B92E-84F794887B25}" dt="2022-03-30T16:16:56.064" v="0" actId="2696"/>
      <pc:docMkLst>
        <pc:docMk/>
      </pc:docMkLst>
      <pc:sldChg chg="del">
        <pc:chgData name="Alessandro Ortis" userId="dcdc90ed-3509-45f7-ac48-ad038638580b" providerId="ADAL" clId="{E13BF379-4162-4817-B92E-84F794887B25}" dt="2022-03-30T16:16:56.064" v="0" actId="2696"/>
        <pc:sldMkLst>
          <pc:docMk/>
          <pc:sldMk cId="3435146118" sldId="541"/>
        </pc:sldMkLst>
      </pc:sldChg>
      <pc:sldChg chg="del">
        <pc:chgData name="Alessandro Ortis" userId="dcdc90ed-3509-45f7-ac48-ad038638580b" providerId="ADAL" clId="{E13BF379-4162-4817-B92E-84F794887B25}" dt="2022-03-30T16:16:56.064" v="0" actId="2696"/>
        <pc:sldMkLst>
          <pc:docMk/>
          <pc:sldMk cId="1570448053" sldId="542"/>
        </pc:sldMkLst>
      </pc:sldChg>
      <pc:sldChg chg="del">
        <pc:chgData name="Alessandro Ortis" userId="dcdc90ed-3509-45f7-ac48-ad038638580b" providerId="ADAL" clId="{E13BF379-4162-4817-B92E-84F794887B25}" dt="2022-03-30T16:16:56.064" v="0" actId="2696"/>
        <pc:sldMkLst>
          <pc:docMk/>
          <pc:sldMk cId="3182413957" sldId="543"/>
        </pc:sldMkLst>
      </pc:sldChg>
      <pc:sldChg chg="del">
        <pc:chgData name="Alessandro Ortis" userId="dcdc90ed-3509-45f7-ac48-ad038638580b" providerId="ADAL" clId="{E13BF379-4162-4817-B92E-84F794887B25}" dt="2022-03-30T16:16:56.064" v="0" actId="2696"/>
        <pc:sldMkLst>
          <pc:docMk/>
          <pc:sldMk cId="3077107309" sldId="544"/>
        </pc:sldMkLst>
      </pc:sldChg>
    </pc:docChg>
  </pc:docChgLst>
  <pc:docChgLst>
    <pc:chgData name="Alessandro Ortis" userId="dcdc90ed-3509-45f7-ac48-ad038638580b" providerId="ADAL" clId="{0FB28899-AB31-428C-9193-5D4E591B6748}"/>
    <pc:docChg chg="modSld">
      <pc:chgData name="Alessandro Ortis" userId="dcdc90ed-3509-45f7-ac48-ad038638580b" providerId="ADAL" clId="{0FB28899-AB31-428C-9193-5D4E591B6748}" dt="2022-04-04T05:56:07.987" v="18" actId="20577"/>
      <pc:docMkLst>
        <pc:docMk/>
      </pc:docMkLst>
      <pc:sldChg chg="mod modShow">
        <pc:chgData name="Alessandro Ortis" userId="dcdc90ed-3509-45f7-ac48-ad038638580b" providerId="ADAL" clId="{0FB28899-AB31-428C-9193-5D4E591B6748}" dt="2022-04-04T05:53:54.692" v="0" actId="729"/>
        <pc:sldMkLst>
          <pc:docMk/>
          <pc:sldMk cId="3519603380" sldId="481"/>
        </pc:sldMkLst>
      </pc:sldChg>
      <pc:sldChg chg="modSp mod">
        <pc:chgData name="Alessandro Ortis" userId="dcdc90ed-3509-45f7-ac48-ad038638580b" providerId="ADAL" clId="{0FB28899-AB31-428C-9193-5D4E591B6748}" dt="2022-04-04T05:56:03.460" v="9" actId="20577"/>
        <pc:sldMkLst>
          <pc:docMk/>
          <pc:sldMk cId="2404627665" sldId="539"/>
        </pc:sldMkLst>
        <pc:spChg chg="mod">
          <ac:chgData name="Alessandro Ortis" userId="dcdc90ed-3509-45f7-ac48-ad038638580b" providerId="ADAL" clId="{0FB28899-AB31-428C-9193-5D4E591B6748}" dt="2022-04-04T05:56:03.460" v="9" actId="20577"/>
          <ac:spMkLst>
            <pc:docMk/>
            <pc:sldMk cId="2404627665" sldId="539"/>
            <ac:spMk id="2" creationId="{EA881903-0196-4F97-81BE-4640E8690C61}"/>
          </ac:spMkLst>
        </pc:spChg>
      </pc:sldChg>
      <pc:sldChg chg="modSp mod">
        <pc:chgData name="Alessandro Ortis" userId="dcdc90ed-3509-45f7-ac48-ad038638580b" providerId="ADAL" clId="{0FB28899-AB31-428C-9193-5D4E591B6748}" dt="2022-04-04T05:56:07.987" v="18" actId="20577"/>
        <pc:sldMkLst>
          <pc:docMk/>
          <pc:sldMk cId="1737393372" sldId="540"/>
        </pc:sldMkLst>
        <pc:spChg chg="mod">
          <ac:chgData name="Alessandro Ortis" userId="dcdc90ed-3509-45f7-ac48-ad038638580b" providerId="ADAL" clId="{0FB28899-AB31-428C-9193-5D4E591B6748}" dt="2022-04-04T05:56:07.987" v="18" actId="20577"/>
          <ac:spMkLst>
            <pc:docMk/>
            <pc:sldMk cId="1737393372" sldId="540"/>
            <ac:spMk id="208898" creationId="{8367A76C-062C-452A-ACD5-355A1ED8F2FF}"/>
          </ac:spMkLst>
        </pc:spChg>
      </pc:sldChg>
    </pc:docChg>
  </pc:docChgLst>
  <pc:docChgLst>
    <pc:chgData name="Alessandro Ortis" userId="dcdc90ed-3509-45f7-ac48-ad038638580b" providerId="ADAL" clId="{EEEE7023-C695-4657-BCF4-487713A93706}"/>
    <pc:docChg chg="custSel modSld">
      <pc:chgData name="Alessandro Ortis" userId="dcdc90ed-3509-45f7-ac48-ad038638580b" providerId="ADAL" clId="{EEEE7023-C695-4657-BCF4-487713A93706}" dt="2022-04-04T07:17:59.562" v="36" actId="729"/>
      <pc:docMkLst>
        <pc:docMk/>
      </pc:docMkLst>
      <pc:sldChg chg="modSp mod">
        <pc:chgData name="Alessandro Ortis" userId="dcdc90ed-3509-45f7-ac48-ad038638580b" providerId="ADAL" clId="{EEEE7023-C695-4657-BCF4-487713A93706}" dt="2022-04-04T06:55:17.324" v="19" actId="20577"/>
        <pc:sldMkLst>
          <pc:docMk/>
          <pc:sldMk cId="1581560341" sldId="320"/>
        </pc:sldMkLst>
        <pc:spChg chg="mod">
          <ac:chgData name="Alessandro Ortis" userId="dcdc90ed-3509-45f7-ac48-ad038638580b" providerId="ADAL" clId="{EEEE7023-C695-4657-BCF4-487713A93706}" dt="2022-04-04T06:55:17.324" v="19" actId="20577"/>
          <ac:spMkLst>
            <pc:docMk/>
            <pc:sldMk cId="1581560341" sldId="320"/>
            <ac:spMk id="5" creationId="{41B5DAC0-D5DF-4EAD-87E9-0D8832B9021E}"/>
          </ac:spMkLst>
        </pc:spChg>
      </pc:sldChg>
      <pc:sldChg chg="mod modShow">
        <pc:chgData name="Alessandro Ortis" userId="dcdc90ed-3509-45f7-ac48-ad038638580b" providerId="ADAL" clId="{EEEE7023-C695-4657-BCF4-487713A93706}" dt="2022-04-04T07:16:32.441" v="20" actId="729"/>
        <pc:sldMkLst>
          <pc:docMk/>
          <pc:sldMk cId="3738923514" sldId="386"/>
        </pc:sldMkLst>
      </pc:sldChg>
      <pc:sldChg chg="modSp mod">
        <pc:chgData name="Alessandro Ortis" userId="dcdc90ed-3509-45f7-ac48-ad038638580b" providerId="ADAL" clId="{EEEE7023-C695-4657-BCF4-487713A93706}" dt="2022-04-04T07:17:55.598" v="35" actId="20577"/>
        <pc:sldMkLst>
          <pc:docMk/>
          <pc:sldMk cId="3663616890" sldId="387"/>
        </pc:sldMkLst>
        <pc:spChg chg="mod">
          <ac:chgData name="Alessandro Ortis" userId="dcdc90ed-3509-45f7-ac48-ad038638580b" providerId="ADAL" clId="{EEEE7023-C695-4657-BCF4-487713A93706}" dt="2022-04-04T07:17:55.598" v="35" actId="20577"/>
          <ac:spMkLst>
            <pc:docMk/>
            <pc:sldMk cId="3663616890" sldId="387"/>
            <ac:spMk id="5" creationId="{7D5B1907-E8F7-4716-B3B1-E8862E1D6D5C}"/>
          </ac:spMkLst>
        </pc:spChg>
      </pc:sldChg>
      <pc:sldChg chg="mod modShow">
        <pc:chgData name="Alessandro Ortis" userId="dcdc90ed-3509-45f7-ac48-ad038638580b" providerId="ADAL" clId="{EEEE7023-C695-4657-BCF4-487713A93706}" dt="2022-04-04T07:17:59.562" v="36" actId="729"/>
        <pc:sldMkLst>
          <pc:docMk/>
          <pc:sldMk cId="2303998749" sldId="388"/>
        </pc:sldMkLst>
      </pc:sldChg>
      <pc:sldChg chg="mod modShow">
        <pc:chgData name="Alessandro Ortis" userId="dcdc90ed-3509-45f7-ac48-ad038638580b" providerId="ADAL" clId="{EEEE7023-C695-4657-BCF4-487713A93706}" dt="2022-04-04T07:17:09.401" v="21" actId="729"/>
        <pc:sldMkLst>
          <pc:docMk/>
          <pc:sldMk cId="1728195989" sldId="389"/>
        </pc:sldMkLst>
      </pc:sldChg>
    </pc:docChg>
  </pc:docChgLst>
  <pc:docChgLst>
    <pc:chgData name="Alessandro Ortis" userId="dcdc90ed-3509-45f7-ac48-ad038638580b" providerId="ADAL" clId="{DC2E16EE-1E16-4B84-80E3-2850D7BBCD84}"/>
    <pc:docChg chg="undo redo custSel addSld delSld modSld sldOrd">
      <pc:chgData name="Alessandro Ortis" userId="dcdc90ed-3509-45f7-ac48-ad038638580b" providerId="ADAL" clId="{DC2E16EE-1E16-4B84-80E3-2850D7BBCD84}" dt="2021-02-04T14:40:29.257" v="2369" actId="122"/>
      <pc:docMkLst>
        <pc:docMk/>
      </pc:docMkLst>
      <pc:sldChg chg="delSp modSp mod">
        <pc:chgData name="Alessandro Ortis" userId="dcdc90ed-3509-45f7-ac48-ad038638580b" providerId="ADAL" clId="{DC2E16EE-1E16-4B84-80E3-2850D7BBCD84}" dt="2021-02-04T14:40:21.031" v="2368" actId="1076"/>
        <pc:sldMkLst>
          <pc:docMk/>
          <pc:sldMk cId="0" sldId="256"/>
        </pc:sldMkLst>
        <pc:spChg chg="mod">
          <ac:chgData name="Alessandro Ortis" userId="dcdc90ed-3509-45f7-ac48-ad038638580b" providerId="ADAL" clId="{DC2E16EE-1E16-4B84-80E3-2850D7BBCD84}" dt="2021-02-01T15:46:02.306" v="81" actId="20577"/>
          <ac:spMkLst>
            <pc:docMk/>
            <pc:sldMk cId="0" sldId="256"/>
            <ac:spMk id="3073" creationId="{D8E02409-99EA-4A61-B135-7A6427B120FC}"/>
          </ac:spMkLst>
        </pc:spChg>
        <pc:spChg chg="mod">
          <ac:chgData name="Alessandro Ortis" userId="dcdc90ed-3509-45f7-ac48-ad038638580b" providerId="ADAL" clId="{DC2E16EE-1E16-4B84-80E3-2850D7BBCD84}" dt="2021-02-04T14:40:04.807" v="2367" actId="14100"/>
          <ac:spMkLst>
            <pc:docMk/>
            <pc:sldMk cId="0" sldId="256"/>
            <ac:spMk id="3080" creationId="{6FF1373D-FB8C-4158-987C-B864C0F430A3}"/>
          </ac:spMkLst>
        </pc:spChg>
        <pc:spChg chg="del mod">
          <ac:chgData name="Alessandro Ortis" userId="dcdc90ed-3509-45f7-ac48-ad038638580b" providerId="ADAL" clId="{DC2E16EE-1E16-4B84-80E3-2850D7BBCD84}" dt="2021-02-01T15:46:03.583" v="83"/>
          <ac:spMkLst>
            <pc:docMk/>
            <pc:sldMk cId="0" sldId="256"/>
            <ac:spMk id="3083" creationId="{07F96F25-4097-407F-94B6-CF20FB66181C}"/>
          </ac:spMkLst>
        </pc:spChg>
        <pc:picChg chg="mod">
          <ac:chgData name="Alessandro Ortis" userId="dcdc90ed-3509-45f7-ac48-ad038638580b" providerId="ADAL" clId="{DC2E16EE-1E16-4B84-80E3-2850D7BBCD84}" dt="2021-02-04T14:40:21.031" v="2368" actId="1076"/>
          <ac:picMkLst>
            <pc:docMk/>
            <pc:sldMk cId="0" sldId="256"/>
            <ac:picMk id="3084" creationId="{5686F35E-B082-481C-9199-EDC6C0E385F1}"/>
          </ac:picMkLst>
        </pc:picChg>
      </pc:sldChg>
      <pc:sldChg chg="modSp mod">
        <pc:chgData name="Alessandro Ortis" userId="dcdc90ed-3509-45f7-ac48-ad038638580b" providerId="ADAL" clId="{DC2E16EE-1E16-4B84-80E3-2850D7BBCD84}" dt="2021-02-04T14:40:29.257" v="2369" actId="122"/>
        <pc:sldMkLst>
          <pc:docMk/>
          <pc:sldMk cId="0" sldId="279"/>
        </pc:sldMkLst>
        <pc:spChg chg="mod">
          <ac:chgData name="Alessandro Ortis" userId="dcdc90ed-3509-45f7-ac48-ad038638580b" providerId="ADAL" clId="{DC2E16EE-1E16-4B84-80E3-2850D7BBCD84}" dt="2021-02-01T15:47:36.913" v="95" actId="20577"/>
          <ac:spMkLst>
            <pc:docMk/>
            <pc:sldMk cId="0" sldId="279"/>
            <ac:spMk id="50178" creationId="{3A1D38E7-760B-4353-889B-1CB871DC7E2B}"/>
          </ac:spMkLst>
        </pc:spChg>
        <pc:spChg chg="mod">
          <ac:chgData name="Alessandro Ortis" userId="dcdc90ed-3509-45f7-ac48-ad038638580b" providerId="ADAL" clId="{DC2E16EE-1E16-4B84-80E3-2850D7BBCD84}" dt="2021-02-02T08:56:42.197" v="114" actId="123"/>
          <ac:spMkLst>
            <pc:docMk/>
            <pc:sldMk cId="0" sldId="279"/>
            <ac:spMk id="50181" creationId="{866CFACF-C40A-49AB-83E0-27437528772A}"/>
          </ac:spMkLst>
        </pc:spChg>
        <pc:spChg chg="mod">
          <ac:chgData name="Alessandro Ortis" userId="dcdc90ed-3509-45f7-ac48-ad038638580b" providerId="ADAL" clId="{DC2E16EE-1E16-4B84-80E3-2850D7BBCD84}" dt="2021-02-04T14:40:29.257" v="2369" actId="122"/>
          <ac:spMkLst>
            <pc:docMk/>
            <pc:sldMk cId="0" sldId="279"/>
            <ac:spMk id="50182" creationId="{A576F264-8527-4742-BBA7-C96A26986A79}"/>
          </ac:spMkLst>
        </pc:spChg>
        <pc:spChg chg="mod">
          <ac:chgData name="Alessandro Ortis" userId="dcdc90ed-3509-45f7-ac48-ad038638580b" providerId="ADAL" clId="{DC2E16EE-1E16-4B84-80E3-2850D7BBCD84}" dt="2021-02-01T16:07:21.853" v="103" actId="20577"/>
          <ac:spMkLst>
            <pc:docMk/>
            <pc:sldMk cId="0" sldId="279"/>
            <ac:spMk id="50185" creationId="{24EB449D-83CB-4772-A221-925963DC140D}"/>
          </ac:spMkLst>
        </pc:spChg>
        <pc:picChg chg="mod">
          <ac:chgData name="Alessandro Ortis" userId="dcdc90ed-3509-45f7-ac48-ad038638580b" providerId="ADAL" clId="{DC2E16EE-1E16-4B84-80E3-2850D7BBCD84}" dt="2021-02-01T16:07:25.228" v="104" actId="1076"/>
          <ac:picMkLst>
            <pc:docMk/>
            <pc:sldMk cId="0" sldId="279"/>
            <ac:picMk id="50186" creationId="{12D72CB2-BF97-4F18-96C6-2711BF4DDE11}"/>
          </ac:picMkLst>
        </pc:picChg>
      </pc:sldChg>
      <pc:sldChg chg="modSp mod">
        <pc:chgData name="Alessandro Ortis" userId="dcdc90ed-3509-45f7-ac48-ad038638580b" providerId="ADAL" clId="{DC2E16EE-1E16-4B84-80E3-2850D7BBCD84}" dt="2021-02-02T15:33:00.739" v="1337" actId="313"/>
        <pc:sldMkLst>
          <pc:docMk/>
          <pc:sldMk cId="0" sldId="289"/>
        </pc:sldMkLst>
        <pc:spChg chg="mod">
          <ac:chgData name="Alessandro Ortis" userId="dcdc90ed-3509-45f7-ac48-ad038638580b" providerId="ADAL" clId="{DC2E16EE-1E16-4B84-80E3-2850D7BBCD84}" dt="2021-02-02T15:31:32.546" v="1305" actId="20577"/>
          <ac:spMkLst>
            <pc:docMk/>
            <pc:sldMk cId="0" sldId="289"/>
            <ac:spMk id="77826" creationId="{7FA9E1CC-92A0-4D42-8128-30306F7CDCB6}"/>
          </ac:spMkLst>
        </pc:spChg>
        <pc:spChg chg="mod">
          <ac:chgData name="Alessandro Ortis" userId="dcdc90ed-3509-45f7-ac48-ad038638580b" providerId="ADAL" clId="{DC2E16EE-1E16-4B84-80E3-2850D7BBCD84}" dt="2021-02-02T15:33:00.739" v="1337" actId="313"/>
          <ac:spMkLst>
            <pc:docMk/>
            <pc:sldMk cId="0" sldId="289"/>
            <ac:spMk id="77830" creationId="{3EEB8755-42E2-4E31-9944-A001B853074C}"/>
          </ac:spMkLst>
        </pc:spChg>
      </pc:sldChg>
      <pc:sldChg chg="modSp mod">
        <pc:chgData name="Alessandro Ortis" userId="dcdc90ed-3509-45f7-ac48-ad038638580b" providerId="ADAL" clId="{DC2E16EE-1E16-4B84-80E3-2850D7BBCD84}" dt="2021-02-02T08:59:43.257" v="124" actId="6549"/>
        <pc:sldMkLst>
          <pc:docMk/>
          <pc:sldMk cId="0" sldId="296"/>
        </pc:sldMkLst>
        <pc:spChg chg="mod">
          <ac:chgData name="Alessandro Ortis" userId="dcdc90ed-3509-45f7-ac48-ad038638580b" providerId="ADAL" clId="{DC2E16EE-1E16-4B84-80E3-2850D7BBCD84}" dt="2021-02-02T08:56:59.073" v="115" actId="20577"/>
          <ac:spMkLst>
            <pc:docMk/>
            <pc:sldMk cId="0" sldId="296"/>
            <ac:spMk id="92162" creationId="{1F66628D-9E5B-4DCD-B742-EE0A82320368}"/>
          </ac:spMkLst>
        </pc:spChg>
        <pc:spChg chg="mod">
          <ac:chgData name="Alessandro Ortis" userId="dcdc90ed-3509-45f7-ac48-ad038638580b" providerId="ADAL" clId="{DC2E16EE-1E16-4B84-80E3-2850D7BBCD84}" dt="2021-02-02T08:57:14.559" v="120" actId="120"/>
          <ac:spMkLst>
            <pc:docMk/>
            <pc:sldMk cId="0" sldId="296"/>
            <ac:spMk id="92163" creationId="{3B5AD3D1-7065-425C-A2B5-7F114C08D9CD}"/>
          </ac:spMkLst>
        </pc:spChg>
        <pc:spChg chg="mod">
          <ac:chgData name="Alessandro Ortis" userId="dcdc90ed-3509-45f7-ac48-ad038638580b" providerId="ADAL" clId="{DC2E16EE-1E16-4B84-80E3-2850D7BBCD84}" dt="2021-02-02T08:59:43.257" v="124" actId="6549"/>
          <ac:spMkLst>
            <pc:docMk/>
            <pc:sldMk cId="0" sldId="296"/>
            <ac:spMk id="92170" creationId="{C267FF83-A3B2-40F2-8E7B-D188A624122D}"/>
          </ac:spMkLst>
        </pc:spChg>
      </pc:sldChg>
      <pc:sldChg chg="modSp mod">
        <pc:chgData name="Alessandro Ortis" userId="dcdc90ed-3509-45f7-ac48-ad038638580b" providerId="ADAL" clId="{DC2E16EE-1E16-4B84-80E3-2850D7BBCD84}" dt="2021-02-02T14:51:25.241" v="181" actId="20577"/>
        <pc:sldMkLst>
          <pc:docMk/>
          <pc:sldMk cId="0" sldId="297"/>
        </pc:sldMkLst>
        <pc:spChg chg="mod">
          <ac:chgData name="Alessandro Ortis" userId="dcdc90ed-3509-45f7-ac48-ad038638580b" providerId="ADAL" clId="{DC2E16EE-1E16-4B84-80E3-2850D7BBCD84}" dt="2021-02-02T09:00:00.879" v="125" actId="20577"/>
          <ac:spMkLst>
            <pc:docMk/>
            <pc:sldMk cId="0" sldId="297"/>
            <ac:spMk id="94210" creationId="{4D3A4E65-E036-44C4-9FA4-C751B5756026}"/>
          </ac:spMkLst>
        </pc:spChg>
        <pc:spChg chg="mod">
          <ac:chgData name="Alessandro Ortis" userId="dcdc90ed-3509-45f7-ac48-ad038638580b" providerId="ADAL" clId="{DC2E16EE-1E16-4B84-80E3-2850D7BBCD84}" dt="2021-02-02T09:00:08.800" v="127" actId="20577"/>
          <ac:spMkLst>
            <pc:docMk/>
            <pc:sldMk cId="0" sldId="297"/>
            <ac:spMk id="94223" creationId="{A78BAF2F-ECEC-46DD-96A7-23C6469B856C}"/>
          </ac:spMkLst>
        </pc:spChg>
        <pc:spChg chg="mod">
          <ac:chgData name="Alessandro Ortis" userId="dcdc90ed-3509-45f7-ac48-ad038638580b" providerId="ADAL" clId="{DC2E16EE-1E16-4B84-80E3-2850D7BBCD84}" dt="2021-02-02T14:51:25.241" v="181" actId="20577"/>
          <ac:spMkLst>
            <pc:docMk/>
            <pc:sldMk cId="0" sldId="297"/>
            <ac:spMk id="94225" creationId="{33C7807A-477F-4A0F-A179-3616B2970709}"/>
          </ac:spMkLst>
        </pc:spChg>
      </pc:sldChg>
      <pc:sldChg chg="modSp mod">
        <pc:chgData name="Alessandro Ortis" userId="dcdc90ed-3509-45f7-ac48-ad038638580b" providerId="ADAL" clId="{DC2E16EE-1E16-4B84-80E3-2850D7BBCD84}" dt="2021-02-02T15:23:29.902" v="424" actId="20577"/>
        <pc:sldMkLst>
          <pc:docMk/>
          <pc:sldMk cId="0" sldId="298"/>
        </pc:sldMkLst>
        <pc:spChg chg="mod">
          <ac:chgData name="Alessandro Ortis" userId="dcdc90ed-3509-45f7-ac48-ad038638580b" providerId="ADAL" clId="{DC2E16EE-1E16-4B84-80E3-2850D7BBCD84}" dt="2021-02-02T14:51:58.114" v="182" actId="20577"/>
          <ac:spMkLst>
            <pc:docMk/>
            <pc:sldMk cId="0" sldId="298"/>
            <ac:spMk id="96258" creationId="{8F85C8CD-CCCC-4423-AB10-B369DD8C0A50}"/>
          </ac:spMkLst>
        </pc:spChg>
        <pc:spChg chg="mod">
          <ac:chgData name="Alessandro Ortis" userId="dcdc90ed-3509-45f7-ac48-ad038638580b" providerId="ADAL" clId="{DC2E16EE-1E16-4B84-80E3-2850D7BBCD84}" dt="2021-02-02T15:23:29.902" v="424" actId="20577"/>
          <ac:spMkLst>
            <pc:docMk/>
            <pc:sldMk cId="0" sldId="298"/>
            <ac:spMk id="96267" creationId="{1A61FEFF-E153-4B29-9C3C-A1B811B7E1E5}"/>
          </ac:spMkLst>
        </pc:spChg>
        <pc:picChg chg="mod">
          <ac:chgData name="Alessandro Ortis" userId="dcdc90ed-3509-45f7-ac48-ad038638580b" providerId="ADAL" clId="{DC2E16EE-1E16-4B84-80E3-2850D7BBCD84}" dt="2021-02-02T14:54:41.746" v="268" actId="1076"/>
          <ac:picMkLst>
            <pc:docMk/>
            <pc:sldMk cId="0" sldId="298"/>
            <ac:picMk id="96268" creationId="{51DC1AD6-4B77-497B-ACE2-1F5C4DCC2A3F}"/>
          </ac:picMkLst>
        </pc:picChg>
      </pc:sldChg>
      <pc:sldChg chg="modSp mod">
        <pc:chgData name="Alessandro Ortis" userId="dcdc90ed-3509-45f7-ac48-ad038638580b" providerId="ADAL" clId="{DC2E16EE-1E16-4B84-80E3-2850D7BBCD84}" dt="2021-02-02T15:35:55.328" v="1399" actId="1076"/>
        <pc:sldMkLst>
          <pc:docMk/>
          <pc:sldMk cId="0" sldId="299"/>
        </pc:sldMkLst>
        <pc:spChg chg="mod">
          <ac:chgData name="Alessandro Ortis" userId="dcdc90ed-3509-45f7-ac48-ad038638580b" providerId="ADAL" clId="{DC2E16EE-1E16-4B84-80E3-2850D7BBCD84}" dt="2021-02-02T15:35:03.018" v="1385" actId="20577"/>
          <ac:spMkLst>
            <pc:docMk/>
            <pc:sldMk cId="0" sldId="299"/>
            <ac:spMk id="98306" creationId="{153F5A14-3C82-4F1C-82B5-9DE1BA8DC247}"/>
          </ac:spMkLst>
        </pc:spChg>
        <pc:spChg chg="mod">
          <ac:chgData name="Alessandro Ortis" userId="dcdc90ed-3509-45f7-ac48-ad038638580b" providerId="ADAL" clId="{DC2E16EE-1E16-4B84-80E3-2850D7BBCD84}" dt="2021-02-02T15:35:20.519" v="1392" actId="20577"/>
          <ac:spMkLst>
            <pc:docMk/>
            <pc:sldMk cId="0" sldId="299"/>
            <ac:spMk id="98307" creationId="{F1FB2988-07ED-4130-A1DC-6EE6B3B3CACA}"/>
          </ac:spMkLst>
        </pc:spChg>
        <pc:spChg chg="mod">
          <ac:chgData name="Alessandro Ortis" userId="dcdc90ed-3509-45f7-ac48-ad038638580b" providerId="ADAL" clId="{DC2E16EE-1E16-4B84-80E3-2850D7BBCD84}" dt="2021-02-02T15:35:41.537" v="1395" actId="6549"/>
          <ac:spMkLst>
            <pc:docMk/>
            <pc:sldMk cId="0" sldId="299"/>
            <ac:spMk id="98316" creationId="{29EC7670-19EA-49DD-A0CD-62C5B8451254}"/>
          </ac:spMkLst>
        </pc:spChg>
        <pc:picChg chg="mod">
          <ac:chgData name="Alessandro Ortis" userId="dcdc90ed-3509-45f7-ac48-ad038638580b" providerId="ADAL" clId="{DC2E16EE-1E16-4B84-80E3-2850D7BBCD84}" dt="2021-02-02T15:35:55.328" v="1399" actId="1076"/>
          <ac:picMkLst>
            <pc:docMk/>
            <pc:sldMk cId="0" sldId="299"/>
            <ac:picMk id="98318" creationId="{FC139D13-864B-4961-A481-A63A45AB2D7B}"/>
          </ac:picMkLst>
        </pc:picChg>
      </pc:sldChg>
      <pc:sldChg chg="modSp mod">
        <pc:chgData name="Alessandro Ortis" userId="dcdc90ed-3509-45f7-ac48-ad038638580b" providerId="ADAL" clId="{DC2E16EE-1E16-4B84-80E3-2850D7BBCD84}" dt="2021-02-02T15:34:09.298" v="1384" actId="20577"/>
        <pc:sldMkLst>
          <pc:docMk/>
          <pc:sldMk cId="0" sldId="301"/>
        </pc:sldMkLst>
        <pc:spChg chg="mod">
          <ac:chgData name="Alessandro Ortis" userId="dcdc90ed-3509-45f7-ac48-ad038638580b" providerId="ADAL" clId="{DC2E16EE-1E16-4B84-80E3-2850D7BBCD84}" dt="2021-02-02T15:33:16.306" v="1338" actId="20577"/>
          <ac:spMkLst>
            <pc:docMk/>
            <pc:sldMk cId="0" sldId="301"/>
            <ac:spMk id="77826" creationId="{FF5B5DAF-5BB0-47C3-B5D9-37DF933F16E3}"/>
          </ac:spMkLst>
        </pc:spChg>
        <pc:spChg chg="mod">
          <ac:chgData name="Alessandro Ortis" userId="dcdc90ed-3509-45f7-ac48-ad038638580b" providerId="ADAL" clId="{DC2E16EE-1E16-4B84-80E3-2850D7BBCD84}" dt="2021-02-02T15:34:09.298" v="1384" actId="20577"/>
          <ac:spMkLst>
            <pc:docMk/>
            <pc:sldMk cId="0" sldId="301"/>
            <ac:spMk id="77830" creationId="{CD11C347-2777-4ED3-A5DB-4D91010658AC}"/>
          </ac:spMkLst>
        </pc:spChg>
      </pc:sldChg>
      <pc:sldChg chg="modSp mod">
        <pc:chgData name="Alessandro Ortis" userId="dcdc90ed-3509-45f7-ac48-ad038638580b" providerId="ADAL" clId="{DC2E16EE-1E16-4B84-80E3-2850D7BBCD84}" dt="2021-02-02T15:43:17.887" v="1575" actId="20577"/>
        <pc:sldMkLst>
          <pc:docMk/>
          <pc:sldMk cId="0" sldId="302"/>
        </pc:sldMkLst>
        <pc:spChg chg="mod">
          <ac:chgData name="Alessandro Ortis" userId="dcdc90ed-3509-45f7-ac48-ad038638580b" providerId="ADAL" clId="{DC2E16EE-1E16-4B84-80E3-2850D7BBCD84}" dt="2021-02-02T15:36:34.929" v="1400" actId="20577"/>
          <ac:spMkLst>
            <pc:docMk/>
            <pc:sldMk cId="0" sldId="302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DC2E16EE-1E16-4B84-80E3-2850D7BBCD84}" dt="2021-02-02T15:36:54.601" v="1410" actId="20577"/>
          <ac:spMkLst>
            <pc:docMk/>
            <pc:sldMk cId="0" sldId="302"/>
            <ac:spMk id="98307" creationId="{DBCF2E26-DFFE-409B-8EF8-71EB14CAC0FD}"/>
          </ac:spMkLst>
        </pc:spChg>
        <pc:spChg chg="mod">
          <ac:chgData name="Alessandro Ortis" userId="dcdc90ed-3509-45f7-ac48-ad038638580b" providerId="ADAL" clId="{DC2E16EE-1E16-4B84-80E3-2850D7BBCD84}" dt="2021-02-02T15:43:17.887" v="1575" actId="20577"/>
          <ac:spMkLst>
            <pc:docMk/>
            <pc:sldMk cId="0" sldId="302"/>
            <ac:spMk id="98316" creationId="{449F5A1C-CB7E-4A1A-B59B-DE2F072B85B5}"/>
          </ac:spMkLst>
        </pc:spChg>
      </pc:sldChg>
      <pc:sldChg chg="modSp mod modShow">
        <pc:chgData name="Alessandro Ortis" userId="dcdc90ed-3509-45f7-ac48-ad038638580b" providerId="ADAL" clId="{DC2E16EE-1E16-4B84-80E3-2850D7BBCD84}" dt="2021-02-03T15:15:56.339" v="1577" actId="729"/>
        <pc:sldMkLst>
          <pc:docMk/>
          <pc:sldMk cId="0" sldId="303"/>
        </pc:sldMkLst>
        <pc:spChg chg="mod">
          <ac:chgData name="Alessandro Ortis" userId="dcdc90ed-3509-45f7-ac48-ad038638580b" providerId="ADAL" clId="{DC2E16EE-1E16-4B84-80E3-2850D7BBCD84}" dt="2021-02-02T15:55:52.560" v="1576" actId="20577"/>
          <ac:spMkLst>
            <pc:docMk/>
            <pc:sldMk cId="0" sldId="303"/>
            <ac:spMk id="100362" creationId="{3F13317A-F752-4452-83E3-0CC708384DDC}"/>
          </ac:spMkLst>
        </pc:spChg>
      </pc:sldChg>
      <pc:sldChg chg="modSp mod modShow">
        <pc:chgData name="Alessandro Ortis" userId="dcdc90ed-3509-45f7-ac48-ad038638580b" providerId="ADAL" clId="{DC2E16EE-1E16-4B84-80E3-2850D7BBCD84}" dt="2021-02-04T14:38:35.405" v="2356" actId="729"/>
        <pc:sldMkLst>
          <pc:docMk/>
          <pc:sldMk cId="0" sldId="304"/>
        </pc:sldMkLst>
        <pc:spChg chg="mod">
          <ac:chgData name="Alessandro Ortis" userId="dcdc90ed-3509-45f7-ac48-ad038638580b" providerId="ADAL" clId="{DC2E16EE-1E16-4B84-80E3-2850D7BBCD84}" dt="2021-02-01T15:43:49.194" v="52" actId="27636"/>
          <ac:spMkLst>
            <pc:docMk/>
            <pc:sldMk cId="0" sldId="304"/>
            <ac:spMk id="2" creationId="{102B2754-7B60-4C53-97C0-AF53C88E7F7A}"/>
          </ac:spMkLst>
        </pc:spChg>
        <pc:spChg chg="mod">
          <ac:chgData name="Alessandro Ortis" userId="dcdc90ed-3509-45f7-ac48-ad038638580b" providerId="ADAL" clId="{DC2E16EE-1E16-4B84-80E3-2850D7BBCD84}" dt="2021-02-01T15:43:49.201" v="53" actId="27636"/>
          <ac:spMkLst>
            <pc:docMk/>
            <pc:sldMk cId="0" sldId="304"/>
            <ac:spMk id="3" creationId="{6BC43853-E879-461B-B114-421B783250B1}"/>
          </ac:spMkLst>
        </pc:spChg>
      </pc:sldChg>
      <pc:sldChg chg="modSp mod">
        <pc:chgData name="Alessandro Ortis" userId="dcdc90ed-3509-45f7-ac48-ad038638580b" providerId="ADAL" clId="{DC2E16EE-1E16-4B84-80E3-2850D7BBCD84}" dt="2021-02-02T14:53:12.936" v="195" actId="20577"/>
        <pc:sldMkLst>
          <pc:docMk/>
          <pc:sldMk cId="0" sldId="314"/>
        </pc:sldMkLst>
        <pc:spChg chg="mod">
          <ac:chgData name="Alessandro Ortis" userId="dcdc90ed-3509-45f7-ac48-ad038638580b" providerId="ADAL" clId="{DC2E16EE-1E16-4B84-80E3-2850D7BBCD84}" dt="2021-02-02T14:53:12.936" v="195" actId="20577"/>
          <ac:spMkLst>
            <pc:docMk/>
            <pc:sldMk cId="0" sldId="314"/>
            <ac:spMk id="2" creationId="{00000000-0000-0000-0000-000000000000}"/>
          </ac:spMkLst>
        </pc:spChg>
      </pc:sldChg>
      <pc:sldChg chg="delSp modSp add mod">
        <pc:chgData name="Alessandro Ortis" userId="dcdc90ed-3509-45f7-ac48-ad038638580b" providerId="ADAL" clId="{DC2E16EE-1E16-4B84-80E3-2850D7BBCD84}" dt="2021-02-02T15:24:01.013" v="506" actId="478"/>
        <pc:sldMkLst>
          <pc:docMk/>
          <pc:sldMk cId="640541190" sldId="315"/>
        </pc:sldMkLst>
        <pc:spChg chg="mod">
          <ac:chgData name="Alessandro Ortis" userId="dcdc90ed-3509-45f7-ac48-ad038638580b" providerId="ADAL" clId="{DC2E16EE-1E16-4B84-80E3-2850D7BBCD84}" dt="2021-02-02T15:23:59.984" v="505" actId="1076"/>
          <ac:spMkLst>
            <pc:docMk/>
            <pc:sldMk cId="640541190" sldId="315"/>
            <ac:spMk id="96267" creationId="{1A61FEFF-E153-4B29-9C3C-A1B811B7E1E5}"/>
          </ac:spMkLst>
        </pc:spChg>
        <pc:picChg chg="del">
          <ac:chgData name="Alessandro Ortis" userId="dcdc90ed-3509-45f7-ac48-ad038638580b" providerId="ADAL" clId="{DC2E16EE-1E16-4B84-80E3-2850D7BBCD84}" dt="2021-02-02T15:24:01.013" v="506" actId="478"/>
          <ac:picMkLst>
            <pc:docMk/>
            <pc:sldMk cId="640541190" sldId="315"/>
            <ac:picMk id="96268" creationId="{51DC1AD6-4B77-497B-ACE2-1F5C4DCC2A3F}"/>
          </ac:picMkLst>
        </pc:picChg>
      </pc:sldChg>
      <pc:sldChg chg="addSp modSp add mod">
        <pc:chgData name="Alessandro Ortis" userId="dcdc90ed-3509-45f7-ac48-ad038638580b" providerId="ADAL" clId="{DC2E16EE-1E16-4B84-80E3-2850D7BBCD84}" dt="2021-02-02T15:26:31.205" v="790" actId="20577"/>
        <pc:sldMkLst>
          <pc:docMk/>
          <pc:sldMk cId="3142013625" sldId="316"/>
        </pc:sldMkLst>
        <pc:spChg chg="add mod">
          <ac:chgData name="Alessandro Ortis" userId="dcdc90ed-3509-45f7-ac48-ad038638580b" providerId="ADAL" clId="{DC2E16EE-1E16-4B84-80E3-2850D7BBCD84}" dt="2021-02-02T15:24:33.489" v="522"/>
          <ac:spMkLst>
            <pc:docMk/>
            <pc:sldMk cId="3142013625" sldId="316"/>
            <ac:spMk id="5" creationId="{A8898B1E-3A34-4480-90BC-5F3CE2ADDC05}"/>
          </ac:spMkLst>
        </pc:spChg>
        <pc:spChg chg="add mod">
          <ac:chgData name="Alessandro Ortis" userId="dcdc90ed-3509-45f7-ac48-ad038638580b" providerId="ADAL" clId="{DC2E16EE-1E16-4B84-80E3-2850D7BBCD84}" dt="2021-02-02T15:25:55.676" v="734" actId="14100"/>
          <ac:spMkLst>
            <pc:docMk/>
            <pc:sldMk cId="3142013625" sldId="316"/>
            <ac:spMk id="7" creationId="{9DC1386F-18BD-4C68-8B80-4A74EEF4E6B5}"/>
          </ac:spMkLst>
        </pc:spChg>
        <pc:spChg chg="add mod">
          <ac:chgData name="Alessandro Ortis" userId="dcdc90ed-3509-45f7-ac48-ad038638580b" providerId="ADAL" clId="{DC2E16EE-1E16-4B84-80E3-2850D7BBCD84}" dt="2021-02-02T15:26:31.205" v="790" actId="20577"/>
          <ac:spMkLst>
            <pc:docMk/>
            <pc:sldMk cId="3142013625" sldId="316"/>
            <ac:spMk id="9" creationId="{BD7CE99D-5FCB-4408-B3A1-380B9C2DF9CC}"/>
          </ac:spMkLst>
        </pc:spChg>
      </pc:sldChg>
      <pc:sldChg chg="addSp modSp add mod">
        <pc:chgData name="Alessandro Ortis" userId="dcdc90ed-3509-45f7-ac48-ad038638580b" providerId="ADAL" clId="{DC2E16EE-1E16-4B84-80E3-2850D7BBCD84}" dt="2021-02-02T15:28:57.294" v="959" actId="1076"/>
        <pc:sldMkLst>
          <pc:docMk/>
          <pc:sldMk cId="3267303769" sldId="317"/>
        </pc:sldMkLst>
        <pc:spChg chg="add mod">
          <ac:chgData name="Alessandro Ortis" userId="dcdc90ed-3509-45f7-ac48-ad038638580b" providerId="ADAL" clId="{DC2E16EE-1E16-4B84-80E3-2850D7BBCD84}" dt="2021-02-02T15:28:57.294" v="959" actId="1076"/>
          <ac:spMkLst>
            <pc:docMk/>
            <pc:sldMk cId="3267303769" sldId="317"/>
            <ac:spMk id="5" creationId="{6A3338A7-01C3-4D41-989C-C3EFC03616EB}"/>
          </ac:spMkLst>
        </pc:spChg>
        <pc:spChg chg="mod">
          <ac:chgData name="Alessandro Ortis" userId="dcdc90ed-3509-45f7-ac48-ad038638580b" providerId="ADAL" clId="{DC2E16EE-1E16-4B84-80E3-2850D7BBCD84}" dt="2021-02-02T15:28:52.804" v="958" actId="20577"/>
          <ac:spMkLst>
            <pc:docMk/>
            <pc:sldMk cId="3267303769" sldId="317"/>
            <ac:spMk id="96267" creationId="{1A61FEFF-E153-4B29-9C3C-A1B811B7E1E5}"/>
          </ac:spMkLst>
        </pc:spChg>
      </pc:sldChg>
      <pc:sldChg chg="addSp modSp add mod">
        <pc:chgData name="Alessandro Ortis" userId="dcdc90ed-3509-45f7-ac48-ad038638580b" providerId="ADAL" clId="{DC2E16EE-1E16-4B84-80E3-2850D7BBCD84}" dt="2021-02-02T15:31:24.041" v="1304" actId="123"/>
        <pc:sldMkLst>
          <pc:docMk/>
          <pc:sldMk cId="4167153210" sldId="318"/>
        </pc:sldMkLst>
        <pc:spChg chg="mod">
          <ac:chgData name="Alessandro Ortis" userId="dcdc90ed-3509-45f7-ac48-ad038638580b" providerId="ADAL" clId="{DC2E16EE-1E16-4B84-80E3-2850D7BBCD84}" dt="2021-02-02T15:30:02.614" v="979" actId="20577"/>
          <ac:spMkLst>
            <pc:docMk/>
            <pc:sldMk cId="4167153210" sldId="318"/>
            <ac:spMk id="5" creationId="{6A3338A7-01C3-4D41-989C-C3EFC03616EB}"/>
          </ac:spMkLst>
        </pc:spChg>
        <pc:spChg chg="add mod">
          <ac:chgData name="Alessandro Ortis" userId="dcdc90ed-3509-45f7-ac48-ad038638580b" providerId="ADAL" clId="{DC2E16EE-1E16-4B84-80E3-2850D7BBCD84}" dt="2021-02-02T15:31:24.041" v="1304" actId="123"/>
          <ac:spMkLst>
            <pc:docMk/>
            <pc:sldMk cId="4167153210" sldId="318"/>
            <ac:spMk id="6" creationId="{1F9A599E-74BF-469B-A551-3D5D4C109ECC}"/>
          </ac:spMkLst>
        </pc:spChg>
      </pc:sldChg>
      <pc:sldChg chg="modSp add mod ord">
        <pc:chgData name="Alessandro Ortis" userId="dcdc90ed-3509-45f7-ac48-ad038638580b" providerId="ADAL" clId="{DC2E16EE-1E16-4B84-80E3-2850D7BBCD84}" dt="2021-02-03T15:25:01.714" v="2355" actId="114"/>
        <pc:sldMkLst>
          <pc:docMk/>
          <pc:sldMk cId="2782773637" sldId="319"/>
        </pc:sldMkLst>
        <pc:spChg chg="mod">
          <ac:chgData name="Alessandro Ortis" userId="dcdc90ed-3509-45f7-ac48-ad038638580b" providerId="ADAL" clId="{DC2E16EE-1E16-4B84-80E3-2850D7BBCD84}" dt="2021-02-03T15:16:58.139" v="1642" actId="20577"/>
          <ac:spMkLst>
            <pc:docMk/>
            <pc:sldMk cId="2782773637" sldId="319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DC2E16EE-1E16-4B84-80E3-2850D7BBCD84}" dt="2021-02-03T15:18:11.852" v="1793" actId="20577"/>
          <ac:spMkLst>
            <pc:docMk/>
            <pc:sldMk cId="2782773637" sldId="319"/>
            <ac:spMk id="98307" creationId="{DBCF2E26-DFFE-409B-8EF8-71EB14CAC0FD}"/>
          </ac:spMkLst>
        </pc:spChg>
        <pc:spChg chg="mod">
          <ac:chgData name="Alessandro Ortis" userId="dcdc90ed-3509-45f7-ac48-ad038638580b" providerId="ADAL" clId="{DC2E16EE-1E16-4B84-80E3-2850D7BBCD84}" dt="2021-02-03T15:25:01.714" v="2355" actId="114"/>
          <ac:spMkLst>
            <pc:docMk/>
            <pc:sldMk cId="2782773637" sldId="319"/>
            <ac:spMk id="98316" creationId="{449F5A1C-CB7E-4A1A-B59B-DE2F072B85B5}"/>
          </ac:spMkLst>
        </pc:spChg>
      </pc:sldChg>
      <pc:sldChg chg="add del">
        <pc:chgData name="Alessandro Ortis" userId="dcdc90ed-3509-45f7-ac48-ad038638580b" providerId="ADAL" clId="{DC2E16EE-1E16-4B84-80E3-2850D7BBCD84}" dt="2021-02-01T15:46:12.549" v="94" actId="47"/>
        <pc:sldMkLst>
          <pc:docMk/>
          <pc:sldMk cId="110824317" sldId="40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77861499" sldId="40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297925216" sldId="43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561898981" sldId="44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89148324" sldId="44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775332440" sldId="44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6080377" sldId="44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570484623" sldId="44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63954196" sldId="44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34174441" sldId="44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63552303" sldId="44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17080467" sldId="45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215440402" sldId="45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32838355" sldId="45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913407585" sldId="45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884095941" sldId="45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47026166" sldId="45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674079126" sldId="45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77568868" sldId="45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723419457" sldId="45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23470903" sldId="46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111003113" sldId="46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961591116" sldId="46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0799036" sldId="46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99797885" sldId="46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00327013" sldId="46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90478240" sldId="46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85781812" sldId="46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271573423" sldId="46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5063071" sldId="47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26813376" sldId="47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70066265" sldId="47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585077416" sldId="47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800774404" sldId="47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82793998" sldId="47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2707301" sldId="47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0894558" sldId="47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76818332" sldId="47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27993859" sldId="47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888940087" sldId="48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84938038" sldId="48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637671567" sldId="48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22044085" sldId="48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89054688" sldId="48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3539820" sldId="48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5036613" sldId="48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80575804" sldId="48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81825045" sldId="48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32821186" sldId="49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991005081" sldId="49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94595861" sldId="49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38397767" sldId="49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31860732" sldId="49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239631944" sldId="49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015553009" sldId="49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86473319" sldId="49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66500922" sldId="50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64881188" sldId="50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7820859" sldId="50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53728460" sldId="50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12992522" sldId="50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07072028" sldId="50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92146847" sldId="50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761837333" sldId="50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476401771" sldId="50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6061629" sldId="50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168944828" sldId="51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66203508" sldId="51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56296756" sldId="51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09987557" sldId="51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660749410" sldId="515"/>
        </pc:sldMkLst>
      </pc:sldChg>
    </pc:docChg>
  </pc:docChgLst>
  <pc:docChgLst>
    <pc:chgData name="Alessandro Ortis" userId="dcdc90ed-3509-45f7-ac48-ad038638580b" providerId="ADAL" clId="{FC25FC09-5746-4510-9F18-701AAFBE41D2}"/>
    <pc:docChg chg="undo redo custSel addSld delSld modSld sldOrd">
      <pc:chgData name="Alessandro Ortis" userId="dcdc90ed-3509-45f7-ac48-ad038638580b" providerId="ADAL" clId="{FC25FC09-5746-4510-9F18-701AAFBE41D2}" dt="2021-04-19T13:47:53.763" v="6983" actId="47"/>
      <pc:docMkLst>
        <pc:docMk/>
      </pc:docMkLst>
      <pc:sldChg chg="add del">
        <pc:chgData name="Alessandro Ortis" userId="dcdc90ed-3509-45f7-ac48-ad038638580b" providerId="ADAL" clId="{FC25FC09-5746-4510-9F18-701AAFBE41D2}" dt="2021-03-10T15:42:48.265" v="201" actId="47"/>
        <pc:sldMkLst>
          <pc:docMk/>
          <pc:sldMk cId="0" sldId="256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79"/>
        </pc:sldMkLst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78" creationId="{CB840C27-CC37-4C88-B73E-60EECA52D4ED}"/>
          </ac:spMkLst>
        </pc:spChg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84" creationId="{468EEF83-14D5-407A-9D03-2CEFFCADA5A8}"/>
          </ac:spMkLst>
        </pc:spChg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87" creationId="{253FBBD0-6A93-4267-B60F-6B2646A95A5B}"/>
          </ac:spMkLst>
        </pc:spChg>
        <pc:spChg chg="mod">
          <ac:chgData name="Alessandro Ortis" userId="dcdc90ed-3509-45f7-ac48-ad038638580b" providerId="ADAL" clId="{FC25FC09-5746-4510-9F18-701AAFBE41D2}" dt="2021-03-11T09:26:55.623" v="989" actId="2711"/>
          <ac:spMkLst>
            <pc:docMk/>
            <pc:sldMk cId="0" sldId="279"/>
            <ac:spMk id="50194" creationId="{173741BA-8B33-4554-9D47-065B7295DEEB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0"/>
        </pc:sldMkLst>
        <pc:spChg chg="mod">
          <ac:chgData name="Alessandro Ortis" userId="dcdc90ed-3509-45f7-ac48-ad038638580b" providerId="ADAL" clId="{FC25FC09-5746-4510-9F18-701AAFBE41D2}" dt="2021-03-11T09:27:11.680" v="991" actId="2711"/>
          <ac:spMkLst>
            <pc:docMk/>
            <pc:sldMk cId="0" sldId="280"/>
            <ac:spMk id="174082" creationId="{317DAD46-A7A5-4E6F-84C2-21FF9D02E83E}"/>
          </ac:spMkLst>
        </pc:spChg>
        <pc:spChg chg="mod">
          <ac:chgData name="Alessandro Ortis" userId="dcdc90ed-3509-45f7-ac48-ad038638580b" providerId="ADAL" clId="{FC25FC09-5746-4510-9F18-701AAFBE41D2}" dt="2021-03-10T15:46:21.439" v="233" actId="1076"/>
          <ac:spMkLst>
            <pc:docMk/>
            <pc:sldMk cId="0" sldId="280"/>
            <ac:spMk id="174083" creationId="{53E8D610-02DB-4855-8262-C62EDD21655F}"/>
          </ac:spMkLst>
        </pc:spChg>
        <pc:spChg chg="mod">
          <ac:chgData name="Alessandro Ortis" userId="dcdc90ed-3509-45f7-ac48-ad038638580b" providerId="ADAL" clId="{FC25FC09-5746-4510-9F18-701AAFBE41D2}" dt="2021-03-11T09:27:04.793" v="990" actId="2711"/>
          <ac:spMkLst>
            <pc:docMk/>
            <pc:sldMk cId="0" sldId="280"/>
            <ac:spMk id="174085" creationId="{5EC6F68F-1472-4D9B-B71C-68BB3175B95B}"/>
          </ac:spMkLst>
        </pc:spChg>
        <pc:spChg chg="mod">
          <ac:chgData name="Alessandro Ortis" userId="dcdc90ed-3509-45f7-ac48-ad038638580b" providerId="ADAL" clId="{FC25FC09-5746-4510-9F18-701AAFBE41D2}" dt="2021-03-11T09:27:18.111" v="992" actId="2711"/>
          <ac:spMkLst>
            <pc:docMk/>
            <pc:sldMk cId="0" sldId="280"/>
            <ac:spMk id="174091" creationId="{65E15D96-9C22-4188-9131-D61F695BCED5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1"/>
        </pc:sldMkLst>
        <pc:spChg chg="mod">
          <ac:chgData name="Alessandro Ortis" userId="dcdc90ed-3509-45f7-ac48-ad038638580b" providerId="ADAL" clId="{FC25FC09-5746-4510-9F18-701AAFBE41D2}" dt="2021-03-11T09:27:39.611" v="995" actId="2711"/>
          <ac:spMkLst>
            <pc:docMk/>
            <pc:sldMk cId="0" sldId="281"/>
            <ac:spMk id="176130" creationId="{F79D8FD5-F8B5-47B9-9D75-6F88048585F9}"/>
          </ac:spMkLst>
        </pc:spChg>
        <pc:spChg chg="mod">
          <ac:chgData name="Alessandro Ortis" userId="dcdc90ed-3509-45f7-ac48-ad038638580b" providerId="ADAL" clId="{FC25FC09-5746-4510-9F18-701AAFBE41D2}" dt="2021-03-11T09:27:33.999" v="994" actId="2711"/>
          <ac:spMkLst>
            <pc:docMk/>
            <pc:sldMk cId="0" sldId="281"/>
            <ac:spMk id="176135" creationId="{33235747-2B3E-4E67-A12B-685C5B8C274D}"/>
          </ac:spMkLst>
        </pc:spChg>
        <pc:spChg chg="mod">
          <ac:chgData name="Alessandro Ortis" userId="dcdc90ed-3509-45f7-ac48-ad038638580b" providerId="ADAL" clId="{FC25FC09-5746-4510-9F18-701AAFBE41D2}" dt="2021-03-11T09:28:09.480" v="1001" actId="2711"/>
          <ac:spMkLst>
            <pc:docMk/>
            <pc:sldMk cId="0" sldId="281"/>
            <ac:spMk id="176137" creationId="{586E8B01-1B25-475A-A0FF-97F7C6A477B1}"/>
          </ac:spMkLst>
        </pc:spChg>
        <pc:spChg chg="mod">
          <ac:chgData name="Alessandro Ortis" userId="dcdc90ed-3509-45f7-ac48-ad038638580b" providerId="ADAL" clId="{FC25FC09-5746-4510-9F18-701AAFBE41D2}" dt="2021-03-11T09:28:23.141" v="1004" actId="14100"/>
          <ac:spMkLst>
            <pc:docMk/>
            <pc:sldMk cId="0" sldId="281"/>
            <ac:spMk id="176138" creationId="{5F2FE6F0-607F-402E-96FD-4ECB7FC4F01E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2"/>
        </pc:sldMkLst>
        <pc:spChg chg="mod">
          <ac:chgData name="Alessandro Ortis" userId="dcdc90ed-3509-45f7-ac48-ad038638580b" providerId="ADAL" clId="{FC25FC09-5746-4510-9F18-701AAFBE41D2}" dt="2021-03-22T15:45:13.885" v="5559" actId="2711"/>
          <ac:spMkLst>
            <pc:docMk/>
            <pc:sldMk cId="0" sldId="282"/>
            <ac:spMk id="4" creationId="{BCBE835A-0C95-453D-84AB-487702A80433}"/>
          </ac:spMkLst>
        </pc:spChg>
        <pc:spChg chg="mod">
          <ac:chgData name="Alessandro Ortis" userId="dcdc90ed-3509-45f7-ac48-ad038638580b" providerId="ADAL" clId="{FC25FC09-5746-4510-9F18-701AAFBE41D2}" dt="2021-03-16T15:56:52.084" v="5497" actId="27636"/>
          <ac:spMkLst>
            <pc:docMk/>
            <pc:sldMk cId="0" sldId="282"/>
            <ac:spMk id="178178" creationId="{F0D39BA7-16C9-4D4E-8E54-01A26DA14FDB}"/>
          </ac:spMkLst>
        </pc:spChg>
        <pc:spChg chg="mod">
          <ac:chgData name="Alessandro Ortis" userId="dcdc90ed-3509-45f7-ac48-ad038638580b" providerId="ADAL" clId="{FC25FC09-5746-4510-9F18-701AAFBE41D2}" dt="2021-03-16T15:56:41.837" v="5495" actId="14"/>
          <ac:spMkLst>
            <pc:docMk/>
            <pc:sldMk cId="0" sldId="282"/>
            <ac:spMk id="178184" creationId="{635F9312-ED32-441D-B8A5-F8E0B934C109}"/>
          </ac:spMkLst>
        </pc:spChg>
        <pc:spChg chg="mod">
          <ac:chgData name="Alessandro Ortis" userId="dcdc90ed-3509-45f7-ac48-ad038638580b" providerId="ADAL" clId="{FC25FC09-5746-4510-9F18-701AAFBE41D2}" dt="2021-03-10T15:47:53.065" v="240" actId="1076"/>
          <ac:spMkLst>
            <pc:docMk/>
            <pc:sldMk cId="0" sldId="282"/>
            <ac:spMk id="178186" creationId="{B6DB76DF-5E87-43EE-9A2F-1B58CC32B6C0}"/>
          </ac:spMkLst>
        </pc:spChg>
        <pc:picChg chg="mod">
          <ac:chgData name="Alessandro Ortis" userId="dcdc90ed-3509-45f7-ac48-ad038638580b" providerId="ADAL" clId="{FC25FC09-5746-4510-9F18-701AAFBE41D2}" dt="2021-03-10T15:47:46.219" v="238" actId="1076"/>
          <ac:picMkLst>
            <pc:docMk/>
            <pc:sldMk cId="0" sldId="282"/>
            <ac:picMk id="178185" creationId="{6C4D903E-DCD6-4404-A2E1-5B4188B4627A}"/>
          </ac:picMkLst>
        </pc:picChg>
        <pc:cxnChg chg="mod">
          <ac:chgData name="Alessandro Ortis" userId="dcdc90ed-3509-45f7-ac48-ad038638580b" providerId="ADAL" clId="{FC25FC09-5746-4510-9F18-701AAFBE41D2}" dt="2021-03-10T15:47:57.570" v="242" actId="14100"/>
          <ac:cxnSpMkLst>
            <pc:docMk/>
            <pc:sldMk cId="0" sldId="282"/>
            <ac:cxnSpMk id="3" creationId="{7DAF42E0-A188-4A55-BCC3-D75CADC59495}"/>
          </ac:cxnSpMkLst>
        </pc:cxn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3"/>
        </pc:sldMkLst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26" creationId="{1314B38F-3BF3-4FD9-8504-FFBF18C81477}"/>
          </ac:spMkLst>
        </pc:spChg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28" creationId="{16AF8081-61EA-4500-9E2A-38A818ECD9F5}"/>
          </ac:spMkLst>
        </pc:spChg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31" creationId="{4F54220E-68FB-4E5C-8636-B76E57266832}"/>
          </ac:spMkLst>
        </pc:spChg>
        <pc:spChg chg="mod">
          <ac:chgData name="Alessandro Ortis" userId="dcdc90ed-3509-45f7-ac48-ad038638580b" providerId="ADAL" clId="{FC25FC09-5746-4510-9F18-701AAFBE41D2}" dt="2021-03-11T09:29:03.902" v="1012" actId="2711"/>
          <ac:spMkLst>
            <pc:docMk/>
            <pc:sldMk cId="0" sldId="283"/>
            <ac:spMk id="180232" creationId="{D2B0B7C3-243B-4F05-AF9D-4A97BD6F3F71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4"/>
        </pc:sldMkLst>
        <pc:spChg chg="mod">
          <ac:chgData name="Alessandro Ortis" userId="dcdc90ed-3509-45f7-ac48-ad038638580b" providerId="ADAL" clId="{FC25FC09-5746-4510-9F18-701AAFBE41D2}" dt="2021-03-11T09:29:23.792" v="1015" actId="2711"/>
          <ac:spMkLst>
            <pc:docMk/>
            <pc:sldMk cId="0" sldId="284"/>
            <ac:spMk id="190467" creationId="{984CCC67-6D34-4151-8326-94FFB094966D}"/>
          </ac:spMkLst>
        </pc:spChg>
        <pc:spChg chg="mod">
          <ac:chgData name="Alessandro Ortis" userId="dcdc90ed-3509-45f7-ac48-ad038638580b" providerId="ADAL" clId="{FC25FC09-5746-4510-9F18-701AAFBE41D2}" dt="2021-03-16T15:58:02.764" v="5521" actId="14100"/>
          <ac:spMkLst>
            <pc:docMk/>
            <pc:sldMk cId="0" sldId="284"/>
            <ac:spMk id="190468" creationId="{3ACCBE77-9458-493B-8620-2BB9A6556187}"/>
          </ac:spMkLst>
        </pc:spChg>
        <pc:spChg chg="mod">
          <ac:chgData name="Alessandro Ortis" userId="dcdc90ed-3509-45f7-ac48-ad038638580b" providerId="ADAL" clId="{FC25FC09-5746-4510-9F18-701AAFBE41D2}" dt="2021-03-10T15:51:15.526" v="303" actId="20577"/>
          <ac:spMkLst>
            <pc:docMk/>
            <pc:sldMk cId="0" sldId="284"/>
            <ac:spMk id="190471" creationId="{FC866F67-8E8B-4315-A6BF-434B1EABA6CE}"/>
          </ac:spMkLst>
        </pc:spChg>
        <pc:spChg chg="mod">
          <ac:chgData name="Alessandro Ortis" userId="dcdc90ed-3509-45f7-ac48-ad038638580b" providerId="ADAL" clId="{FC25FC09-5746-4510-9F18-701AAFBE41D2}" dt="2021-03-11T09:29:23.792" v="1015" actId="2711"/>
          <ac:spMkLst>
            <pc:docMk/>
            <pc:sldMk cId="0" sldId="284"/>
            <ac:spMk id="190472" creationId="{256238AD-D3C6-45D4-BB62-0F69C7105251}"/>
          </ac:spMkLst>
        </pc:spChg>
        <pc:spChg chg="mod">
          <ac:chgData name="Alessandro Ortis" userId="dcdc90ed-3509-45f7-ac48-ad038638580b" providerId="ADAL" clId="{FC25FC09-5746-4510-9F18-701AAFBE41D2}" dt="2021-03-10T15:51:39.902" v="305" actId="20577"/>
          <ac:spMkLst>
            <pc:docMk/>
            <pc:sldMk cId="0" sldId="284"/>
            <ac:spMk id="190473" creationId="{90AB7419-9CED-4DBC-B897-0D22C5684BF1}"/>
          </ac:spMkLst>
        </pc:spChg>
      </pc:sldChg>
      <pc:sldChg chg="addSp 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5"/>
        </pc:sldMkLst>
        <pc:spChg chg="add mod">
          <ac:chgData name="Alessandro Ortis" userId="dcdc90ed-3509-45f7-ac48-ad038638580b" providerId="ADAL" clId="{FC25FC09-5746-4510-9F18-701AAFBE41D2}" dt="2021-03-16T15:59:12.103" v="5534" actId="1076"/>
          <ac:spMkLst>
            <pc:docMk/>
            <pc:sldMk cId="0" sldId="285"/>
            <ac:spMk id="7" creationId="{C01F1240-FB99-43A6-8A94-B218A27B1154}"/>
          </ac:spMkLst>
        </pc:spChg>
        <pc:spChg chg="mod">
          <ac:chgData name="Alessandro Ortis" userId="dcdc90ed-3509-45f7-ac48-ad038638580b" providerId="ADAL" clId="{FC25FC09-5746-4510-9F18-701AAFBE41D2}" dt="2021-03-11T09:29:44.246" v="1017" actId="2711"/>
          <ac:spMkLst>
            <pc:docMk/>
            <pc:sldMk cId="0" sldId="285"/>
            <ac:spMk id="192514" creationId="{450F73CF-D99F-40B1-A823-9B73AF09EB2E}"/>
          </ac:spMkLst>
        </pc:spChg>
        <pc:spChg chg="mod">
          <ac:chgData name="Alessandro Ortis" userId="dcdc90ed-3509-45f7-ac48-ad038638580b" providerId="ADAL" clId="{FC25FC09-5746-4510-9F18-701AAFBE41D2}" dt="2021-03-16T15:58:57.373" v="5527" actId="123"/>
          <ac:spMkLst>
            <pc:docMk/>
            <pc:sldMk cId="0" sldId="285"/>
            <ac:spMk id="192515" creationId="{833DEEFA-1BE0-4755-B68B-3FA93F7962B5}"/>
          </ac:spMkLst>
        </pc:spChg>
        <pc:spChg chg="del">
          <ac:chgData name="Alessandro Ortis" userId="dcdc90ed-3509-45f7-ac48-ad038638580b" providerId="ADAL" clId="{FC25FC09-5746-4510-9F18-701AAFBE41D2}" dt="2021-03-10T15:55:24.660" v="314" actId="478"/>
          <ac:spMkLst>
            <pc:docMk/>
            <pc:sldMk cId="0" sldId="285"/>
            <ac:spMk id="192517" creationId="{52C6369D-EDE6-41DE-AFB4-1DED8D24106A}"/>
          </ac:spMkLst>
        </pc:spChg>
        <pc:spChg chg="del">
          <ac:chgData name="Alessandro Ortis" userId="dcdc90ed-3509-45f7-ac48-ad038638580b" providerId="ADAL" clId="{FC25FC09-5746-4510-9F18-701AAFBE41D2}" dt="2021-03-10T16:01:07.437" v="491" actId="478"/>
          <ac:spMkLst>
            <pc:docMk/>
            <pc:sldMk cId="0" sldId="285"/>
            <ac:spMk id="192518" creationId="{787BCD56-2F41-4260-A77D-8C72B6AD6BB7}"/>
          </ac:spMkLst>
        </pc:spChg>
      </pc:sldChg>
      <pc:sldChg chg="addSp 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6"/>
        </pc:sldMkLst>
        <pc:spChg chg="add mod">
          <ac:chgData name="Alessandro Ortis" userId="dcdc90ed-3509-45f7-ac48-ad038638580b" providerId="ADAL" clId="{FC25FC09-5746-4510-9F18-701AAFBE41D2}" dt="2021-03-10T16:01:59.418" v="507" actId="1076"/>
          <ac:spMkLst>
            <pc:docMk/>
            <pc:sldMk cId="0" sldId="286"/>
            <ac:spMk id="3" creationId="{DB45567D-1C6C-419A-9A3E-A6933BB1C458}"/>
          </ac:spMkLst>
        </pc:spChg>
        <pc:spChg chg="add del">
          <ac:chgData name="Alessandro Ortis" userId="dcdc90ed-3509-45f7-ac48-ad038638580b" providerId="ADAL" clId="{FC25FC09-5746-4510-9F18-701AAFBE41D2}" dt="2021-03-10T16:01:22.527" v="495" actId="22"/>
          <ac:spMkLst>
            <pc:docMk/>
            <pc:sldMk cId="0" sldId="286"/>
            <ac:spMk id="6" creationId="{3ED0FFC1-2648-4365-BFC0-FD8D6CB2613A}"/>
          </ac:spMkLst>
        </pc:spChg>
        <pc:spChg chg="mod">
          <ac:chgData name="Alessandro Ortis" userId="dcdc90ed-3509-45f7-ac48-ad038638580b" providerId="ADAL" clId="{FC25FC09-5746-4510-9F18-701AAFBE41D2}" dt="2021-03-11T09:29:56.792" v="1019" actId="2711"/>
          <ac:spMkLst>
            <pc:docMk/>
            <pc:sldMk cId="0" sldId="286"/>
            <ac:spMk id="194562" creationId="{54D1B232-4BA9-447C-84D2-BCA224ADD4AB}"/>
          </ac:spMkLst>
        </pc:spChg>
        <pc:spChg chg="mod">
          <ac:chgData name="Alessandro Ortis" userId="dcdc90ed-3509-45f7-ac48-ad038638580b" providerId="ADAL" clId="{FC25FC09-5746-4510-9F18-701AAFBE41D2}" dt="2021-03-16T16:00:06.802" v="5540" actId="1076"/>
          <ac:spMkLst>
            <pc:docMk/>
            <pc:sldMk cId="0" sldId="286"/>
            <ac:spMk id="194563" creationId="{E41676E1-BABA-4C49-818C-4591A450FE77}"/>
          </ac:spMkLst>
        </pc:spChg>
        <pc:spChg chg="mod">
          <ac:chgData name="Alessandro Ortis" userId="dcdc90ed-3509-45f7-ac48-ad038638580b" providerId="ADAL" clId="{FC25FC09-5746-4510-9F18-701AAFBE41D2}" dt="2021-03-10T16:01:57.242" v="506" actId="14100"/>
          <ac:spMkLst>
            <pc:docMk/>
            <pc:sldMk cId="0" sldId="286"/>
            <ac:spMk id="194567" creationId="{D04E1246-DCC8-4309-B229-EE38C76A7BCE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7"/>
        </pc:sldMkLst>
        <pc:spChg chg="mod">
          <ac:chgData name="Alessandro Ortis" userId="dcdc90ed-3509-45f7-ac48-ad038638580b" providerId="ADAL" clId="{FC25FC09-5746-4510-9F18-701AAFBE41D2}" dt="2021-03-11T09:30:16.728" v="1022" actId="2711"/>
          <ac:spMkLst>
            <pc:docMk/>
            <pc:sldMk cId="0" sldId="287"/>
            <ac:spMk id="6" creationId="{E1F2AFD8-4501-40E4-97F5-298A499F73B6}"/>
          </ac:spMkLst>
        </pc:spChg>
        <pc:spChg chg="mod">
          <ac:chgData name="Alessandro Ortis" userId="dcdc90ed-3509-45f7-ac48-ad038638580b" providerId="ADAL" clId="{FC25FC09-5746-4510-9F18-701AAFBE41D2}" dt="2021-03-11T09:30:10.696" v="1021" actId="2711"/>
          <ac:spMkLst>
            <pc:docMk/>
            <pc:sldMk cId="0" sldId="287"/>
            <ac:spMk id="196610" creationId="{3A9B62D4-3265-407A-BC2D-3A3BCE44C7C1}"/>
          </ac:spMkLst>
        </pc:spChg>
        <pc:spChg chg="mod">
          <ac:chgData name="Alessandro Ortis" userId="dcdc90ed-3509-45f7-ac48-ad038638580b" providerId="ADAL" clId="{FC25FC09-5746-4510-9F18-701AAFBE41D2}" dt="2021-03-11T09:30:10.696" v="1021" actId="2711"/>
          <ac:spMkLst>
            <pc:docMk/>
            <pc:sldMk cId="0" sldId="287"/>
            <ac:spMk id="196611" creationId="{F49D0D20-892E-42C0-BC89-F350C916C96D}"/>
          </ac:spMkLst>
        </pc:spChg>
        <pc:spChg chg="mod">
          <ac:chgData name="Alessandro Ortis" userId="dcdc90ed-3509-45f7-ac48-ad038638580b" providerId="ADAL" clId="{FC25FC09-5746-4510-9F18-701AAFBE41D2}" dt="2021-03-10T16:06:23.863" v="772" actId="1076"/>
          <ac:spMkLst>
            <pc:docMk/>
            <pc:sldMk cId="0" sldId="287"/>
            <ac:spMk id="196612" creationId="{A453FDF7-1556-4956-80A7-F64F193A8E5B}"/>
          </ac:spMkLst>
        </pc:spChg>
        <pc:spChg chg="mod">
          <ac:chgData name="Alessandro Ortis" userId="dcdc90ed-3509-45f7-ac48-ad038638580b" providerId="ADAL" clId="{FC25FC09-5746-4510-9F18-701AAFBE41D2}" dt="2021-03-10T16:06:26.065" v="773" actId="1076"/>
          <ac:spMkLst>
            <pc:docMk/>
            <pc:sldMk cId="0" sldId="287"/>
            <ac:spMk id="196615" creationId="{12FF0420-022B-46DB-A80B-3F35669B4CEA}"/>
          </ac:spMkLst>
        </pc:spChg>
      </pc:sldChg>
      <pc:sldChg chg="addSp modSp add del mod modAnim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8"/>
        </pc:sldMkLst>
        <pc:spChg chg="add 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6" creationId="{CC7890B9-26D6-4559-92E0-5D6961C2473F}"/>
          </ac:spMkLst>
        </pc:spChg>
        <pc:spChg chg="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198658" creationId="{96FF3DA6-1907-4D80-8E61-376428A7A39A}"/>
          </ac:spMkLst>
        </pc:spChg>
        <pc:spChg chg="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198659" creationId="{06A38889-250C-4797-B3C5-883FB3240FDF}"/>
          </ac:spMkLst>
        </pc:spChg>
        <pc:spChg chg="mod">
          <ac:chgData name="Alessandro Ortis" userId="dcdc90ed-3509-45f7-ac48-ad038638580b" providerId="ADAL" clId="{FC25FC09-5746-4510-9F18-701AAFBE41D2}" dt="2021-03-10T16:07:42.819" v="797" actId="20577"/>
          <ac:spMkLst>
            <pc:docMk/>
            <pc:sldMk cId="0" sldId="288"/>
            <ac:spMk id="198660" creationId="{AED1EA4D-EA47-4D71-8211-F9241F26D193}"/>
          </ac:spMkLst>
        </pc:spChg>
        <pc:spChg chg="mod">
          <ac:chgData name="Alessandro Ortis" userId="dcdc90ed-3509-45f7-ac48-ad038638580b" providerId="ADAL" clId="{FC25FC09-5746-4510-9F18-701AAFBE41D2}" dt="2021-03-10T16:07:16.487" v="784" actId="6549"/>
          <ac:spMkLst>
            <pc:docMk/>
            <pc:sldMk cId="0" sldId="288"/>
            <ac:spMk id="198662" creationId="{6E1E6987-2834-4882-9264-69188BEE6145}"/>
          </ac:spMkLst>
        </pc:spChg>
      </pc:sldChg>
      <pc:sldChg chg="modSp add del mod modShow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89"/>
        </pc:sldMkLst>
        <pc:spChg chg="mod">
          <ac:chgData name="Alessandro Ortis" userId="dcdc90ed-3509-45f7-ac48-ad038638580b" providerId="ADAL" clId="{FC25FC09-5746-4510-9F18-701AAFBE41D2}" dt="2021-03-11T09:30:39.187" v="1024" actId="2711"/>
          <ac:spMkLst>
            <pc:docMk/>
            <pc:sldMk cId="0" sldId="289"/>
            <ac:spMk id="200706" creationId="{1BE98640-9902-4211-BC33-71BBA7BC21C3}"/>
          </ac:spMkLst>
        </pc:spChg>
        <pc:spChg chg="mod">
          <ac:chgData name="Alessandro Ortis" userId="dcdc90ed-3509-45f7-ac48-ad038638580b" providerId="ADAL" clId="{FC25FC09-5746-4510-9F18-701AAFBE41D2}" dt="2021-03-11T09:30:39.187" v="1024" actId="2711"/>
          <ac:spMkLst>
            <pc:docMk/>
            <pc:sldMk cId="0" sldId="289"/>
            <ac:spMk id="200707" creationId="{F163D9E9-FCC2-4CAE-A633-22FB52DF7B4E}"/>
          </ac:spMkLst>
        </pc:spChg>
        <pc:spChg chg="mod">
          <ac:chgData name="Alessandro Ortis" userId="dcdc90ed-3509-45f7-ac48-ad038638580b" providerId="ADAL" clId="{FC25FC09-5746-4510-9F18-701AAFBE41D2}" dt="2021-03-11T09:30:46.795" v="1027" actId="14100"/>
          <ac:spMkLst>
            <pc:docMk/>
            <pc:sldMk cId="0" sldId="289"/>
            <ac:spMk id="200709" creationId="{63913BF3-754E-4EF1-A052-4A5F2180896A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90"/>
        </pc:sldMkLst>
        <pc:spChg chg="mod">
          <ac:chgData name="Alessandro Ortis" userId="dcdc90ed-3509-45f7-ac48-ad038638580b" providerId="ADAL" clId="{FC25FC09-5746-4510-9F18-701AAFBE41D2}" dt="2021-03-11T09:30:55.356" v="1028" actId="2711"/>
          <ac:spMkLst>
            <pc:docMk/>
            <pc:sldMk cId="0" sldId="290"/>
            <ac:spMk id="202754" creationId="{1F1FE14A-5651-4AAC-8CB9-28CFFE2A0A9B}"/>
          </ac:spMkLst>
        </pc:spChg>
        <pc:spChg chg="mod">
          <ac:chgData name="Alessandro Ortis" userId="dcdc90ed-3509-45f7-ac48-ad038638580b" providerId="ADAL" clId="{FC25FC09-5746-4510-9F18-701AAFBE41D2}" dt="2021-03-16T16:00:53.189" v="5541" actId="14100"/>
          <ac:spMkLst>
            <pc:docMk/>
            <pc:sldMk cId="0" sldId="290"/>
            <ac:spMk id="202755" creationId="{49D1118F-B61F-4F7D-8AB7-78D0B6C46150}"/>
          </ac:spMkLst>
        </pc:spChg>
        <pc:spChg chg="mod">
          <ac:chgData name="Alessandro Ortis" userId="dcdc90ed-3509-45f7-ac48-ad038638580b" providerId="ADAL" clId="{FC25FC09-5746-4510-9F18-701AAFBE41D2}" dt="2021-04-07T13:09:21.387" v="6026" actId="208"/>
          <ac:spMkLst>
            <pc:docMk/>
            <pc:sldMk cId="0" sldId="290"/>
            <ac:spMk id="202756" creationId="{D1CF00DB-D201-40A8-B788-3108DC9E415F}"/>
          </ac:spMkLst>
        </pc:spChg>
        <pc:spChg chg="mod">
          <ac:chgData name="Alessandro Ortis" userId="dcdc90ed-3509-45f7-ac48-ad038638580b" providerId="ADAL" clId="{FC25FC09-5746-4510-9F18-701AAFBE41D2}" dt="2021-03-16T16:01:09.214" v="5544" actId="20577"/>
          <ac:spMkLst>
            <pc:docMk/>
            <pc:sldMk cId="0" sldId="290"/>
            <ac:spMk id="202757" creationId="{BE7769F0-1E5E-4D0D-B39C-28EAF4CE282B}"/>
          </ac:spMkLst>
        </pc:spChg>
      </pc:sldChg>
      <pc:sldChg chg="addSp 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91"/>
        </pc:sldMkLst>
        <pc:spChg chg="add del mod">
          <ac:chgData name="Alessandro Ortis" userId="dcdc90ed-3509-45f7-ac48-ad038638580b" providerId="ADAL" clId="{FC25FC09-5746-4510-9F18-701AAFBE41D2}" dt="2021-03-18T15:02:40.701" v="5557" actId="478"/>
          <ac:spMkLst>
            <pc:docMk/>
            <pc:sldMk cId="0" sldId="291"/>
            <ac:spMk id="3" creationId="{ED67837E-ECCD-4649-B1D0-9EA318CE682C}"/>
          </ac:spMkLst>
        </pc:spChg>
        <pc:spChg chg="add mod">
          <ac:chgData name="Alessandro Ortis" userId="dcdc90ed-3509-45f7-ac48-ad038638580b" providerId="ADAL" clId="{FC25FC09-5746-4510-9F18-701AAFBE41D2}" dt="2021-03-18T15:02:41.047" v="5558"/>
          <ac:spMkLst>
            <pc:docMk/>
            <pc:sldMk cId="0" sldId="291"/>
            <ac:spMk id="9" creationId="{7C30F138-4AD4-41D1-B81A-56EE6C4A632B}"/>
          </ac:spMkLst>
        </pc:spChg>
        <pc:spChg chg="del mod">
          <ac:chgData name="Alessandro Ortis" userId="dcdc90ed-3509-45f7-ac48-ad038638580b" providerId="ADAL" clId="{FC25FC09-5746-4510-9F18-701AAFBE41D2}" dt="2021-03-18T15:02:33.639" v="5552" actId="478"/>
          <ac:spMkLst>
            <pc:docMk/>
            <pc:sldMk cId="0" sldId="291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09:31:04.454" v="1029" actId="2711"/>
          <ac:spMkLst>
            <pc:docMk/>
            <pc:sldMk cId="0" sldId="291"/>
            <ac:spMk id="204803" creationId="{AC415C69-5626-41F6-A09E-4CC882D61CD0}"/>
          </ac:spMkLst>
        </pc:spChg>
        <pc:spChg chg="mod">
          <ac:chgData name="Alessandro Ortis" userId="dcdc90ed-3509-45f7-ac48-ad038638580b" providerId="ADAL" clId="{FC25FC09-5746-4510-9F18-701AAFBE41D2}" dt="2021-03-22T15:47:11.580" v="5599" actId="6549"/>
          <ac:spMkLst>
            <pc:docMk/>
            <pc:sldMk cId="0" sldId="291"/>
            <ac:spMk id="204804" creationId="{B12826C1-1797-4F10-8E45-F82F56774A8A}"/>
          </ac:spMkLst>
        </pc:spChg>
        <pc:spChg chg="mod">
          <ac:chgData name="Alessandro Ortis" userId="dcdc90ed-3509-45f7-ac48-ad038638580b" providerId="ADAL" clId="{FC25FC09-5746-4510-9F18-701AAFBE41D2}" dt="2021-03-22T15:47:18.051" v="5600" actId="6549"/>
          <ac:spMkLst>
            <pc:docMk/>
            <pc:sldMk cId="0" sldId="291"/>
            <ac:spMk id="204806" creationId="{D0079A3D-20BB-4DA6-9BB3-F6E2493916B4}"/>
          </ac:spMkLst>
        </pc:spChg>
        <pc:spChg chg="mod">
          <ac:chgData name="Alessandro Ortis" userId="dcdc90ed-3509-45f7-ac48-ad038638580b" providerId="ADAL" clId="{FC25FC09-5746-4510-9F18-701AAFBE41D2}" dt="2021-03-22T15:48:01.589" v="5617" actId="20577"/>
          <ac:spMkLst>
            <pc:docMk/>
            <pc:sldMk cId="0" sldId="291"/>
            <ac:spMk id="204807" creationId="{04ACA393-AB56-4E5A-B0C1-05DE972F906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92"/>
        </pc:sldMkLst>
        <pc:spChg chg="mod">
          <ac:chgData name="Alessandro Ortis" userId="dcdc90ed-3509-45f7-ac48-ad038638580b" providerId="ADAL" clId="{FC25FC09-5746-4510-9F18-701AAFBE41D2}" dt="2021-03-11T09:31:10.331" v="1031" actId="2711"/>
          <ac:spMkLst>
            <pc:docMk/>
            <pc:sldMk cId="0" sldId="292"/>
            <ac:spMk id="206850" creationId="{1B4EE48C-E894-4B33-A006-20801ED29FF2}"/>
          </ac:spMkLst>
        </pc:spChg>
        <pc:spChg chg="mod">
          <ac:chgData name="Alessandro Ortis" userId="dcdc90ed-3509-45f7-ac48-ad038638580b" providerId="ADAL" clId="{FC25FC09-5746-4510-9F18-701AAFBE41D2}" dt="2021-03-11T09:31:18.729" v="1034" actId="14100"/>
          <ac:spMkLst>
            <pc:docMk/>
            <pc:sldMk cId="0" sldId="292"/>
            <ac:spMk id="206851" creationId="{8DCD3ABB-CCD7-4227-BD02-52F7FAD77814}"/>
          </ac:spMkLst>
        </pc:spChg>
        <pc:spChg chg="mod">
          <ac:chgData name="Alessandro Ortis" userId="dcdc90ed-3509-45f7-ac48-ad038638580b" providerId="ADAL" clId="{FC25FC09-5746-4510-9F18-701AAFBE41D2}" dt="2021-03-11T09:31:22.796" v="1035" actId="14100"/>
          <ac:spMkLst>
            <pc:docMk/>
            <pc:sldMk cId="0" sldId="292"/>
            <ac:spMk id="206854" creationId="{2C4C7D33-80C8-49A3-98F7-CAF0B94EBD96}"/>
          </ac:spMkLst>
        </pc:spChg>
        <pc:spChg chg="mod">
          <ac:chgData name="Alessandro Ortis" userId="dcdc90ed-3509-45f7-ac48-ad038638580b" providerId="ADAL" clId="{FC25FC09-5746-4510-9F18-701AAFBE41D2}" dt="2021-03-11T09:00:43.277" v="875" actId="14100"/>
          <ac:spMkLst>
            <pc:docMk/>
            <pc:sldMk cId="0" sldId="292"/>
            <ac:spMk id="206855" creationId="{819CA7C0-EA87-4095-8A05-C3E8C44FD3AF}"/>
          </ac:spMkLst>
        </pc:spChg>
        <pc:spChg chg="mod">
          <ac:chgData name="Alessandro Ortis" userId="dcdc90ed-3509-45f7-ac48-ad038638580b" providerId="ADAL" clId="{FC25FC09-5746-4510-9F18-701AAFBE41D2}" dt="2021-03-11T09:31:10.331" v="1031" actId="2711"/>
          <ac:spMkLst>
            <pc:docMk/>
            <pc:sldMk cId="0" sldId="292"/>
            <ac:spMk id="206856" creationId="{6ADA7C03-42AE-4257-9611-B3E0E14678E6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114028167" sldId="293"/>
        </pc:sldMkLst>
        <pc:spChg chg="mod">
          <ac:chgData name="Alessandro Ortis" userId="dcdc90ed-3509-45f7-ac48-ad038638580b" providerId="ADAL" clId="{FC25FC09-5746-4510-9F18-701AAFBE41D2}" dt="2021-03-11T09:31:38.272" v="1036" actId="2711"/>
          <ac:spMkLst>
            <pc:docMk/>
            <pc:sldMk cId="1114028167" sldId="293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4-13T20:21:28.339" v="6730" actId="20577"/>
          <ac:spMkLst>
            <pc:docMk/>
            <pc:sldMk cId="1114028167" sldId="293"/>
            <ac:spMk id="208899" creationId="{54BD4A4D-FD2A-4E29-9B57-2A5E9578E326}"/>
          </ac:spMkLst>
        </pc:spChg>
        <pc:spChg chg="mod">
          <ac:chgData name="Alessandro Ortis" userId="dcdc90ed-3509-45f7-ac48-ad038638580b" providerId="ADAL" clId="{FC25FC09-5746-4510-9F18-701AAFBE41D2}" dt="2021-03-11T09:32:28.848" v="1050" actId="15"/>
          <ac:spMkLst>
            <pc:docMk/>
            <pc:sldMk cId="1114028167" sldId="293"/>
            <ac:spMk id="208900" creationId="{A7A11AEE-8023-4E56-841E-3B1E869BB86C}"/>
          </ac:spMkLst>
        </pc:spChg>
        <pc:spChg chg="mod">
          <ac:chgData name="Alessandro Ortis" userId="dcdc90ed-3509-45f7-ac48-ad038638580b" providerId="ADAL" clId="{FC25FC09-5746-4510-9F18-701AAFBE41D2}" dt="2021-03-11T09:32:35.777" v="1052" actId="1076"/>
          <ac:spMkLst>
            <pc:docMk/>
            <pc:sldMk cId="1114028167" sldId="293"/>
            <ac:spMk id="208901" creationId="{87C80AEF-D07B-4C3C-8F22-D37CAE3DC876}"/>
          </ac:spMkLst>
        </pc:spChg>
      </pc:sldChg>
      <pc:sldChg chg="modSp add del mod">
        <pc:chgData name="Alessandro Ortis" userId="dcdc90ed-3509-45f7-ac48-ad038638580b" providerId="ADAL" clId="{FC25FC09-5746-4510-9F18-701AAFBE41D2}" dt="2021-03-10T15:42:43.936" v="200" actId="47"/>
        <pc:sldMkLst>
          <pc:docMk/>
          <pc:sldMk cId="0" sldId="294"/>
        </pc:sldMkLst>
        <pc:spChg chg="mod">
          <ac:chgData name="Alessandro Ortis" userId="dcdc90ed-3509-45f7-ac48-ad038638580b" providerId="ADAL" clId="{FC25FC09-5746-4510-9F18-701AAFBE41D2}" dt="2021-03-10T15:42:26.273" v="197" actId="27636"/>
          <ac:spMkLst>
            <pc:docMk/>
            <pc:sldMk cId="0" sldId="294"/>
            <ac:spMk id="3" creationId="{1FF14DEF-B8CD-4016-A8B9-B0073BFF1B53}"/>
          </ac:spMkLst>
        </pc:spChg>
      </pc:sldChg>
      <pc:sldChg chg="add del">
        <pc:chgData name="Alessandro Ortis" userId="dcdc90ed-3509-45f7-ac48-ad038638580b" providerId="ADAL" clId="{FC25FC09-5746-4510-9F18-701AAFBE41D2}" dt="2021-03-10T15:43:44.282" v="208" actId="47"/>
        <pc:sldMkLst>
          <pc:docMk/>
          <pc:sldMk cId="0" sldId="295"/>
        </pc:sldMkLst>
      </pc:sldChg>
      <pc:sldChg chg="modSp add del mod">
        <pc:chgData name="Alessandro Ortis" userId="dcdc90ed-3509-45f7-ac48-ad038638580b" providerId="ADAL" clId="{FC25FC09-5746-4510-9F18-701AAFBE41D2}" dt="2021-03-10T15:43:49.190" v="209" actId="47"/>
        <pc:sldMkLst>
          <pc:docMk/>
          <pc:sldMk cId="0" sldId="296"/>
        </pc:sldMkLst>
        <pc:spChg chg="mod">
          <ac:chgData name="Alessandro Ortis" userId="dcdc90ed-3509-45f7-ac48-ad038638580b" providerId="ADAL" clId="{FC25FC09-5746-4510-9F18-701AAFBE41D2}" dt="2021-03-10T15:42:26.336" v="198" actId="27636"/>
          <ac:spMkLst>
            <pc:docMk/>
            <pc:sldMk cId="0" sldId="296"/>
            <ac:spMk id="3" creationId="{F129BB14-342C-4858-A29C-E941FFD3E516}"/>
          </ac:spMkLst>
        </pc:spChg>
      </pc:sldChg>
      <pc:sldChg chg="add del mod modShow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97"/>
        </pc:sldMkLst>
      </pc:sldChg>
      <pc:sldChg chg="modSp add del mod modAnim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98"/>
        </pc:sldMkLst>
        <pc:spChg chg="mod">
          <ac:chgData name="Alessandro Ortis" userId="dcdc90ed-3509-45f7-ac48-ad038638580b" providerId="ADAL" clId="{FC25FC09-5746-4510-9F18-701AAFBE41D2}" dt="2021-03-10T15:49:29.711" v="269" actId="20577"/>
          <ac:spMkLst>
            <pc:docMk/>
            <pc:sldMk cId="0" sldId="298"/>
            <ac:spMk id="4" creationId="{82D5E613-4279-4AAD-98D9-55E09B5EB141}"/>
          </ac:spMkLst>
        </pc:spChg>
        <pc:spChg chg="mod">
          <ac:chgData name="Alessandro Ortis" userId="dcdc90ed-3509-45f7-ac48-ad038638580b" providerId="ADAL" clId="{FC25FC09-5746-4510-9F18-701AAFBE41D2}" dt="2021-03-16T15:57:31.355" v="5499" actId="404"/>
          <ac:spMkLst>
            <pc:docMk/>
            <pc:sldMk cId="0" sldId="298"/>
            <ac:spMk id="6" creationId="{87583354-9ACA-4016-A13A-4911A9E064BB}"/>
          </ac:spMkLst>
        </pc:spChg>
        <pc:spChg chg="mod">
          <ac:chgData name="Alessandro Ortis" userId="dcdc90ed-3509-45f7-ac48-ad038638580b" providerId="ADAL" clId="{FC25FC09-5746-4510-9F18-701AAFBE41D2}" dt="2021-03-16T15:57:51.221" v="5520" actId="6549"/>
          <ac:spMkLst>
            <pc:docMk/>
            <pc:sldMk cId="0" sldId="298"/>
            <ac:spMk id="9" creationId="{6F63BA75-C5B9-4759-882A-C66A6AB47E4C}"/>
          </ac:spMkLst>
        </pc:spChg>
        <pc:spChg chg="mod">
          <ac:chgData name="Alessandro Ortis" userId="dcdc90ed-3509-45f7-ac48-ad038638580b" providerId="ADAL" clId="{FC25FC09-5746-4510-9F18-701AAFBE41D2}" dt="2021-03-11T09:29:14.934" v="1014" actId="2711"/>
          <ac:spMkLst>
            <pc:docMk/>
            <pc:sldMk cId="0" sldId="298"/>
            <ac:spMk id="10" creationId="{BDC0A3C0-786C-4ADD-97D8-D1ABA1786203}"/>
          </ac:spMkLst>
        </pc:spChg>
        <pc:cxnChg chg="mod">
          <ac:chgData name="Alessandro Ortis" userId="dcdc90ed-3509-45f7-ac48-ad038638580b" providerId="ADAL" clId="{FC25FC09-5746-4510-9F18-701AAFBE41D2}" dt="2021-03-10T15:49:14.975" v="258" actId="14100"/>
          <ac:cxnSpMkLst>
            <pc:docMk/>
            <pc:sldMk cId="0" sldId="298"/>
            <ac:cxnSpMk id="5" creationId="{C5868D40-CB33-460B-81C0-FC6EADF135C5}"/>
          </ac:cxnSpMkLst>
        </pc:cxn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299"/>
        </pc:sldMkLst>
        <pc:spChg chg="mod">
          <ac:chgData name="Alessandro Ortis" userId="dcdc90ed-3509-45f7-ac48-ad038638580b" providerId="ADAL" clId="{FC25FC09-5746-4510-9F18-701AAFBE41D2}" dt="2021-03-11T09:29:31.289" v="1016" actId="2711"/>
          <ac:spMkLst>
            <pc:docMk/>
            <pc:sldMk cId="0" sldId="299"/>
            <ac:spMk id="190467" creationId="{E3C6E0FA-95B0-489B-B791-105D423F9340}"/>
          </ac:spMkLst>
        </pc:spChg>
        <pc:spChg chg="mod">
          <ac:chgData name="Alessandro Ortis" userId="dcdc90ed-3509-45f7-ac48-ad038638580b" providerId="ADAL" clId="{FC25FC09-5746-4510-9F18-701AAFBE41D2}" dt="2021-03-16T15:59:07.096" v="5533" actId="1038"/>
          <ac:spMkLst>
            <pc:docMk/>
            <pc:sldMk cId="0" sldId="299"/>
            <ac:spMk id="190468" creationId="{98A7B0B3-285B-4A30-B237-E6A5A00D65CD}"/>
          </ac:spMkLst>
        </pc:spChg>
        <pc:spChg chg="mod">
          <ac:chgData name="Alessandro Ortis" userId="dcdc90ed-3509-45f7-ac48-ad038638580b" providerId="ADAL" clId="{FC25FC09-5746-4510-9F18-701AAFBE41D2}" dt="2021-04-07T13:08:51.551" v="6016" actId="20577"/>
          <ac:spMkLst>
            <pc:docMk/>
            <pc:sldMk cId="0" sldId="299"/>
            <ac:spMk id="190471" creationId="{4F6C9C67-53B0-4004-AA9C-089E30824D61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300"/>
        </pc:sldMkLst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2" creationId="{F986544B-3918-491C-BC90-1F6E387292AD}"/>
          </ac:spMkLst>
        </pc:spChg>
        <pc:spChg chg="mod">
          <ac:chgData name="Alessandro Ortis" userId="dcdc90ed-3509-45f7-ac48-ad038638580b" providerId="ADAL" clId="{FC25FC09-5746-4510-9F18-701AAFBE41D2}" dt="2021-03-16T15:59:21.474" v="5535" actId="14100"/>
          <ac:spMkLst>
            <pc:docMk/>
            <pc:sldMk cId="0" sldId="300"/>
            <ac:spMk id="194563" creationId="{8D64C2DB-5D2D-4592-B90B-6832659CC420}"/>
          </ac:spMkLst>
        </pc:spChg>
        <pc:spChg chg="mod">
          <ac:chgData name="Alessandro Ortis" userId="dcdc90ed-3509-45f7-ac48-ad038638580b" providerId="ADAL" clId="{FC25FC09-5746-4510-9F18-701AAFBE41D2}" dt="2021-04-07T13:08:59.248" v="6022" actId="20577"/>
          <ac:spMkLst>
            <pc:docMk/>
            <pc:sldMk cId="0" sldId="300"/>
            <ac:spMk id="194564" creationId="{B781DB6A-7708-4A79-9190-49D83BE692FF}"/>
          </ac:spMkLst>
        </pc:spChg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6" creationId="{BA98D2F3-858B-47E7-99B3-1CF38727CBA8}"/>
          </ac:spMkLst>
        </pc:spChg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7" creationId="{686B14FD-88A4-4772-94A9-56E92D2D8BF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301"/>
        </pc:sldMkLst>
        <pc:spChg chg="mod">
          <ac:chgData name="Alessandro Ortis" userId="dcdc90ed-3509-45f7-ac48-ad038638580b" providerId="ADAL" clId="{FC25FC09-5746-4510-9F18-701AAFBE41D2}" dt="2021-03-10T15:42:26.368" v="199" actId="27636"/>
          <ac:spMkLst>
            <pc:docMk/>
            <pc:sldMk cId="0" sldId="301"/>
            <ac:spMk id="3" creationId="{2D05D368-CF3C-4420-A8DE-BF8FBC668FBB}"/>
          </ac:spMkLst>
        </pc:spChg>
      </pc:sldChg>
      <pc:sldChg chg="modSp add del mod ord modShow">
        <pc:chgData name="Alessandro Ortis" userId="dcdc90ed-3509-45f7-ac48-ad038638580b" providerId="ADAL" clId="{FC25FC09-5746-4510-9F18-701AAFBE41D2}" dt="2021-03-11T14:51:51.642" v="4656" actId="47"/>
        <pc:sldMkLst>
          <pc:docMk/>
          <pc:sldMk cId="0" sldId="302"/>
        </pc:sldMkLst>
        <pc:spChg chg="mod">
          <ac:chgData name="Alessandro Ortis" userId="dcdc90ed-3509-45f7-ac48-ad038638580b" providerId="ADAL" clId="{FC25FC09-5746-4510-9F18-701AAFBE41D2}" dt="2021-03-11T09:30:04.280" v="1020" actId="2711"/>
          <ac:spMkLst>
            <pc:docMk/>
            <pc:sldMk cId="0" sldId="302"/>
            <ac:spMk id="194562" creationId="{FB454C67-BC81-4A53-811A-49B680C2E5CE}"/>
          </ac:spMkLst>
        </pc:spChg>
        <pc:spChg chg="mod">
          <ac:chgData name="Alessandro Ortis" userId="dcdc90ed-3509-45f7-ac48-ad038638580b" providerId="ADAL" clId="{FC25FC09-5746-4510-9F18-701AAFBE41D2}" dt="2021-03-11T14:32:59.148" v="4266" actId="1076"/>
          <ac:spMkLst>
            <pc:docMk/>
            <pc:sldMk cId="0" sldId="302"/>
            <ac:spMk id="194563" creationId="{3FB007BF-D1D5-40F2-859C-0BE4650C1A09}"/>
          </ac:spMkLst>
        </pc:spChg>
        <pc:spChg chg="mod">
          <ac:chgData name="Alessandro Ortis" userId="dcdc90ed-3509-45f7-ac48-ad038638580b" providerId="ADAL" clId="{FC25FC09-5746-4510-9F18-701AAFBE41D2}" dt="2021-03-10T16:06:07.792" v="769" actId="20577"/>
          <ac:spMkLst>
            <pc:docMk/>
            <pc:sldMk cId="0" sldId="302"/>
            <ac:spMk id="194567" creationId="{B99F0F4E-141E-406F-8558-DC43B9F9ECDF}"/>
          </ac:spMkLst>
        </pc:spChg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5"/>
        </pc:sldMkLst>
      </pc:sldChg>
      <pc:sldChg chg="del">
        <pc:chgData name="Alessandro Ortis" userId="dcdc90ed-3509-45f7-ac48-ad038638580b" providerId="ADAL" clId="{FC25FC09-5746-4510-9F18-701AAFBE41D2}" dt="2021-03-08T11:37:17.248" v="118" actId="47"/>
        <pc:sldMkLst>
          <pc:docMk/>
          <pc:sldMk cId="0" sldId="306"/>
        </pc:sldMkLst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7"/>
        </pc:sldMkLst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8"/>
        </pc:sldMkLst>
      </pc:sldChg>
      <pc:sldChg chg="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0" sldId="314"/>
        </pc:sldMkLst>
        <pc:spChg chg="mod">
          <ac:chgData name="Alessandro Ortis" userId="dcdc90ed-3509-45f7-ac48-ad038638580b" providerId="ADAL" clId="{FC25FC09-5746-4510-9F18-701AAFBE41D2}" dt="2021-03-08T11:35:45.138" v="47" actId="20577"/>
          <ac:spMkLst>
            <pc:docMk/>
            <pc:sldMk cId="0" sldId="314"/>
            <ac:spMk id="2" creationId="{00000000-0000-0000-0000-000000000000}"/>
          </ac:spMkLst>
        </pc:spChg>
        <pc:picChg chg="del">
          <ac:chgData name="Alessandro Ortis" userId="dcdc90ed-3509-45f7-ac48-ad038638580b" providerId="ADAL" clId="{FC25FC09-5746-4510-9F18-701AAFBE41D2}" dt="2021-03-05T16:19:26.663" v="16" actId="478"/>
          <ac:picMkLst>
            <pc:docMk/>
            <pc:sldMk cId="0" sldId="314"/>
            <ac:picMk id="1026" creationId="{00000000-0000-0000-0000-000000000000}"/>
          </ac:picMkLst>
        </pc:pic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4143215581" sldId="315"/>
        </pc:sldMkLst>
        <pc:spChg chg="mod">
          <ac:chgData name="Alessandro Ortis" userId="dcdc90ed-3509-45f7-ac48-ad038638580b" providerId="ADAL" clId="{FC25FC09-5746-4510-9F18-701AAFBE41D2}" dt="2021-03-08T11:37:09.931" v="50" actId="27636"/>
          <ac:spMkLst>
            <pc:docMk/>
            <pc:sldMk cId="4143215581" sldId="315"/>
            <ac:spMk id="3" creationId="{00000000-0000-0000-0000-000000000000}"/>
          </ac:spMkLst>
        </pc:spChg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1178180968" sldId="316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2341860846" sldId="316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2872623600" sldId="317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1707176762" sldId="318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1581560341" sldId="320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318921938" sldId="321"/>
        </pc:sldMkLst>
        <pc:spChg chg="mod">
          <ac:chgData name="Alessandro Ortis" userId="dcdc90ed-3509-45f7-ac48-ad038638580b" providerId="ADAL" clId="{FC25FC09-5746-4510-9F18-701AAFBE41D2}" dt="2021-03-11T09:12:07.369" v="882" actId="113"/>
          <ac:spMkLst>
            <pc:docMk/>
            <pc:sldMk cId="1318921938" sldId="321"/>
            <ac:spMk id="4" creationId="{A2A9A91D-AA8F-4392-B13F-7C26EE47657F}"/>
          </ac:spMkLst>
        </pc:spChg>
      </pc:sldChg>
      <pc:sldChg chg="addSp 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480440903" sldId="323"/>
        </pc:sldMkLst>
        <pc:spChg chg="mod">
          <ac:chgData name="Alessandro Ortis" userId="dcdc90ed-3509-45f7-ac48-ad038638580b" providerId="ADAL" clId="{FC25FC09-5746-4510-9F18-701AAFBE41D2}" dt="2021-03-08T11:44:53.954" v="148" actId="20577"/>
          <ac:spMkLst>
            <pc:docMk/>
            <pc:sldMk cId="3480440903" sldId="323"/>
            <ac:spMk id="3" creationId="{00000000-0000-0000-0000-000000000000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4" creationId="{CC731D97-3889-497F-A13D-8B4F7E0D5572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5" creationId="{B1BA0926-FF6C-4A70-8BC4-F07A1AA511D3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6" creationId="{77596EC5-0619-448E-8140-0E577CAF7AA4}"/>
          </ac:spMkLst>
        </pc:spChg>
        <pc:picChg chg="add del mod">
          <ac:chgData name="Alessandro Ortis" userId="dcdc90ed-3509-45f7-ac48-ad038638580b" providerId="ADAL" clId="{FC25FC09-5746-4510-9F18-701AAFBE41D2}" dt="2021-03-08T11:40:29.287" v="131" actId="478"/>
          <ac:picMkLst>
            <pc:docMk/>
            <pc:sldMk cId="3480440903" sldId="323"/>
            <ac:picMk id="1026" creationId="{6AC39086-6387-4F11-A403-472E4323F4FA}"/>
          </ac:picMkLst>
        </pc:picChg>
        <pc:picChg chg="add mod">
          <ac:chgData name="Alessandro Ortis" userId="dcdc90ed-3509-45f7-ac48-ad038638580b" providerId="ADAL" clId="{FC25FC09-5746-4510-9F18-701AAFBE41D2}" dt="2021-03-08T11:44:59.041" v="150" actId="1036"/>
          <ac:picMkLst>
            <pc:docMk/>
            <pc:sldMk cId="3480440903" sldId="323"/>
            <ac:picMk id="1028" creationId="{B38DCBC2-AE63-4428-84BA-4DE0B6A4F143}"/>
          </ac:picMkLst>
        </pc:picChg>
        <pc:picChg chg="mod">
          <ac:chgData name="Alessandro Ortis" userId="dcdc90ed-3509-45f7-ac48-ad038638580b" providerId="ADAL" clId="{FC25FC09-5746-4510-9F18-701AAFBE41D2}" dt="2021-03-08T11:44:59.041" v="150" actId="1036"/>
          <ac:picMkLst>
            <pc:docMk/>
            <pc:sldMk cId="3480440903" sldId="323"/>
            <ac:picMk id="2050" creationId="{1CFCA115-F4CB-469B-A7CF-D80A6C0016F7}"/>
          </ac:picMkLst>
        </pc:picChg>
      </pc:sldChg>
      <pc:sldChg chg="modSp mod">
        <pc:chgData name="Alessandro Ortis" userId="dcdc90ed-3509-45f7-ac48-ad038638580b" providerId="ADAL" clId="{FC25FC09-5746-4510-9F18-701AAFBE41D2}" dt="2021-03-08T11:37:09.861" v="49" actId="27636"/>
        <pc:sldMkLst>
          <pc:docMk/>
          <pc:sldMk cId="1297038212" sldId="324"/>
        </pc:sldMkLst>
        <pc:spChg chg="mod">
          <ac:chgData name="Alessandro Ortis" userId="dcdc90ed-3509-45f7-ac48-ad038638580b" providerId="ADAL" clId="{FC25FC09-5746-4510-9F18-701AAFBE41D2}" dt="2021-03-08T11:37:09.842" v="48" actId="27636"/>
          <ac:spMkLst>
            <pc:docMk/>
            <pc:sldMk cId="1297038212" sldId="324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09.861" v="49" actId="27636"/>
          <ac:spMkLst>
            <pc:docMk/>
            <pc:sldMk cId="1297038212" sldId="324"/>
            <ac:spMk id="3" creationId="{00000000-0000-0000-0000-000000000000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245" v="56" actId="27636"/>
        <pc:sldMkLst>
          <pc:docMk/>
          <pc:sldMk cId="3549187691" sldId="337"/>
        </pc:sldMkLst>
        <pc:spChg chg="mod">
          <ac:chgData name="Alessandro Ortis" userId="dcdc90ed-3509-45f7-ac48-ad038638580b" providerId="ADAL" clId="{FC25FC09-5746-4510-9F18-701AAFBE41D2}" dt="2021-03-08T11:37:10.245" v="56" actId="27636"/>
          <ac:spMkLst>
            <pc:docMk/>
            <pc:sldMk cId="3549187691" sldId="337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191" v="55" actId="27636"/>
        <pc:sldMkLst>
          <pc:docMk/>
          <pc:sldMk cId="2865816139" sldId="338"/>
        </pc:sldMkLst>
        <pc:spChg chg="mod">
          <ac:chgData name="Alessandro Ortis" userId="dcdc90ed-3509-45f7-ac48-ad038638580b" providerId="ADAL" clId="{FC25FC09-5746-4510-9F18-701AAFBE41D2}" dt="2021-03-08T11:37:10.191" v="55" actId="27636"/>
          <ac:spMkLst>
            <pc:docMk/>
            <pc:sldMk cId="2865816139" sldId="338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286" v="57" actId="27636"/>
        <pc:sldMkLst>
          <pc:docMk/>
          <pc:sldMk cId="100765716" sldId="339"/>
        </pc:sldMkLst>
        <pc:spChg chg="mod">
          <ac:chgData name="Alessandro Ortis" userId="dcdc90ed-3509-45f7-ac48-ad038638580b" providerId="ADAL" clId="{FC25FC09-5746-4510-9F18-701AAFBE41D2}" dt="2021-03-08T11:37:10.286" v="57" actId="27636"/>
          <ac:spMkLst>
            <pc:docMk/>
            <pc:sldMk cId="100765716" sldId="339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337" v="58" actId="27636"/>
        <pc:sldMkLst>
          <pc:docMk/>
          <pc:sldMk cId="2624389146" sldId="340"/>
        </pc:sldMkLst>
        <pc:spChg chg="mod">
          <ac:chgData name="Alessandro Ortis" userId="dcdc90ed-3509-45f7-ac48-ad038638580b" providerId="ADAL" clId="{FC25FC09-5746-4510-9F18-701AAFBE41D2}" dt="2021-03-08T11:37:10.337" v="58" actId="27636"/>
          <ac:spMkLst>
            <pc:docMk/>
            <pc:sldMk cId="2624389146" sldId="340"/>
            <ac:spMk id="4" creationId="{A2A9A91D-AA8F-4392-B13F-7C26EE47657F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521732395" sldId="342"/>
        </pc:sldMkLst>
        <pc:spChg chg="mod">
          <ac:chgData name="Alessandro Ortis" userId="dcdc90ed-3509-45f7-ac48-ad038638580b" providerId="ADAL" clId="{FC25FC09-5746-4510-9F18-701AAFBE41D2}" dt="2021-03-11T09:13:16.337" v="916" actId="27636"/>
          <ac:spMkLst>
            <pc:docMk/>
            <pc:sldMk cId="521732395" sldId="342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455" v="89" actId="27636"/>
        <pc:sldMkLst>
          <pc:docMk/>
          <pc:sldMk cId="3324450322" sldId="343"/>
        </pc:sldMkLst>
        <pc:spChg chg="mod">
          <ac:chgData name="Alessandro Ortis" userId="dcdc90ed-3509-45f7-ac48-ad038638580b" providerId="ADAL" clId="{FC25FC09-5746-4510-9F18-701AAFBE41D2}" dt="2021-03-08T11:37:11.455" v="89" actId="27636"/>
          <ac:spMkLst>
            <pc:docMk/>
            <pc:sldMk cId="3324450322" sldId="343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228465337" sldId="344"/>
        </pc:sldMkLst>
        <pc:spChg chg="mod">
          <ac:chgData name="Alessandro Ortis" userId="dcdc90ed-3509-45f7-ac48-ad038638580b" providerId="ADAL" clId="{FC25FC09-5746-4510-9F18-701AAFBE41D2}" dt="2021-03-11T09:13:51.207" v="924" actId="27636"/>
          <ac:spMkLst>
            <pc:docMk/>
            <pc:sldMk cId="1228465337" sldId="344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1.481" v="90" actId="27636"/>
          <ac:spMkLst>
            <pc:docMk/>
            <pc:sldMk cId="1228465337" sldId="34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1T09:16:25.613" v="925" actId="47"/>
        <pc:sldMkLst>
          <pc:docMk/>
          <pc:sldMk cId="4061136204" sldId="346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47571893" sldId="347"/>
        </pc:sldMkLst>
        <pc:spChg chg="mod">
          <ac:chgData name="Alessandro Ortis" userId="dcdc90ed-3509-45f7-ac48-ad038638580b" providerId="ADAL" clId="{FC25FC09-5746-4510-9F18-701AAFBE41D2}" dt="2021-03-08T11:37:11.569" v="92" actId="27636"/>
          <ac:spMkLst>
            <pc:docMk/>
            <pc:sldMk cId="147571893" sldId="347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4035406834" sldId="348"/>
        </pc:sldMkLst>
        <pc:spChg chg="mod">
          <ac:chgData name="Alessandro Ortis" userId="dcdc90ed-3509-45f7-ac48-ad038638580b" providerId="ADAL" clId="{FC25FC09-5746-4510-9F18-701AAFBE41D2}" dt="2021-04-06T15:00:51.347" v="5998" actId="20577"/>
          <ac:spMkLst>
            <pc:docMk/>
            <pc:sldMk cId="4035406834" sldId="348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428712167" sldId="349"/>
        </pc:sldMkLst>
        <pc:spChg chg="mod">
          <ac:chgData name="Alessandro Ortis" userId="dcdc90ed-3509-45f7-ac48-ad038638580b" providerId="ADAL" clId="{FC25FC09-5746-4510-9F18-701AAFBE41D2}" dt="2021-03-11T09:13:21.428" v="920" actId="27636"/>
          <ac:spMkLst>
            <pc:docMk/>
            <pc:sldMk cId="428712167" sldId="349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1.441" v="88" actId="27636"/>
          <ac:spMkLst>
            <pc:docMk/>
            <pc:sldMk cId="428712167" sldId="349"/>
            <ac:spMk id="5" creationId="{69B91C07-8F38-4BED-877D-74981E23F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466995645" sldId="351"/>
        </pc:sldMkLst>
        <pc:spChg chg="mod">
          <ac:chgData name="Alessandro Ortis" userId="dcdc90ed-3509-45f7-ac48-ad038638580b" providerId="ADAL" clId="{FC25FC09-5746-4510-9F18-701AAFBE41D2}" dt="2021-03-08T11:37:11.657" v="94" actId="27636"/>
          <ac:spMkLst>
            <pc:docMk/>
            <pc:sldMk cId="2466995645" sldId="351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00" v="93" actId="27636"/>
        <pc:sldMkLst>
          <pc:docMk/>
          <pc:sldMk cId="2940377582" sldId="352"/>
        </pc:sldMkLst>
        <pc:spChg chg="mod">
          <ac:chgData name="Alessandro Ortis" userId="dcdc90ed-3509-45f7-ac48-ad038638580b" providerId="ADAL" clId="{FC25FC09-5746-4510-9F18-701AAFBE41D2}" dt="2021-03-08T11:37:11.600" v="93" actId="27636"/>
          <ac:spMkLst>
            <pc:docMk/>
            <pc:sldMk cId="2940377582" sldId="352"/>
            <ac:spMk id="5" creationId="{7D5B1907-E8F7-4716-B3B1-E8862E1D6D5C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109594264" sldId="354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4029956952" sldId="355"/>
        </pc:sldMkLst>
        <pc:spChg chg="mod">
          <ac:chgData name="Alessandro Ortis" userId="dcdc90ed-3509-45f7-ac48-ad038638580b" providerId="ADAL" clId="{FC25FC09-5746-4510-9F18-701AAFBE41D2}" dt="2021-03-08T11:37:11.724" v="97" actId="27636"/>
          <ac:spMkLst>
            <pc:docMk/>
            <pc:sldMk cId="4029956952" sldId="355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4210151119" sldId="356"/>
        </pc:sldMkLst>
        <pc:spChg chg="mod">
          <ac:chgData name="Alessandro Ortis" userId="dcdc90ed-3509-45f7-ac48-ad038638580b" providerId="ADAL" clId="{FC25FC09-5746-4510-9F18-701AAFBE41D2}" dt="2021-03-08T11:37:11.688" v="96" actId="27636"/>
          <ac:spMkLst>
            <pc:docMk/>
            <pc:sldMk cId="4210151119" sldId="356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991615029" sldId="357"/>
        </pc:sldMkLst>
        <pc:spChg chg="mod">
          <ac:chgData name="Alessandro Ortis" userId="dcdc90ed-3509-45f7-ac48-ad038638580b" providerId="ADAL" clId="{FC25FC09-5746-4510-9F18-701AAFBE41D2}" dt="2021-03-08T11:37:11.673" v="95" actId="27636"/>
          <ac:spMkLst>
            <pc:docMk/>
            <pc:sldMk cId="991615029" sldId="357"/>
            <ac:spMk id="5" creationId="{7D5B1907-E8F7-4716-B3B1-E8862E1D6D5C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384353537" sldId="358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2404566612" sldId="359"/>
        </pc:sldMkLst>
      </pc:sldChg>
      <pc:sldChg chg="modSp mod">
        <pc:chgData name="Alessandro Ortis" userId="dcdc90ed-3509-45f7-ac48-ad038638580b" providerId="ADAL" clId="{FC25FC09-5746-4510-9F18-701AAFBE41D2}" dt="2021-03-08T11:37:11.830" v="99" actId="27636"/>
        <pc:sldMkLst>
          <pc:docMk/>
          <pc:sldMk cId="2112227675" sldId="362"/>
        </pc:sldMkLst>
        <pc:spChg chg="mod">
          <ac:chgData name="Alessandro Ortis" userId="dcdc90ed-3509-45f7-ac48-ad038638580b" providerId="ADAL" clId="{FC25FC09-5746-4510-9F18-701AAFBE41D2}" dt="2021-03-08T11:37:11.830" v="99" actId="27636"/>
          <ac:spMkLst>
            <pc:docMk/>
            <pc:sldMk cId="2112227675" sldId="36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758" v="98" actId="27636"/>
        <pc:sldMkLst>
          <pc:docMk/>
          <pc:sldMk cId="222435001" sldId="363"/>
        </pc:sldMkLst>
        <pc:spChg chg="mod">
          <ac:chgData name="Alessandro Ortis" userId="dcdc90ed-3509-45f7-ac48-ad038638580b" providerId="ADAL" clId="{FC25FC09-5746-4510-9F18-701AAFBE41D2}" dt="2021-03-08T11:37:11.758" v="98" actId="27636"/>
          <ac:spMkLst>
            <pc:docMk/>
            <pc:sldMk cId="222435001" sldId="363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975" v="102" actId="27636"/>
        <pc:sldMkLst>
          <pc:docMk/>
          <pc:sldMk cId="1523953854" sldId="365"/>
        </pc:sldMkLst>
        <pc:spChg chg="mod">
          <ac:chgData name="Alessandro Ortis" userId="dcdc90ed-3509-45f7-ac48-ad038638580b" providerId="ADAL" clId="{FC25FC09-5746-4510-9F18-701AAFBE41D2}" dt="2021-03-08T11:37:11.975" v="102" actId="27636"/>
          <ac:spMkLst>
            <pc:docMk/>
            <pc:sldMk cId="1523953854" sldId="365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886" v="100" actId="27636"/>
        <pc:sldMkLst>
          <pc:docMk/>
          <pc:sldMk cId="3944378820" sldId="368"/>
        </pc:sldMkLst>
        <pc:spChg chg="mod">
          <ac:chgData name="Alessandro Ortis" userId="dcdc90ed-3509-45f7-ac48-ad038638580b" providerId="ADAL" clId="{FC25FC09-5746-4510-9F18-701AAFBE41D2}" dt="2021-03-08T11:37:11.886" v="100" actId="27636"/>
          <ac:spMkLst>
            <pc:docMk/>
            <pc:sldMk cId="3944378820" sldId="368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17896539" sldId="372"/>
        </pc:sldMkLst>
        <pc:spChg chg="mod">
          <ac:chgData name="Alessandro Ortis" userId="dcdc90ed-3509-45f7-ac48-ad038638580b" providerId="ADAL" clId="{FC25FC09-5746-4510-9F18-701AAFBE41D2}" dt="2021-04-06T15:04:52.648" v="6000" actId="6549"/>
          <ac:spMkLst>
            <pc:docMk/>
            <pc:sldMk cId="117896539" sldId="372"/>
            <ac:spMk id="5" creationId="{7D5B1907-E8F7-4716-B3B1-E8862E1D6D5C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162563276" sldId="373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896731065" sldId="375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526657826" sldId="376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475669847" sldId="377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2085820348" sldId="378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927296452" sldId="380"/>
        </pc:sldMkLst>
        <pc:spChg chg="mod">
          <ac:chgData name="Alessandro Ortis" userId="dcdc90ed-3509-45f7-ac48-ad038638580b" providerId="ADAL" clId="{FC25FC09-5746-4510-9F18-701AAFBE41D2}" dt="2021-03-08T11:37:11.930" v="101" actId="27636"/>
          <ac:spMkLst>
            <pc:docMk/>
            <pc:sldMk cId="2927296452" sldId="380"/>
            <ac:spMk id="5" creationId="{7D5B1907-E8F7-4716-B3B1-E8862E1D6D5C}"/>
          </ac:spMkLst>
        </pc:spChg>
      </pc:sldChg>
      <pc:sldChg chg="modSp add del mod modShow">
        <pc:chgData name="Alessandro Ortis" userId="dcdc90ed-3509-45f7-ac48-ad038638580b" providerId="ADAL" clId="{FC25FC09-5746-4510-9F18-701AAFBE41D2}" dt="2021-04-19T13:47:53.763" v="6983" actId="47"/>
        <pc:sldMkLst>
          <pc:docMk/>
          <pc:sldMk cId="3206927576" sldId="384"/>
        </pc:sldMkLst>
        <pc:spChg chg="mod">
          <ac:chgData name="Alessandro Ortis" userId="dcdc90ed-3509-45f7-ac48-ad038638580b" providerId="ADAL" clId="{FC25FC09-5746-4510-9F18-701AAFBE41D2}" dt="2021-03-10T15:43:19.671" v="207" actId="1076"/>
          <ac:spMkLst>
            <pc:docMk/>
            <pc:sldMk cId="3206927576" sldId="384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607940453" sldId="385"/>
        </pc:sldMkLst>
        <pc:spChg chg="mod">
          <ac:chgData name="Alessandro Ortis" userId="dcdc90ed-3509-45f7-ac48-ad038638580b" providerId="ADAL" clId="{FC25FC09-5746-4510-9F18-701AAFBE41D2}" dt="2021-03-08T11:37:12.057" v="104" actId="27636"/>
          <ac:spMkLst>
            <pc:docMk/>
            <pc:sldMk cId="1607940453" sldId="385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738923514" sldId="386"/>
        </pc:sldMkLst>
        <pc:spChg chg="mod">
          <ac:chgData name="Alessandro Ortis" userId="dcdc90ed-3509-45f7-ac48-ad038638580b" providerId="ADAL" clId="{FC25FC09-5746-4510-9F18-701AAFBE41D2}" dt="2021-03-11T09:23:50.685" v="971" actId="20577"/>
          <ac:spMkLst>
            <pc:docMk/>
            <pc:sldMk cId="3738923514" sldId="386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663616890" sldId="387"/>
        </pc:sldMkLst>
        <pc:spChg chg="mod">
          <ac:chgData name="Alessandro Ortis" userId="dcdc90ed-3509-45f7-ac48-ad038638580b" providerId="ADAL" clId="{FC25FC09-5746-4510-9F18-701AAFBE41D2}" dt="2021-03-08T11:37:12.157" v="106" actId="27636"/>
          <ac:spMkLst>
            <pc:docMk/>
            <pc:sldMk cId="3663616890" sldId="387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303998749" sldId="388"/>
        </pc:sldMkLst>
        <pc:spChg chg="mod">
          <ac:chgData name="Alessandro Ortis" userId="dcdc90ed-3509-45f7-ac48-ad038638580b" providerId="ADAL" clId="{FC25FC09-5746-4510-9F18-701AAFBE41D2}" dt="2021-03-08T11:37:12.352" v="110" actId="27636"/>
          <ac:spMkLst>
            <pc:docMk/>
            <pc:sldMk cId="2303998749" sldId="388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728195989" sldId="389"/>
        </pc:sldMkLst>
        <pc:spChg chg="mod">
          <ac:chgData name="Alessandro Ortis" userId="dcdc90ed-3509-45f7-ac48-ad038638580b" providerId="ADAL" clId="{FC25FC09-5746-4510-9F18-701AAFBE41D2}" dt="2021-03-08T11:37:12.207" v="107" actId="27636"/>
          <ac:spMkLst>
            <pc:docMk/>
            <pc:sldMk cId="1728195989" sldId="389"/>
            <ac:spMk id="5" creationId="{7D5B1907-E8F7-4716-B3B1-E8862E1D6D5C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012001309" sldId="390"/>
        </pc:sldMkLst>
      </pc:sldChg>
      <pc:sldChg chg="modSp mod">
        <pc:chgData name="Alessandro Ortis" userId="dcdc90ed-3509-45f7-ac48-ad038638580b" providerId="ADAL" clId="{FC25FC09-5746-4510-9F18-701AAFBE41D2}" dt="2021-03-08T11:37:12.289" v="109" actId="27636"/>
        <pc:sldMkLst>
          <pc:docMk/>
          <pc:sldMk cId="1741903581" sldId="392"/>
        </pc:sldMkLst>
        <pc:spChg chg="mod">
          <ac:chgData name="Alessandro Ortis" userId="dcdc90ed-3509-45f7-ac48-ad038638580b" providerId="ADAL" clId="{FC25FC09-5746-4510-9F18-701AAFBE41D2}" dt="2021-03-08T11:37:12.289" v="109" actId="27636"/>
          <ac:spMkLst>
            <pc:docMk/>
            <pc:sldMk cId="1741903581" sldId="39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232" v="108" actId="27636"/>
        <pc:sldMkLst>
          <pc:docMk/>
          <pc:sldMk cId="4104916194" sldId="393"/>
        </pc:sldMkLst>
        <pc:spChg chg="mod">
          <ac:chgData name="Alessandro Ortis" userId="dcdc90ed-3509-45f7-ac48-ad038638580b" providerId="ADAL" clId="{FC25FC09-5746-4510-9F18-701AAFBE41D2}" dt="2021-03-08T11:37:12.232" v="108" actId="27636"/>
          <ac:spMkLst>
            <pc:docMk/>
            <pc:sldMk cId="4104916194" sldId="393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738048506" sldId="394"/>
        </pc:sldMkLst>
        <pc:spChg chg="mod">
          <ac:chgData name="Alessandro Ortis" userId="dcdc90ed-3509-45f7-ac48-ad038638580b" providerId="ADAL" clId="{FC25FC09-5746-4510-9F18-701AAFBE41D2}" dt="2021-03-11T09:25:12.031" v="980" actId="1076"/>
          <ac:spMkLst>
            <pc:docMk/>
            <pc:sldMk cId="2738048506" sldId="394"/>
            <ac:spMk id="5" creationId="{7D5B1907-E8F7-4716-B3B1-E8862E1D6D5C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2924977588" sldId="395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519227886" sldId="396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683425995" sldId="397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198339724" sldId="398"/>
        </pc:sldMkLst>
        <pc:spChg chg="mod">
          <ac:chgData name="Alessandro Ortis" userId="dcdc90ed-3509-45f7-ac48-ad038638580b" providerId="ADAL" clId="{FC25FC09-5746-4510-9F18-701AAFBE41D2}" dt="2021-03-11T09:26:14.810" v="985" actId="27636"/>
          <ac:spMkLst>
            <pc:docMk/>
            <pc:sldMk cId="2198339724" sldId="398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33178415" sldId="399"/>
        </pc:sldMkLst>
        <pc:spChg chg="mod">
          <ac:chgData name="Alessandro Ortis" userId="dcdc90ed-3509-45f7-ac48-ad038638580b" providerId="ADAL" clId="{FC25FC09-5746-4510-9F18-701AAFBE41D2}" dt="2021-03-11T09:26:00.098" v="982" actId="14100"/>
          <ac:spMkLst>
            <pc:docMk/>
            <pc:sldMk cId="333178415" sldId="399"/>
            <ac:spMk id="5" creationId="{7D5B1907-E8F7-4716-B3B1-E8862E1D6D5C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447516178" sldId="400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156078651" sldId="401"/>
        </pc:sldMkLst>
      </pc:sldChg>
      <pc:sldChg chg="modSp mod">
        <pc:chgData name="Alessandro Ortis" userId="dcdc90ed-3509-45f7-ac48-ad038638580b" providerId="ADAL" clId="{FC25FC09-5746-4510-9F18-701AAFBE41D2}" dt="2021-03-08T11:37:12.750" v="117" actId="27636"/>
        <pc:sldMkLst>
          <pc:docMk/>
          <pc:sldMk cId="3105722580" sldId="402"/>
        </pc:sldMkLst>
        <pc:spChg chg="mod">
          <ac:chgData name="Alessandro Ortis" userId="dcdc90ed-3509-45f7-ac48-ad038638580b" providerId="ADAL" clId="{FC25FC09-5746-4510-9F18-701AAFBE41D2}" dt="2021-03-08T11:37:12.750" v="117" actId="27636"/>
          <ac:spMkLst>
            <pc:docMk/>
            <pc:sldMk cId="3105722580" sldId="402"/>
            <ac:spMk id="4" creationId="{0279965C-BDA6-4FD1-84AB-D56959800225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276835739" sldId="404"/>
        </pc:sldMkLst>
        <pc:spChg chg="mod">
          <ac:chgData name="Alessandro Ortis" userId="dcdc90ed-3509-45f7-ac48-ad038638580b" providerId="ADAL" clId="{FC25FC09-5746-4510-9F18-701AAFBE41D2}" dt="2021-03-11T09:26:27.463" v="987" actId="27636"/>
          <ac:spMkLst>
            <pc:docMk/>
            <pc:sldMk cId="3276835739" sldId="404"/>
            <ac:spMk id="5" creationId="{7D5B1907-E8F7-4716-B3B1-E8862E1D6D5C}"/>
          </ac:spMkLst>
        </pc:spChg>
      </pc:sldChg>
      <pc:sldChg chg="mod modShow">
        <pc:chgData name="Alessandro Ortis" userId="dcdc90ed-3509-45f7-ac48-ad038638580b" providerId="ADAL" clId="{FC25FC09-5746-4510-9F18-701AAFBE41D2}" dt="2021-03-08T11:45:38.928" v="151" actId="729"/>
        <pc:sldMkLst>
          <pc:docMk/>
          <pc:sldMk cId="1991232073" sldId="406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113580698" sldId="407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987792527" sldId="422"/>
        </pc:sldMkLst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2298434906" sldId="423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710467007" sldId="424"/>
        </pc:sldMkLst>
        <pc:spChg chg="mod">
          <ac:chgData name="Alessandro Ortis" userId="dcdc90ed-3509-45f7-ac48-ad038638580b" providerId="ADAL" clId="{FC25FC09-5746-4510-9F18-701AAFBE41D2}" dt="2021-03-10T09:21:03.648" v="195" actId="1076"/>
          <ac:spMkLst>
            <pc:docMk/>
            <pc:sldMk cId="710467007" sldId="42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0T09:20:58.465" v="194" actId="47"/>
        <pc:sldMkLst>
          <pc:docMk/>
          <pc:sldMk cId="1180058788" sldId="425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04095390" sldId="426"/>
        </pc:sldMkLst>
        <pc:spChg chg="mod">
          <ac:chgData name="Alessandro Ortis" userId="dcdc90ed-3509-45f7-ac48-ad038638580b" providerId="ADAL" clId="{FC25FC09-5746-4510-9F18-701AAFBE41D2}" dt="2021-03-10T09:20:34.725" v="192" actId="27636"/>
          <ac:spMkLst>
            <pc:docMk/>
            <pc:sldMk cId="204095390" sldId="426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0T09:20:27.934" v="190" actId="47"/>
        <pc:sldMkLst>
          <pc:docMk/>
          <pc:sldMk cId="3284158591" sldId="427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406104214" sldId="428"/>
        </pc:sldMkLst>
        <pc:spChg chg="mod">
          <ac:chgData name="Alessandro Ortis" userId="dcdc90ed-3509-45f7-ac48-ad038638580b" providerId="ADAL" clId="{FC25FC09-5746-4510-9F18-701AAFBE41D2}" dt="2021-03-10T09:20:43.457" v="193" actId="14100"/>
          <ac:spMkLst>
            <pc:docMk/>
            <pc:sldMk cId="406104214" sldId="428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52244010" sldId="44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271064300" sldId="448"/>
        </pc:sldMkLst>
        <pc:spChg chg="mod">
          <ac:chgData name="Alessandro Ortis" userId="dcdc90ed-3509-45f7-ac48-ad038638580b" providerId="ADAL" clId="{FC25FC09-5746-4510-9F18-701AAFBE41D2}" dt="2021-03-08T11:37:10.780" v="68" actId="27636"/>
          <ac:spMkLst>
            <pc:docMk/>
            <pc:sldMk cId="1271064300" sldId="44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817723142" sldId="449"/>
        </pc:sldMkLst>
        <pc:spChg chg="mod">
          <ac:chgData name="Alessandro Ortis" userId="dcdc90ed-3509-45f7-ac48-ad038638580b" providerId="ADAL" clId="{FC25FC09-5746-4510-9F18-701AAFBE41D2}" dt="2021-03-08T11:37:10.685" v="66" actId="27636"/>
          <ac:spMkLst>
            <pc:docMk/>
            <pc:sldMk cId="3817723142" sldId="449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489245237" sldId="450"/>
        </pc:sldMkLst>
        <pc:spChg chg="mod">
          <ac:chgData name="Alessandro Ortis" userId="dcdc90ed-3509-45f7-ac48-ad038638580b" providerId="ADAL" clId="{FC25FC09-5746-4510-9F18-701AAFBE41D2}" dt="2021-03-08T11:37:10.632" v="65" actId="27636"/>
          <ac:spMkLst>
            <pc:docMk/>
            <pc:sldMk cId="1489245237" sldId="450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612414445" sldId="451"/>
        </pc:sldMkLst>
        <pc:spChg chg="mod">
          <ac:chgData name="Alessandro Ortis" userId="dcdc90ed-3509-45f7-ac48-ad038638580b" providerId="ADAL" clId="{FC25FC09-5746-4510-9F18-701AAFBE41D2}" dt="2021-03-08T11:37:10.582" v="64" actId="27636"/>
          <ac:spMkLst>
            <pc:docMk/>
            <pc:sldMk cId="1612414445" sldId="45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643990287" sldId="452"/>
        </pc:sldMkLst>
        <pc:spChg chg="mod">
          <ac:chgData name="Alessandro Ortis" userId="dcdc90ed-3509-45f7-ac48-ad038638580b" providerId="ADAL" clId="{FC25FC09-5746-4510-9F18-701AAFBE41D2}" dt="2021-03-08T11:37:10.543" v="63" actId="27636"/>
          <ac:spMkLst>
            <pc:docMk/>
            <pc:sldMk cId="1643990287" sldId="452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021782512" sldId="453"/>
        </pc:sldMkLst>
        <pc:spChg chg="mod">
          <ac:chgData name="Alessandro Ortis" userId="dcdc90ed-3509-45f7-ac48-ad038638580b" providerId="ADAL" clId="{FC25FC09-5746-4510-9F18-701AAFBE41D2}" dt="2021-03-08T11:37:10.513" v="62" actId="27636"/>
          <ac:spMkLst>
            <pc:docMk/>
            <pc:sldMk cId="1021782512" sldId="453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42967744" sldId="454"/>
        </pc:sldMkLst>
        <pc:spChg chg="mod">
          <ac:chgData name="Alessandro Ortis" userId="dcdc90ed-3509-45f7-ac48-ad038638580b" providerId="ADAL" clId="{FC25FC09-5746-4510-9F18-701AAFBE41D2}" dt="2021-03-08T11:37:10.477" v="61" actId="27636"/>
          <ac:spMkLst>
            <pc:docMk/>
            <pc:sldMk cId="1942967744" sldId="454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495224304" sldId="455"/>
        </pc:sldMkLst>
        <pc:spChg chg="mod">
          <ac:chgData name="Alessandro Ortis" userId="dcdc90ed-3509-45f7-ac48-ad038638580b" providerId="ADAL" clId="{FC25FC09-5746-4510-9F18-701AAFBE41D2}" dt="2021-03-08T11:37:10.455" v="60" actId="27636"/>
          <ac:spMkLst>
            <pc:docMk/>
            <pc:sldMk cId="495224304" sldId="455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593584708" sldId="45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360869426" sldId="45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840320737" sldId="459"/>
        </pc:sldMkLst>
        <pc:spChg chg="mod">
          <ac:chgData name="Alessandro Ortis" userId="dcdc90ed-3509-45f7-ac48-ad038638580b" providerId="ADAL" clId="{FC25FC09-5746-4510-9F18-701AAFBE41D2}" dt="2021-03-08T11:37:10.803" v="69" actId="27636"/>
          <ac:spMkLst>
            <pc:docMk/>
            <pc:sldMk cId="1840320737" sldId="459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324397653" sldId="460"/>
        </pc:sldMkLst>
        <pc:spChg chg="mod">
          <ac:chgData name="Alessandro Ortis" userId="dcdc90ed-3509-45f7-ac48-ad038638580b" providerId="ADAL" clId="{FC25FC09-5746-4510-9F18-701AAFBE41D2}" dt="2021-03-08T11:37:10.830" v="70" actId="27636"/>
          <ac:spMkLst>
            <pc:docMk/>
            <pc:sldMk cId="2324397653" sldId="460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933129996" sldId="46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804496358" sldId="46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087120424" sldId="46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328383613" sldId="46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233548272" sldId="46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243192152" sldId="467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729112910" sldId="46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192777873" sldId="469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247683592" sldId="47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214621774" sldId="472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603915279" sldId="47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59108413" sldId="47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051867072" sldId="47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79870478" sldId="47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967775592" sldId="47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696135552" sldId="478"/>
        </pc:sldMkLst>
        <pc:spChg chg="mod">
          <ac:chgData name="Alessandro Ortis" userId="dcdc90ed-3509-45f7-ac48-ad038638580b" providerId="ADAL" clId="{FC25FC09-5746-4510-9F18-701AAFBE41D2}" dt="2021-03-08T11:37:11.097" v="74" actId="27636"/>
          <ac:spMkLst>
            <pc:docMk/>
            <pc:sldMk cId="3696135552" sldId="47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439615648" sldId="479"/>
        </pc:sldMkLst>
        <pc:spChg chg="mod">
          <ac:chgData name="Alessandro Ortis" userId="dcdc90ed-3509-45f7-ac48-ad038638580b" providerId="ADAL" clId="{FC25FC09-5746-4510-9F18-701AAFBE41D2}" dt="2021-03-08T11:37:11.109" v="75" actId="27636"/>
          <ac:spMkLst>
            <pc:docMk/>
            <pc:sldMk cId="3439615648" sldId="479"/>
            <ac:spMk id="8" creationId="{44DC043F-2DA4-4BF9-8AFB-31F4F1D100AD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084835914" sldId="480"/>
        </pc:sldMkLst>
        <pc:spChg chg="mod">
          <ac:chgData name="Alessandro Ortis" userId="dcdc90ed-3509-45f7-ac48-ad038638580b" providerId="ADAL" clId="{FC25FC09-5746-4510-9F18-701AAFBE41D2}" dt="2021-03-11T09:13:11.019" v="914" actId="20577"/>
          <ac:spMkLst>
            <pc:docMk/>
            <pc:sldMk cId="3084835914" sldId="480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0.398" v="59" actId="27636"/>
          <ac:spMkLst>
            <pc:docMk/>
            <pc:sldMk cId="3084835914" sldId="480"/>
            <ac:spMk id="4" creationId="{A2A9A91D-AA8F-4392-B13F-7C26EE47657F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519603380" sldId="481"/>
        </pc:sldMkLst>
        <pc:spChg chg="mod">
          <ac:chgData name="Alessandro Ortis" userId="dcdc90ed-3509-45f7-ac48-ad038638580b" providerId="ADAL" clId="{FC25FC09-5746-4510-9F18-701AAFBE41D2}" dt="2021-03-08T11:37:10.060" v="53" actId="27636"/>
          <ac:spMkLst>
            <pc:docMk/>
            <pc:sldMk cId="3519603380" sldId="481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124" v="54" actId="27636"/>
        <pc:sldMkLst>
          <pc:docMk/>
          <pc:sldMk cId="2286704363" sldId="482"/>
        </pc:sldMkLst>
        <pc:spChg chg="mod">
          <ac:chgData name="Alessandro Ortis" userId="dcdc90ed-3509-45f7-ac48-ad038638580b" providerId="ADAL" clId="{FC25FC09-5746-4510-9F18-701AAFBE41D2}" dt="2021-03-08T11:37:10.124" v="54" actId="27636"/>
          <ac:spMkLst>
            <pc:docMk/>
            <pc:sldMk cId="2286704363" sldId="482"/>
            <ac:spMk id="4" creationId="{A2A9A91D-AA8F-4392-B13F-7C26EE47657F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993628687" sldId="483"/>
        </pc:sldMkLst>
        <pc:spChg chg="mod">
          <ac:chgData name="Alessandro Ortis" userId="dcdc90ed-3509-45f7-ac48-ad038638580b" providerId="ADAL" clId="{FC25FC09-5746-4510-9F18-701AAFBE41D2}" dt="2021-03-08T11:37:10.757" v="67" actId="27636"/>
          <ac:spMkLst>
            <pc:docMk/>
            <pc:sldMk cId="2993628687" sldId="483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149080364" sldId="48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813286561" sldId="48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977003581" sldId="487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539356242" sldId="48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95036232" sldId="489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453803837" sldId="490"/>
        </pc:sldMkLst>
        <pc:spChg chg="mod">
          <ac:chgData name="Alessandro Ortis" userId="dcdc90ed-3509-45f7-ac48-ad038638580b" providerId="ADAL" clId="{FC25FC09-5746-4510-9F18-701AAFBE41D2}" dt="2021-03-08T11:37:10.950" v="72" actId="27636"/>
          <ac:spMkLst>
            <pc:docMk/>
            <pc:sldMk cId="3453803837" sldId="490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810587882" sldId="491"/>
        </pc:sldMkLst>
        <pc:spChg chg="mod">
          <ac:chgData name="Alessandro Ortis" userId="dcdc90ed-3509-45f7-ac48-ad038638580b" providerId="ADAL" clId="{FC25FC09-5746-4510-9F18-701AAFBE41D2}" dt="2021-03-08T11:37:11.050" v="73" actId="27636"/>
          <ac:spMkLst>
            <pc:docMk/>
            <pc:sldMk cId="1810587882" sldId="49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969584855" sldId="492"/>
        </pc:sldMkLst>
        <pc:spChg chg="mod">
          <ac:chgData name="Alessandro Ortis" userId="dcdc90ed-3509-45f7-ac48-ad038638580b" providerId="ADAL" clId="{FC25FC09-5746-4510-9F18-701AAFBE41D2}" dt="2021-03-08T11:37:10.883" v="71" actId="27636"/>
          <ac:spMkLst>
            <pc:docMk/>
            <pc:sldMk cId="3969584855" sldId="492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65595492" sldId="49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46239323" sldId="49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114341657" sldId="49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836673936" sldId="49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255027957" sldId="499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416457489" sldId="500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612912336" sldId="50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004931480" sldId="502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733799070" sldId="50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318385946" sldId="50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376786930" sldId="505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581295196" sldId="506"/>
        </pc:sldMkLst>
        <pc:spChg chg="mod">
          <ac:chgData name="Alessandro Ortis" userId="dcdc90ed-3509-45f7-ac48-ad038638580b" providerId="ADAL" clId="{FC25FC09-5746-4510-9F18-701AAFBE41D2}" dt="2021-03-08T11:37:11.151" v="76" actId="27636"/>
          <ac:spMkLst>
            <pc:docMk/>
            <pc:sldMk cId="3581295196" sldId="506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83838412" sldId="507"/>
        </pc:sldMkLst>
        <pc:spChg chg="mod">
          <ac:chgData name="Alessandro Ortis" userId="dcdc90ed-3509-45f7-ac48-ad038638580b" providerId="ADAL" clId="{FC25FC09-5746-4510-9F18-701AAFBE41D2}" dt="2021-03-08T11:37:11.177" v="77" actId="27636"/>
          <ac:spMkLst>
            <pc:docMk/>
            <pc:sldMk cId="1983838412" sldId="507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259954375" sldId="508"/>
        </pc:sldMkLst>
        <pc:spChg chg="mod">
          <ac:chgData name="Alessandro Ortis" userId="dcdc90ed-3509-45f7-ac48-ad038638580b" providerId="ADAL" clId="{FC25FC09-5746-4510-9F18-701AAFBE41D2}" dt="2021-03-08T11:37:11.208" v="78" actId="27636"/>
          <ac:spMkLst>
            <pc:docMk/>
            <pc:sldMk cId="1259954375" sldId="50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766948453" sldId="509"/>
        </pc:sldMkLst>
        <pc:spChg chg="mod">
          <ac:chgData name="Alessandro Ortis" userId="dcdc90ed-3509-45f7-ac48-ad038638580b" providerId="ADAL" clId="{FC25FC09-5746-4510-9F18-701AAFBE41D2}" dt="2021-03-08T11:37:11.257" v="79" actId="27636"/>
          <ac:spMkLst>
            <pc:docMk/>
            <pc:sldMk cId="766948453" sldId="509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597494575" sldId="510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149569771" sldId="511"/>
        </pc:sldMkLst>
        <pc:spChg chg="mod">
          <ac:chgData name="Alessandro Ortis" userId="dcdc90ed-3509-45f7-ac48-ad038638580b" providerId="ADAL" clId="{FC25FC09-5746-4510-9F18-701AAFBE41D2}" dt="2021-03-08T11:37:11.287" v="80" actId="27636"/>
          <ac:spMkLst>
            <pc:docMk/>
            <pc:sldMk cId="1149569771" sldId="51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788438331" sldId="512"/>
        </pc:sldMkLst>
        <pc:spChg chg="mod">
          <ac:chgData name="Alessandro Ortis" userId="dcdc90ed-3509-45f7-ac48-ad038638580b" providerId="ADAL" clId="{FC25FC09-5746-4510-9F18-701AAFBE41D2}" dt="2021-03-08T11:37:11.313" v="81" actId="27636"/>
          <ac:spMkLst>
            <pc:docMk/>
            <pc:sldMk cId="3788438331" sldId="512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353736452" sldId="513"/>
        </pc:sldMkLst>
        <pc:spChg chg="mod">
          <ac:chgData name="Alessandro Ortis" userId="dcdc90ed-3509-45f7-ac48-ad038638580b" providerId="ADAL" clId="{FC25FC09-5746-4510-9F18-701AAFBE41D2}" dt="2021-03-08T11:37:11.330" v="82" actId="27636"/>
          <ac:spMkLst>
            <pc:docMk/>
            <pc:sldMk cId="2353736452" sldId="513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686775737" sldId="514"/>
        </pc:sldMkLst>
        <pc:spChg chg="mod">
          <ac:chgData name="Alessandro Ortis" userId="dcdc90ed-3509-45f7-ac48-ad038638580b" providerId="ADAL" clId="{FC25FC09-5746-4510-9F18-701AAFBE41D2}" dt="2021-03-08T11:37:11.348" v="83" actId="27636"/>
          <ac:spMkLst>
            <pc:docMk/>
            <pc:sldMk cId="3686775737" sldId="514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766400055" sldId="515"/>
        </pc:sldMkLst>
        <pc:spChg chg="mod">
          <ac:chgData name="Alessandro Ortis" userId="dcdc90ed-3509-45f7-ac48-ad038638580b" providerId="ADAL" clId="{FC25FC09-5746-4510-9F18-701AAFBE41D2}" dt="2021-03-08T11:37:11.364" v="84" actId="27636"/>
          <ac:spMkLst>
            <pc:docMk/>
            <pc:sldMk cId="2766400055" sldId="515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532567980" sldId="516"/>
        </pc:sldMkLst>
        <pc:spChg chg="mod">
          <ac:chgData name="Alessandro Ortis" userId="dcdc90ed-3509-45f7-ac48-ad038638580b" providerId="ADAL" clId="{FC25FC09-5746-4510-9F18-701AAFBE41D2}" dt="2021-03-08T11:37:11.385" v="85" actId="27636"/>
          <ac:spMkLst>
            <pc:docMk/>
            <pc:sldMk cId="532567980" sldId="516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760507168" sldId="517"/>
        </pc:sldMkLst>
        <pc:spChg chg="mod">
          <ac:chgData name="Alessandro Ortis" userId="dcdc90ed-3509-45f7-ac48-ad038638580b" providerId="ADAL" clId="{FC25FC09-5746-4510-9F18-701AAFBE41D2}" dt="2021-03-08T11:37:11.415" v="86" actId="27636"/>
          <ac:spMkLst>
            <pc:docMk/>
            <pc:sldMk cId="760507168" sldId="517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90077569" sldId="518"/>
        </pc:sldMkLst>
        <pc:spChg chg="mod">
          <ac:chgData name="Alessandro Ortis" userId="dcdc90ed-3509-45f7-ac48-ad038638580b" providerId="ADAL" clId="{FC25FC09-5746-4510-9F18-701AAFBE41D2}" dt="2021-03-08T11:37:11.433" v="87" actId="27636"/>
          <ac:spMkLst>
            <pc:docMk/>
            <pc:sldMk cId="1990077569" sldId="518"/>
            <ac:spMk id="8" creationId="{44DC043F-2DA4-4BF9-8AFB-31F4F1D100AD}"/>
          </ac:spMkLst>
        </pc:spChg>
      </pc:sldChg>
      <pc:sldChg chg="addSp 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470450956" sldId="519"/>
        </pc:sldMkLst>
        <pc:spChg chg="mod">
          <ac:chgData name="Alessandro Ortis" userId="dcdc90ed-3509-45f7-ac48-ad038638580b" providerId="ADAL" clId="{FC25FC09-5746-4510-9F18-701AAFBE41D2}" dt="2021-03-11T09:13:18.563" v="918" actId="27636"/>
          <ac:spMkLst>
            <pc:docMk/>
            <pc:sldMk cId="2470450956" sldId="519"/>
            <ac:spMk id="2" creationId="{00000000-0000-0000-0000-000000000000}"/>
          </ac:spMkLst>
        </pc:spChg>
        <pc:spChg chg="add mod">
          <ac:chgData name="Alessandro Ortis" userId="dcdc90ed-3509-45f7-ac48-ad038638580b" providerId="ADAL" clId="{FC25FC09-5746-4510-9F18-701AAFBE41D2}" dt="2021-03-08T11:46:07.031" v="188" actId="1076"/>
          <ac:spMkLst>
            <pc:docMk/>
            <pc:sldMk cId="2470450956" sldId="519"/>
            <ac:spMk id="3" creationId="{0EB86654-7330-4EC4-82B5-394BE258FFF6}"/>
          </ac:spMkLst>
        </pc:spChg>
        <pc:spChg chg="del">
          <ac:chgData name="Alessandro Ortis" userId="dcdc90ed-3509-45f7-ac48-ad038638580b" providerId="ADAL" clId="{FC25FC09-5746-4510-9F18-701AAFBE41D2}" dt="2021-03-08T11:45:49.635" v="153" actId="478"/>
          <ac:spMkLst>
            <pc:docMk/>
            <pc:sldMk cId="2470450956" sldId="519"/>
            <ac:spMk id="6" creationId="{E1E0D297-38C1-4813-BEF5-16EBD3BF752D}"/>
          </ac:spMkLst>
        </pc:spChg>
        <pc:spChg chg="del">
          <ac:chgData name="Alessandro Ortis" userId="dcdc90ed-3509-45f7-ac48-ad038638580b" providerId="ADAL" clId="{FC25FC09-5746-4510-9F18-701AAFBE41D2}" dt="2021-03-08T11:45:49.635" v="153" actId="478"/>
          <ac:spMkLst>
            <pc:docMk/>
            <pc:sldMk cId="2470450956" sldId="519"/>
            <ac:spMk id="7" creationId="{BAD74EF5-D9A8-4E6A-82CC-2B8FB246A2B1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1010739588" sldId="520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4030154425" sldId="521"/>
        </pc:sldMkLst>
        <pc:spChg chg="mod">
          <ac:chgData name="Alessandro Ortis" userId="dcdc90ed-3509-45f7-ac48-ad038638580b" providerId="ADAL" clId="{FC25FC09-5746-4510-9F18-701AAFBE41D2}" dt="2021-03-11T09:19:57.772" v="929" actId="20577"/>
          <ac:spMkLst>
            <pc:docMk/>
            <pc:sldMk cId="4030154425" sldId="521"/>
            <ac:spMk id="5" creationId="{7D5B1907-E8F7-4716-B3B1-E8862E1D6D5C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162769395" sldId="522"/>
        </pc:sldMkLst>
        <pc:spChg chg="mod">
          <ac:chgData name="Alessandro Ortis" userId="dcdc90ed-3509-45f7-ac48-ad038638580b" providerId="ADAL" clId="{FC25FC09-5746-4510-9F18-701AAFBE41D2}" dt="2021-03-10T15:45:28.159" v="226" actId="20577"/>
          <ac:spMkLst>
            <pc:docMk/>
            <pc:sldMk cId="2162769395" sldId="522"/>
            <ac:spMk id="2" creationId="{00000000-0000-0000-0000-000000000000}"/>
          </ac:spMkLst>
        </pc:spChg>
      </pc:sldChg>
      <pc:sldChg chg="add del">
        <pc:chgData name="Alessandro Ortis" userId="dcdc90ed-3509-45f7-ac48-ad038638580b" providerId="ADAL" clId="{FC25FC09-5746-4510-9F18-701AAFBE41D2}" dt="2021-03-10T15:54:02.655" v="311"/>
        <pc:sldMkLst>
          <pc:docMk/>
          <pc:sldMk cId="988207306" sldId="523"/>
        </pc:sldMkLst>
      </pc:sldChg>
      <pc:sldChg chg="addSp 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107147429" sldId="523"/>
        </pc:sldMkLst>
        <pc:spChg chg="add mod">
          <ac:chgData name="Alessandro Ortis" userId="dcdc90ed-3509-45f7-ac48-ad038638580b" providerId="ADAL" clId="{FC25FC09-5746-4510-9F18-701AAFBE41D2}" dt="2021-04-07T13:25:56.483" v="6030" actId="20577"/>
          <ac:spMkLst>
            <pc:docMk/>
            <pc:sldMk cId="2107147429" sldId="523"/>
            <ac:spMk id="6" creationId="{B8BD4453-B93C-44AF-A983-9705B9AF929B}"/>
          </ac:spMkLst>
        </pc:spChg>
        <pc:spChg chg="mod">
          <ac:chgData name="Alessandro Ortis" userId="dcdc90ed-3509-45f7-ac48-ad038638580b" providerId="ADAL" clId="{FC25FC09-5746-4510-9F18-701AAFBE41D2}" dt="2021-03-11T10:25:54.967" v="1621" actId="20577"/>
          <ac:spMkLst>
            <pc:docMk/>
            <pc:sldMk cId="2107147429" sldId="523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0:46:23.918" v="2943" actId="20577"/>
          <ac:spMkLst>
            <pc:docMk/>
            <pc:sldMk cId="2107147429" sldId="523"/>
            <ac:spMk id="208899" creationId="{54BD4A4D-FD2A-4E29-9B57-2A5E9578E326}"/>
          </ac:spMkLst>
        </pc:spChg>
        <pc:spChg chg="del">
          <ac:chgData name="Alessandro Ortis" userId="dcdc90ed-3509-45f7-ac48-ad038638580b" providerId="ADAL" clId="{FC25FC09-5746-4510-9F18-701AAFBE41D2}" dt="2021-03-11T10:25:24.599" v="1598" actId="478"/>
          <ac:spMkLst>
            <pc:docMk/>
            <pc:sldMk cId="2107147429" sldId="523"/>
            <ac:spMk id="208900" creationId="{A7A11AEE-8023-4E56-841E-3B1E869BB86C}"/>
          </ac:spMkLst>
        </pc:spChg>
        <pc:spChg chg="del">
          <ac:chgData name="Alessandro Ortis" userId="dcdc90ed-3509-45f7-ac48-ad038638580b" providerId="ADAL" clId="{FC25FC09-5746-4510-9F18-701AAFBE41D2}" dt="2021-03-11T10:25:22.335" v="1597" actId="478"/>
          <ac:spMkLst>
            <pc:docMk/>
            <pc:sldMk cId="2107147429" sldId="523"/>
            <ac:spMk id="208901" creationId="{87C80AEF-D07B-4C3C-8F22-D37CAE3DC876}"/>
          </ac:spMkLst>
        </pc:spChg>
      </pc:sldChg>
      <pc:sldChg chg="addSp 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320884316" sldId="524"/>
        </pc:sldMkLst>
        <pc:spChg chg="add del mod">
          <ac:chgData name="Alessandro Ortis" userId="dcdc90ed-3509-45f7-ac48-ad038638580b" providerId="ADAL" clId="{FC25FC09-5746-4510-9F18-701AAFBE41D2}" dt="2021-03-11T15:18:33.155" v="4699" actId="767"/>
          <ac:spMkLst>
            <pc:docMk/>
            <pc:sldMk cId="1320884316" sldId="524"/>
            <ac:spMk id="2" creationId="{444E7869-DE85-4104-824C-43C4CD9E78AD}"/>
          </ac:spMkLst>
        </pc:spChg>
        <pc:spChg chg="add mod">
          <ac:chgData name="Alessandro Ortis" userId="dcdc90ed-3509-45f7-ac48-ad038638580b" providerId="ADAL" clId="{FC25FC09-5746-4510-9F18-701AAFBE41D2}" dt="2021-03-11T10:11:48.533" v="1569" actId="14100"/>
          <ac:spMkLst>
            <pc:docMk/>
            <pc:sldMk cId="1320884316" sldId="524"/>
            <ac:spMk id="7" creationId="{C885A935-0671-4A7F-8EEE-2E97F6400BDC}"/>
          </ac:spMkLst>
        </pc:spChg>
        <pc:spChg chg="mod">
          <ac:chgData name="Alessandro Ortis" userId="dcdc90ed-3509-45f7-ac48-ad038638580b" providerId="ADAL" clId="{FC25FC09-5746-4510-9F18-701AAFBE41D2}" dt="2021-03-11T09:43:43.600" v="1132" actId="27636"/>
          <ac:spMkLst>
            <pc:docMk/>
            <pc:sldMk cId="1320884316" sldId="524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09:46:06.236" v="1345" actId="20577"/>
          <ac:spMkLst>
            <pc:docMk/>
            <pc:sldMk cId="1320884316" sldId="524"/>
            <ac:spMk id="204803" creationId="{AC415C69-5626-41F6-A09E-4CC882D61CD0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4" creationId="{B12826C1-1797-4F10-8E45-F82F56774A8A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6" creationId="{D0079A3D-20BB-4DA6-9BB3-F6E2493916B4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7" creationId="{04ACA393-AB56-4E5A-B0C1-05DE972F906C}"/>
          </ac:spMkLst>
        </pc:spChg>
      </pc:sldChg>
      <pc:sldChg chg="addSp delSp modSp add del mod">
        <pc:chgData name="Alessandro Ortis" userId="dcdc90ed-3509-45f7-ac48-ad038638580b" providerId="ADAL" clId="{FC25FC09-5746-4510-9F18-701AAFBE41D2}" dt="2021-04-06T16:50:41.214" v="6011" actId="2696"/>
        <pc:sldMkLst>
          <pc:docMk/>
          <pc:sldMk cId="206646203" sldId="525"/>
        </pc:sldMkLst>
        <pc:spChg chg="add mod">
          <ac:chgData name="Alessandro Ortis" userId="dcdc90ed-3509-45f7-ac48-ad038638580b" providerId="ADAL" clId="{FC25FC09-5746-4510-9F18-701AAFBE41D2}" dt="2021-03-11T14:51:27.371" v="4651" actId="113"/>
          <ac:spMkLst>
            <pc:docMk/>
            <pc:sldMk cId="206646203" sldId="525"/>
            <ac:spMk id="5" creationId="{E0A243A7-949B-44F8-B47D-B7191B81FF51}"/>
          </ac:spMkLst>
        </pc:spChg>
        <pc:spChg chg="add del mod">
          <ac:chgData name="Alessandro Ortis" userId="dcdc90ed-3509-45f7-ac48-ad038638580b" providerId="ADAL" clId="{FC25FC09-5746-4510-9F18-701AAFBE41D2}" dt="2021-03-11T14:31:07.667" v="4191"/>
          <ac:spMkLst>
            <pc:docMk/>
            <pc:sldMk cId="206646203" sldId="525"/>
            <ac:spMk id="6" creationId="{A9E46404-1F59-41DD-9C9E-BEAE965C08F1}"/>
          </ac:spMkLst>
        </pc:spChg>
        <pc:spChg chg="add mod">
          <ac:chgData name="Alessandro Ortis" userId="dcdc90ed-3509-45f7-ac48-ad038638580b" providerId="ADAL" clId="{FC25FC09-5746-4510-9F18-701AAFBE41D2}" dt="2021-03-11T14:51:49.163" v="4655" actId="113"/>
          <ac:spMkLst>
            <pc:docMk/>
            <pc:sldMk cId="206646203" sldId="525"/>
            <ac:spMk id="7" creationId="{FFFE422E-C88A-4829-BE65-3C3FE43DC13A}"/>
          </ac:spMkLst>
        </pc:spChg>
        <pc:spChg chg="add mod">
          <ac:chgData name="Alessandro Ortis" userId="dcdc90ed-3509-45f7-ac48-ad038638580b" providerId="ADAL" clId="{FC25FC09-5746-4510-9F18-701AAFBE41D2}" dt="2021-03-11T14:33:15.114" v="4268" actId="404"/>
          <ac:spMkLst>
            <pc:docMk/>
            <pc:sldMk cId="206646203" sldId="525"/>
            <ac:spMk id="9" creationId="{B7A656DF-5F3C-4D11-B704-6206619F5DD0}"/>
          </ac:spMkLst>
        </pc:spChg>
        <pc:spChg chg="add mod">
          <ac:chgData name="Alessandro Ortis" userId="dcdc90ed-3509-45f7-ac48-ad038638580b" providerId="ADAL" clId="{FC25FC09-5746-4510-9F18-701AAFBE41D2}" dt="2021-03-11T14:37:38.629" v="4294" actId="20577"/>
          <ac:spMkLst>
            <pc:docMk/>
            <pc:sldMk cId="206646203" sldId="525"/>
            <ac:spMk id="10" creationId="{1E847AAD-219B-4723-B747-B95A639271ED}"/>
          </ac:spMkLst>
        </pc:spChg>
        <pc:spChg chg="add mod">
          <ac:chgData name="Alessandro Ortis" userId="dcdc90ed-3509-45f7-ac48-ad038638580b" providerId="ADAL" clId="{FC25FC09-5746-4510-9F18-701AAFBE41D2}" dt="2021-03-11T14:51:46.051" v="4653" actId="113"/>
          <ac:spMkLst>
            <pc:docMk/>
            <pc:sldMk cId="206646203" sldId="525"/>
            <ac:spMk id="11" creationId="{A1A0760B-2247-40A3-B1A5-DC87980FCA36}"/>
          </ac:spMkLst>
        </pc:spChg>
        <pc:spChg chg="mod">
          <ac:chgData name="Alessandro Ortis" userId="dcdc90ed-3509-45f7-ac48-ad038638580b" providerId="ADAL" clId="{FC25FC09-5746-4510-9F18-701AAFBE41D2}" dt="2021-03-11T14:33:20.576" v="4269" actId="123"/>
          <ac:spMkLst>
            <pc:docMk/>
            <pc:sldMk cId="206646203" sldId="525"/>
            <ac:spMk id="208899" creationId="{54BD4A4D-FD2A-4E29-9B57-2A5E9578E326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2905963308" sldId="525"/>
        </pc:sldMkLst>
      </pc:sldChg>
      <pc:sldChg chg="add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86673118" sldId="526"/>
        </pc:sldMkLst>
        <pc:spChg chg="add mod">
          <ac:chgData name="Alessandro Ortis" userId="dcdc90ed-3509-45f7-ac48-ad038638580b" providerId="ADAL" clId="{FC25FC09-5746-4510-9F18-701AAFBE41D2}" dt="2021-03-11T15:31:58.017" v="4755" actId="208"/>
          <ac:spMkLst>
            <pc:docMk/>
            <pc:sldMk cId="386673118" sldId="526"/>
            <ac:spMk id="4" creationId="{D39CBE6D-58A0-49CF-AB3F-1AFE57C2B1E0}"/>
          </ac:spMkLst>
        </pc:spChg>
        <pc:spChg chg="mod">
          <ac:chgData name="Alessandro Ortis" userId="dcdc90ed-3509-45f7-ac48-ad038638580b" providerId="ADAL" clId="{FC25FC09-5746-4510-9F18-701AAFBE41D2}" dt="2021-03-22T16:34:04.279" v="5620" actId="1076"/>
          <ac:spMkLst>
            <pc:docMk/>
            <pc:sldMk cId="386673118" sldId="526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6T16:03:40.823" v="5545" actId="123"/>
          <ac:spMkLst>
            <pc:docMk/>
            <pc:sldMk cId="386673118" sldId="526"/>
            <ac:spMk id="208899" creationId="{54BD4A4D-FD2A-4E29-9B57-2A5E9578E326}"/>
          </ac:spMkLst>
        </pc:spChg>
      </pc:sldChg>
      <pc:sldChg chg="modSp add del mod modShow">
        <pc:chgData name="Alessandro Ortis" userId="dcdc90ed-3509-45f7-ac48-ad038638580b" providerId="ADAL" clId="{FC25FC09-5746-4510-9F18-701AAFBE41D2}" dt="2021-04-19T13:47:53.763" v="6983" actId="47"/>
        <pc:sldMkLst>
          <pc:docMk/>
          <pc:sldMk cId="2560002323" sldId="527"/>
        </pc:sldMkLst>
        <pc:spChg chg="mod">
          <ac:chgData name="Alessandro Ortis" userId="dcdc90ed-3509-45f7-ac48-ad038638580b" providerId="ADAL" clId="{FC25FC09-5746-4510-9F18-701AAFBE41D2}" dt="2021-03-11T10:26:33.142" v="1698" actId="20577"/>
          <ac:spMkLst>
            <pc:docMk/>
            <pc:sldMk cId="2560002323" sldId="527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5:32:24.763" v="4759" actId="14100"/>
          <ac:spMkLst>
            <pc:docMk/>
            <pc:sldMk cId="2560002323" sldId="527"/>
            <ac:spMk id="208899" creationId="{54BD4A4D-FD2A-4E29-9B57-2A5E9578E326}"/>
          </ac:spMkLst>
        </pc:spChg>
      </pc:sldChg>
      <pc:sldChg chg="modSp add del mod modShow">
        <pc:chgData name="Alessandro Ortis" userId="dcdc90ed-3509-45f7-ac48-ad038638580b" providerId="ADAL" clId="{FC25FC09-5746-4510-9F18-701AAFBE41D2}" dt="2021-04-19T13:47:53.763" v="6983" actId="47"/>
        <pc:sldMkLst>
          <pc:docMk/>
          <pc:sldMk cId="3060722061" sldId="528"/>
        </pc:sldMkLst>
        <pc:spChg chg="mod">
          <ac:chgData name="Alessandro Ortis" userId="dcdc90ed-3509-45f7-ac48-ad038638580b" providerId="ADAL" clId="{FC25FC09-5746-4510-9F18-701AAFBE41D2}" dt="2021-03-11T10:26:44.976" v="1736" actId="20577"/>
          <ac:spMkLst>
            <pc:docMk/>
            <pc:sldMk cId="3060722061" sldId="528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5:32:28.954" v="4761" actId="14100"/>
          <ac:spMkLst>
            <pc:docMk/>
            <pc:sldMk cId="3060722061" sldId="528"/>
            <ac:spMk id="208899" creationId="{54BD4A4D-FD2A-4E29-9B57-2A5E9578E326}"/>
          </ac:spMkLst>
        </pc:spChg>
      </pc:sldChg>
      <pc:sldChg chg="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2022109737" sldId="529"/>
        </pc:sldMkLst>
        <pc:spChg chg="del">
          <ac:chgData name="Alessandro Ortis" userId="dcdc90ed-3509-45f7-ac48-ad038638580b" providerId="ADAL" clId="{FC25FC09-5746-4510-9F18-701AAFBE41D2}" dt="2021-03-11T10:30:17.140" v="1758" actId="478"/>
          <ac:spMkLst>
            <pc:docMk/>
            <pc:sldMk cId="2022109737" sldId="529"/>
            <ac:spMk id="208899" creationId="{54BD4A4D-FD2A-4E29-9B57-2A5E9578E326}"/>
          </ac:spMkLst>
        </pc:spChg>
        <pc:spChg chg="del">
          <ac:chgData name="Alessandro Ortis" userId="dcdc90ed-3509-45f7-ac48-ad038638580b" providerId="ADAL" clId="{FC25FC09-5746-4510-9F18-701AAFBE41D2}" dt="2021-03-11T10:30:14.363" v="1757" actId="478"/>
          <ac:spMkLst>
            <pc:docMk/>
            <pc:sldMk cId="2022109737" sldId="529"/>
            <ac:spMk id="208900" creationId="{A7A11AEE-8023-4E56-841E-3B1E869BB86C}"/>
          </ac:spMkLst>
        </pc:spChg>
        <pc:spChg chg="mod">
          <ac:chgData name="Alessandro Ortis" userId="dcdc90ed-3509-45f7-ac48-ad038638580b" providerId="ADAL" clId="{FC25FC09-5746-4510-9F18-701AAFBE41D2}" dt="2021-03-16T16:07:00.422" v="5551" actId="20577"/>
          <ac:spMkLst>
            <pc:docMk/>
            <pc:sldMk cId="2022109737" sldId="529"/>
            <ac:spMk id="208901" creationId="{87C80AEF-D07B-4C3C-8F22-D37CAE3DC876}"/>
          </ac:spMkLst>
        </pc:spChg>
      </pc:sldChg>
      <pc:sldChg chg="modSp add del mod modShow">
        <pc:chgData name="Alessandro Ortis" userId="dcdc90ed-3509-45f7-ac48-ad038638580b" providerId="ADAL" clId="{FC25FC09-5746-4510-9F18-701AAFBE41D2}" dt="2021-04-19T13:47:53.763" v="6983" actId="47"/>
        <pc:sldMkLst>
          <pc:docMk/>
          <pc:sldMk cId="534486553" sldId="530"/>
        </pc:sldMkLst>
        <pc:spChg chg="mod">
          <ac:chgData name="Alessandro Ortis" userId="dcdc90ed-3509-45f7-ac48-ad038638580b" providerId="ADAL" clId="{FC25FC09-5746-4510-9F18-701AAFBE41D2}" dt="2021-03-11T10:39:52.045" v="2394" actId="20577"/>
          <ac:spMkLst>
            <pc:docMk/>
            <pc:sldMk cId="534486553" sldId="530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0:40:02.119" v="2398" actId="5793"/>
          <ac:spMkLst>
            <pc:docMk/>
            <pc:sldMk cId="534486553" sldId="530"/>
            <ac:spMk id="208901" creationId="{87C80AEF-D07B-4C3C-8F22-D37CAE3DC876}"/>
          </ac:spMkLst>
        </pc:spChg>
      </pc:sldChg>
      <pc:sldChg chg="add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998320164" sldId="531"/>
        </pc:sldMkLst>
        <pc:spChg chg="mod">
          <ac:chgData name="Alessandro Ortis" userId="dcdc90ed-3509-45f7-ac48-ad038638580b" providerId="ADAL" clId="{FC25FC09-5746-4510-9F18-701AAFBE41D2}" dt="2021-03-11T15:31:54.739" v="4754" actId="208"/>
          <ac:spMkLst>
            <pc:docMk/>
            <pc:sldMk cId="1998320164" sldId="531"/>
            <ac:spMk id="4" creationId="{D39CBE6D-58A0-49CF-AB3F-1AFE57C2B1E0}"/>
          </ac:spMkLst>
        </pc:spChg>
        <pc:spChg chg="add mod">
          <ac:chgData name="Alessandro Ortis" userId="dcdc90ed-3509-45f7-ac48-ad038638580b" providerId="ADAL" clId="{FC25FC09-5746-4510-9F18-701AAFBE41D2}" dt="2021-03-11T15:31:52.912" v="4753" actId="208"/>
          <ac:spMkLst>
            <pc:docMk/>
            <pc:sldMk cId="1998320164" sldId="531"/>
            <ac:spMk id="5" creationId="{377EBF32-8B01-4F56-968E-5511A28E4C32}"/>
          </ac:spMkLst>
        </pc:spChg>
        <pc:spChg chg="mod">
          <ac:chgData name="Alessandro Ortis" userId="dcdc90ed-3509-45f7-ac48-ad038638580b" providerId="ADAL" clId="{FC25FC09-5746-4510-9F18-701AAFBE41D2}" dt="2021-03-11T11:03:49.540" v="3707" actId="1076"/>
          <ac:spMkLst>
            <pc:docMk/>
            <pc:sldMk cId="1998320164" sldId="531"/>
            <ac:spMk id="208899" creationId="{54BD4A4D-FD2A-4E29-9B57-2A5E9578E326}"/>
          </ac:spMkLst>
        </pc:spChg>
      </pc:sldChg>
      <pc:sldChg chg="addSp delSp modSp add del mod ord">
        <pc:chgData name="Alessandro Ortis" userId="dcdc90ed-3509-45f7-ac48-ad038638580b" providerId="ADAL" clId="{FC25FC09-5746-4510-9F18-701AAFBE41D2}" dt="2021-04-19T13:47:53.763" v="6983" actId="47"/>
        <pc:sldMkLst>
          <pc:docMk/>
          <pc:sldMk cId="3832922947" sldId="532"/>
        </pc:sldMkLst>
        <pc:spChg chg="del">
          <ac:chgData name="Alessandro Ortis" userId="dcdc90ed-3509-45f7-ac48-ad038638580b" providerId="ADAL" clId="{FC25FC09-5746-4510-9F18-701AAFBE41D2}" dt="2021-03-11T11:12:38.410" v="3789" actId="478"/>
          <ac:spMkLst>
            <pc:docMk/>
            <pc:sldMk cId="3832922947" sldId="532"/>
            <ac:spMk id="4" creationId="{D39CBE6D-58A0-49CF-AB3F-1AFE57C2B1E0}"/>
          </ac:spMkLst>
        </pc:spChg>
        <pc:spChg chg="add del mod">
          <ac:chgData name="Alessandro Ortis" userId="dcdc90ed-3509-45f7-ac48-ad038638580b" providerId="ADAL" clId="{FC25FC09-5746-4510-9F18-701AAFBE41D2}" dt="2021-03-11T11:16:17.180" v="3799"/>
          <ac:spMkLst>
            <pc:docMk/>
            <pc:sldMk cId="3832922947" sldId="532"/>
            <ac:spMk id="5" creationId="{694525E9-F4C4-445E-BAEF-ED446955862A}"/>
          </ac:spMkLst>
        </pc:spChg>
        <pc:spChg chg="add mod">
          <ac:chgData name="Alessandro Ortis" userId="dcdc90ed-3509-45f7-ac48-ad038638580b" providerId="ADAL" clId="{FC25FC09-5746-4510-9F18-701AAFBE41D2}" dt="2021-03-11T11:18:55.785" v="3875" actId="1076"/>
          <ac:spMkLst>
            <pc:docMk/>
            <pc:sldMk cId="3832922947" sldId="532"/>
            <ac:spMk id="7" creationId="{6DA66C5B-5B64-4ECD-A966-27EC496725F9}"/>
          </ac:spMkLst>
        </pc:spChg>
        <pc:spChg chg="add mod">
          <ac:chgData name="Alessandro Ortis" userId="dcdc90ed-3509-45f7-ac48-ad038638580b" providerId="ADAL" clId="{FC25FC09-5746-4510-9F18-701AAFBE41D2}" dt="2021-03-11T11:18:58.850" v="3876" actId="1076"/>
          <ac:spMkLst>
            <pc:docMk/>
            <pc:sldMk cId="3832922947" sldId="532"/>
            <ac:spMk id="9" creationId="{A8FB1877-B017-4B0E-9C21-D813B6B06534}"/>
          </ac:spMkLst>
        </pc:spChg>
        <pc:spChg chg="mod">
          <ac:chgData name="Alessandro Ortis" userId="dcdc90ed-3509-45f7-ac48-ad038638580b" providerId="ADAL" clId="{FC25FC09-5746-4510-9F18-701AAFBE41D2}" dt="2021-03-11T11:18:33.655" v="3839" actId="6549"/>
          <ac:spMkLst>
            <pc:docMk/>
            <pc:sldMk cId="3832922947" sldId="532"/>
            <ac:spMk id="208899" creationId="{54BD4A4D-FD2A-4E29-9B57-2A5E9578E326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355052276" sldId="533"/>
        </pc:sldMkLst>
      </pc:sldChg>
      <pc:sldChg chg="delSp modSp add del mod">
        <pc:chgData name="Alessandro Ortis" userId="dcdc90ed-3509-45f7-ac48-ad038638580b" providerId="ADAL" clId="{FC25FC09-5746-4510-9F18-701AAFBE41D2}" dt="2021-04-06T16:50:41.214" v="6011" actId="2696"/>
        <pc:sldMkLst>
          <pc:docMk/>
          <pc:sldMk cId="3886541555" sldId="533"/>
        </pc:sldMkLst>
        <pc:spChg chg="mod">
          <ac:chgData name="Alessandro Ortis" userId="dcdc90ed-3509-45f7-ac48-ad038638580b" providerId="ADAL" clId="{FC25FC09-5746-4510-9F18-701AAFBE41D2}" dt="2021-03-11T14:51:15.923" v="4643" actId="114"/>
          <ac:spMkLst>
            <pc:docMk/>
            <pc:sldMk cId="3886541555" sldId="533"/>
            <ac:spMk id="5" creationId="{E0A243A7-949B-44F8-B47D-B7191B81FF51}"/>
          </ac:spMkLst>
        </pc:spChg>
        <pc:spChg chg="mod">
          <ac:chgData name="Alessandro Ortis" userId="dcdc90ed-3509-45f7-ac48-ad038638580b" providerId="ADAL" clId="{FC25FC09-5746-4510-9F18-701AAFBE41D2}" dt="2021-03-11T14:51:13.077" v="4641" actId="114"/>
          <ac:spMkLst>
            <pc:docMk/>
            <pc:sldMk cId="3886541555" sldId="533"/>
            <ac:spMk id="7" creationId="{FFFE422E-C88A-4829-BE65-3C3FE43DC13A}"/>
          </ac:spMkLst>
        </pc:spChg>
        <pc:spChg chg="mod">
          <ac:chgData name="Alessandro Ortis" userId="dcdc90ed-3509-45f7-ac48-ad038638580b" providerId="ADAL" clId="{FC25FC09-5746-4510-9F18-701AAFBE41D2}" dt="2021-03-11T14:42:05.683" v="4577" actId="20577"/>
          <ac:spMkLst>
            <pc:docMk/>
            <pc:sldMk cId="3886541555" sldId="533"/>
            <ac:spMk id="9" creationId="{B7A656DF-5F3C-4D11-B704-6206619F5DD0}"/>
          </ac:spMkLst>
        </pc:spChg>
        <pc:spChg chg="del mod">
          <ac:chgData name="Alessandro Ortis" userId="dcdc90ed-3509-45f7-ac48-ad038638580b" providerId="ADAL" clId="{FC25FC09-5746-4510-9F18-701AAFBE41D2}" dt="2021-03-11T14:42:49.930" v="4599" actId="478"/>
          <ac:spMkLst>
            <pc:docMk/>
            <pc:sldMk cId="3886541555" sldId="533"/>
            <ac:spMk id="10" creationId="{1E847AAD-219B-4723-B747-B95A639271ED}"/>
          </ac:spMkLst>
        </pc:spChg>
        <pc:spChg chg="del mod">
          <ac:chgData name="Alessandro Ortis" userId="dcdc90ed-3509-45f7-ac48-ad038638580b" providerId="ADAL" clId="{FC25FC09-5746-4510-9F18-701AAFBE41D2}" dt="2021-03-11T14:41:54.484" v="4549" actId="478"/>
          <ac:spMkLst>
            <pc:docMk/>
            <pc:sldMk cId="3886541555" sldId="533"/>
            <ac:spMk id="11" creationId="{A1A0760B-2247-40A3-B1A5-DC87980FCA36}"/>
          </ac:spMkLst>
        </pc:spChg>
        <pc:spChg chg="mod">
          <ac:chgData name="Alessandro Ortis" userId="dcdc90ed-3509-45f7-ac48-ad038638580b" providerId="ADAL" clId="{FC25FC09-5746-4510-9F18-701AAFBE41D2}" dt="2021-03-11T14:39:38.444" v="4391" actId="20577"/>
          <ac:spMkLst>
            <pc:docMk/>
            <pc:sldMk cId="3886541555" sldId="533"/>
            <ac:spMk id="208899" creationId="{54BD4A4D-FD2A-4E29-9B57-2A5E9578E326}"/>
          </ac:spMkLst>
        </pc:spChg>
      </pc:sldChg>
      <pc:sldChg chg="modSp add del mod modShow">
        <pc:chgData name="Alessandro Ortis" userId="dcdc90ed-3509-45f7-ac48-ad038638580b" providerId="ADAL" clId="{FC25FC09-5746-4510-9F18-701AAFBE41D2}" dt="2021-04-19T13:47:53.763" v="6983" actId="47"/>
        <pc:sldMkLst>
          <pc:docMk/>
          <pc:sldMk cId="524484874" sldId="534"/>
        </pc:sldMkLst>
        <pc:spChg chg="mod">
          <ac:chgData name="Alessandro Ortis" userId="dcdc90ed-3509-45f7-ac48-ad038638580b" providerId="ADAL" clId="{FC25FC09-5746-4510-9F18-701AAFBE41D2}" dt="2021-03-11T15:07:29.629" v="4696" actId="5793"/>
          <ac:spMkLst>
            <pc:docMk/>
            <pc:sldMk cId="524484874" sldId="534"/>
            <ac:spMk id="7" creationId="{C885A935-0671-4A7F-8EEE-2E97F6400BDC}"/>
          </ac:spMkLst>
        </pc:spChg>
        <pc:spChg chg="mod">
          <ac:chgData name="Alessandro Ortis" userId="dcdc90ed-3509-45f7-ac48-ad038638580b" providerId="ADAL" clId="{FC25FC09-5746-4510-9F18-701AAFBE41D2}" dt="2021-03-11T15:07:22.406" v="4687" actId="20577"/>
          <ac:spMkLst>
            <pc:docMk/>
            <pc:sldMk cId="524484874" sldId="534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15:07:25.673" v="4691" actId="5793"/>
          <ac:spMkLst>
            <pc:docMk/>
            <pc:sldMk cId="524484874" sldId="534"/>
            <ac:spMk id="204803" creationId="{AC415C69-5626-41F6-A09E-4CC882D61CD0}"/>
          </ac:spMkLst>
        </pc:spChg>
      </pc:sldChg>
      <pc:sldChg chg="addSp delSp modSp add del mod modAnim">
        <pc:chgData name="Alessandro Ortis" userId="dcdc90ed-3509-45f7-ac48-ad038638580b" providerId="ADAL" clId="{FC25FC09-5746-4510-9F18-701AAFBE41D2}" dt="2021-04-19T13:47:53.763" v="6983" actId="47"/>
        <pc:sldMkLst>
          <pc:docMk/>
          <pc:sldMk cId="3948933584" sldId="535"/>
        </pc:sldMkLst>
        <pc:spChg chg="add mod">
          <ac:chgData name="Alessandro Ortis" userId="dcdc90ed-3509-45f7-ac48-ad038638580b" providerId="ADAL" clId="{FC25FC09-5746-4510-9F18-701AAFBE41D2}" dt="2021-03-11T15:19:41.990" v="4750" actId="1076"/>
          <ac:spMkLst>
            <pc:docMk/>
            <pc:sldMk cId="3948933584" sldId="535"/>
            <ac:spMk id="5" creationId="{6312FC01-A285-4668-A8FC-CE1C44F2D013}"/>
          </ac:spMkLst>
        </pc:spChg>
        <pc:cxnChg chg="add del">
          <ac:chgData name="Alessandro Ortis" userId="dcdc90ed-3509-45f7-ac48-ad038638580b" providerId="ADAL" clId="{FC25FC09-5746-4510-9F18-701AAFBE41D2}" dt="2021-03-11T15:19:24.423" v="4745" actId="11529"/>
          <ac:cxnSpMkLst>
            <pc:docMk/>
            <pc:sldMk cId="3948933584" sldId="535"/>
            <ac:cxnSpMk id="3" creationId="{EA90CA1C-07F8-4AEF-A6BD-5557D6DB06F8}"/>
          </ac:cxnSpMkLst>
        </pc:cxnChg>
        <pc:cxnChg chg="add mod">
          <ac:chgData name="Alessandro Ortis" userId="dcdc90ed-3509-45f7-ac48-ad038638580b" providerId="ADAL" clId="{FC25FC09-5746-4510-9F18-701AAFBE41D2}" dt="2021-03-11T15:19:43.512" v="4751" actId="14100"/>
          <ac:cxnSpMkLst>
            <pc:docMk/>
            <pc:sldMk cId="3948933584" sldId="535"/>
            <ac:cxnSpMk id="6" creationId="{2B4421CB-BEB5-4C29-B30F-06B3E37A2F57}"/>
          </ac:cxnSpMkLst>
        </pc:cxnChg>
        <pc:cxnChg chg="add mod">
          <ac:chgData name="Alessandro Ortis" userId="dcdc90ed-3509-45f7-ac48-ad038638580b" providerId="ADAL" clId="{FC25FC09-5746-4510-9F18-701AAFBE41D2}" dt="2021-03-11T15:19:45.584" v="4752" actId="14100"/>
          <ac:cxnSpMkLst>
            <pc:docMk/>
            <pc:sldMk cId="3948933584" sldId="535"/>
            <ac:cxnSpMk id="10" creationId="{F2BBCD46-0BE9-48F9-998F-09E8AF1D964C}"/>
          </ac:cxnSpMkLst>
        </pc:cxnChg>
      </pc:sldChg>
      <pc:sldChg chg="addSp delSp 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99204057" sldId="536"/>
        </pc:sldMkLst>
        <pc:spChg chg="add del">
          <ac:chgData name="Alessandro Ortis" userId="dcdc90ed-3509-45f7-ac48-ad038638580b" providerId="ADAL" clId="{FC25FC09-5746-4510-9F18-701AAFBE41D2}" dt="2021-03-11T17:52:18.396" v="4837"/>
          <ac:spMkLst>
            <pc:docMk/>
            <pc:sldMk cId="199204057" sldId="536"/>
            <ac:spMk id="2" creationId="{8CB8D22C-2816-4321-A40A-C99028DD32E0}"/>
          </ac:spMkLst>
        </pc:spChg>
        <pc:spChg chg="add mod">
          <ac:chgData name="Alessandro Ortis" userId="dcdc90ed-3509-45f7-ac48-ad038638580b" providerId="ADAL" clId="{FC25FC09-5746-4510-9F18-701AAFBE41D2}" dt="2021-03-12T15:32:01.031" v="5492" actId="20577"/>
          <ac:spMkLst>
            <pc:docMk/>
            <pc:sldMk cId="199204057" sldId="536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3-11T17:50:13.466" v="4787" actId="20577"/>
          <ac:spMkLst>
            <pc:docMk/>
            <pc:sldMk cId="199204057" sldId="536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7:53:41.299" v="4993" actId="20577"/>
          <ac:spMkLst>
            <pc:docMk/>
            <pc:sldMk cId="199204057" sldId="536"/>
            <ac:spMk id="208901" creationId="{87C80AEF-D07B-4C3C-8F22-D37CAE3DC876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418934170" sldId="537"/>
        </pc:sldMkLst>
        <pc:spChg chg="mod">
          <ac:chgData name="Alessandro Ortis" userId="dcdc90ed-3509-45f7-ac48-ad038638580b" providerId="ADAL" clId="{FC25FC09-5746-4510-9F18-701AAFBE41D2}" dt="2021-03-11T17:58:26.139" v="5102" actId="123"/>
          <ac:spMkLst>
            <pc:docMk/>
            <pc:sldMk cId="3418934170" sldId="537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3-12T15:30:11.250" v="5255" actId="20577"/>
          <ac:spMkLst>
            <pc:docMk/>
            <pc:sldMk cId="3418934170" sldId="537"/>
            <ac:spMk id="208901" creationId="{87C80AEF-D07B-4C3C-8F22-D37CAE3DC876}"/>
          </ac:spMkLst>
        </pc:spChg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3588884621" sldId="538"/>
        </pc:sldMkLst>
        <pc:spChg chg="mod">
          <ac:chgData name="Alessandro Ortis" userId="dcdc90ed-3509-45f7-ac48-ad038638580b" providerId="ADAL" clId="{FC25FC09-5746-4510-9F18-701AAFBE41D2}" dt="2021-03-11T17:58:40.217" v="5106" actId="6549"/>
          <ac:spMkLst>
            <pc:docMk/>
            <pc:sldMk cId="3588884621" sldId="538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4-13T20:23:03.624" v="6731" actId="115"/>
          <ac:spMkLst>
            <pc:docMk/>
            <pc:sldMk cId="3588884621" sldId="538"/>
            <ac:spMk id="208901" creationId="{87C80AEF-D07B-4C3C-8F22-D37CAE3DC876}"/>
          </ac:spMkLst>
        </pc:spChg>
      </pc:sldChg>
      <pc:sldChg chg="addSp delSp modSp add del mod modShow">
        <pc:chgData name="Alessandro Ortis" userId="dcdc90ed-3509-45f7-ac48-ad038638580b" providerId="ADAL" clId="{FC25FC09-5746-4510-9F18-701AAFBE41D2}" dt="2021-04-16T07:31:26.508" v="6978" actId="729"/>
        <pc:sldMkLst>
          <pc:docMk/>
          <pc:sldMk cId="2404627665" sldId="539"/>
        </pc:sldMkLst>
        <pc:spChg chg="add mod">
          <ac:chgData name="Alessandro Ortis" userId="dcdc90ed-3509-45f7-ac48-ad038638580b" providerId="ADAL" clId="{FC25FC09-5746-4510-9F18-701AAFBE41D2}" dt="2021-04-13T20:23:50.724" v="6749" actId="20577"/>
          <ac:spMkLst>
            <pc:docMk/>
            <pc:sldMk cId="2404627665" sldId="539"/>
            <ac:spMk id="2" creationId="{EA881903-0196-4F97-81BE-4640E8690C61}"/>
          </ac:spMkLst>
        </pc:spChg>
        <pc:spChg chg="add del mod">
          <ac:chgData name="Alessandro Ortis" userId="dcdc90ed-3509-45f7-ac48-ad038638580b" providerId="ADAL" clId="{FC25FC09-5746-4510-9F18-701AAFBE41D2}" dt="2021-03-22T17:33:46.882" v="5986" actId="478"/>
          <ac:spMkLst>
            <pc:docMk/>
            <pc:sldMk cId="2404627665" sldId="539"/>
            <ac:spMk id="3" creationId="{5B8044BB-1A48-4110-B0B9-927658CADBF1}"/>
          </ac:spMkLst>
        </pc:spChg>
        <pc:spChg chg="add mod">
          <ac:chgData name="Alessandro Ortis" userId="dcdc90ed-3509-45f7-ac48-ad038638580b" providerId="ADAL" clId="{FC25FC09-5746-4510-9F18-701AAFBE41D2}" dt="2021-04-13T20:26:55.950" v="6884" actId="20577"/>
          <ac:spMkLst>
            <pc:docMk/>
            <pc:sldMk cId="2404627665" sldId="539"/>
            <ac:spMk id="3" creationId="{9BCF4BB7-DA4A-4B58-968B-C9A5B9A13BF8}"/>
          </ac:spMkLst>
        </pc:spChg>
        <pc:spChg chg="add del mod">
          <ac:chgData name="Alessandro Ortis" userId="dcdc90ed-3509-45f7-ac48-ad038638580b" providerId="ADAL" clId="{FC25FC09-5746-4510-9F18-701AAFBE41D2}" dt="2021-03-22T17:33:11.851" v="5984" actId="478"/>
          <ac:spMkLst>
            <pc:docMk/>
            <pc:sldMk cId="2404627665" sldId="539"/>
            <ac:spMk id="4" creationId="{8E13A89A-9FEE-496D-8DDA-7DCCD7772944}"/>
          </ac:spMkLst>
        </pc:spChg>
        <pc:spChg chg="del mod">
          <ac:chgData name="Alessandro Ortis" userId="dcdc90ed-3509-45f7-ac48-ad038638580b" providerId="ADAL" clId="{FC25FC09-5746-4510-9F18-701AAFBE41D2}" dt="2021-03-22T17:33:45.782" v="5985" actId="478"/>
          <ac:spMkLst>
            <pc:docMk/>
            <pc:sldMk cId="2404627665" sldId="539"/>
            <ac:spMk id="208898" creationId="{8367A76C-062C-452A-ACD5-355A1ED8F2FF}"/>
          </ac:spMkLst>
        </pc:spChg>
        <pc:spChg chg="del">
          <ac:chgData name="Alessandro Ortis" userId="dcdc90ed-3509-45f7-ac48-ad038638580b" providerId="ADAL" clId="{FC25FC09-5746-4510-9F18-701AAFBE41D2}" dt="2021-03-22T17:20:23.621" v="5636" actId="478"/>
          <ac:spMkLst>
            <pc:docMk/>
            <pc:sldMk cId="2404627665" sldId="539"/>
            <ac:spMk id="208901" creationId="{87C80AEF-D07B-4C3C-8F22-D37CAE3DC876}"/>
          </ac:spMkLst>
        </pc:spChg>
      </pc:sldChg>
      <pc:sldChg chg="modSp add del mod modShow">
        <pc:chgData name="Alessandro Ortis" userId="dcdc90ed-3509-45f7-ac48-ad038638580b" providerId="ADAL" clId="{FC25FC09-5746-4510-9F18-701AAFBE41D2}" dt="2021-04-18T15:45:34.724" v="6981" actId="20577"/>
        <pc:sldMkLst>
          <pc:docMk/>
          <pc:sldMk cId="1737393372" sldId="540"/>
        </pc:sldMkLst>
        <pc:spChg chg="mod">
          <ac:chgData name="Alessandro Ortis" userId="dcdc90ed-3509-45f7-ac48-ad038638580b" providerId="ADAL" clId="{FC25FC09-5746-4510-9F18-701AAFBE41D2}" dt="2021-04-18T15:45:34.724" v="6981" actId="20577"/>
          <ac:spMkLst>
            <pc:docMk/>
            <pc:sldMk cId="1737393372" sldId="540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4-13T20:23:54.531" v="6750"/>
          <ac:spMkLst>
            <pc:docMk/>
            <pc:sldMk cId="1737393372" sldId="540"/>
            <ac:spMk id="208898" creationId="{8367A76C-062C-452A-ACD5-355A1ED8F2FF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435146118" sldId="541"/>
        </pc:sldMkLst>
      </pc:sldChg>
      <pc:sldChg chg="modSp add del mod">
        <pc:chgData name="Alessandro Ortis" userId="dcdc90ed-3509-45f7-ac48-ad038638580b" providerId="ADAL" clId="{FC25FC09-5746-4510-9F18-701AAFBE41D2}" dt="2021-04-19T13:47:53.763" v="6983" actId="47"/>
        <pc:sldMkLst>
          <pc:docMk/>
          <pc:sldMk cId="1570448053" sldId="542"/>
        </pc:sldMkLst>
        <pc:spChg chg="mod">
          <ac:chgData name="Alessandro Ortis" userId="dcdc90ed-3509-45f7-ac48-ad038638580b" providerId="ADAL" clId="{FC25FC09-5746-4510-9F18-701AAFBE41D2}" dt="2021-04-06T14:59:16.746" v="5988" actId="20577"/>
          <ac:spMkLst>
            <pc:docMk/>
            <pc:sldMk cId="1570448053" sldId="542"/>
            <ac:spMk id="3" creationId="{00000000-0000-0000-0000-000000000000}"/>
          </ac:spMkLst>
        </pc:spChg>
      </pc:sldChg>
      <pc:sldChg chg="add del">
        <pc:chgData name="Alessandro Ortis" userId="dcdc90ed-3509-45f7-ac48-ad038638580b" providerId="ADAL" clId="{FC25FC09-5746-4510-9F18-701AAFBE41D2}" dt="2021-04-19T13:47:53.763" v="6983" actId="47"/>
        <pc:sldMkLst>
          <pc:docMk/>
          <pc:sldMk cId="3182413957" sldId="543"/>
        </pc:sldMkLst>
      </pc:sldChg>
      <pc:sldChg chg="modSp add del mod modShow modNotesTx">
        <pc:chgData name="Alessandro Ortis" userId="dcdc90ed-3509-45f7-ac48-ad038638580b" providerId="ADAL" clId="{FC25FC09-5746-4510-9F18-701AAFBE41D2}" dt="2021-04-19T13:47:53.763" v="6983" actId="47"/>
        <pc:sldMkLst>
          <pc:docMk/>
          <pc:sldMk cId="3077107309" sldId="544"/>
        </pc:sldMkLst>
        <pc:spChg chg="mod">
          <ac:chgData name="Alessandro Ortis" userId="dcdc90ed-3509-45f7-ac48-ad038638580b" providerId="ADAL" clId="{FC25FC09-5746-4510-9F18-701AAFBE41D2}" dt="2021-04-06T15:08:10.183" v="6009" actId="20577"/>
          <ac:spMkLst>
            <pc:docMk/>
            <pc:sldMk cId="3077107309" sldId="544"/>
            <ac:spMk id="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new fast matching method for adaptive compression of stereoscopic images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DA55-E9BD-494C-A52C-814701C3F6EF}" type="datetimeFigureOut">
              <a:rPr lang="it-IT" smtClean="0"/>
              <a:t>23/02/2023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E24BD-7ED4-4CD9-9422-3B74C47657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522338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new fast matching method for adaptive compression of stereoscopic images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91086-3082-4583-89C2-583287FB15A2}" type="datetimeFigureOut">
              <a:rPr lang="it-IT" smtClean="0"/>
              <a:pPr/>
              <a:t>23/02/2023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838FA-C531-4022-96EB-EDFCC694F73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46391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96935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Provare a definire il concetto di astrazione…  esempi…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6632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Provare a definire il concetto di astrazione…  esempi…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3829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La piantina mostra tutte le strade tralasciando gli altri aspetti… questo dipende dal livello di astrazione della cartina.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5949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Questa seconda cartina mostra la posizione dei negozi.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7716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Non ho bisogno di sapere come la macchina lavora internamente… come prendere l’acqua, quanto prenderne, a che temperatura, come macinare il caffe </a:t>
            </a:r>
            <a:r>
              <a:rPr lang="it-IT" dirty="0" err="1"/>
              <a:t>ecc</a:t>
            </a:r>
            <a:r>
              <a:rPr lang="it-IT" dirty="0"/>
              <a:t>…. </a:t>
            </a:r>
          </a:p>
          <a:p>
            <a:r>
              <a:rPr lang="it-IT" dirty="0"/>
              <a:t>Qualcuno ha pensato di creare una macchina del caffe che funziona come una astrazione e nasconde tutti i dettagli. Possiamo </a:t>
            </a:r>
            <a:r>
              <a:rPr lang="it-IT" dirty="0" err="1"/>
              <a:t>pero’</a:t>
            </a:r>
            <a:r>
              <a:rPr lang="it-IT" dirty="0"/>
              <a:t> interagire con la macchina mediante una interfaccia molto semplice che non richiede la conoscenza sull’implementazione interna. 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9017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1731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328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54170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1792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40245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348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01481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20447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73470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59846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38278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73887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73868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79595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07793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5135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27107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Diagramma degli oggetti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89192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Diagramma degli oggetti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19832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Diagramma degli oggetti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76601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Diagramma degli oggetti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66792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Diagramma degli oggetti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04299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Diagramma degli oggetti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27687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35302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49287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58538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31690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94496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40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35389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81507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42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96777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43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65857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44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37409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45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0219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46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9950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0CCF-E218-4B2C-8464-A37907D82283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25C3F-BEE6-4767-BECD-43DC673A16E1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9C3DF-F5EE-4CE1-897E-6EF34022FF95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0FEE-6631-46C8-A68B-26580C2F8D23}" type="datetime1">
              <a:rPr lang="it-IT" smtClean="0"/>
              <a:t>23/02/2023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57EE8-E1E6-477B-B6A0-7C4E9954D1DB}" type="datetime1">
              <a:rPr lang="it-IT" smtClean="0"/>
              <a:t>23/02/2023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9193-E75F-45FD-BCD5-B50D9F1F20EA}" type="datetime1">
              <a:rPr lang="it-IT" smtClean="0"/>
              <a:t>23/02/2023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A50-D1D4-4040-9856-CEDD09579BF0}" type="datetime1">
              <a:rPr lang="it-IT" smtClean="0"/>
              <a:t>23/02/2023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ABCC-650C-44AF-AAA5-125BD543967A}" type="datetime1">
              <a:rPr lang="it-IT" smtClean="0"/>
              <a:t>23/02/2023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84B4-A310-4379-AA26-CC2359EE9796}" type="datetime1">
              <a:rPr lang="it-IT" smtClean="0"/>
              <a:t>23/02/2023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3288-D516-4BE7-A187-31238DD7AC04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3434A-3403-4979-A1A4-5F970B6829C4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A9CE8-12BB-4290-9066-AE3E203EF26F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362870"/>
            <a:ext cx="8229600" cy="2578298"/>
          </a:xfrm>
        </p:spPr>
        <p:txBody>
          <a:bodyPr>
            <a:noAutofit/>
          </a:bodyPr>
          <a:lstStyle/>
          <a:p>
            <a:r>
              <a:rPr lang="en-US" sz="3600" dirty="0" err="1"/>
              <a:t>Introduzione</a:t>
            </a:r>
            <a:r>
              <a:rPr lang="en-US" sz="3600" dirty="0"/>
              <a:t> </a:t>
            </a:r>
            <a:r>
              <a:rPr lang="en-US" sz="3600" dirty="0" err="1"/>
              <a:t>alla</a:t>
            </a:r>
            <a:r>
              <a:rPr lang="en-US" sz="3600" dirty="0"/>
              <a:t> OOP</a:t>
            </a:r>
            <a:br>
              <a:rPr lang="it-IT" sz="1800" dirty="0"/>
            </a:br>
            <a:r>
              <a:rPr lang="it-IT" sz="1800" dirty="0"/>
              <a:t>Massimo Orazio Spata</a:t>
            </a:r>
            <a:br>
              <a:rPr lang="it-IT" sz="1800" dirty="0"/>
            </a:br>
            <a:br>
              <a:rPr lang="it-IT" sz="1800" dirty="0"/>
            </a:br>
            <a:br>
              <a:rPr lang="it-IT" sz="1800" dirty="0"/>
            </a:br>
            <a:r>
              <a:rPr lang="it-IT" sz="1800" dirty="0"/>
              <a:t>massimo.spata@unict.it</a:t>
            </a:r>
            <a:br>
              <a:rPr lang="it-IT" sz="1800" dirty="0"/>
            </a:br>
            <a:r>
              <a:rPr lang="it-IT" sz="1800" dirty="0"/>
              <a:t>www.dmi.unict.it/spata/</a:t>
            </a:r>
            <a:endParaRPr lang="it-IT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56673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L’importanza dell’astrazione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it-IT" dirty="0"/>
              <a:t>Il mondo in cui viviamo è costituito da sistemi molto complessi, in cui oggetti diversi interagiscono tra loro e cambiano il loro modo di agire in funzione di quello che accade. 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È difficile gestire una realtà complessa, allo stesso modo è difficile costruire sistemi complessi come ad esempio software di grandi dimensioni.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Un modo per gestire la complessità è l’</a:t>
            </a:r>
            <a:r>
              <a:rPr lang="it-IT" b="1" dirty="0"/>
              <a:t>astrazione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3215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L’importanza dell’astrazione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dirty="0"/>
              <a:t>Esempi di astrazione…</a:t>
            </a:r>
          </a:p>
        </p:txBody>
      </p:sp>
    </p:spTree>
    <p:extLst>
      <p:ext uri="{BB962C8B-B14F-4D97-AF65-F5344CB8AC3E}">
        <p14:creationId xmlns:p14="http://schemas.microsoft.com/office/powerpoint/2010/main" val="2341860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L’importanza dell’astrazione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dirty="0"/>
              <a:t>Esempi di astrazione…</a:t>
            </a:r>
          </a:p>
          <a:p>
            <a:pPr algn="just"/>
            <a:r>
              <a:rPr lang="it-IT" dirty="0"/>
              <a:t>Una piantina stradale rappresenta una astrazione di una città.</a:t>
            </a:r>
          </a:p>
        </p:txBody>
      </p:sp>
      <p:pic>
        <p:nvPicPr>
          <p:cNvPr id="6" name="Picture 2" descr="Risultati immagini per street map">
            <a:extLst>
              <a:ext uri="{FF2B5EF4-FFF2-40B4-BE49-F238E27FC236}">
                <a16:creationId xmlns:a16="http://schemas.microsoft.com/office/drawing/2014/main" id="{D49A79AE-2A69-481F-B981-4B0712AB5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389" y="3578758"/>
            <a:ext cx="1910431" cy="1910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623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L’importanza dell’astrazione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dirty="0"/>
              <a:t>Esempi di astrazione…</a:t>
            </a:r>
          </a:p>
          <a:p>
            <a:pPr algn="just"/>
            <a:r>
              <a:rPr lang="it-IT" dirty="0"/>
              <a:t>Una piantina stradale rappresenta una astrazione di una città.</a:t>
            </a:r>
          </a:p>
        </p:txBody>
      </p:sp>
      <p:pic>
        <p:nvPicPr>
          <p:cNvPr id="1026" name="Picture 2" descr="Risultati immagini per street map">
            <a:extLst>
              <a:ext uri="{FF2B5EF4-FFF2-40B4-BE49-F238E27FC236}">
                <a16:creationId xmlns:a16="http://schemas.microsoft.com/office/drawing/2014/main" id="{4F56341E-4A69-498C-ACC3-1A10EE638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389" y="3578758"/>
            <a:ext cx="1910431" cy="1910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magine correlata">
            <a:extLst>
              <a:ext uri="{FF2B5EF4-FFF2-40B4-BE49-F238E27FC236}">
                <a16:creationId xmlns:a16="http://schemas.microsoft.com/office/drawing/2014/main" id="{28BD5F6E-3A77-4B73-B561-80BE526F18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12" r="4816"/>
          <a:stretch/>
        </p:blipFill>
        <p:spPr bwMode="auto">
          <a:xfrm>
            <a:off x="4227915" y="3288363"/>
            <a:ext cx="3680708" cy="238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7176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isultati immagini per i need coffee">
            <a:extLst>
              <a:ext uri="{FF2B5EF4-FFF2-40B4-BE49-F238E27FC236}">
                <a16:creationId xmlns:a16="http://schemas.microsoft.com/office/drawing/2014/main" id="{1CFCA115-F4CB-469B-A7CF-D80A6C001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3818702"/>
            <a:ext cx="2254806" cy="3138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L’importanza dell’astrazione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0"/>
            <a:ext cx="807524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Esempi di astrazione…</a:t>
            </a:r>
          </a:p>
          <a:p>
            <a:r>
              <a:rPr lang="it-IT" dirty="0"/>
              <a:t>Una piantina stradale rappresenta una astrazione di una città.</a:t>
            </a:r>
          </a:p>
          <a:p>
            <a:endParaRPr lang="it-IT" dirty="0"/>
          </a:p>
          <a:p>
            <a:r>
              <a:rPr lang="it-IT" dirty="0"/>
              <a:t>Come faccio per avere un caffe ?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CC731D97-3889-497F-A13D-8B4F7E0D5572}"/>
              </a:ext>
            </a:extLst>
          </p:cNvPr>
          <p:cNvSpPr/>
          <p:nvPr/>
        </p:nvSpPr>
        <p:spPr>
          <a:xfrm>
            <a:off x="625470" y="4653838"/>
            <a:ext cx="2520280" cy="17281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85763" indent="-385763">
              <a:buFont typeface="+mj-lt"/>
              <a:buAutoNum type="arabicPeriod"/>
            </a:pPr>
            <a:r>
              <a:rPr lang="it-IT" dirty="0"/>
              <a:t>Temperatura acqua</a:t>
            </a:r>
          </a:p>
          <a:p>
            <a:pPr marL="385763" indent="-385763">
              <a:buFont typeface="+mj-lt"/>
              <a:buAutoNum type="arabicPeriod"/>
            </a:pPr>
            <a:r>
              <a:rPr lang="it-IT" dirty="0"/>
              <a:t>Quantità caffe</a:t>
            </a:r>
          </a:p>
          <a:p>
            <a:pPr marL="385763" indent="-385763">
              <a:buFont typeface="+mj-lt"/>
              <a:buAutoNum type="arabicPeriod"/>
            </a:pPr>
            <a:r>
              <a:rPr lang="it-IT" dirty="0"/>
              <a:t>Finezza della macina</a:t>
            </a:r>
          </a:p>
          <a:p>
            <a:pPr marL="385763" indent="-385763">
              <a:buFont typeface="+mj-lt"/>
              <a:buAutoNum type="arabicPeriod"/>
            </a:pPr>
            <a:r>
              <a:rPr lang="it-IT" dirty="0"/>
              <a:t>… </a:t>
            </a:r>
          </a:p>
        </p:txBody>
      </p:sp>
      <p:pic>
        <p:nvPicPr>
          <p:cNvPr id="1028" name="Picture 4" descr="Coffee Vending Machine Icons - Download Free Vector Icons | Noun Project">
            <a:extLst>
              <a:ext uri="{FF2B5EF4-FFF2-40B4-BE49-F238E27FC236}">
                <a16:creationId xmlns:a16="http://schemas.microsoft.com/office/drawing/2014/main" id="{B38DCBC2-AE63-4428-84BA-4DE0B6A4F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135" y="4653838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eccia a destra 4">
            <a:extLst>
              <a:ext uri="{FF2B5EF4-FFF2-40B4-BE49-F238E27FC236}">
                <a16:creationId xmlns:a16="http://schemas.microsoft.com/office/drawing/2014/main" id="{B1BA0926-FF6C-4A70-8BC4-F07A1AA511D3}"/>
              </a:ext>
            </a:extLst>
          </p:cNvPr>
          <p:cNvSpPr/>
          <p:nvPr/>
        </p:nvSpPr>
        <p:spPr>
          <a:xfrm rot="10800000">
            <a:off x="5993135" y="5174290"/>
            <a:ext cx="792088" cy="432048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ccia bidirezionale orizzontale 5">
            <a:extLst>
              <a:ext uri="{FF2B5EF4-FFF2-40B4-BE49-F238E27FC236}">
                <a16:creationId xmlns:a16="http://schemas.microsoft.com/office/drawing/2014/main" id="{77596EC5-0619-448E-8140-0E577CAF7AA4}"/>
              </a:ext>
            </a:extLst>
          </p:cNvPr>
          <p:cNvSpPr/>
          <p:nvPr/>
        </p:nvSpPr>
        <p:spPr>
          <a:xfrm>
            <a:off x="3273489" y="5197168"/>
            <a:ext cx="1008112" cy="381757"/>
          </a:xfrm>
          <a:prstGeom prst="left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0440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L’importanza dell’astrazione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41B5DAC0-D5DF-4EAD-87E9-0D8832B9021E}"/>
              </a:ext>
            </a:extLst>
          </p:cNvPr>
          <p:cNvSpPr txBox="1">
            <a:spLocks/>
          </p:cNvSpPr>
          <p:nvPr/>
        </p:nvSpPr>
        <p:spPr>
          <a:xfrm>
            <a:off x="628650" y="2308393"/>
            <a:ext cx="7886700" cy="13291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68580" tIns="34290" rIns="68580" bIns="3429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t-IT" sz="2100" dirty="0"/>
              <a:t>L’</a:t>
            </a:r>
            <a:r>
              <a:rPr lang="it-IT" sz="2100" b="1" dirty="0"/>
              <a:t>astrazione</a:t>
            </a:r>
            <a:r>
              <a:rPr lang="it-IT" sz="2100" dirty="0"/>
              <a:t> è un procedimento che consente di semplificare la realtà che vogliamo modellare. La semplificazione avviene concentrando l’attenzione solo sugli elementi importanti del sistema complesso che stiamo considerando.</a:t>
            </a:r>
          </a:p>
        </p:txBody>
      </p:sp>
    </p:spTree>
    <p:extLst>
      <p:ext uri="{BB962C8B-B14F-4D97-AF65-F5344CB8AC3E}">
        <p14:creationId xmlns:p14="http://schemas.microsoft.com/office/powerpoint/2010/main" val="1581560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L’importanza dell’astrazione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A2A9A91D-AA8F-4392-B13F-7C26EE476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772817"/>
            <a:ext cx="7987425" cy="3795186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it-IT" sz="2400" dirty="0"/>
              <a:t>Si tratta di un concetto fondamentale nella programmazione ad oggetti. </a:t>
            </a:r>
          </a:p>
          <a:p>
            <a:pPr marL="0" indent="0" algn="just">
              <a:buNone/>
            </a:pPr>
            <a:endParaRPr lang="it-IT" sz="2400" dirty="0"/>
          </a:p>
          <a:p>
            <a:pPr marL="0" indent="0" algn="just">
              <a:buNone/>
            </a:pPr>
            <a:r>
              <a:rPr lang="it-IT" sz="2400" dirty="0"/>
              <a:t>Gli oggetti in un linguaggio OOP forniscono la funzionalità di astrarre, cioè di nascondere i dettagli implementativi interni.</a:t>
            </a:r>
          </a:p>
          <a:p>
            <a:pPr marL="0" indent="0" algn="just">
              <a:buNone/>
            </a:pPr>
            <a:endParaRPr lang="it-IT" sz="2400" dirty="0"/>
          </a:p>
          <a:p>
            <a:pPr marL="0" indent="0" algn="just">
              <a:buNone/>
            </a:pPr>
            <a:r>
              <a:rPr lang="it-IT" sz="2400" dirty="0"/>
              <a:t>Quando si creano dei programmi mediante un linguaggio ad oggetti, la capacità di astrarre, cioè la capacità di semplificare delle entità complesse in </a:t>
            </a:r>
            <a:r>
              <a:rPr lang="it-IT" sz="2400" b="1" i="1" dirty="0"/>
              <a:t>oggetti caratterizzati dalle caratteristiche e dalle funzionalità essenziali</a:t>
            </a:r>
            <a:r>
              <a:rPr lang="it-IT" sz="2400" dirty="0"/>
              <a:t> per gli scopi preposti, può risultare determinante.</a:t>
            </a:r>
          </a:p>
        </p:txBody>
      </p:sp>
    </p:spTree>
    <p:extLst>
      <p:ext uri="{BB962C8B-B14F-4D97-AF65-F5344CB8AC3E}">
        <p14:creationId xmlns:p14="http://schemas.microsoft.com/office/powerpoint/2010/main" val="1318921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50D01AA6-3F23-4344-93ED-FA5650754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 dirty="0" err="1"/>
              <a:t>Identificare</a:t>
            </a:r>
            <a:r>
              <a:rPr lang="en-US" altLang="it-IT" dirty="0"/>
              <a:t> </a:t>
            </a:r>
            <a:r>
              <a:rPr lang="en-US" altLang="it-IT" dirty="0" err="1"/>
              <a:t>gli</a:t>
            </a:r>
            <a:r>
              <a:rPr lang="en-US" altLang="it-IT" dirty="0"/>
              <a:t> </a:t>
            </a:r>
            <a:r>
              <a:rPr lang="en-US" altLang="it-IT" dirty="0" err="1"/>
              <a:t>Oggetti</a:t>
            </a:r>
            <a:endParaRPr lang="en-US" altLang="it-IT" dirty="0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6C028C0B-A82A-43B9-9403-4F08BD8E1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7923213" cy="4343400"/>
          </a:xfrm>
        </p:spPr>
        <p:txBody>
          <a:bodyPr/>
          <a:lstStyle/>
          <a:p>
            <a:pPr eaLnBrk="1" hangingPunct="1"/>
            <a:r>
              <a:rPr lang="en-US" altLang="it-IT" sz="2400" dirty="0" err="1"/>
              <a:t>Oggetti</a:t>
            </a:r>
            <a:r>
              <a:rPr lang="en-US" altLang="it-IT" sz="2400" dirty="0"/>
              <a:t> </a:t>
            </a:r>
            <a:r>
              <a:rPr lang="en-US" altLang="it-IT" sz="2400" dirty="0" err="1"/>
              <a:t>possono</a:t>
            </a:r>
            <a:r>
              <a:rPr lang="en-US" altLang="it-IT" sz="2400" dirty="0"/>
              <a:t> </a:t>
            </a:r>
            <a:r>
              <a:rPr lang="en-US" altLang="it-IT" sz="2400" dirty="0" err="1"/>
              <a:t>essere</a:t>
            </a:r>
            <a:r>
              <a:rPr lang="en-US" altLang="it-IT" sz="2400" dirty="0"/>
              <a:t> </a:t>
            </a:r>
            <a:r>
              <a:rPr lang="en-US" altLang="it-IT" sz="2400" dirty="0" err="1"/>
              <a:t>fisici</a:t>
            </a:r>
            <a:r>
              <a:rPr lang="en-US" altLang="it-IT" sz="2400" dirty="0"/>
              <a:t> </a:t>
            </a:r>
            <a:r>
              <a:rPr lang="en-US" altLang="it-IT" sz="2400" dirty="0" err="1"/>
              <a:t>oppure</a:t>
            </a:r>
            <a:r>
              <a:rPr lang="en-US" altLang="it-IT" sz="2400" dirty="0"/>
              <a:t> </a:t>
            </a:r>
            <a:r>
              <a:rPr lang="en-US" altLang="it-IT" sz="2400" dirty="0" err="1"/>
              <a:t>modelli</a:t>
            </a:r>
            <a:r>
              <a:rPr lang="en-US" altLang="it-IT" sz="2400" dirty="0"/>
              <a:t> </a:t>
            </a:r>
            <a:r>
              <a:rPr lang="en-US" altLang="it-IT" sz="2400" dirty="0" err="1"/>
              <a:t>concettuali</a:t>
            </a:r>
            <a:r>
              <a:rPr lang="en-US" altLang="it-IT" sz="2400" dirty="0"/>
              <a:t>.</a:t>
            </a:r>
          </a:p>
          <a:p>
            <a:pPr eaLnBrk="1" hangingPunct="1"/>
            <a:r>
              <a:rPr lang="en-US" altLang="it-IT" sz="2400" dirty="0" err="1"/>
              <a:t>Oggetti</a:t>
            </a:r>
            <a:r>
              <a:rPr lang="en-US" altLang="it-IT" sz="2400" dirty="0"/>
              <a:t> </a:t>
            </a:r>
            <a:r>
              <a:rPr lang="en-US" altLang="it-IT" sz="2400" dirty="0" err="1"/>
              <a:t>possono</a:t>
            </a:r>
            <a:r>
              <a:rPr lang="en-US" altLang="it-IT" sz="2400" dirty="0"/>
              <a:t> </a:t>
            </a:r>
            <a:r>
              <a:rPr lang="en-US" altLang="it-IT" sz="2400" dirty="0" err="1"/>
              <a:t>avere</a:t>
            </a:r>
            <a:r>
              <a:rPr lang="en-US" altLang="it-IT" sz="2400" dirty="0"/>
              <a:t> </a:t>
            </a:r>
            <a:r>
              <a:rPr lang="en-US" altLang="it-IT" sz="2400" i="1" dirty="0" err="1">
                <a:solidFill>
                  <a:srgbClr val="66CCFF"/>
                </a:solidFill>
              </a:rPr>
              <a:t>attributi</a:t>
            </a:r>
            <a:r>
              <a:rPr lang="en-US" altLang="it-IT" sz="2400" i="1" dirty="0"/>
              <a:t> </a:t>
            </a:r>
            <a:r>
              <a:rPr lang="en-US" altLang="it-IT" sz="2400" dirty="0"/>
              <a:t>(</a:t>
            </a:r>
            <a:r>
              <a:rPr lang="en-US" altLang="it-IT" sz="2400" dirty="0" err="1"/>
              <a:t>caratteristiche</a:t>
            </a:r>
            <a:r>
              <a:rPr lang="en-US" altLang="it-IT" sz="2400" dirty="0"/>
              <a:t>), come size, name, shape, e via </a:t>
            </a:r>
            <a:r>
              <a:rPr lang="en-US" altLang="it-IT" sz="2400" dirty="0" err="1"/>
              <a:t>dicendo</a:t>
            </a:r>
            <a:r>
              <a:rPr lang="en-US" altLang="it-IT" sz="2400" dirty="0"/>
              <a:t>.</a:t>
            </a:r>
          </a:p>
          <a:p>
            <a:pPr eaLnBrk="1" hangingPunct="1"/>
            <a:r>
              <a:rPr lang="en-US" altLang="it-IT" sz="2400" dirty="0" err="1"/>
              <a:t>Oggetti</a:t>
            </a:r>
            <a:r>
              <a:rPr lang="en-US" altLang="it-IT" sz="2400" dirty="0"/>
              <a:t> </a:t>
            </a:r>
            <a:r>
              <a:rPr lang="en-US" altLang="it-IT" sz="2400" dirty="0" err="1"/>
              <a:t>possono</a:t>
            </a:r>
            <a:r>
              <a:rPr lang="en-US" altLang="it-IT" sz="2400" dirty="0"/>
              <a:t> </a:t>
            </a:r>
            <a:r>
              <a:rPr lang="en-US" altLang="it-IT" sz="2400" dirty="0" err="1"/>
              <a:t>avere</a:t>
            </a:r>
            <a:r>
              <a:rPr lang="en-US" altLang="it-IT" sz="2400" dirty="0"/>
              <a:t> </a:t>
            </a:r>
            <a:r>
              <a:rPr lang="en-US" altLang="it-IT" sz="2400" i="1" dirty="0" err="1">
                <a:solidFill>
                  <a:srgbClr val="66CCFF"/>
                </a:solidFill>
              </a:rPr>
              <a:t>operazioni</a:t>
            </a:r>
            <a:r>
              <a:rPr lang="en-US" altLang="it-IT" sz="2400" i="1" dirty="0"/>
              <a:t> (</a:t>
            </a:r>
            <a:r>
              <a:rPr lang="en-US" altLang="it-IT" sz="2400" dirty="0" err="1"/>
              <a:t>ovvero</a:t>
            </a:r>
            <a:r>
              <a:rPr lang="en-US" altLang="it-IT" sz="2400" dirty="0"/>
              <a:t> le </a:t>
            </a:r>
            <a:r>
              <a:rPr lang="en-US" altLang="it-IT" sz="2400" dirty="0" err="1"/>
              <a:t>operazioni</a:t>
            </a:r>
            <a:r>
              <a:rPr lang="en-US" altLang="it-IT" sz="2400" dirty="0"/>
              <a:t> </a:t>
            </a:r>
            <a:r>
              <a:rPr lang="en-US" altLang="it-IT" sz="2400" dirty="0" err="1"/>
              <a:t>che</a:t>
            </a:r>
            <a:r>
              <a:rPr lang="en-US" altLang="it-IT" sz="2400" dirty="0"/>
              <a:t> </a:t>
            </a:r>
            <a:r>
              <a:rPr lang="en-US" altLang="it-IT" sz="2400" dirty="0" err="1"/>
              <a:t>essi</a:t>
            </a:r>
            <a:r>
              <a:rPr lang="en-US" altLang="it-IT" sz="2400" dirty="0"/>
              <a:t> </a:t>
            </a:r>
            <a:r>
              <a:rPr lang="en-US" altLang="it-IT" sz="2400" dirty="0" err="1"/>
              <a:t>possono</a:t>
            </a:r>
            <a:r>
              <a:rPr lang="en-US" altLang="it-IT" sz="2400" dirty="0"/>
              <a:t> </a:t>
            </a:r>
            <a:r>
              <a:rPr lang="en-US" altLang="it-IT" sz="2400" dirty="0" err="1"/>
              <a:t>compiere</a:t>
            </a:r>
            <a:r>
              <a:rPr lang="en-US" altLang="it-IT" sz="2400" dirty="0"/>
              <a:t>), come ad </a:t>
            </a:r>
            <a:r>
              <a:rPr lang="en-US" altLang="it-IT" sz="2400" dirty="0" err="1"/>
              <a:t>esempio</a:t>
            </a:r>
            <a:r>
              <a:rPr lang="en-US" altLang="it-IT" sz="2400" dirty="0"/>
              <a:t> </a:t>
            </a:r>
            <a:r>
              <a:rPr lang="en-US" altLang="it-IT" sz="2400" dirty="0" err="1"/>
              <a:t>settare</a:t>
            </a:r>
            <a:r>
              <a:rPr lang="en-US" altLang="it-IT" sz="2400" dirty="0"/>
              <a:t> un </a:t>
            </a:r>
            <a:r>
              <a:rPr lang="en-US" altLang="it-IT" sz="2400" dirty="0" err="1"/>
              <a:t>valore</a:t>
            </a:r>
            <a:r>
              <a:rPr lang="en-US" altLang="it-IT" sz="2400" dirty="0"/>
              <a:t>, </a:t>
            </a:r>
            <a:r>
              <a:rPr lang="en-US" altLang="it-IT" sz="2400" dirty="0" err="1"/>
              <a:t>mostrare</a:t>
            </a:r>
            <a:r>
              <a:rPr lang="en-US" altLang="it-IT" sz="2400" dirty="0"/>
              <a:t> a screen un </a:t>
            </a:r>
            <a:r>
              <a:rPr lang="en-US" altLang="it-IT" sz="2400" dirty="0" err="1"/>
              <a:t>risultato</a:t>
            </a:r>
            <a:r>
              <a:rPr lang="en-US" altLang="it-IT" sz="2400" dirty="0"/>
              <a:t>, </a:t>
            </a:r>
            <a:r>
              <a:rPr lang="en-US" altLang="it-IT" sz="2400" dirty="0" err="1"/>
              <a:t>oppure</a:t>
            </a:r>
            <a:r>
              <a:rPr lang="en-US" altLang="it-IT" sz="2400" dirty="0"/>
              <a:t> </a:t>
            </a:r>
            <a:r>
              <a:rPr lang="en-US" altLang="it-IT" sz="2400" dirty="0" err="1"/>
              <a:t>incrementare</a:t>
            </a:r>
            <a:r>
              <a:rPr lang="en-US" altLang="it-IT" sz="2400" dirty="0"/>
              <a:t> il </a:t>
            </a:r>
            <a:r>
              <a:rPr lang="en-US" altLang="it-IT" sz="2400" dirty="0" err="1"/>
              <a:t>valore</a:t>
            </a:r>
            <a:r>
              <a:rPr lang="en-US" altLang="it-IT" sz="2400" dirty="0"/>
              <a:t> di una </a:t>
            </a:r>
            <a:r>
              <a:rPr lang="en-US" altLang="it-IT" sz="2400" dirty="0" err="1"/>
              <a:t>variabile</a:t>
            </a:r>
            <a:r>
              <a:rPr lang="en-US" altLang="it-IT" sz="2400" dirty="0"/>
              <a:t> come ad </a:t>
            </a:r>
            <a:r>
              <a:rPr lang="en-US" altLang="it-IT" sz="2400" dirty="0" err="1"/>
              <a:t>esempio</a:t>
            </a:r>
            <a:r>
              <a:rPr lang="en-US" altLang="it-IT" sz="2400" dirty="0"/>
              <a:t> la </a:t>
            </a:r>
            <a:r>
              <a:rPr lang="en-US" altLang="it-IT" sz="2400" dirty="0" err="1"/>
              <a:t>velocità</a:t>
            </a:r>
            <a:r>
              <a:rPr lang="en-US" altLang="it-IT" sz="2400" dirty="0"/>
              <a:t>.</a:t>
            </a:r>
          </a:p>
          <a:p>
            <a:pPr eaLnBrk="1" hangingPunct="1"/>
            <a:endParaRPr lang="en-US" altLang="it-IT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176C07A5-EC30-4F23-A134-AD61569DC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 dirty="0" err="1"/>
              <a:t>Identificare</a:t>
            </a:r>
            <a:r>
              <a:rPr lang="en-US" altLang="it-IT" dirty="0"/>
              <a:t> </a:t>
            </a:r>
            <a:r>
              <a:rPr lang="en-US" altLang="it-IT" dirty="0" err="1"/>
              <a:t>gli</a:t>
            </a:r>
            <a:r>
              <a:rPr lang="en-US" altLang="it-IT" dirty="0"/>
              <a:t> </a:t>
            </a:r>
            <a:r>
              <a:rPr lang="en-US" altLang="it-IT" dirty="0" err="1"/>
              <a:t>Oggetti</a:t>
            </a:r>
            <a:endParaRPr lang="en-US" altLang="it-IT" dirty="0"/>
          </a:p>
        </p:txBody>
      </p:sp>
      <p:pic>
        <p:nvPicPr>
          <p:cNvPr id="51203" name="Picture 4">
            <a:extLst>
              <a:ext uri="{FF2B5EF4-FFF2-40B4-BE49-F238E27FC236}">
                <a16:creationId xmlns:a16="http://schemas.microsoft.com/office/drawing/2014/main" id="{290238D9-DB47-4AA8-BCB7-507FC2A12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057400"/>
            <a:ext cx="6156325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25FA77F-51BA-4376-80C6-B94ECD61A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 dirty="0" err="1"/>
              <a:t>Progettare</a:t>
            </a:r>
            <a:r>
              <a:rPr lang="en-US" altLang="it-IT" dirty="0"/>
              <a:t> le </a:t>
            </a:r>
            <a:r>
              <a:rPr lang="en-US" altLang="it-IT" dirty="0" err="1"/>
              <a:t>Classi</a:t>
            </a:r>
            <a:endParaRPr lang="en-US" altLang="it-IT" dirty="0"/>
          </a:p>
        </p:txBody>
      </p:sp>
      <p:pic>
        <p:nvPicPr>
          <p:cNvPr id="63491" name="Picture 4">
            <a:extLst>
              <a:ext uri="{FF2B5EF4-FFF2-40B4-BE49-F238E27FC236}">
                <a16:creationId xmlns:a16="http://schemas.microsoft.com/office/drawing/2014/main" id="{BAA72E4F-BF75-4866-8B97-F20515CBF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752600"/>
            <a:ext cx="6781800" cy="374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A8BDE2ED-9188-4F4F-994E-5F1330628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 dirty="0" err="1"/>
              <a:t>Superclassi</a:t>
            </a:r>
            <a:r>
              <a:rPr lang="en-US" altLang="it-IT" dirty="0"/>
              <a:t> e </a:t>
            </a:r>
            <a:r>
              <a:rPr lang="en-US" altLang="it-IT" dirty="0" err="1"/>
              <a:t>Sottoclassi</a:t>
            </a:r>
            <a:endParaRPr lang="en-US" altLang="it-IT" dirty="0"/>
          </a:p>
        </p:txBody>
      </p:sp>
      <p:pic>
        <p:nvPicPr>
          <p:cNvPr id="134147" name="Picture 3">
            <a:extLst>
              <a:ext uri="{FF2B5EF4-FFF2-40B4-BE49-F238E27FC236}">
                <a16:creationId xmlns:a16="http://schemas.microsoft.com/office/drawing/2014/main" id="{02945A1E-CA0E-4A72-999F-D246EF489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888" y="1685925"/>
            <a:ext cx="5608637" cy="348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C36144CF-1296-4F8C-94E8-D289778C0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it-IT" sz="3600" dirty="0" err="1"/>
              <a:t>Testare</a:t>
            </a:r>
            <a:r>
              <a:rPr lang="en-US" altLang="it-IT" sz="3600" dirty="0"/>
              <a:t> le </a:t>
            </a:r>
            <a:r>
              <a:rPr lang="en-US" altLang="it-IT" sz="3600" dirty="0" err="1"/>
              <a:t>relazioni</a:t>
            </a:r>
            <a:r>
              <a:rPr lang="en-US" altLang="it-IT" sz="3600" dirty="0"/>
              <a:t> </a:t>
            </a:r>
            <a:r>
              <a:rPr lang="en-US" altLang="it-IT" sz="3600" dirty="0" err="1"/>
              <a:t>comuni</a:t>
            </a:r>
            <a:r>
              <a:rPr lang="en-US" altLang="it-IT" sz="3600" dirty="0"/>
              <a:t> </a:t>
            </a:r>
            <a:r>
              <a:rPr lang="en-US" altLang="it-IT" sz="3600" dirty="0" err="1"/>
              <a:t>tra</a:t>
            </a:r>
            <a:r>
              <a:rPr lang="en-US" altLang="it-IT" sz="3600" dirty="0"/>
              <a:t> </a:t>
            </a:r>
            <a:r>
              <a:rPr lang="en-US" altLang="it-IT" sz="3600" dirty="0" err="1"/>
              <a:t>sottoclassi</a:t>
            </a:r>
            <a:endParaRPr lang="en-US" altLang="it-IT" sz="3600" dirty="0"/>
          </a:p>
        </p:txBody>
      </p:sp>
      <p:pic>
        <p:nvPicPr>
          <p:cNvPr id="135171" name="Picture 3">
            <a:extLst>
              <a:ext uri="{FF2B5EF4-FFF2-40B4-BE49-F238E27FC236}">
                <a16:creationId xmlns:a16="http://schemas.microsoft.com/office/drawing/2014/main" id="{C33F2751-ABBE-4C41-A460-60CC894B6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744663"/>
            <a:ext cx="4657725" cy="336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it-IT" dirty="0"/>
              <a:t>Programmazione procedurale vs. OOP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A2A9A91D-AA8F-4392-B13F-7C26EE476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660726"/>
            <a:ext cx="7987425" cy="443257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it-IT" dirty="0"/>
              <a:t>Nello sviluppo software, usando la metodologia della </a:t>
            </a:r>
            <a:r>
              <a:rPr lang="it-IT" b="1" dirty="0"/>
              <a:t>programmazione procedurale</a:t>
            </a:r>
            <a:r>
              <a:rPr lang="it-IT" dirty="0"/>
              <a:t>, l’interesse principale è rivolto alla sequenza di operazioni da svolgere: si crea un modello indicando le procedure da eseguire in maniera sequenziale per arrivare alla soluzione.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Lo spostamento di attenzione dalle procedure agli oggetti ha portato all’introduzione della </a:t>
            </a:r>
            <a:r>
              <a:rPr lang="it-IT" b="1" dirty="0"/>
              <a:t>programmazione ad oggetti</a:t>
            </a:r>
            <a:r>
              <a:rPr lang="it-IT" dirty="0"/>
              <a:t>. Gli oggetti sono intesi come entità che hanno un loro stato e che possono eseguire certe operazioni.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L’algoritmo perde importanza a vantaggio del concetto di </a:t>
            </a:r>
            <a:r>
              <a:rPr lang="it-IT" b="1" dirty="0"/>
              <a:t>sistema.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84835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it-IT" dirty="0"/>
              <a:t>Programmazione procedurale vs. OOP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E1E0D297-38C1-4813-BEF5-16EBD3BF752D}"/>
              </a:ext>
            </a:extLst>
          </p:cNvPr>
          <p:cNvSpPr txBox="1">
            <a:spLocks/>
          </p:cNvSpPr>
          <p:nvPr/>
        </p:nvSpPr>
        <p:spPr>
          <a:xfrm>
            <a:off x="628650" y="2308392"/>
            <a:ext cx="3555598" cy="35491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68580" tIns="34290" rIns="68580" bIns="3429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t-IT" sz="2100" dirty="0"/>
              <a:t>Un </a:t>
            </a:r>
            <a:r>
              <a:rPr lang="it-IT" sz="2100" b="1" dirty="0"/>
              <a:t>algoritmo </a:t>
            </a:r>
            <a:r>
              <a:rPr lang="it-IT" sz="2100" dirty="0"/>
              <a:t>è un insieme di istruzioni che a partire dai dati di input permettono di ottenere i risultati di output.</a:t>
            </a:r>
          </a:p>
          <a:p>
            <a:pPr marL="0" indent="0" algn="just">
              <a:buNone/>
            </a:pPr>
            <a:r>
              <a:rPr lang="it-IT" sz="2100" dirty="0"/>
              <a:t>Un algoritmo deve essere riproducibile, deve avere una durata finita e non deve essere ambiguo. Il modo di programmare pone attenzione sulla </a:t>
            </a:r>
            <a:r>
              <a:rPr lang="it-IT" sz="2100" b="1" dirty="0"/>
              <a:t>sequenza di esecuzione</a:t>
            </a:r>
            <a:r>
              <a:rPr lang="it-IT" sz="2100" dirty="0"/>
              <a:t>.</a:t>
            </a: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BAD74EF5-D9A8-4E6A-82CC-2B8FB246A2B1}"/>
              </a:ext>
            </a:extLst>
          </p:cNvPr>
          <p:cNvSpPr txBox="1">
            <a:spLocks/>
          </p:cNvSpPr>
          <p:nvPr/>
        </p:nvSpPr>
        <p:spPr>
          <a:xfrm>
            <a:off x="4959754" y="2311252"/>
            <a:ext cx="3555598" cy="35491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t-IT" sz="2100" dirty="0"/>
              <a:t>Un </a:t>
            </a:r>
            <a:r>
              <a:rPr lang="it-IT" sz="2100" b="1" dirty="0"/>
              <a:t>sistema </a:t>
            </a:r>
            <a:r>
              <a:rPr lang="it-IT" sz="2100" dirty="0"/>
              <a:t>è una parte del mondo che si sceglie di considerare come un intero, composto da </a:t>
            </a:r>
            <a:r>
              <a:rPr lang="it-IT" sz="2100" b="1" dirty="0"/>
              <a:t>componenti</a:t>
            </a:r>
            <a:r>
              <a:rPr lang="it-IT" sz="2100" dirty="0"/>
              <a:t>. Ogni componente è caratterizzata da </a:t>
            </a:r>
            <a:r>
              <a:rPr lang="it-IT" sz="2100" b="1" dirty="0"/>
              <a:t>proprietà</a:t>
            </a:r>
            <a:r>
              <a:rPr lang="it-IT" sz="2100" dirty="0"/>
              <a:t> rilevanti, e da </a:t>
            </a:r>
            <a:r>
              <a:rPr lang="it-IT" sz="2100" b="1" dirty="0"/>
              <a:t>azioni</a:t>
            </a:r>
            <a:r>
              <a:rPr lang="it-IT" sz="2100" dirty="0"/>
              <a:t> che creano interazioni tra le proprietà e le altre componenti.</a:t>
            </a:r>
          </a:p>
        </p:txBody>
      </p:sp>
    </p:spTree>
    <p:extLst>
      <p:ext uri="{BB962C8B-B14F-4D97-AF65-F5344CB8AC3E}">
        <p14:creationId xmlns:p14="http://schemas.microsoft.com/office/powerpoint/2010/main" val="521732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it-IT" dirty="0"/>
              <a:t>Programmazione procedurale vs. OOP</a:t>
            </a:r>
          </a:p>
        </p:txBody>
      </p:sp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41833B5C-206A-40B7-AEC9-0D716EB5B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806279"/>
              </p:ext>
            </p:extLst>
          </p:nvPr>
        </p:nvGraphicFramePr>
        <p:xfrm>
          <a:off x="6732240" y="1859280"/>
          <a:ext cx="2039888" cy="3139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9888">
                  <a:extLst>
                    <a:ext uri="{9D8B030D-6E8A-4147-A177-3AD203B41FA5}">
                      <a16:colId xmlns:a16="http://schemas.microsoft.com/office/drawing/2014/main" val="4659470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Headers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1705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Variabili globali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47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i="1" dirty="0"/>
                        <a:t>f()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827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i="1" dirty="0"/>
                        <a:t>g()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240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i="1" dirty="0"/>
                        <a:t>h()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841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it-IT" i="1" dirty="0"/>
                    </a:p>
                    <a:p>
                      <a:pPr algn="ctr"/>
                      <a:r>
                        <a:rPr lang="it-IT" i="1" dirty="0"/>
                        <a:t>…</a:t>
                      </a:r>
                    </a:p>
                    <a:p>
                      <a:pPr algn="ctr"/>
                      <a:endParaRPr lang="it-IT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152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i="1" dirty="0"/>
                        <a:t>x()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358356"/>
                  </a:ext>
                </a:extLst>
              </a:tr>
            </a:tbl>
          </a:graphicData>
        </a:graphic>
      </p:graphicFrame>
      <p:sp>
        <p:nvSpPr>
          <p:cNvPr id="15" name="Segnaposto contenuto 2">
            <a:extLst>
              <a:ext uri="{FF2B5EF4-FFF2-40B4-BE49-F238E27FC236}">
                <a16:creationId xmlns:a16="http://schemas.microsoft.com/office/drawing/2014/main" id="{2B8974A2-0BD8-42B7-95FE-C7A9C39B0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556792"/>
            <a:ext cx="5472607" cy="4536504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it-IT" dirty="0"/>
              <a:t>I linguaggi procedurali hanno dei limiti nel creare componenti software riutilizzabili.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I programmi sono fatti da funzioni, che rappresentano codice riutilizzabile, ma che spesso fanno riferimento a </a:t>
            </a:r>
            <a:r>
              <a:rPr lang="it-IT" dirty="0" err="1"/>
              <a:t>headers</a:t>
            </a:r>
            <a:r>
              <a:rPr lang="it-IT" dirty="0"/>
              <a:t> e/o variabili globali che devono essere importate insieme al codice delle funzioni.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I linguaggi procedurali non si prestano bene alla modellazione di concetti ad alti livelli di astrazione, utili per rappresentare entità complesse che interagiscono in un sistema reale.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In altre parole, i linguaggi procedurali separano le strutture dati e gli algoritmi</a:t>
            </a:r>
          </a:p>
        </p:txBody>
      </p:sp>
    </p:spTree>
    <p:extLst>
      <p:ext uri="{BB962C8B-B14F-4D97-AF65-F5344CB8AC3E}">
        <p14:creationId xmlns:p14="http://schemas.microsoft.com/office/powerpoint/2010/main" val="2470450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it-IT" dirty="0"/>
              <a:t>Programmazione procedurale vs. OOP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69B91C07-8F38-4BED-877D-74981E23F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268" y="2122303"/>
            <a:ext cx="2994508" cy="810299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it-IT" b="1" i="1" dirty="0"/>
              <a:t>Programmazione procedurale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79406DC5-2206-4B70-977C-DFB03DEE25F9}"/>
              </a:ext>
            </a:extLst>
          </p:cNvPr>
          <p:cNvSpPr/>
          <p:nvPr/>
        </p:nvSpPr>
        <p:spPr>
          <a:xfrm>
            <a:off x="1072639" y="2932601"/>
            <a:ext cx="2786606" cy="590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100" b="1" dirty="0"/>
              <a:t>Problema complesso</a:t>
            </a:r>
            <a:endParaRPr lang="en-GB" sz="2100" b="1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FB61BB6-E701-40B2-A721-130BEDE8A34F}"/>
              </a:ext>
            </a:extLst>
          </p:cNvPr>
          <p:cNvSpPr/>
          <p:nvPr/>
        </p:nvSpPr>
        <p:spPr>
          <a:xfrm>
            <a:off x="1072638" y="4626845"/>
            <a:ext cx="2786606" cy="810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100" b="1" dirty="0"/>
              <a:t>Scomposizione in procedure</a:t>
            </a:r>
            <a:endParaRPr lang="en-GB" sz="2100" b="1" dirty="0"/>
          </a:p>
        </p:txBody>
      </p:sp>
      <p:sp>
        <p:nvSpPr>
          <p:cNvPr id="4" name="Freccia in giù 3">
            <a:extLst>
              <a:ext uri="{FF2B5EF4-FFF2-40B4-BE49-F238E27FC236}">
                <a16:creationId xmlns:a16="http://schemas.microsoft.com/office/drawing/2014/main" id="{C6688C55-2688-4B5F-9EEB-68571008E1B9}"/>
              </a:ext>
            </a:extLst>
          </p:cNvPr>
          <p:cNvSpPr/>
          <p:nvPr/>
        </p:nvSpPr>
        <p:spPr>
          <a:xfrm>
            <a:off x="2204978" y="3666441"/>
            <a:ext cx="598990" cy="893555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EBF15329-13B2-433F-9A51-9D8E1FD166F8}"/>
              </a:ext>
            </a:extLst>
          </p:cNvPr>
          <p:cNvSpPr txBox="1">
            <a:spLocks/>
          </p:cNvSpPr>
          <p:nvPr/>
        </p:nvSpPr>
        <p:spPr>
          <a:xfrm>
            <a:off x="4924023" y="2125266"/>
            <a:ext cx="2994508" cy="810299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b="1" i="1" dirty="0"/>
              <a:t>Programmazione ad oggetti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A139FAF-BC2B-4111-AB3A-94CA6D33D3DA}"/>
              </a:ext>
            </a:extLst>
          </p:cNvPr>
          <p:cNvSpPr/>
          <p:nvPr/>
        </p:nvSpPr>
        <p:spPr>
          <a:xfrm>
            <a:off x="5093394" y="2935564"/>
            <a:ext cx="2786606" cy="590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100" b="1" dirty="0"/>
              <a:t>Sistema complesso</a:t>
            </a:r>
            <a:endParaRPr lang="en-GB" sz="2100" b="1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C8B0E8BB-8C95-459E-95CC-78F29EBE2230}"/>
              </a:ext>
            </a:extLst>
          </p:cNvPr>
          <p:cNvSpPr/>
          <p:nvPr/>
        </p:nvSpPr>
        <p:spPr>
          <a:xfrm>
            <a:off x="5093393" y="4629808"/>
            <a:ext cx="2786606" cy="1031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100" b="1" dirty="0"/>
              <a:t>Scomposizione in entità interagenti (oggetti)</a:t>
            </a:r>
            <a:endParaRPr lang="en-GB" sz="2100" b="1" dirty="0"/>
          </a:p>
        </p:txBody>
      </p:sp>
      <p:sp>
        <p:nvSpPr>
          <p:cNvPr id="12" name="Freccia in giù 11">
            <a:extLst>
              <a:ext uri="{FF2B5EF4-FFF2-40B4-BE49-F238E27FC236}">
                <a16:creationId xmlns:a16="http://schemas.microsoft.com/office/drawing/2014/main" id="{DAE3E43C-0C1B-4F75-8569-9AB774F53E08}"/>
              </a:ext>
            </a:extLst>
          </p:cNvPr>
          <p:cNvSpPr/>
          <p:nvPr/>
        </p:nvSpPr>
        <p:spPr>
          <a:xfrm>
            <a:off x="6225733" y="3669404"/>
            <a:ext cx="598990" cy="893555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</p:spTree>
    <p:extLst>
      <p:ext uri="{BB962C8B-B14F-4D97-AF65-F5344CB8AC3E}">
        <p14:creationId xmlns:p14="http://schemas.microsoft.com/office/powerpoint/2010/main" val="428712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1556793"/>
            <a:ext cx="7886700" cy="4293416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it-IT" dirty="0"/>
              <a:t>Esempio: interfaccia grafica (GUI) di un PC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i="1" dirty="0"/>
              <a:t>Componenti</a:t>
            </a:r>
          </a:p>
          <a:p>
            <a:pPr marL="0" indent="0" algn="just">
              <a:buNone/>
            </a:pPr>
            <a:r>
              <a:rPr lang="it-IT" dirty="0"/>
              <a:t>Finestre (proprietà: dimensione, posizione)</a:t>
            </a:r>
          </a:p>
          <a:p>
            <a:pPr marL="0" indent="0" algn="just">
              <a:buNone/>
            </a:pPr>
            <a:r>
              <a:rPr lang="it-IT" dirty="0"/>
              <a:t>Bottoni (proprietà: colore, testo)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i="1" dirty="0"/>
              <a:t>Correlazioni</a:t>
            </a:r>
          </a:p>
          <a:p>
            <a:pPr marL="0" indent="0" algn="just">
              <a:buNone/>
            </a:pPr>
            <a:r>
              <a:rPr lang="it-IT" dirty="0"/>
              <a:t>Premendo un bottone si può aprire una finestra (e quindi definire la sua posizione e la sua dimensione)</a:t>
            </a:r>
          </a:p>
        </p:txBody>
      </p:sp>
    </p:spTree>
    <p:extLst>
      <p:ext uri="{BB962C8B-B14F-4D97-AF65-F5344CB8AC3E}">
        <p14:creationId xmlns:p14="http://schemas.microsoft.com/office/powerpoint/2010/main" val="1228465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1556792"/>
            <a:ext cx="7886700" cy="4288554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it-IT" dirty="0"/>
              <a:t>Possiamo individuare tre fasi ‘’Object-</a:t>
            </a:r>
            <a:r>
              <a:rPr lang="it-IT" dirty="0" err="1"/>
              <a:t>Oriented</a:t>
            </a:r>
            <a:r>
              <a:rPr lang="it-IT" dirty="0"/>
              <a:t>’’ (OO):</a:t>
            </a:r>
          </a:p>
          <a:p>
            <a:pPr marL="0" indent="0" algn="just">
              <a:buNone/>
            </a:pPr>
            <a:endParaRPr lang="it-IT" dirty="0"/>
          </a:p>
          <a:p>
            <a:pPr algn="just"/>
            <a:r>
              <a:rPr lang="it-IT" dirty="0"/>
              <a:t>Analisi (OOA): identificazione dei requisiti funzionali, delle classi e delle loro relazioni logiche.</a:t>
            </a:r>
          </a:p>
          <a:p>
            <a:pPr algn="just"/>
            <a:r>
              <a:rPr lang="it-IT" dirty="0"/>
              <a:t>Design (OOD): specifica delle gerarchie tra classi, e delle loro interfacce e comportamenti.</a:t>
            </a:r>
          </a:p>
          <a:p>
            <a:pPr algn="just"/>
            <a:r>
              <a:rPr lang="it-IT" dirty="0"/>
              <a:t>Programmazione (OOP): implementazione del design, test ed integrazione.</a:t>
            </a:r>
          </a:p>
          <a:p>
            <a:pPr algn="just"/>
            <a:endParaRPr lang="it-IT" dirty="0"/>
          </a:p>
          <a:p>
            <a:pPr marL="0" indent="0" algn="just">
              <a:buNone/>
            </a:pPr>
            <a:r>
              <a:rPr lang="it-IT" dirty="0"/>
              <a:t>La OOP è il momento in cui si scrive effettivamente il codice.</a:t>
            </a:r>
          </a:p>
          <a:p>
            <a:pPr marL="0" indent="0" algn="just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35406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1628800"/>
            <a:ext cx="7886700" cy="453650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it-IT" dirty="0"/>
              <a:t>La metodologia OO è un modo di pensare al problema in termini di sistema, quindi parte dall’analisi del problema e dalla progettazione della sua soluzione.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Durante la fase di analisi si crea un </a:t>
            </a:r>
            <a:r>
              <a:rPr lang="it-IT" b="1" dirty="0"/>
              <a:t>modello del sistema</a:t>
            </a:r>
            <a:r>
              <a:rPr lang="it-IT" dirty="0"/>
              <a:t>, individuando gli </a:t>
            </a:r>
            <a:r>
              <a:rPr lang="it-IT" b="1" dirty="0"/>
              <a:t>elementi</a:t>
            </a:r>
            <a:r>
              <a:rPr lang="it-IT" dirty="0"/>
              <a:t> di cui è formato e i </a:t>
            </a:r>
            <a:r>
              <a:rPr lang="it-IT" b="1" dirty="0"/>
              <a:t>comportamenti</a:t>
            </a:r>
            <a:r>
              <a:rPr lang="it-IT" dirty="0"/>
              <a:t> che devono avere. 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In questa fase non interessano le modalità con le quali i comportamenti vengono implementati, ma soltanto gli </a:t>
            </a:r>
            <a:r>
              <a:rPr lang="it-IT" b="1" dirty="0"/>
              <a:t>oggetti</a:t>
            </a:r>
            <a:r>
              <a:rPr lang="it-IT" dirty="0"/>
              <a:t> che compongono il sistema e </a:t>
            </a:r>
            <a:r>
              <a:rPr lang="it-IT" b="1" dirty="0"/>
              <a:t>le interazioni tra essi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571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1628800"/>
            <a:ext cx="7886700" cy="453650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it-IT" dirty="0"/>
              <a:t>È importante creare programmi che siano </a:t>
            </a:r>
            <a:r>
              <a:rPr lang="it-IT" b="1" dirty="0"/>
              <a:t>flessibili</a:t>
            </a:r>
            <a:r>
              <a:rPr lang="it-IT" dirty="0"/>
              <a:t>, ovvero facili da estendere. 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Durante il </a:t>
            </a:r>
            <a:r>
              <a:rPr lang="it-IT" b="1" dirty="0"/>
              <a:t>design</a:t>
            </a:r>
            <a:r>
              <a:rPr lang="it-IT" dirty="0"/>
              <a:t>, lo scopo è avere </a:t>
            </a:r>
            <a:r>
              <a:rPr lang="it-IT" dirty="0" err="1"/>
              <a:t>sw</a:t>
            </a:r>
            <a:r>
              <a:rPr lang="it-IT" dirty="0"/>
              <a:t> che sia </a:t>
            </a:r>
            <a:r>
              <a:rPr lang="it-IT" b="1" dirty="0"/>
              <a:t>altamente coeso </a:t>
            </a:r>
            <a:r>
              <a:rPr lang="it-IT" dirty="0"/>
              <a:t>ma allo stesso tempo con un accoppiamento lasco (</a:t>
            </a:r>
            <a:r>
              <a:rPr lang="it-IT" b="1" dirty="0" err="1"/>
              <a:t>loose</a:t>
            </a:r>
            <a:r>
              <a:rPr lang="it-IT" b="1" dirty="0"/>
              <a:t> </a:t>
            </a:r>
            <a:r>
              <a:rPr lang="it-IT" b="1" dirty="0" err="1"/>
              <a:t>coupling</a:t>
            </a:r>
            <a:r>
              <a:rPr lang="it-IT" dirty="0"/>
              <a:t>), ovvero che un cambiamento su una componente non implichi modifiche su un’altra.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Questo si ottiene </a:t>
            </a:r>
            <a:r>
              <a:rPr lang="it-IT" b="1" dirty="0"/>
              <a:t>decomponendo il problema </a:t>
            </a:r>
            <a:r>
              <a:rPr lang="it-IT" dirty="0"/>
              <a:t>in moduli, determinando le relazioni tra essi, identificando dipendenze e forme di comunicazione. </a:t>
            </a:r>
          </a:p>
        </p:txBody>
      </p:sp>
    </p:spTree>
    <p:extLst>
      <p:ext uri="{BB962C8B-B14F-4D97-AF65-F5344CB8AC3E}">
        <p14:creationId xmlns:p14="http://schemas.microsoft.com/office/powerpoint/2010/main" val="1010739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1417638"/>
            <a:ext cx="7886700" cy="481967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it-IT" dirty="0"/>
              <a:t>L’elemento base della OOP è l’</a:t>
            </a:r>
            <a:r>
              <a:rPr lang="it-IT" b="1" dirty="0"/>
              <a:t>oggetto.</a:t>
            </a:r>
          </a:p>
          <a:p>
            <a:pPr marL="0" indent="0" algn="just">
              <a:buNone/>
            </a:pPr>
            <a:endParaRPr lang="it-IT" b="1" dirty="0"/>
          </a:p>
          <a:p>
            <a:pPr marL="0" indent="0" algn="just">
              <a:buNone/>
            </a:pPr>
            <a:r>
              <a:rPr lang="it-IT" dirty="0"/>
              <a:t>Un oggetto può essere definito elencando sia le sue caratteristiche, sia il modo con cui interagisce con l’ambiente esterno, cioè i suoi comportamenti.</a:t>
            </a:r>
          </a:p>
          <a:p>
            <a:pPr marL="0" indent="0" algn="just">
              <a:buNone/>
            </a:pPr>
            <a:endParaRPr lang="it-IT" dirty="0"/>
          </a:p>
          <a:p>
            <a:pPr algn="just"/>
            <a:r>
              <a:rPr lang="it-IT" dirty="0"/>
              <a:t>Le </a:t>
            </a:r>
            <a:r>
              <a:rPr lang="it-IT" b="1" dirty="0"/>
              <a:t>caratteristiche</a:t>
            </a:r>
            <a:r>
              <a:rPr lang="it-IT" dirty="0"/>
              <a:t> rappresentano gli elementi che caratterizzano l’oggetto, utili per descrivere le sue proprietà e definirne lo stato.</a:t>
            </a:r>
          </a:p>
          <a:p>
            <a:pPr algn="just"/>
            <a:r>
              <a:rPr lang="it-IT" dirty="0"/>
              <a:t>I </a:t>
            </a:r>
            <a:r>
              <a:rPr lang="it-IT" b="1" dirty="0"/>
              <a:t>comportamenti</a:t>
            </a:r>
            <a:r>
              <a:rPr lang="it-IT" dirty="0"/>
              <a:t> rappresentano le funzionalità che l’oggetto mette a disposizione: chi intende utilizzare l’oggetto deve attivare i comportamenti dell’oggetto stesso</a:t>
            </a:r>
          </a:p>
        </p:txBody>
      </p:sp>
    </p:spTree>
    <p:extLst>
      <p:ext uri="{BB962C8B-B14F-4D97-AF65-F5344CB8AC3E}">
        <p14:creationId xmlns:p14="http://schemas.microsoft.com/office/powerpoint/2010/main" val="2466995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1417638"/>
            <a:ext cx="7886700" cy="481967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it-IT" dirty="0"/>
              <a:t>Una </a:t>
            </a:r>
            <a:r>
              <a:rPr lang="it-IT" b="1" dirty="0"/>
              <a:t>classe</a:t>
            </a:r>
            <a:r>
              <a:rPr lang="it-IT" dirty="0"/>
              <a:t> incapsula sia le </a:t>
            </a:r>
            <a:r>
              <a:rPr lang="it-IT" b="1" dirty="0"/>
              <a:t>caratteristiche</a:t>
            </a:r>
            <a:r>
              <a:rPr lang="it-IT" dirty="0"/>
              <a:t> (attributi) sia i </a:t>
            </a:r>
            <a:r>
              <a:rPr lang="it-IT" b="1" dirty="0"/>
              <a:t>comportamenti</a:t>
            </a:r>
            <a:r>
              <a:rPr lang="it-IT" dirty="0"/>
              <a:t> (metodi) degli oggetti che rappresenta. 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Inoltre fornisce una </a:t>
            </a:r>
            <a:r>
              <a:rPr lang="it-IT" b="1" dirty="0"/>
              <a:t>interfaccia</a:t>
            </a:r>
            <a:r>
              <a:rPr lang="it-IT" dirty="0"/>
              <a:t> </a:t>
            </a:r>
            <a:r>
              <a:rPr lang="it-IT" b="1" dirty="0"/>
              <a:t>pubblica</a:t>
            </a:r>
            <a:r>
              <a:rPr lang="it-IT" dirty="0"/>
              <a:t> per poter utilizzare (interagire con) gli oggetti definiti dalla classe.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In altre parole, la OOP combina </a:t>
            </a:r>
            <a:r>
              <a:rPr lang="it-IT" b="1" dirty="0"/>
              <a:t>strutture dati e algoritmi</a:t>
            </a:r>
            <a:r>
              <a:rPr lang="it-IT" dirty="0"/>
              <a:t> in entità software ‘’impacchettate’’ dalla definizione di una classe.</a:t>
            </a:r>
          </a:p>
        </p:txBody>
      </p:sp>
    </p:spTree>
    <p:extLst>
      <p:ext uri="{BB962C8B-B14F-4D97-AF65-F5344CB8AC3E}">
        <p14:creationId xmlns:p14="http://schemas.microsoft.com/office/powerpoint/2010/main" val="4030154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2078309"/>
            <a:ext cx="7886700" cy="37718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dirty="0"/>
              <a:t>Esempio: analizziamo l’oggetto ‘’automobile’’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b="1" i="1" dirty="0"/>
              <a:t>Caratteristiche:</a:t>
            </a:r>
            <a:r>
              <a:rPr lang="it-IT" dirty="0"/>
              <a:t> …</a:t>
            </a:r>
          </a:p>
          <a:p>
            <a:pPr marL="0" indent="0" algn="just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09594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2078309"/>
            <a:ext cx="7886700" cy="37718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dirty="0"/>
              <a:t>Esempio: analizziamo l’oggetto ‘’automobile’’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b="1" i="1" dirty="0"/>
              <a:t>Caratteristiche:</a:t>
            </a:r>
            <a:r>
              <a:rPr lang="it-IT" dirty="0"/>
              <a:t> velocità, colore, numero di porte, livello del carburante, posizione della marcia</a:t>
            </a:r>
          </a:p>
          <a:p>
            <a:pPr marL="0" indent="0" algn="just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84353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2078309"/>
            <a:ext cx="7886700" cy="3771899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it-IT" dirty="0"/>
              <a:t>Esempio: analizziamo l’oggetto ‘’automobile’’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b="1" i="1" dirty="0"/>
              <a:t>Caratteristiche:</a:t>
            </a:r>
            <a:r>
              <a:rPr lang="it-IT" dirty="0"/>
              <a:t> velocità, colore, numero di porte, livello del carburante, posizione della marcia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b="1" i="1" dirty="0"/>
              <a:t>Comportamenti:</a:t>
            </a:r>
            <a:r>
              <a:rPr lang="it-IT" dirty="0"/>
              <a:t> ….</a:t>
            </a:r>
          </a:p>
        </p:txBody>
      </p:sp>
    </p:spTree>
    <p:extLst>
      <p:ext uri="{BB962C8B-B14F-4D97-AF65-F5344CB8AC3E}">
        <p14:creationId xmlns:p14="http://schemas.microsoft.com/office/powerpoint/2010/main" val="9916150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2078309"/>
            <a:ext cx="7886700" cy="3771899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it-IT" dirty="0"/>
              <a:t>Esempio: analizziamo l’oggetto ‘’automobile’’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b="1" i="1" dirty="0"/>
              <a:t>Caratteristiche:</a:t>
            </a:r>
            <a:r>
              <a:rPr lang="it-IT" dirty="0"/>
              <a:t> velocità, colore, numero di porte, livello del carburante, posizione della marcia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b="1" i="1" dirty="0"/>
              <a:t>Comportamenti:</a:t>
            </a:r>
            <a:r>
              <a:rPr lang="it-IT" dirty="0"/>
              <a:t> accelera, fermati, gira (a destra o sinistra), cambia marcia, rifornisciti</a:t>
            </a:r>
          </a:p>
        </p:txBody>
      </p:sp>
    </p:spTree>
    <p:extLst>
      <p:ext uri="{BB962C8B-B14F-4D97-AF65-F5344CB8AC3E}">
        <p14:creationId xmlns:p14="http://schemas.microsoft.com/office/powerpoint/2010/main" val="4210151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1417638"/>
            <a:ext cx="7886700" cy="4675657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it-IT" dirty="0"/>
              <a:t>Esempio: analizziamo l’oggetto ‘’automobile’’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b="1" i="1" dirty="0"/>
              <a:t>Caratteristiche:</a:t>
            </a:r>
            <a:r>
              <a:rPr lang="it-IT" dirty="0"/>
              <a:t> velocità, colore, numero di porte, livello del carburante, posizione della marcia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b="1" i="1" dirty="0"/>
              <a:t>Comportamenti:</a:t>
            </a:r>
            <a:r>
              <a:rPr lang="it-IT" dirty="0"/>
              <a:t> accelera, fermati, gira (a destra o sinistra), cambia marcia, rifornisciti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Chi intende utilizzare questo oggetto agisce </a:t>
            </a:r>
            <a:r>
              <a:rPr lang="it-IT" b="1" i="1" dirty="0"/>
              <a:t>attivando i suoi comportamenti</a:t>
            </a:r>
            <a:r>
              <a:rPr lang="it-IT" dirty="0"/>
              <a:t>, questi possono concretizzarsi con delle azioni o con il </a:t>
            </a:r>
            <a:r>
              <a:rPr lang="it-IT" b="1" i="1" dirty="0"/>
              <a:t>cambiamento dello stato </a:t>
            </a:r>
            <a:r>
              <a:rPr lang="it-IT" dirty="0"/>
              <a:t>dell’oggetto cioè delle sue caratteristiche.</a:t>
            </a:r>
          </a:p>
        </p:txBody>
      </p:sp>
    </p:spTree>
    <p:extLst>
      <p:ext uri="{BB962C8B-B14F-4D97-AF65-F5344CB8AC3E}">
        <p14:creationId xmlns:p14="http://schemas.microsoft.com/office/powerpoint/2010/main" val="40299569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4A7C90AF-F5BA-433C-BA7A-6C0E64B92EBF}"/>
              </a:ext>
            </a:extLst>
          </p:cNvPr>
          <p:cNvSpPr/>
          <p:nvPr/>
        </p:nvSpPr>
        <p:spPr>
          <a:xfrm>
            <a:off x="1964750" y="2645166"/>
            <a:ext cx="2057400" cy="2213659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7A92786-7EFE-42BD-B9AC-06948727F31C}"/>
              </a:ext>
            </a:extLst>
          </p:cNvPr>
          <p:cNvSpPr txBox="1"/>
          <p:nvPr/>
        </p:nvSpPr>
        <p:spPr>
          <a:xfrm>
            <a:off x="2607334" y="2705933"/>
            <a:ext cx="818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Auto 1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5F77F34-067C-4BE1-B2C0-7CF0DEC76D32}"/>
              </a:ext>
            </a:extLst>
          </p:cNvPr>
          <p:cNvSpPr txBox="1"/>
          <p:nvPr/>
        </p:nvSpPr>
        <p:spPr>
          <a:xfrm>
            <a:off x="2088720" y="3505380"/>
            <a:ext cx="1809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Velocità = 60</a:t>
            </a:r>
          </a:p>
          <a:p>
            <a:r>
              <a:rPr lang="it-IT" b="1" dirty="0">
                <a:solidFill>
                  <a:schemeClr val="bg1"/>
                </a:solidFill>
              </a:rPr>
              <a:t>Colore = rosso</a:t>
            </a:r>
          </a:p>
          <a:p>
            <a:r>
              <a:rPr lang="it-IT" b="1" dirty="0" err="1">
                <a:solidFill>
                  <a:schemeClr val="bg1"/>
                </a:solidFill>
              </a:rPr>
              <a:t>Num</a:t>
            </a:r>
            <a:r>
              <a:rPr lang="it-IT" b="1" dirty="0">
                <a:solidFill>
                  <a:schemeClr val="bg1"/>
                </a:solidFill>
              </a:rPr>
              <a:t>. porte = 5</a:t>
            </a:r>
          </a:p>
          <a:p>
            <a:r>
              <a:rPr lang="it-IT" b="1" dirty="0">
                <a:solidFill>
                  <a:schemeClr val="bg1"/>
                </a:solidFill>
              </a:rPr>
              <a:t>….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6B293A30-F6EF-459E-A9C0-721E235F6C16}"/>
              </a:ext>
            </a:extLst>
          </p:cNvPr>
          <p:cNvCxnSpPr/>
          <p:nvPr/>
        </p:nvCxnSpPr>
        <p:spPr>
          <a:xfrm>
            <a:off x="1964750" y="3266852"/>
            <a:ext cx="205740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65152B77-5430-431B-BCE7-A0819A48D5A7}"/>
              </a:ext>
            </a:extLst>
          </p:cNvPr>
          <p:cNvSpPr/>
          <p:nvPr/>
        </p:nvSpPr>
        <p:spPr>
          <a:xfrm>
            <a:off x="5248171" y="2645166"/>
            <a:ext cx="2057400" cy="2213659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4115E6E-8BC8-4129-9131-E473B2DAAD48}"/>
              </a:ext>
            </a:extLst>
          </p:cNvPr>
          <p:cNvSpPr txBox="1"/>
          <p:nvPr/>
        </p:nvSpPr>
        <p:spPr>
          <a:xfrm>
            <a:off x="5890755" y="2705933"/>
            <a:ext cx="818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Auto 2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93CC662-ECFE-4DA4-A130-A69E518719A0}"/>
              </a:ext>
            </a:extLst>
          </p:cNvPr>
          <p:cNvSpPr txBox="1"/>
          <p:nvPr/>
        </p:nvSpPr>
        <p:spPr>
          <a:xfrm>
            <a:off x="5372141" y="3505380"/>
            <a:ext cx="1809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Velocità = 50</a:t>
            </a:r>
          </a:p>
          <a:p>
            <a:r>
              <a:rPr lang="it-IT" b="1" dirty="0">
                <a:solidFill>
                  <a:schemeClr val="bg1"/>
                </a:solidFill>
              </a:rPr>
              <a:t>Colore = blu</a:t>
            </a:r>
          </a:p>
          <a:p>
            <a:r>
              <a:rPr lang="it-IT" b="1" dirty="0" err="1">
                <a:solidFill>
                  <a:schemeClr val="bg1"/>
                </a:solidFill>
              </a:rPr>
              <a:t>Num</a:t>
            </a:r>
            <a:r>
              <a:rPr lang="it-IT" b="1" dirty="0">
                <a:solidFill>
                  <a:schemeClr val="bg1"/>
                </a:solidFill>
              </a:rPr>
              <a:t>. porte = 3</a:t>
            </a:r>
          </a:p>
          <a:p>
            <a:r>
              <a:rPr lang="it-IT" b="1" dirty="0">
                <a:solidFill>
                  <a:schemeClr val="bg1"/>
                </a:solidFill>
              </a:rPr>
              <a:t>….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A6A90EFF-3BA2-4A54-BD05-1E1418856A23}"/>
              </a:ext>
            </a:extLst>
          </p:cNvPr>
          <p:cNvCxnSpPr/>
          <p:nvPr/>
        </p:nvCxnSpPr>
        <p:spPr>
          <a:xfrm>
            <a:off x="5248171" y="3266852"/>
            <a:ext cx="205740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5666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4A7C90AF-F5BA-433C-BA7A-6C0E64B92EBF}"/>
              </a:ext>
            </a:extLst>
          </p:cNvPr>
          <p:cNvSpPr/>
          <p:nvPr/>
        </p:nvSpPr>
        <p:spPr>
          <a:xfrm>
            <a:off x="810599" y="3230039"/>
            <a:ext cx="2057400" cy="2213659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7A92786-7EFE-42BD-B9AC-06948727F31C}"/>
              </a:ext>
            </a:extLst>
          </p:cNvPr>
          <p:cNvSpPr txBox="1"/>
          <p:nvPr/>
        </p:nvSpPr>
        <p:spPr>
          <a:xfrm>
            <a:off x="1453183" y="3290806"/>
            <a:ext cx="818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Auto 1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5F77F34-067C-4BE1-B2C0-7CF0DEC76D32}"/>
              </a:ext>
            </a:extLst>
          </p:cNvPr>
          <p:cNvSpPr txBox="1"/>
          <p:nvPr/>
        </p:nvSpPr>
        <p:spPr>
          <a:xfrm>
            <a:off x="934569" y="4090253"/>
            <a:ext cx="1809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Velocità = 60</a:t>
            </a:r>
          </a:p>
          <a:p>
            <a:r>
              <a:rPr lang="it-IT" b="1" dirty="0">
                <a:solidFill>
                  <a:schemeClr val="bg1"/>
                </a:solidFill>
              </a:rPr>
              <a:t>Colore = rosso</a:t>
            </a:r>
          </a:p>
          <a:p>
            <a:r>
              <a:rPr lang="it-IT" b="1" dirty="0" err="1">
                <a:solidFill>
                  <a:schemeClr val="bg1"/>
                </a:solidFill>
              </a:rPr>
              <a:t>Num</a:t>
            </a:r>
            <a:r>
              <a:rPr lang="it-IT" b="1" dirty="0">
                <a:solidFill>
                  <a:schemeClr val="bg1"/>
                </a:solidFill>
              </a:rPr>
              <a:t>. porte = 5</a:t>
            </a:r>
          </a:p>
          <a:p>
            <a:r>
              <a:rPr lang="it-IT" b="1" dirty="0">
                <a:solidFill>
                  <a:schemeClr val="bg1"/>
                </a:solidFill>
              </a:rPr>
              <a:t>….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6B293A30-F6EF-459E-A9C0-721E235F6C16}"/>
              </a:ext>
            </a:extLst>
          </p:cNvPr>
          <p:cNvCxnSpPr/>
          <p:nvPr/>
        </p:nvCxnSpPr>
        <p:spPr>
          <a:xfrm>
            <a:off x="810599" y="3851725"/>
            <a:ext cx="205740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Rettangolo 2">
            <a:extLst>
              <a:ext uri="{FF2B5EF4-FFF2-40B4-BE49-F238E27FC236}">
                <a16:creationId xmlns:a16="http://schemas.microsoft.com/office/drawing/2014/main" id="{4BF7A721-6FAF-430A-9119-13C5CFAF06D9}"/>
              </a:ext>
            </a:extLst>
          </p:cNvPr>
          <p:cNvSpPr/>
          <p:nvPr/>
        </p:nvSpPr>
        <p:spPr>
          <a:xfrm>
            <a:off x="1095607" y="2125267"/>
            <a:ext cx="720926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100" dirty="0"/>
              <a:t>Mediante il metodo ‘’fermati()’’ posso modificare lo stato dell’oggetto auto_1.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79633EE0-EC5E-40B0-8BFA-84EF888E4210}"/>
              </a:ext>
            </a:extLst>
          </p:cNvPr>
          <p:cNvSpPr/>
          <p:nvPr/>
        </p:nvSpPr>
        <p:spPr>
          <a:xfrm>
            <a:off x="3447124" y="3344335"/>
            <a:ext cx="2157761" cy="58543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5A70DB8-1955-4CF7-9498-CB93F308A4AA}"/>
              </a:ext>
            </a:extLst>
          </p:cNvPr>
          <p:cNvSpPr txBox="1"/>
          <p:nvPr/>
        </p:nvSpPr>
        <p:spPr>
          <a:xfrm>
            <a:off x="3560852" y="3472486"/>
            <a:ext cx="203132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auto_1.fermati()</a:t>
            </a:r>
            <a:endParaRPr lang="en-GB" sz="1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7310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4A7C90AF-F5BA-433C-BA7A-6C0E64B92EBF}"/>
              </a:ext>
            </a:extLst>
          </p:cNvPr>
          <p:cNvSpPr/>
          <p:nvPr/>
        </p:nvSpPr>
        <p:spPr>
          <a:xfrm>
            <a:off x="810599" y="3230039"/>
            <a:ext cx="2057400" cy="2213659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7A92786-7EFE-42BD-B9AC-06948727F31C}"/>
              </a:ext>
            </a:extLst>
          </p:cNvPr>
          <p:cNvSpPr txBox="1"/>
          <p:nvPr/>
        </p:nvSpPr>
        <p:spPr>
          <a:xfrm>
            <a:off x="1453183" y="3290806"/>
            <a:ext cx="818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Auto 1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5F77F34-067C-4BE1-B2C0-7CF0DEC76D32}"/>
              </a:ext>
            </a:extLst>
          </p:cNvPr>
          <p:cNvSpPr txBox="1"/>
          <p:nvPr/>
        </p:nvSpPr>
        <p:spPr>
          <a:xfrm>
            <a:off x="934569" y="4090253"/>
            <a:ext cx="1809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Velocità = 60</a:t>
            </a:r>
          </a:p>
          <a:p>
            <a:r>
              <a:rPr lang="it-IT" b="1" dirty="0">
                <a:solidFill>
                  <a:schemeClr val="bg1"/>
                </a:solidFill>
              </a:rPr>
              <a:t>Colore = rosso</a:t>
            </a:r>
          </a:p>
          <a:p>
            <a:r>
              <a:rPr lang="it-IT" b="1" dirty="0" err="1">
                <a:solidFill>
                  <a:schemeClr val="bg1"/>
                </a:solidFill>
              </a:rPr>
              <a:t>Num</a:t>
            </a:r>
            <a:r>
              <a:rPr lang="it-IT" b="1" dirty="0">
                <a:solidFill>
                  <a:schemeClr val="bg1"/>
                </a:solidFill>
              </a:rPr>
              <a:t>. porte = 5</a:t>
            </a:r>
          </a:p>
          <a:p>
            <a:r>
              <a:rPr lang="it-IT" b="1" dirty="0">
                <a:solidFill>
                  <a:schemeClr val="bg1"/>
                </a:solidFill>
              </a:rPr>
              <a:t>….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6B293A30-F6EF-459E-A9C0-721E235F6C16}"/>
              </a:ext>
            </a:extLst>
          </p:cNvPr>
          <p:cNvCxnSpPr/>
          <p:nvPr/>
        </p:nvCxnSpPr>
        <p:spPr>
          <a:xfrm>
            <a:off x="810599" y="3851725"/>
            <a:ext cx="205740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438AF319-1082-4B42-A146-2FB045FF4EA3}"/>
              </a:ext>
            </a:extLst>
          </p:cNvPr>
          <p:cNvSpPr/>
          <p:nvPr/>
        </p:nvSpPr>
        <p:spPr>
          <a:xfrm>
            <a:off x="6247470" y="3224830"/>
            <a:ext cx="2057400" cy="2213659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A051D0E7-1AE5-426D-B83A-04AFDEDC1C5D}"/>
              </a:ext>
            </a:extLst>
          </p:cNvPr>
          <p:cNvSpPr txBox="1"/>
          <p:nvPr/>
        </p:nvSpPr>
        <p:spPr>
          <a:xfrm>
            <a:off x="6890054" y="3285597"/>
            <a:ext cx="818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Auto 1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39CF9C4-B125-484E-94B9-3FEAFFDFA7CE}"/>
              </a:ext>
            </a:extLst>
          </p:cNvPr>
          <p:cNvSpPr txBox="1"/>
          <p:nvPr/>
        </p:nvSpPr>
        <p:spPr>
          <a:xfrm>
            <a:off x="6371440" y="4085044"/>
            <a:ext cx="1809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Velocità = 0</a:t>
            </a:r>
          </a:p>
          <a:p>
            <a:r>
              <a:rPr lang="it-IT" b="1" dirty="0">
                <a:solidFill>
                  <a:schemeClr val="bg1"/>
                </a:solidFill>
              </a:rPr>
              <a:t>Colore = rosso</a:t>
            </a:r>
          </a:p>
          <a:p>
            <a:r>
              <a:rPr lang="it-IT" b="1" dirty="0" err="1">
                <a:solidFill>
                  <a:schemeClr val="bg1"/>
                </a:solidFill>
              </a:rPr>
              <a:t>Num</a:t>
            </a:r>
            <a:r>
              <a:rPr lang="it-IT" b="1" dirty="0">
                <a:solidFill>
                  <a:schemeClr val="bg1"/>
                </a:solidFill>
              </a:rPr>
              <a:t>. porte = 5</a:t>
            </a:r>
          </a:p>
          <a:p>
            <a:r>
              <a:rPr lang="it-IT" b="1" dirty="0">
                <a:solidFill>
                  <a:schemeClr val="bg1"/>
                </a:solidFill>
              </a:rPr>
              <a:t>….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3ED9EE99-8C65-4D85-8867-26F2DB809335}"/>
              </a:ext>
            </a:extLst>
          </p:cNvPr>
          <p:cNvCxnSpPr/>
          <p:nvPr/>
        </p:nvCxnSpPr>
        <p:spPr>
          <a:xfrm>
            <a:off x="6247470" y="3846516"/>
            <a:ext cx="205740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79633EE0-EC5E-40B0-8BFA-84EF888E4210}"/>
              </a:ext>
            </a:extLst>
          </p:cNvPr>
          <p:cNvSpPr/>
          <p:nvPr/>
        </p:nvSpPr>
        <p:spPr>
          <a:xfrm>
            <a:off x="3447124" y="3344335"/>
            <a:ext cx="2157761" cy="58543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5A70DB8-1955-4CF7-9498-CB93F308A4AA}"/>
              </a:ext>
            </a:extLst>
          </p:cNvPr>
          <p:cNvSpPr txBox="1"/>
          <p:nvPr/>
        </p:nvSpPr>
        <p:spPr>
          <a:xfrm>
            <a:off x="3560852" y="3472486"/>
            <a:ext cx="203132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auto_1.fermati()</a:t>
            </a:r>
            <a:endParaRPr lang="en-GB" sz="1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5BE49751-C290-4238-9041-5D905F7318D4}"/>
              </a:ext>
            </a:extLst>
          </p:cNvPr>
          <p:cNvSpPr/>
          <p:nvPr/>
        </p:nvSpPr>
        <p:spPr>
          <a:xfrm>
            <a:off x="3469427" y="4104955"/>
            <a:ext cx="2251722" cy="56871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BF92681F-DFDB-4FD4-89A0-98FD6E66DB1A}"/>
              </a:ext>
            </a:extLst>
          </p:cNvPr>
          <p:cNvSpPr/>
          <p:nvPr/>
        </p:nvSpPr>
        <p:spPr>
          <a:xfrm>
            <a:off x="1095607" y="2125267"/>
            <a:ext cx="720926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100" dirty="0"/>
              <a:t>Mediante il metodo ‘’fermati()’’ posso modificare lo stato dell’oggetto auto_1.</a:t>
            </a:r>
          </a:p>
        </p:txBody>
      </p:sp>
    </p:spTree>
    <p:extLst>
      <p:ext uri="{BB962C8B-B14F-4D97-AF65-F5344CB8AC3E}">
        <p14:creationId xmlns:p14="http://schemas.microsoft.com/office/powerpoint/2010/main" val="31625632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4A7C90AF-F5BA-433C-BA7A-6C0E64B92EBF}"/>
              </a:ext>
            </a:extLst>
          </p:cNvPr>
          <p:cNvSpPr/>
          <p:nvPr/>
        </p:nvSpPr>
        <p:spPr>
          <a:xfrm>
            <a:off x="810599" y="3230039"/>
            <a:ext cx="2057400" cy="2213659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7A92786-7EFE-42BD-B9AC-06948727F31C}"/>
              </a:ext>
            </a:extLst>
          </p:cNvPr>
          <p:cNvSpPr txBox="1"/>
          <p:nvPr/>
        </p:nvSpPr>
        <p:spPr>
          <a:xfrm>
            <a:off x="1453183" y="3290806"/>
            <a:ext cx="818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Auto 1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5F77F34-067C-4BE1-B2C0-7CF0DEC76D32}"/>
              </a:ext>
            </a:extLst>
          </p:cNvPr>
          <p:cNvSpPr txBox="1"/>
          <p:nvPr/>
        </p:nvSpPr>
        <p:spPr>
          <a:xfrm>
            <a:off x="934569" y="4090253"/>
            <a:ext cx="1809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Velocità = 0</a:t>
            </a:r>
          </a:p>
          <a:p>
            <a:r>
              <a:rPr lang="it-IT" b="1" dirty="0">
                <a:solidFill>
                  <a:schemeClr val="bg1"/>
                </a:solidFill>
              </a:rPr>
              <a:t>Colore = rosso</a:t>
            </a:r>
          </a:p>
          <a:p>
            <a:r>
              <a:rPr lang="it-IT" b="1" dirty="0" err="1">
                <a:solidFill>
                  <a:schemeClr val="bg1"/>
                </a:solidFill>
              </a:rPr>
              <a:t>Num</a:t>
            </a:r>
            <a:r>
              <a:rPr lang="it-IT" b="1" dirty="0">
                <a:solidFill>
                  <a:schemeClr val="bg1"/>
                </a:solidFill>
              </a:rPr>
              <a:t>. porte = 5</a:t>
            </a:r>
          </a:p>
          <a:p>
            <a:r>
              <a:rPr lang="it-IT" b="1" dirty="0">
                <a:solidFill>
                  <a:schemeClr val="bg1"/>
                </a:solidFill>
              </a:rPr>
              <a:t>….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6B293A30-F6EF-459E-A9C0-721E235F6C16}"/>
              </a:ext>
            </a:extLst>
          </p:cNvPr>
          <p:cNvCxnSpPr/>
          <p:nvPr/>
        </p:nvCxnSpPr>
        <p:spPr>
          <a:xfrm>
            <a:off x="810599" y="3851725"/>
            <a:ext cx="205740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6578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4A7C90AF-F5BA-433C-BA7A-6C0E64B92EBF}"/>
              </a:ext>
            </a:extLst>
          </p:cNvPr>
          <p:cNvSpPr/>
          <p:nvPr/>
        </p:nvSpPr>
        <p:spPr>
          <a:xfrm>
            <a:off x="810599" y="3230039"/>
            <a:ext cx="2057400" cy="2213659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7A92786-7EFE-42BD-B9AC-06948727F31C}"/>
              </a:ext>
            </a:extLst>
          </p:cNvPr>
          <p:cNvSpPr txBox="1"/>
          <p:nvPr/>
        </p:nvSpPr>
        <p:spPr>
          <a:xfrm>
            <a:off x="1453183" y="3290806"/>
            <a:ext cx="818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Auto 1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5F77F34-067C-4BE1-B2C0-7CF0DEC76D32}"/>
              </a:ext>
            </a:extLst>
          </p:cNvPr>
          <p:cNvSpPr txBox="1"/>
          <p:nvPr/>
        </p:nvSpPr>
        <p:spPr>
          <a:xfrm>
            <a:off x="934569" y="4090253"/>
            <a:ext cx="1809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Velocità = 0</a:t>
            </a:r>
          </a:p>
          <a:p>
            <a:r>
              <a:rPr lang="it-IT" b="1" dirty="0">
                <a:solidFill>
                  <a:schemeClr val="bg1"/>
                </a:solidFill>
              </a:rPr>
              <a:t>Colore = rosso</a:t>
            </a:r>
          </a:p>
          <a:p>
            <a:r>
              <a:rPr lang="it-IT" b="1" dirty="0" err="1">
                <a:solidFill>
                  <a:schemeClr val="bg1"/>
                </a:solidFill>
              </a:rPr>
              <a:t>Num</a:t>
            </a:r>
            <a:r>
              <a:rPr lang="it-IT" b="1" dirty="0">
                <a:solidFill>
                  <a:schemeClr val="bg1"/>
                </a:solidFill>
              </a:rPr>
              <a:t>. porte = 5</a:t>
            </a:r>
          </a:p>
          <a:p>
            <a:r>
              <a:rPr lang="it-IT" b="1" dirty="0">
                <a:solidFill>
                  <a:schemeClr val="bg1"/>
                </a:solidFill>
              </a:rPr>
              <a:t>….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6B293A30-F6EF-459E-A9C0-721E235F6C16}"/>
              </a:ext>
            </a:extLst>
          </p:cNvPr>
          <p:cNvCxnSpPr/>
          <p:nvPr/>
        </p:nvCxnSpPr>
        <p:spPr>
          <a:xfrm>
            <a:off x="810599" y="3851725"/>
            <a:ext cx="205740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Rettangolo 2">
            <a:extLst>
              <a:ext uri="{FF2B5EF4-FFF2-40B4-BE49-F238E27FC236}">
                <a16:creationId xmlns:a16="http://schemas.microsoft.com/office/drawing/2014/main" id="{4BF7A721-6FAF-430A-9119-13C5CFAF06D9}"/>
              </a:ext>
            </a:extLst>
          </p:cNvPr>
          <p:cNvSpPr/>
          <p:nvPr/>
        </p:nvSpPr>
        <p:spPr>
          <a:xfrm>
            <a:off x="1095607" y="2125267"/>
            <a:ext cx="720926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100" dirty="0"/>
              <a:t>Mediante il metodo ‘’accelera()’’ posso modificare lo stato dell’oggetto auto_1.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6E5C5778-600B-424B-BAAC-4DDC6AA2E993}"/>
              </a:ext>
            </a:extLst>
          </p:cNvPr>
          <p:cNvSpPr/>
          <p:nvPr/>
        </p:nvSpPr>
        <p:spPr>
          <a:xfrm>
            <a:off x="3390565" y="3344335"/>
            <a:ext cx="2331407" cy="58543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BA08CBC-292A-4514-BD57-7463A11D1A56}"/>
              </a:ext>
            </a:extLst>
          </p:cNvPr>
          <p:cNvSpPr txBox="1"/>
          <p:nvPr/>
        </p:nvSpPr>
        <p:spPr>
          <a:xfrm>
            <a:off x="3443766" y="3472486"/>
            <a:ext cx="23775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auto_1.accelera(60)</a:t>
            </a:r>
            <a:endParaRPr lang="en-GB" sz="1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6698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4A7C90AF-F5BA-433C-BA7A-6C0E64B92EBF}"/>
              </a:ext>
            </a:extLst>
          </p:cNvPr>
          <p:cNvSpPr/>
          <p:nvPr/>
        </p:nvSpPr>
        <p:spPr>
          <a:xfrm>
            <a:off x="810599" y="3230039"/>
            <a:ext cx="2057400" cy="2213659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7A92786-7EFE-42BD-B9AC-06948727F31C}"/>
              </a:ext>
            </a:extLst>
          </p:cNvPr>
          <p:cNvSpPr txBox="1"/>
          <p:nvPr/>
        </p:nvSpPr>
        <p:spPr>
          <a:xfrm>
            <a:off x="1453183" y="3290806"/>
            <a:ext cx="818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Auto 1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5F77F34-067C-4BE1-B2C0-7CF0DEC76D32}"/>
              </a:ext>
            </a:extLst>
          </p:cNvPr>
          <p:cNvSpPr txBox="1"/>
          <p:nvPr/>
        </p:nvSpPr>
        <p:spPr>
          <a:xfrm>
            <a:off x="934569" y="4090253"/>
            <a:ext cx="1809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Velocità = 0</a:t>
            </a:r>
          </a:p>
          <a:p>
            <a:r>
              <a:rPr lang="it-IT" b="1" dirty="0">
                <a:solidFill>
                  <a:schemeClr val="bg1"/>
                </a:solidFill>
              </a:rPr>
              <a:t>Colore = rosso</a:t>
            </a:r>
          </a:p>
          <a:p>
            <a:r>
              <a:rPr lang="it-IT" b="1" dirty="0" err="1">
                <a:solidFill>
                  <a:schemeClr val="bg1"/>
                </a:solidFill>
              </a:rPr>
              <a:t>Num</a:t>
            </a:r>
            <a:r>
              <a:rPr lang="it-IT" b="1" dirty="0">
                <a:solidFill>
                  <a:schemeClr val="bg1"/>
                </a:solidFill>
              </a:rPr>
              <a:t>. porte = 5</a:t>
            </a:r>
          </a:p>
          <a:p>
            <a:r>
              <a:rPr lang="it-IT" b="1" dirty="0">
                <a:solidFill>
                  <a:schemeClr val="bg1"/>
                </a:solidFill>
              </a:rPr>
              <a:t>….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6B293A30-F6EF-459E-A9C0-721E235F6C16}"/>
              </a:ext>
            </a:extLst>
          </p:cNvPr>
          <p:cNvCxnSpPr/>
          <p:nvPr/>
        </p:nvCxnSpPr>
        <p:spPr>
          <a:xfrm>
            <a:off x="810599" y="3851725"/>
            <a:ext cx="205740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438AF319-1082-4B42-A146-2FB045FF4EA3}"/>
              </a:ext>
            </a:extLst>
          </p:cNvPr>
          <p:cNvSpPr/>
          <p:nvPr/>
        </p:nvSpPr>
        <p:spPr>
          <a:xfrm>
            <a:off x="6247470" y="3224830"/>
            <a:ext cx="2057400" cy="2213659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A051D0E7-1AE5-426D-B83A-04AFDEDC1C5D}"/>
              </a:ext>
            </a:extLst>
          </p:cNvPr>
          <p:cNvSpPr txBox="1"/>
          <p:nvPr/>
        </p:nvSpPr>
        <p:spPr>
          <a:xfrm>
            <a:off x="6890054" y="3285597"/>
            <a:ext cx="818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Auto 1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39CF9C4-B125-484E-94B9-3FEAFFDFA7CE}"/>
              </a:ext>
            </a:extLst>
          </p:cNvPr>
          <p:cNvSpPr txBox="1"/>
          <p:nvPr/>
        </p:nvSpPr>
        <p:spPr>
          <a:xfrm>
            <a:off x="6371440" y="4085044"/>
            <a:ext cx="1809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Velocità = 60</a:t>
            </a:r>
          </a:p>
          <a:p>
            <a:r>
              <a:rPr lang="it-IT" b="1" dirty="0">
                <a:solidFill>
                  <a:schemeClr val="bg1"/>
                </a:solidFill>
              </a:rPr>
              <a:t>Colore = rosso</a:t>
            </a:r>
          </a:p>
          <a:p>
            <a:r>
              <a:rPr lang="it-IT" b="1" dirty="0" err="1">
                <a:solidFill>
                  <a:schemeClr val="bg1"/>
                </a:solidFill>
              </a:rPr>
              <a:t>Num</a:t>
            </a:r>
            <a:r>
              <a:rPr lang="it-IT" b="1" dirty="0">
                <a:solidFill>
                  <a:schemeClr val="bg1"/>
                </a:solidFill>
              </a:rPr>
              <a:t>. porte = 5</a:t>
            </a:r>
          </a:p>
          <a:p>
            <a:r>
              <a:rPr lang="it-IT" b="1" dirty="0">
                <a:solidFill>
                  <a:schemeClr val="bg1"/>
                </a:solidFill>
              </a:rPr>
              <a:t>….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3ED9EE99-8C65-4D85-8867-26F2DB809335}"/>
              </a:ext>
            </a:extLst>
          </p:cNvPr>
          <p:cNvCxnSpPr/>
          <p:nvPr/>
        </p:nvCxnSpPr>
        <p:spPr>
          <a:xfrm>
            <a:off x="6247470" y="3846516"/>
            <a:ext cx="205740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79633EE0-EC5E-40B0-8BFA-84EF888E4210}"/>
              </a:ext>
            </a:extLst>
          </p:cNvPr>
          <p:cNvSpPr/>
          <p:nvPr/>
        </p:nvSpPr>
        <p:spPr>
          <a:xfrm>
            <a:off x="3390565" y="3344335"/>
            <a:ext cx="2331407" cy="58543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5A70DB8-1955-4CF7-9498-CB93F308A4AA}"/>
              </a:ext>
            </a:extLst>
          </p:cNvPr>
          <p:cNvSpPr txBox="1"/>
          <p:nvPr/>
        </p:nvSpPr>
        <p:spPr>
          <a:xfrm>
            <a:off x="3443766" y="3472486"/>
            <a:ext cx="23775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auto_1.accelera(60)</a:t>
            </a:r>
            <a:endParaRPr lang="en-GB" sz="1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5BE49751-C290-4238-9041-5D905F7318D4}"/>
              </a:ext>
            </a:extLst>
          </p:cNvPr>
          <p:cNvSpPr/>
          <p:nvPr/>
        </p:nvSpPr>
        <p:spPr>
          <a:xfrm>
            <a:off x="3469427" y="4104955"/>
            <a:ext cx="2251722" cy="56871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BF92681F-DFDB-4FD4-89A0-98FD6E66DB1A}"/>
              </a:ext>
            </a:extLst>
          </p:cNvPr>
          <p:cNvSpPr/>
          <p:nvPr/>
        </p:nvSpPr>
        <p:spPr>
          <a:xfrm>
            <a:off x="1095607" y="2125267"/>
            <a:ext cx="720926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100" dirty="0"/>
              <a:t>Mediante il metodo ‘’accelera()’’ posso modificare lo stato dell’oggetto auto_1.</a:t>
            </a:r>
          </a:p>
        </p:txBody>
      </p:sp>
    </p:spTree>
    <p:extLst>
      <p:ext uri="{BB962C8B-B14F-4D97-AF65-F5344CB8AC3E}">
        <p14:creationId xmlns:p14="http://schemas.microsoft.com/office/powerpoint/2010/main" val="20858203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2078309"/>
            <a:ext cx="7886700" cy="3771899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it-IT" dirty="0"/>
              <a:t>Un </a:t>
            </a:r>
            <a:r>
              <a:rPr lang="it-IT" b="1" dirty="0"/>
              <a:t>oggetto</a:t>
            </a:r>
            <a:r>
              <a:rPr lang="it-IT" dirty="0"/>
              <a:t> quindi è formato da </a:t>
            </a:r>
            <a:r>
              <a:rPr lang="it-IT" b="1" dirty="0"/>
              <a:t>attributi</a:t>
            </a:r>
            <a:r>
              <a:rPr lang="it-IT" dirty="0"/>
              <a:t> e </a:t>
            </a:r>
            <a:r>
              <a:rPr lang="it-IT" b="1" dirty="0"/>
              <a:t>metodi</a:t>
            </a:r>
            <a:r>
              <a:rPr lang="it-IT" dirty="0"/>
              <a:t>. 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Un </a:t>
            </a:r>
            <a:r>
              <a:rPr lang="it-IT" b="1" dirty="0"/>
              <a:t>programma ad oggetti</a:t>
            </a:r>
            <a:r>
              <a:rPr lang="it-IT" dirty="0"/>
              <a:t> è caratterizzato dalla presenza di </a:t>
            </a:r>
            <a:r>
              <a:rPr lang="it-IT" b="1" dirty="0"/>
              <a:t>tanti oggetti che comunicano</a:t>
            </a:r>
            <a:r>
              <a:rPr lang="it-IT" dirty="0"/>
              <a:t> e interagiscono tra loro (</a:t>
            </a:r>
            <a:r>
              <a:rPr lang="it-IT" b="1" dirty="0"/>
              <a:t>modello di sistema</a:t>
            </a:r>
            <a:r>
              <a:rPr lang="it-IT" dirty="0"/>
              <a:t>).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Nella OOP l’interazione tra oggetti avviene con un meccanismo chiamato </a:t>
            </a:r>
            <a:r>
              <a:rPr lang="it-IT" b="1" dirty="0"/>
              <a:t>scambio di messaggi</a:t>
            </a:r>
            <a:r>
              <a:rPr lang="it-IT" dirty="0"/>
              <a:t>. Un oggetto, inviando un messaggio ad un altro oggetto, può richiederne l’esecuzione di un metodo.</a:t>
            </a:r>
          </a:p>
        </p:txBody>
      </p:sp>
    </p:spTree>
    <p:extLst>
      <p:ext uri="{BB962C8B-B14F-4D97-AF65-F5344CB8AC3E}">
        <p14:creationId xmlns:p14="http://schemas.microsoft.com/office/powerpoint/2010/main" val="29272964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2078309"/>
            <a:ext cx="7886700" cy="3771899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it-IT" dirty="0"/>
              <a:t>Adesso che sappiamo cosa significa la programmazione OO e cos’è un oggetto, vediamo ora le caratteristiche fondamentali della OOP che la rendono così importante:</a:t>
            </a:r>
          </a:p>
          <a:p>
            <a:pPr marL="0" indent="0" algn="just">
              <a:buNone/>
            </a:pPr>
            <a:endParaRPr lang="it-IT" dirty="0"/>
          </a:p>
          <a:p>
            <a:pPr algn="just"/>
            <a:r>
              <a:rPr lang="it-IT" dirty="0"/>
              <a:t>Incapsulamento</a:t>
            </a:r>
          </a:p>
          <a:p>
            <a:pPr algn="just"/>
            <a:r>
              <a:rPr lang="it-IT" dirty="0"/>
              <a:t>Interfaccia di un oggetto</a:t>
            </a:r>
          </a:p>
          <a:p>
            <a:pPr algn="just"/>
            <a:r>
              <a:rPr lang="it-IT" dirty="0"/>
              <a:t>Classe</a:t>
            </a:r>
          </a:p>
          <a:p>
            <a:pPr algn="just"/>
            <a:r>
              <a:rPr lang="it-IT" dirty="0"/>
              <a:t>Ereditarietà</a:t>
            </a:r>
          </a:p>
          <a:p>
            <a:pPr algn="just"/>
            <a:r>
              <a:rPr lang="it-IT" dirty="0"/>
              <a:t>Polimorfismo</a:t>
            </a:r>
          </a:p>
          <a:p>
            <a:pPr algn="just"/>
            <a:r>
              <a:rPr lang="it-IT" dirty="0"/>
              <a:t>Collegamento dinamico</a:t>
            </a:r>
          </a:p>
        </p:txBody>
      </p:sp>
    </p:spTree>
    <p:extLst>
      <p:ext uri="{BB962C8B-B14F-4D97-AF65-F5344CB8AC3E}">
        <p14:creationId xmlns:p14="http://schemas.microsoft.com/office/powerpoint/2010/main" val="1178965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2078309"/>
            <a:ext cx="7886700" cy="3771899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it-IT" dirty="0"/>
              <a:t>Il termine </a:t>
            </a:r>
            <a:r>
              <a:rPr lang="it-IT" b="1" i="1" dirty="0"/>
              <a:t>incapsulamento</a:t>
            </a:r>
            <a:r>
              <a:rPr lang="it-IT" dirty="0"/>
              <a:t> indica la proprietà degli oggetti di incorporare al loro interno sia gli attributi che i metodi, cioè le caratteristiche ed i comportamenti dell’oggetto.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Si dice che gli attributi e i metodi sono </a:t>
            </a:r>
            <a:r>
              <a:rPr lang="it-IT" i="1" dirty="0"/>
              <a:t>incapsulati</a:t>
            </a:r>
            <a:r>
              <a:rPr lang="it-IT" dirty="0"/>
              <a:t> nell’oggetto. In questo modo tutte le informazioni utili che riguardano un oggetto sono ben localizzate.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L’incapsulamento non va confuso con l’</a:t>
            </a:r>
            <a:r>
              <a:rPr lang="it-IT" b="1" i="1" dirty="0"/>
              <a:t>information </a:t>
            </a:r>
            <a:r>
              <a:rPr lang="it-IT" b="1" i="1" dirty="0" err="1"/>
              <a:t>hiding</a:t>
            </a:r>
            <a:r>
              <a:rPr lang="it-IT" dirty="0"/>
              <a:t>, che consiste nel nascondere all’esterno i dettagli implementativi dei metodi di un oggetto.</a:t>
            </a:r>
          </a:p>
          <a:p>
            <a:pPr marL="0" indent="0" algn="just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079404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1700808"/>
            <a:ext cx="7886700" cy="4536504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it-IT" dirty="0"/>
              <a:t>Riassumendo possiamo dire che: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Un </a:t>
            </a:r>
            <a:r>
              <a:rPr lang="it-IT" b="1" dirty="0"/>
              <a:t>oggetto</a:t>
            </a:r>
            <a:r>
              <a:rPr lang="it-IT" dirty="0"/>
              <a:t> è costituito da un insieme di </a:t>
            </a:r>
            <a:r>
              <a:rPr lang="it-IT" b="1" dirty="0"/>
              <a:t>metodi</a:t>
            </a:r>
            <a:r>
              <a:rPr lang="it-IT" dirty="0"/>
              <a:t> e </a:t>
            </a:r>
            <a:r>
              <a:rPr lang="it-IT" b="1" dirty="0"/>
              <a:t>attributi</a:t>
            </a:r>
            <a:r>
              <a:rPr lang="it-IT" dirty="0"/>
              <a:t> </a:t>
            </a:r>
            <a:r>
              <a:rPr lang="it-IT" b="1" dirty="0"/>
              <a:t>incapsulati</a:t>
            </a:r>
            <a:r>
              <a:rPr lang="it-IT" dirty="0"/>
              <a:t> nell’oggetto. Gli oggetti interagiscono sfruttando i </a:t>
            </a:r>
            <a:r>
              <a:rPr lang="it-IT" b="1" dirty="0"/>
              <a:t>messaggi</a:t>
            </a:r>
            <a:r>
              <a:rPr lang="it-IT" dirty="0"/>
              <a:t>, che costituiscono </a:t>
            </a:r>
            <a:r>
              <a:rPr lang="it-IT" b="1" dirty="0"/>
              <a:t>l’interfaccia</a:t>
            </a:r>
            <a:r>
              <a:rPr lang="it-IT" dirty="0"/>
              <a:t> dell’oggetto. L’interfaccia non consente di vedere come sono implementati i metodi, ma permette il loro utilizzo.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Le classi ci permettono di definire dei </a:t>
            </a:r>
            <a:r>
              <a:rPr lang="it-IT" b="1" dirty="0"/>
              <a:t>tipi di dati astratti</a:t>
            </a:r>
            <a:r>
              <a:rPr lang="it-IT" dirty="0"/>
              <a:t> (TDA).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636168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9577"/>
            <a:ext cx="7886700" cy="4882554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it-IT" dirty="0"/>
              <a:t>Non sempre occorre partire dal nulla nel costruire una classe, soprattutto se si dispone già di una classe che è simile a quella che si vuole costruire. In questo caso si può pensare di </a:t>
            </a:r>
            <a:r>
              <a:rPr lang="it-IT" b="1" dirty="0"/>
              <a:t>estendere </a:t>
            </a:r>
            <a:r>
              <a:rPr lang="it-IT" dirty="0"/>
              <a:t>la classe già esistente per adattarla alle nostre necessità.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L’</a:t>
            </a:r>
            <a:r>
              <a:rPr lang="it-IT" b="1" dirty="0"/>
              <a:t>ereditarietà</a:t>
            </a:r>
            <a:r>
              <a:rPr lang="it-IT" dirty="0"/>
              <a:t> è lo strumento che permette di costruire nuove classi utilizzando quelle già sviluppate.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Quando una classe viene creata in questo modo, riceve tutti gli attributi ed i metodi della classe generatrice (li eredita). La classe generata sarà quindi costituita da tutti gli attributi e i metodi della classe generatrice più tutti quelli nuovi che saranno definiti.</a:t>
            </a:r>
          </a:p>
        </p:txBody>
      </p:sp>
    </p:spTree>
    <p:extLst>
      <p:ext uri="{BB962C8B-B14F-4D97-AF65-F5344CB8AC3E}">
        <p14:creationId xmlns:p14="http://schemas.microsoft.com/office/powerpoint/2010/main" val="27380485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49" y="1700808"/>
            <a:ext cx="7886700" cy="37718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800" dirty="0"/>
              <a:t>La classe che è stata derivata prende il nome di </a:t>
            </a:r>
            <a:r>
              <a:rPr lang="it-IT" sz="2800" b="1" dirty="0"/>
              <a:t>sottoclasse</a:t>
            </a:r>
            <a:r>
              <a:rPr lang="it-IT" sz="2800" dirty="0"/>
              <a:t>, mentre la classe generatrice si chiama </a:t>
            </a:r>
            <a:r>
              <a:rPr lang="it-IT" sz="2800" b="1" dirty="0" err="1"/>
              <a:t>sopraclasse</a:t>
            </a:r>
            <a:r>
              <a:rPr lang="it-IT" sz="2800" dirty="0"/>
              <a:t>.</a:t>
            </a:r>
          </a:p>
          <a:p>
            <a:pPr marL="0" indent="0" algn="just">
              <a:buNone/>
            </a:pPr>
            <a:endParaRPr lang="it-IT" sz="2800" dirty="0"/>
          </a:p>
          <a:p>
            <a:pPr marL="0" indent="0" algn="just">
              <a:buNone/>
            </a:pPr>
            <a:r>
              <a:rPr lang="it-IT" sz="2800" dirty="0"/>
              <a:t>Queste relazioni individuano una gerarchia che si può descrivere usando un </a:t>
            </a:r>
            <a:r>
              <a:rPr lang="it-IT" sz="2800" b="1" dirty="0"/>
              <a:t>grafo di gerarchia</a:t>
            </a:r>
            <a:r>
              <a:rPr lang="it-IT" sz="2800" dirty="0"/>
              <a:t>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A5EDBB98-7B81-43D6-A914-71A6E8D27E43}"/>
              </a:ext>
            </a:extLst>
          </p:cNvPr>
          <p:cNvSpPr/>
          <p:nvPr/>
        </p:nvSpPr>
        <p:spPr>
          <a:xfrm>
            <a:off x="3727295" y="4814292"/>
            <a:ext cx="168941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Mezzi di trasporto</a:t>
            </a:r>
            <a:endParaRPr lang="en-GB" sz="1500" b="1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2193E8B-7619-4A4D-97F7-BEE2721418AD}"/>
              </a:ext>
            </a:extLst>
          </p:cNvPr>
          <p:cNvSpPr/>
          <p:nvPr/>
        </p:nvSpPr>
        <p:spPr>
          <a:xfrm>
            <a:off x="2546660" y="5702207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Automobile</a:t>
            </a:r>
            <a:endParaRPr lang="en-GB" sz="1500" b="1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512E26E-7789-4600-B93C-5038BEF4D5B9}"/>
              </a:ext>
            </a:extLst>
          </p:cNvPr>
          <p:cNvSpPr/>
          <p:nvPr/>
        </p:nvSpPr>
        <p:spPr>
          <a:xfrm>
            <a:off x="4132921" y="5702207"/>
            <a:ext cx="770828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Moto</a:t>
            </a:r>
            <a:endParaRPr lang="en-GB" sz="1500" b="1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C1C15DB-8993-4DAF-98A7-DD3B54F4C0D7}"/>
              </a:ext>
            </a:extLst>
          </p:cNvPr>
          <p:cNvSpPr/>
          <p:nvPr/>
        </p:nvSpPr>
        <p:spPr>
          <a:xfrm>
            <a:off x="5337252" y="5702207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Autobus</a:t>
            </a:r>
            <a:endParaRPr lang="en-GB" sz="1500" b="1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A0F99271-4320-49DD-8760-0493253474C1}"/>
              </a:ext>
            </a:extLst>
          </p:cNvPr>
          <p:cNvCxnSpPr>
            <a:stCxn id="6" idx="0"/>
          </p:cNvCxnSpPr>
          <p:nvPr/>
        </p:nvCxnSpPr>
        <p:spPr>
          <a:xfrm flipV="1">
            <a:off x="3190643" y="5224099"/>
            <a:ext cx="536653" cy="478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48A95ECC-F659-4C0A-9467-3E2C383E241E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5416705" y="5190647"/>
            <a:ext cx="564530" cy="5115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22B89788-8089-4BE3-A17A-332F2140DB16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4485579" y="5224099"/>
            <a:ext cx="32756" cy="478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9775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71487"/>
            <a:ext cx="7886700" cy="37718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800" dirty="0"/>
              <a:t>La nuova classe si differenzia dalla </a:t>
            </a:r>
            <a:r>
              <a:rPr lang="it-IT" sz="2800" dirty="0" err="1"/>
              <a:t>sopraclasse</a:t>
            </a:r>
            <a:r>
              <a:rPr lang="it-IT" sz="2800" dirty="0"/>
              <a:t> in due modi:</a:t>
            </a:r>
          </a:p>
          <a:p>
            <a:pPr algn="just"/>
            <a:r>
              <a:rPr lang="it-IT" sz="2800" dirty="0"/>
              <a:t>Per estensione: aggiungendo nuovi attributi e metodi</a:t>
            </a:r>
          </a:p>
          <a:p>
            <a:pPr algn="just"/>
            <a:r>
              <a:rPr lang="it-IT" sz="2800" dirty="0"/>
              <a:t>Per ridefinizione: modificando i metodi ereditati, specificando una implementazione diversa di un metodo (</a:t>
            </a:r>
            <a:r>
              <a:rPr lang="it-IT" sz="2800" dirty="0" err="1"/>
              <a:t>override</a:t>
            </a:r>
            <a:r>
              <a:rPr lang="it-IT" sz="2800" dirty="0"/>
              <a:t>, </a:t>
            </a:r>
            <a:r>
              <a:rPr lang="it-IT" sz="2800" dirty="0" err="1"/>
              <a:t>overload</a:t>
            </a:r>
            <a:r>
              <a:rPr lang="it-IT" sz="2800" dirty="0"/>
              <a:t>)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A5EDBB98-7B81-43D6-A914-71A6E8D27E43}"/>
              </a:ext>
            </a:extLst>
          </p:cNvPr>
          <p:cNvSpPr/>
          <p:nvPr/>
        </p:nvSpPr>
        <p:spPr>
          <a:xfrm>
            <a:off x="4067944" y="5043613"/>
            <a:ext cx="168941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Mezzi di trasporto</a:t>
            </a:r>
            <a:endParaRPr lang="en-GB" sz="1500" b="1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2193E8B-7619-4A4D-97F7-BEE2721418AD}"/>
              </a:ext>
            </a:extLst>
          </p:cNvPr>
          <p:cNvSpPr/>
          <p:nvPr/>
        </p:nvSpPr>
        <p:spPr>
          <a:xfrm>
            <a:off x="2887309" y="5931528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Automobile</a:t>
            </a:r>
            <a:endParaRPr lang="en-GB" sz="1500" b="1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512E26E-7789-4600-B93C-5038BEF4D5B9}"/>
              </a:ext>
            </a:extLst>
          </p:cNvPr>
          <p:cNvSpPr/>
          <p:nvPr/>
        </p:nvSpPr>
        <p:spPr>
          <a:xfrm>
            <a:off x="4473570" y="5931528"/>
            <a:ext cx="770828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Moto</a:t>
            </a:r>
            <a:endParaRPr lang="en-GB" sz="1500" b="1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C1C15DB-8993-4DAF-98A7-DD3B54F4C0D7}"/>
              </a:ext>
            </a:extLst>
          </p:cNvPr>
          <p:cNvSpPr/>
          <p:nvPr/>
        </p:nvSpPr>
        <p:spPr>
          <a:xfrm>
            <a:off x="5677901" y="5931528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Autobus</a:t>
            </a:r>
            <a:endParaRPr lang="en-GB" sz="1500" b="1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A0F99271-4320-49DD-8760-0493253474C1}"/>
              </a:ext>
            </a:extLst>
          </p:cNvPr>
          <p:cNvCxnSpPr>
            <a:stCxn id="6" idx="0"/>
          </p:cNvCxnSpPr>
          <p:nvPr/>
        </p:nvCxnSpPr>
        <p:spPr>
          <a:xfrm flipV="1">
            <a:off x="3531292" y="5453420"/>
            <a:ext cx="536653" cy="478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48A95ECC-F659-4C0A-9467-3E2C383E241E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5757354" y="5419968"/>
            <a:ext cx="564530" cy="5115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22B89788-8089-4BE3-A17A-332F2140DB16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4826228" y="5453420"/>
            <a:ext cx="32756" cy="478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5161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743D0BE5-8D7D-4A13-9FC7-75AD516EB0CD}"/>
              </a:ext>
            </a:extLst>
          </p:cNvPr>
          <p:cNvSpPr/>
          <p:nvPr/>
        </p:nvSpPr>
        <p:spPr>
          <a:xfrm>
            <a:off x="2053915" y="3812324"/>
            <a:ext cx="168941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Mezzi a motore</a:t>
            </a:r>
            <a:endParaRPr lang="en-GB" sz="1500" b="1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C66A388-3566-49CA-8995-D6FAB6741EAC}"/>
              </a:ext>
            </a:extLst>
          </p:cNvPr>
          <p:cNvSpPr/>
          <p:nvPr/>
        </p:nvSpPr>
        <p:spPr>
          <a:xfrm>
            <a:off x="873279" y="4700240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Automobile</a:t>
            </a:r>
            <a:endParaRPr lang="en-GB" sz="1500" b="1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31AD0E46-5E5C-443E-8E4B-5424D1C89186}"/>
              </a:ext>
            </a:extLst>
          </p:cNvPr>
          <p:cNvSpPr/>
          <p:nvPr/>
        </p:nvSpPr>
        <p:spPr>
          <a:xfrm>
            <a:off x="2459540" y="4700240"/>
            <a:ext cx="770828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Moto</a:t>
            </a:r>
            <a:endParaRPr lang="en-GB" sz="1500" b="1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B1EFBFB-4D33-4AF7-A762-BA91FCE404F6}"/>
              </a:ext>
            </a:extLst>
          </p:cNvPr>
          <p:cNvSpPr/>
          <p:nvPr/>
        </p:nvSpPr>
        <p:spPr>
          <a:xfrm>
            <a:off x="4360130" y="4700240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Autobus</a:t>
            </a:r>
            <a:endParaRPr lang="en-GB" sz="1500" b="1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ADB7E7CA-BB53-421F-B101-301229944B40}"/>
              </a:ext>
            </a:extLst>
          </p:cNvPr>
          <p:cNvCxnSpPr>
            <a:stCxn id="6" idx="0"/>
          </p:cNvCxnSpPr>
          <p:nvPr/>
        </p:nvCxnSpPr>
        <p:spPr>
          <a:xfrm flipV="1">
            <a:off x="1517262" y="4222132"/>
            <a:ext cx="536653" cy="478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137BB83B-8418-4FDE-9C7E-318D069F4285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3881321" y="4121769"/>
            <a:ext cx="1122793" cy="5784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EC607677-538B-4B64-9B3E-D70AE80F9E10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2812198" y="4222132"/>
            <a:ext cx="32756" cy="478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ettangolo 11">
            <a:extLst>
              <a:ext uri="{FF2B5EF4-FFF2-40B4-BE49-F238E27FC236}">
                <a16:creationId xmlns:a16="http://schemas.microsoft.com/office/drawing/2014/main" id="{134B4566-D0C8-4BAF-9217-11163CF7B79F}"/>
              </a:ext>
            </a:extLst>
          </p:cNvPr>
          <p:cNvSpPr/>
          <p:nvPr/>
        </p:nvSpPr>
        <p:spPr>
          <a:xfrm>
            <a:off x="3753082" y="2391937"/>
            <a:ext cx="168941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Mezzi di trasporto</a:t>
            </a:r>
            <a:endParaRPr lang="en-GB" sz="1500" b="1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20A45AC-8616-4061-8CDE-942E8825249A}"/>
              </a:ext>
            </a:extLst>
          </p:cNvPr>
          <p:cNvSpPr/>
          <p:nvPr/>
        </p:nvSpPr>
        <p:spPr>
          <a:xfrm>
            <a:off x="6241200" y="3778869"/>
            <a:ext cx="2030914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Mezzi non a motore</a:t>
            </a:r>
            <a:endParaRPr lang="en-GB" sz="1500" b="1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EE429C5C-FAC4-44E7-8A42-BDB5F076E833}"/>
              </a:ext>
            </a:extLst>
          </p:cNvPr>
          <p:cNvSpPr/>
          <p:nvPr/>
        </p:nvSpPr>
        <p:spPr>
          <a:xfrm>
            <a:off x="6066266" y="4666784"/>
            <a:ext cx="949943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Bicicletta</a:t>
            </a:r>
            <a:endParaRPr lang="en-GB" sz="1500" b="1" dirty="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5C11F9EA-2A5F-4892-AFD3-6820CDE243C8}"/>
              </a:ext>
            </a:extLst>
          </p:cNvPr>
          <p:cNvSpPr/>
          <p:nvPr/>
        </p:nvSpPr>
        <p:spPr>
          <a:xfrm>
            <a:off x="7449713" y="4666784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Cavallo</a:t>
            </a:r>
            <a:endParaRPr lang="en-GB" sz="1500" b="1" dirty="0"/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AB31AA9F-8003-4B01-A846-AB16DB6C7605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7734417" y="4155224"/>
            <a:ext cx="359279" cy="5115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35707F69-E1F9-4BD7-960B-E2ACDE482C25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6541238" y="4188677"/>
            <a:ext cx="56802" cy="4781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0A03DE82-B48E-4F92-A143-9C3DEFDD8CD6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2898620" y="2822656"/>
            <a:ext cx="1126970" cy="9896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83D519F3-AD82-48CC-9647-0F4E96A59521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5118413" y="2734837"/>
            <a:ext cx="2138244" cy="10440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4E75D14D-B35B-43A5-9A35-99AEA64C0BAB}"/>
              </a:ext>
            </a:extLst>
          </p:cNvPr>
          <p:cNvSpPr/>
          <p:nvPr/>
        </p:nvSpPr>
        <p:spPr>
          <a:xfrm>
            <a:off x="3426912" y="4709999"/>
            <a:ext cx="770828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Barca</a:t>
            </a:r>
            <a:endParaRPr lang="en-GB" sz="1500" b="1" dirty="0"/>
          </a:p>
        </p:txBody>
      </p: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8A12D1D3-195B-4558-B6EE-3C54CEC04896}"/>
              </a:ext>
            </a:extLst>
          </p:cNvPr>
          <p:cNvCxnSpPr>
            <a:cxnSpLocks/>
          </p:cNvCxnSpPr>
          <p:nvPr/>
        </p:nvCxnSpPr>
        <p:spPr>
          <a:xfrm flipH="1" flipV="1">
            <a:off x="3557936" y="4181013"/>
            <a:ext cx="32756" cy="478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4259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2078309"/>
            <a:ext cx="7886700" cy="37718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b="1" i="1" dirty="0"/>
              <a:t>Ereditarietà singola</a:t>
            </a:r>
          </a:p>
          <a:p>
            <a:pPr marL="0" indent="0" algn="just">
              <a:buNone/>
            </a:pPr>
            <a:endParaRPr lang="it-IT" b="1" i="1" dirty="0"/>
          </a:p>
          <a:p>
            <a:pPr marL="0" indent="0" algn="just">
              <a:buNone/>
            </a:pPr>
            <a:endParaRPr lang="it-IT" b="1" i="1" dirty="0"/>
          </a:p>
          <a:p>
            <a:pPr marL="0" indent="0" algn="just">
              <a:buNone/>
            </a:pPr>
            <a:endParaRPr lang="it-IT" b="1" i="1" dirty="0"/>
          </a:p>
          <a:p>
            <a:pPr marL="0" indent="0" algn="just">
              <a:buNone/>
            </a:pPr>
            <a:endParaRPr lang="it-IT" b="1" i="1" dirty="0"/>
          </a:p>
          <a:p>
            <a:pPr marL="0" indent="0" algn="just">
              <a:buNone/>
            </a:pPr>
            <a:r>
              <a:rPr lang="it-IT" b="1" i="1" dirty="0"/>
              <a:t>Ereditarietà multipla</a:t>
            </a:r>
          </a:p>
          <a:p>
            <a:pPr marL="0" indent="0" algn="just">
              <a:buNone/>
            </a:pPr>
            <a:endParaRPr lang="it-IT" b="1" i="1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A5EDBB98-7B81-43D6-A914-71A6E8D27E43}"/>
              </a:ext>
            </a:extLst>
          </p:cNvPr>
          <p:cNvSpPr/>
          <p:nvPr/>
        </p:nvSpPr>
        <p:spPr>
          <a:xfrm>
            <a:off x="5592466" y="1975190"/>
            <a:ext cx="168941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Mezzi di trasporto</a:t>
            </a:r>
            <a:endParaRPr lang="en-GB" sz="1500" b="1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2193E8B-7619-4A4D-97F7-BEE2721418AD}"/>
              </a:ext>
            </a:extLst>
          </p:cNvPr>
          <p:cNvSpPr/>
          <p:nvPr/>
        </p:nvSpPr>
        <p:spPr>
          <a:xfrm>
            <a:off x="4411831" y="2863105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Automobile</a:t>
            </a:r>
            <a:endParaRPr lang="en-GB" sz="1500" b="1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C1C15DB-8993-4DAF-98A7-DD3B54F4C0D7}"/>
              </a:ext>
            </a:extLst>
          </p:cNvPr>
          <p:cNvSpPr/>
          <p:nvPr/>
        </p:nvSpPr>
        <p:spPr>
          <a:xfrm>
            <a:off x="7202423" y="2863105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Autobus</a:t>
            </a:r>
            <a:endParaRPr lang="en-GB" sz="1500" b="1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A0F99271-4320-49DD-8760-0493253474C1}"/>
              </a:ext>
            </a:extLst>
          </p:cNvPr>
          <p:cNvCxnSpPr>
            <a:stCxn id="6" idx="0"/>
          </p:cNvCxnSpPr>
          <p:nvPr/>
        </p:nvCxnSpPr>
        <p:spPr>
          <a:xfrm flipV="1">
            <a:off x="5055814" y="2384997"/>
            <a:ext cx="536653" cy="478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48A95ECC-F659-4C0A-9467-3E2C383E241E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7281876" y="2351545"/>
            <a:ext cx="564530" cy="5115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ettangolo 11">
            <a:extLst>
              <a:ext uri="{FF2B5EF4-FFF2-40B4-BE49-F238E27FC236}">
                <a16:creationId xmlns:a16="http://schemas.microsoft.com/office/drawing/2014/main" id="{2249EE7F-57A4-4EA6-9E42-578E4690B487}"/>
              </a:ext>
            </a:extLst>
          </p:cNvPr>
          <p:cNvSpPr/>
          <p:nvPr/>
        </p:nvSpPr>
        <p:spPr>
          <a:xfrm>
            <a:off x="5784569" y="5810106"/>
            <a:ext cx="168941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Cavallo</a:t>
            </a:r>
            <a:endParaRPr lang="en-GB" sz="1500" b="1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8ED2B7D-68AF-4C9C-9E28-8F6CB864E94B}"/>
              </a:ext>
            </a:extLst>
          </p:cNvPr>
          <p:cNvSpPr/>
          <p:nvPr/>
        </p:nvSpPr>
        <p:spPr>
          <a:xfrm>
            <a:off x="4591515" y="4903428"/>
            <a:ext cx="1630739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Mezzi di trasporto</a:t>
            </a:r>
            <a:endParaRPr lang="en-GB" sz="1500" b="1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9AD9F8DB-E031-4345-B15C-F76FC08B46E4}"/>
              </a:ext>
            </a:extLst>
          </p:cNvPr>
          <p:cNvSpPr/>
          <p:nvPr/>
        </p:nvSpPr>
        <p:spPr>
          <a:xfrm>
            <a:off x="7398834" y="4895065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Animali</a:t>
            </a:r>
            <a:endParaRPr lang="en-GB" sz="1500" b="1" dirty="0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804DB268-4334-4976-A75D-F07B29CF18E8}"/>
              </a:ext>
            </a:extLst>
          </p:cNvPr>
          <p:cNvCxnSpPr>
            <a:cxnSpLocks/>
          </p:cNvCxnSpPr>
          <p:nvPr/>
        </p:nvCxnSpPr>
        <p:spPr>
          <a:xfrm flipV="1">
            <a:off x="7097055" y="5308303"/>
            <a:ext cx="536653" cy="478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D2BED88B-DE62-46E2-8AEE-74AB82F2A778}"/>
              </a:ext>
            </a:extLst>
          </p:cNvPr>
          <p:cNvCxnSpPr>
            <a:cxnSpLocks/>
          </p:cNvCxnSpPr>
          <p:nvPr/>
        </p:nvCxnSpPr>
        <p:spPr>
          <a:xfrm flipH="1" flipV="1">
            <a:off x="5592466" y="5274850"/>
            <a:ext cx="564530" cy="5115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786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1700808"/>
            <a:ext cx="7886700" cy="4320480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it-IT" sz="2400" dirty="0"/>
              <a:t>Considerando una relazione di ereditarietà, le sottoclassi hanno la possibilità di ridefinire i metodi ereditati (mantenendo lo stesso nome) oppure lasciarli inalterati perché già soddisfacenti.</a:t>
            </a:r>
          </a:p>
          <a:p>
            <a:pPr marL="0" indent="0" algn="just">
              <a:buNone/>
            </a:pPr>
            <a:endParaRPr lang="it-IT" sz="2400" dirty="0"/>
          </a:p>
          <a:p>
            <a:pPr marL="0" indent="0" algn="just">
              <a:buNone/>
            </a:pPr>
            <a:r>
              <a:rPr lang="it-IT" sz="2400" dirty="0"/>
              <a:t>Il </a:t>
            </a:r>
            <a:r>
              <a:rPr lang="it-IT" sz="2400" b="1" dirty="0"/>
              <a:t>polimorfismo</a:t>
            </a:r>
            <a:r>
              <a:rPr lang="it-IT" sz="2400" dirty="0"/>
              <a:t> indica la possibilità per i metodi di assumere forme, cioè implementazioni, diverse all’interno della gerarchia delle classi.</a:t>
            </a:r>
          </a:p>
          <a:p>
            <a:pPr marL="0" indent="0" algn="just">
              <a:buNone/>
            </a:pPr>
            <a:endParaRPr lang="it-IT" sz="2400" dirty="0"/>
          </a:p>
          <a:p>
            <a:pPr marL="0" indent="0" algn="just">
              <a:buNone/>
            </a:pPr>
            <a:r>
              <a:rPr lang="it-IT" sz="2400" i="1" u="sng" dirty="0"/>
              <a:t>Esempio: </a:t>
            </a:r>
            <a:r>
              <a:rPr lang="it-IT" sz="2400" dirty="0"/>
              <a:t>tutti i veicoli a motore possiedono il metodo ‘’accelera’’. Le sottoclassi ‘’automobile’’ e ‘’moto’’ è probabile che lo ridefiniscano per adeguarlo alle particolari esigenze (es. pedale vs. manopola).</a:t>
            </a:r>
            <a:endParaRPr lang="it-IT" sz="2400" i="1" dirty="0"/>
          </a:p>
        </p:txBody>
      </p:sp>
    </p:spTree>
    <p:extLst>
      <p:ext uri="{BB962C8B-B14F-4D97-AF65-F5344CB8AC3E}">
        <p14:creationId xmlns:p14="http://schemas.microsoft.com/office/powerpoint/2010/main" val="3331784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1628800"/>
            <a:ext cx="7886700" cy="4680519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it-IT" dirty="0"/>
              <a:t>Durante l’esecuzione del programma, un’istanza della classe ‘’veicoli a motore’’ può rappresentare sia una ‘’automobile’’ che una ‘’moto’’.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Quando viene richiesta l’attivazione del metodo ‘’accelera’’ è importante garantire che, tra tutte le implementazioni, venga scelta quella corretta.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Il </a:t>
            </a:r>
            <a:r>
              <a:rPr lang="it-IT" b="1" dirty="0"/>
              <a:t>collegamento dinamico</a:t>
            </a:r>
            <a:r>
              <a:rPr lang="it-IT" dirty="0"/>
              <a:t> è lo strumento utilizzato per la realizzazione del polimorfismo. È dinamico perché l’associazione tra l’oggetto e il metodo corretto da eseguire è effettuata a </a:t>
            </a:r>
            <a:r>
              <a:rPr lang="it-IT" b="1" i="1" dirty="0" err="1"/>
              <a:t>run</a:t>
            </a:r>
            <a:r>
              <a:rPr lang="it-IT" b="1" i="1" dirty="0"/>
              <a:t>-time</a:t>
            </a:r>
            <a:r>
              <a:rPr lang="it-IT" dirty="0"/>
              <a:t>, cioè durante l’esecuzione del programma.</a:t>
            </a:r>
          </a:p>
        </p:txBody>
      </p:sp>
    </p:spTree>
    <p:extLst>
      <p:ext uri="{BB962C8B-B14F-4D97-AF65-F5344CB8AC3E}">
        <p14:creationId xmlns:p14="http://schemas.microsoft.com/office/powerpoint/2010/main" val="21983397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Programmare ad oggetti (OOP)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1628801"/>
            <a:ext cx="7886700" cy="4221408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it-IT" dirty="0"/>
              <a:t>Abbiamo visto le proprietà e le caratteristiche principali della OOP. Questo paradigma di programmazione ha offerto un modo nuovo e potente per scrivere programmi.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Per programmare ad oggetti serve una nuova metodologia con cui affrontare i problemi, che possiamo riassumere nel seguente modo:</a:t>
            </a:r>
          </a:p>
          <a:p>
            <a:pPr marL="0" indent="0" algn="just">
              <a:buNone/>
            </a:pPr>
            <a:endParaRPr lang="it-IT" dirty="0"/>
          </a:p>
          <a:p>
            <a:pPr algn="just"/>
            <a:r>
              <a:rPr lang="it-IT" dirty="0"/>
              <a:t>Identificare gli oggetti che caratterizzano il modello del problema</a:t>
            </a:r>
          </a:p>
          <a:p>
            <a:pPr algn="just"/>
            <a:r>
              <a:rPr lang="it-IT" dirty="0"/>
              <a:t>Definire le classi indicando gli attributi e i metodi</a:t>
            </a:r>
          </a:p>
          <a:p>
            <a:pPr algn="just"/>
            <a:r>
              <a:rPr lang="it-IT" dirty="0"/>
              <a:t>Stabilire come gli oggetti interagiscono con gli altri</a:t>
            </a:r>
          </a:p>
        </p:txBody>
      </p:sp>
    </p:spTree>
    <p:extLst>
      <p:ext uri="{BB962C8B-B14F-4D97-AF65-F5344CB8AC3E}">
        <p14:creationId xmlns:p14="http://schemas.microsoft.com/office/powerpoint/2010/main" val="32768357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LINAME" val="ᕧᖀᕕᕾᕳᖅᖅᕻᕸᕻᕷᕶ"/>
  <p:tag name="DATETIME" val="ᕃᕁᕇᕁᕄᕂᕃᕄᔲᔲᕋᕌᕃᕂᕓᕟᔲᔺᕙᕟᕦᔽᕃᕌᕂᔻ"/>
  <p:tag name="DONEBY" val="ᕥᕦᕮᕘᖄᕳᖀᕵᕷᖅᕵᖁᔲᕤᕧᕠᕖᕡ"/>
  <p:tag name="IPADDRESS" val="ᕵᖆᖀᕂᕂᕇᕂᕄᕆ"/>
  <p:tag name="APPVER" val="ᕅᕀᕂ"/>
  <p:tag name="RANDOM" val="18"/>
  <p:tag name="CHECKSUM" val="ᕆᕉᕊᕉ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41E01CC-EFD7-4F96-89D5-0052D5D61B3A}"/>
</file>

<file path=customXml/itemProps2.xml><?xml version="1.0" encoding="utf-8"?>
<ds:datastoreItem xmlns:ds="http://schemas.openxmlformats.org/officeDocument/2006/customXml" ds:itemID="{C5AE0CA6-1A62-4EE1-A112-5EBC004CE003}"/>
</file>

<file path=customXml/itemProps3.xml><?xml version="1.0" encoding="utf-8"?>
<ds:datastoreItem xmlns:ds="http://schemas.openxmlformats.org/officeDocument/2006/customXml" ds:itemID="{5774BC47-863D-4E60-A48E-F02CAC209C3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2524</Words>
  <Application>Microsoft Office PowerPoint</Application>
  <PresentationFormat>Presentazione su schermo (4:3)</PresentationFormat>
  <Paragraphs>347</Paragraphs>
  <Slides>46</Slides>
  <Notes>41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46</vt:i4>
      </vt:variant>
    </vt:vector>
  </HeadingPairs>
  <TitlesOfParts>
    <vt:vector size="50" baseType="lpstr">
      <vt:lpstr>Arial</vt:lpstr>
      <vt:lpstr>Calibri</vt:lpstr>
      <vt:lpstr>Courier New</vt:lpstr>
      <vt:lpstr>Tema di Office</vt:lpstr>
      <vt:lpstr>Introduzione alla OOP Massimo Orazio Spata   massimo.spata@unict.it www.dmi.unict.it/spata/</vt:lpstr>
      <vt:lpstr>L’importanza dell’astrazione</vt:lpstr>
      <vt:lpstr>L’importanza dell’astrazione</vt:lpstr>
      <vt:lpstr>L’importanza dell’astrazione</vt:lpstr>
      <vt:lpstr>L’importanza dell’astrazione</vt:lpstr>
      <vt:lpstr>L’importanza dell’astrazione</vt:lpstr>
      <vt:lpstr>L’importanza dell’astrazione</vt:lpstr>
      <vt:lpstr>L’importanza dell’astrazione</vt:lpstr>
      <vt:lpstr>Identificare gli Oggetti</vt:lpstr>
      <vt:lpstr>Identificare gli Oggetti</vt:lpstr>
      <vt:lpstr>Progettare le Classi</vt:lpstr>
      <vt:lpstr>Superclassi e Sottoclassi</vt:lpstr>
      <vt:lpstr>Testare le relazioni comuni tra sottoclassi</vt:lpstr>
      <vt:lpstr>Programmazione procedurale vs. OOP</vt:lpstr>
      <vt:lpstr>Programmazione procedurale vs. OOP</vt:lpstr>
      <vt:lpstr>Programmazione procedurale vs. OOP</vt:lpstr>
      <vt:lpstr>Programmazione procedurale vs. OOP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  <vt:lpstr>Programmare ad oggetti (OOP)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 Picture Format</dc:title>
  <dc:creator>Alessandro</dc:creator>
  <cp:lastModifiedBy>Massimo Orazio Spata</cp:lastModifiedBy>
  <cp:revision>737</cp:revision>
  <dcterms:created xsi:type="dcterms:W3CDTF">2012-01-04T08:06:02Z</dcterms:created>
  <dcterms:modified xsi:type="dcterms:W3CDTF">2023-02-23T09:32:18Z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0x010100CD9CE4ACF4375A4C8C0602FFE49177BE</vt:lpwstr>
  </property>
</Properties>
</file>