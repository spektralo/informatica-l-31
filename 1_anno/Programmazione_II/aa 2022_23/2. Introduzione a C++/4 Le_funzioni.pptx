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32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Orazio Spata" userId="cc365b76-c41f-4401-a5bc-1d5b99d6e750" providerId="ADAL" clId="{BED266BE-24C6-4601-B093-D4EDFB148DD1}"/>
    <pc:docChg chg="modSld">
      <pc:chgData name="Massimo Orazio Spata" userId="cc365b76-c41f-4401-a5bc-1d5b99d6e750" providerId="ADAL" clId="{BED266BE-24C6-4601-B093-D4EDFB148DD1}" dt="2023-02-01T10:08:26.975" v="1" actId="1076"/>
      <pc:docMkLst>
        <pc:docMk/>
      </pc:docMkLst>
      <pc:sldChg chg="addSp modSp mod">
        <pc:chgData name="Massimo Orazio Spata" userId="cc365b76-c41f-4401-a5bc-1d5b99d6e750" providerId="ADAL" clId="{BED266BE-24C6-4601-B093-D4EDFB148DD1}" dt="2023-02-01T10:08:26.975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BED266BE-24C6-4601-B093-D4EDFB148DD1}" dt="2023-02-01T10:08:26.975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  <pc:docChgLst>
    <pc:chgData name="Natale, Luigi" userId="0bb35f83-ebdf-4526-ae9a-c3e8393a1d1b" providerId="ADAL" clId="{2BCCC431-22E2-4B81-813B-265277899D92}"/>
    <pc:docChg chg="undo custSel addSld delSld modSld modMainMaster">
      <pc:chgData name="Natale, Luigi" userId="0bb35f83-ebdf-4526-ae9a-c3e8393a1d1b" providerId="ADAL" clId="{2BCCC431-22E2-4B81-813B-265277899D92}" dt="2021-09-01T09:28:46.390" v="149" actId="20577"/>
      <pc:docMkLst>
        <pc:docMk/>
      </pc:docMkLst>
      <pc:sldChg chg="del mod chgLayout modNotes">
        <pc:chgData name="Natale, Luigi" userId="0bb35f83-ebdf-4526-ae9a-c3e8393a1d1b" providerId="ADAL" clId="{2BCCC431-22E2-4B81-813B-265277899D92}" dt="2021-09-01T09:02:30.256" v="9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2BCCC431-22E2-4B81-813B-265277899D92}" dt="2021-09-01T09:02:44.740" v="12" actId="478"/>
        <pc:sldMkLst>
          <pc:docMk/>
          <pc:sldMk cId="0" sldId="257"/>
        </pc:sldMkLst>
        <pc:spChg chg="add mod">
          <ac:chgData name="Natale, Luigi" userId="0bb35f83-ebdf-4526-ae9a-c3e8393a1d1b" providerId="ADAL" clId="{2BCCC431-22E2-4B81-813B-265277899D92}" dt="2021-09-01T09:02:42.274" v="11"/>
          <ac:spMkLst>
            <pc:docMk/>
            <pc:sldMk cId="0" sldId="257"/>
            <ac:spMk id="4" creationId="{EF925489-07E3-400F-A6D7-704DD437111A}"/>
          </ac:spMkLst>
        </pc:spChg>
        <pc:spChg chg="del">
          <ac:chgData name="Natale, Luigi" userId="0bb35f83-ebdf-4526-ae9a-c3e8393a1d1b" providerId="ADAL" clId="{2BCCC431-22E2-4B81-813B-265277899D92}" dt="2021-09-01T09:02:44.740" v="12" actId="478"/>
          <ac:spMkLst>
            <pc:docMk/>
            <pc:sldMk cId="0" sldId="257"/>
            <ac:spMk id="145" creationId="{00000000-0000-0000-0000-000000000000}"/>
          </ac:spMkLst>
        </pc:spChg>
      </pc:sldChg>
      <pc:sldChg chg="mod modClrScheme chgLayout">
        <pc:chgData name="Natale, Luigi" userId="0bb35f83-ebdf-4526-ae9a-c3e8393a1d1b" providerId="ADAL" clId="{2BCCC431-22E2-4B81-813B-265277899D92}" dt="2021-09-01T09:01:57.698" v="4" actId="700"/>
        <pc:sldMkLst>
          <pc:docMk/>
          <pc:sldMk cId="0" sldId="258"/>
        </pc:sldMkLst>
      </pc:sldChg>
      <pc:sldChg chg="addSp delSp modSp mod modClrScheme chgLayout">
        <pc:chgData name="Natale, Luigi" userId="0bb35f83-ebdf-4526-ae9a-c3e8393a1d1b" providerId="ADAL" clId="{2BCCC431-22E2-4B81-813B-265277899D92}" dt="2021-09-01T09:02:58.539" v="15" actId="478"/>
        <pc:sldMkLst>
          <pc:docMk/>
          <pc:sldMk cId="0" sldId="259"/>
        </pc:sldMkLst>
        <pc:spChg chg="add mod">
          <ac:chgData name="Natale, Luigi" userId="0bb35f83-ebdf-4526-ae9a-c3e8393a1d1b" providerId="ADAL" clId="{2BCCC431-22E2-4B81-813B-265277899D92}" dt="2021-09-01T09:02:56.576" v="14"/>
          <ac:spMkLst>
            <pc:docMk/>
            <pc:sldMk cId="0" sldId="259"/>
            <ac:spMk id="5" creationId="{1575D40F-8179-4FDE-8517-4C6C191778C9}"/>
          </ac:spMkLst>
        </pc:spChg>
        <pc:spChg chg="del">
          <ac:chgData name="Natale, Luigi" userId="0bb35f83-ebdf-4526-ae9a-c3e8393a1d1b" providerId="ADAL" clId="{2BCCC431-22E2-4B81-813B-265277899D92}" dt="2021-09-01T09:02:58.539" v="15" actId="478"/>
          <ac:spMkLst>
            <pc:docMk/>
            <pc:sldMk cId="0" sldId="259"/>
            <ac:spMk id="15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4:00.115" v="31" actId="478"/>
        <pc:sldMkLst>
          <pc:docMk/>
          <pc:sldMk cId="0" sldId="260"/>
        </pc:sldMkLst>
        <pc:spChg chg="add del">
          <ac:chgData name="Natale, Luigi" userId="0bb35f83-ebdf-4526-ae9a-c3e8393a1d1b" providerId="ADAL" clId="{2BCCC431-22E2-4B81-813B-265277899D92}" dt="2021-09-01T09:03:02.315" v="17" actId="22"/>
          <ac:spMkLst>
            <pc:docMk/>
            <pc:sldMk cId="0" sldId="260"/>
            <ac:spMk id="22" creationId="{552B3743-58A8-44E9-85DA-6083C691D875}"/>
          </ac:spMkLst>
        </pc:spChg>
        <pc:spChg chg="add del mod">
          <ac:chgData name="Natale, Luigi" userId="0bb35f83-ebdf-4526-ae9a-c3e8393a1d1b" providerId="ADAL" clId="{2BCCC431-22E2-4B81-813B-265277899D92}" dt="2021-09-01T09:03:45.560" v="25"/>
          <ac:spMkLst>
            <pc:docMk/>
            <pc:sldMk cId="0" sldId="260"/>
            <ac:spMk id="23" creationId="{1EBDBA02-DAEB-42A8-BB0D-BBE47E5F367F}"/>
          </ac:spMkLst>
        </pc:spChg>
        <pc:spChg chg="add del">
          <ac:chgData name="Natale, Luigi" userId="0bb35f83-ebdf-4526-ae9a-c3e8393a1d1b" providerId="ADAL" clId="{2BCCC431-22E2-4B81-813B-265277899D92}" dt="2021-09-01T09:03:49.775" v="28" actId="22"/>
          <ac:spMkLst>
            <pc:docMk/>
            <pc:sldMk cId="0" sldId="260"/>
            <ac:spMk id="25" creationId="{849E1243-CC79-4248-B513-04F89D319E69}"/>
          </ac:spMkLst>
        </pc:spChg>
        <pc:spChg chg="add mod">
          <ac:chgData name="Natale, Luigi" userId="0bb35f83-ebdf-4526-ae9a-c3e8393a1d1b" providerId="ADAL" clId="{2BCCC431-22E2-4B81-813B-265277899D92}" dt="2021-09-01T09:03:58.628" v="30"/>
          <ac:spMkLst>
            <pc:docMk/>
            <pc:sldMk cId="0" sldId="260"/>
            <ac:spMk id="26" creationId="{20A2E8DD-0412-457A-A012-F657A314FC22}"/>
          </ac:spMkLst>
        </pc:spChg>
        <pc:spChg chg="add del mod">
          <ac:chgData name="Natale, Luigi" userId="0bb35f83-ebdf-4526-ae9a-c3e8393a1d1b" providerId="ADAL" clId="{2BCCC431-22E2-4B81-813B-265277899D92}" dt="2021-09-01T09:04:00.115" v="31" actId="478"/>
          <ac:spMkLst>
            <pc:docMk/>
            <pc:sldMk cId="0" sldId="260"/>
            <ac:spMk id="15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4:18.170" v="36" actId="478"/>
        <pc:sldMkLst>
          <pc:docMk/>
          <pc:sldMk cId="0" sldId="261"/>
        </pc:sldMkLst>
        <pc:spChg chg="add del mod">
          <ac:chgData name="Natale, Luigi" userId="0bb35f83-ebdf-4526-ae9a-c3e8393a1d1b" providerId="ADAL" clId="{2BCCC431-22E2-4B81-813B-265277899D92}" dt="2021-09-01T09:04:16.130" v="35" actId="478"/>
          <ac:spMkLst>
            <pc:docMk/>
            <pc:sldMk cId="0" sldId="261"/>
            <ac:spMk id="15" creationId="{742B85BE-467E-4AD0-9844-B3A29B89A117}"/>
          </ac:spMkLst>
        </pc:spChg>
        <pc:spChg chg="del">
          <ac:chgData name="Natale, Luigi" userId="0bb35f83-ebdf-4526-ae9a-c3e8393a1d1b" providerId="ADAL" clId="{2BCCC431-22E2-4B81-813B-265277899D92}" dt="2021-09-01T09:04:18.170" v="36" actId="478"/>
          <ac:spMkLst>
            <pc:docMk/>
            <pc:sldMk cId="0" sldId="261"/>
            <ac:spMk id="174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2BCCC431-22E2-4B81-813B-265277899D92}" dt="2021-09-01T09:04:35.095" v="39" actId="108"/>
        <pc:sldMkLst>
          <pc:docMk/>
          <pc:sldMk cId="0" sldId="262"/>
        </pc:sldMkLst>
        <pc:spChg chg="mod">
          <ac:chgData name="Natale, Luigi" userId="0bb35f83-ebdf-4526-ae9a-c3e8393a1d1b" providerId="ADAL" clId="{2BCCC431-22E2-4B81-813B-265277899D92}" dt="2021-09-01T09:04:35.095" v="39" actId="108"/>
          <ac:spMkLst>
            <pc:docMk/>
            <pc:sldMk cId="0" sldId="262"/>
            <ac:spMk id="18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9:53.447" v="137" actId="478"/>
        <pc:sldMkLst>
          <pc:docMk/>
          <pc:sldMk cId="0" sldId="263"/>
        </pc:sldMkLst>
        <pc:spChg chg="add mod">
          <ac:chgData name="Natale, Luigi" userId="0bb35f83-ebdf-4526-ae9a-c3e8393a1d1b" providerId="ADAL" clId="{2BCCC431-22E2-4B81-813B-265277899D92}" dt="2021-09-01T09:09:51.663" v="136"/>
          <ac:spMkLst>
            <pc:docMk/>
            <pc:sldMk cId="0" sldId="263"/>
            <ac:spMk id="7" creationId="{43233216-EB88-4DC2-A91D-D7EDC994B44C}"/>
          </ac:spMkLst>
        </pc:spChg>
        <pc:spChg chg="del mod">
          <ac:chgData name="Natale, Luigi" userId="0bb35f83-ebdf-4526-ae9a-c3e8393a1d1b" providerId="ADAL" clId="{2BCCC431-22E2-4B81-813B-265277899D92}" dt="2021-09-01T09:09:53.447" v="137" actId="478"/>
          <ac:spMkLst>
            <pc:docMk/>
            <pc:sldMk cId="0" sldId="263"/>
            <ac:spMk id="192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2BCCC431-22E2-4B81-813B-265277899D92}" dt="2021-09-01T09:09:43.189" v="135" actId="2711"/>
        <pc:sldMkLst>
          <pc:docMk/>
          <pc:sldMk cId="0" sldId="264"/>
        </pc:sldMkLst>
        <pc:spChg chg="mod">
          <ac:chgData name="Natale, Luigi" userId="0bb35f83-ebdf-4526-ae9a-c3e8393a1d1b" providerId="ADAL" clId="{2BCCC431-22E2-4B81-813B-265277899D92}" dt="2021-09-01T09:09:43.189" v="135" actId="2711"/>
          <ac:spMkLst>
            <pc:docMk/>
            <pc:sldMk cId="0" sldId="264"/>
            <ac:spMk id="19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9:02.194" v="128" actId="478"/>
        <pc:sldMkLst>
          <pc:docMk/>
          <pc:sldMk cId="0" sldId="265"/>
        </pc:sldMkLst>
        <pc:spChg chg="add mod">
          <ac:chgData name="Natale, Luigi" userId="0bb35f83-ebdf-4526-ae9a-c3e8393a1d1b" providerId="ADAL" clId="{2BCCC431-22E2-4B81-813B-265277899D92}" dt="2021-09-01T09:08:59.775" v="127"/>
          <ac:spMkLst>
            <pc:docMk/>
            <pc:sldMk cId="0" sldId="265"/>
            <ac:spMk id="5" creationId="{B45CA970-7151-43C9-B2AC-EF9630A30C5F}"/>
          </ac:spMkLst>
        </pc:spChg>
        <pc:spChg chg="del mod">
          <ac:chgData name="Natale, Luigi" userId="0bb35f83-ebdf-4526-ae9a-c3e8393a1d1b" providerId="ADAL" clId="{2BCCC431-22E2-4B81-813B-265277899D92}" dt="2021-09-01T09:09:02.194" v="128" actId="478"/>
          <ac:spMkLst>
            <pc:docMk/>
            <pc:sldMk cId="0" sldId="265"/>
            <ac:spMk id="20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9:09.942" v="130" actId="478"/>
        <pc:sldMkLst>
          <pc:docMk/>
          <pc:sldMk cId="0" sldId="266"/>
        </pc:sldMkLst>
        <pc:spChg chg="add mod">
          <ac:chgData name="Natale, Luigi" userId="0bb35f83-ebdf-4526-ae9a-c3e8393a1d1b" providerId="ADAL" clId="{2BCCC431-22E2-4B81-813B-265277899D92}" dt="2021-09-01T09:09:07.702" v="129"/>
          <ac:spMkLst>
            <pc:docMk/>
            <pc:sldMk cId="0" sldId="266"/>
            <ac:spMk id="4" creationId="{831289CA-2493-451E-833A-7C01AFC7E731}"/>
          </ac:spMkLst>
        </pc:spChg>
        <pc:spChg chg="del mod">
          <ac:chgData name="Natale, Luigi" userId="0bb35f83-ebdf-4526-ae9a-c3e8393a1d1b" providerId="ADAL" clId="{2BCCC431-22E2-4B81-813B-265277899D92}" dt="2021-09-01T09:09:09.942" v="130" actId="478"/>
          <ac:spMkLst>
            <pc:docMk/>
            <pc:sldMk cId="0" sldId="266"/>
            <ac:spMk id="20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8:42.508" v="126" actId="478"/>
        <pc:sldMkLst>
          <pc:docMk/>
          <pc:sldMk cId="0" sldId="267"/>
        </pc:sldMkLst>
        <pc:spChg chg="add mod">
          <ac:chgData name="Natale, Luigi" userId="0bb35f83-ebdf-4526-ae9a-c3e8393a1d1b" providerId="ADAL" clId="{2BCCC431-22E2-4B81-813B-265277899D92}" dt="2021-09-01T09:08:40.803" v="125"/>
          <ac:spMkLst>
            <pc:docMk/>
            <pc:sldMk cId="0" sldId="267"/>
            <ac:spMk id="7" creationId="{9446EDA4-1D49-45F4-8DA8-2691E21C3DAD}"/>
          </ac:spMkLst>
        </pc:spChg>
        <pc:spChg chg="del mod">
          <ac:chgData name="Natale, Luigi" userId="0bb35f83-ebdf-4526-ae9a-c3e8393a1d1b" providerId="ADAL" clId="{2BCCC431-22E2-4B81-813B-265277899D92}" dt="2021-09-01T09:08:42.508" v="126" actId="478"/>
          <ac:spMkLst>
            <pc:docMk/>
            <pc:sldMk cId="0" sldId="267"/>
            <ac:spMk id="20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8:35.937" v="124" actId="478"/>
        <pc:sldMkLst>
          <pc:docMk/>
          <pc:sldMk cId="0" sldId="268"/>
        </pc:sldMkLst>
        <pc:spChg chg="add mod">
          <ac:chgData name="Natale, Luigi" userId="0bb35f83-ebdf-4526-ae9a-c3e8393a1d1b" providerId="ADAL" clId="{2BCCC431-22E2-4B81-813B-265277899D92}" dt="2021-09-01T09:08:33.964" v="123"/>
          <ac:spMkLst>
            <pc:docMk/>
            <pc:sldMk cId="0" sldId="268"/>
            <ac:spMk id="6" creationId="{38A6723B-1D6F-467A-9D49-EEE8BB356BE6}"/>
          </ac:spMkLst>
        </pc:spChg>
        <pc:spChg chg="del mod">
          <ac:chgData name="Natale, Luigi" userId="0bb35f83-ebdf-4526-ae9a-c3e8393a1d1b" providerId="ADAL" clId="{2BCCC431-22E2-4B81-813B-265277899D92}" dt="2021-09-01T09:08:35.937" v="124" actId="478"/>
          <ac:spMkLst>
            <pc:docMk/>
            <pc:sldMk cId="0" sldId="268"/>
            <ac:spMk id="21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8:27.801" v="122" actId="478"/>
        <pc:sldMkLst>
          <pc:docMk/>
          <pc:sldMk cId="0" sldId="269"/>
        </pc:sldMkLst>
        <pc:spChg chg="add mod">
          <ac:chgData name="Natale, Luigi" userId="0bb35f83-ebdf-4526-ae9a-c3e8393a1d1b" providerId="ADAL" clId="{2BCCC431-22E2-4B81-813B-265277899D92}" dt="2021-09-01T09:08:25.885" v="121"/>
          <ac:spMkLst>
            <pc:docMk/>
            <pc:sldMk cId="0" sldId="269"/>
            <ac:spMk id="5" creationId="{B2FDA6CC-B90F-4F07-B2E0-DAC26B57722E}"/>
          </ac:spMkLst>
        </pc:spChg>
        <pc:spChg chg="del mod">
          <ac:chgData name="Natale, Luigi" userId="0bb35f83-ebdf-4526-ae9a-c3e8393a1d1b" providerId="ADAL" clId="{2BCCC431-22E2-4B81-813B-265277899D92}" dt="2021-09-01T09:08:27.801" v="122" actId="478"/>
          <ac:spMkLst>
            <pc:docMk/>
            <pc:sldMk cId="0" sldId="269"/>
            <ac:spMk id="21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8:21.732" v="120" actId="478"/>
        <pc:sldMkLst>
          <pc:docMk/>
          <pc:sldMk cId="0" sldId="270"/>
        </pc:sldMkLst>
        <pc:spChg chg="add mod">
          <ac:chgData name="Natale, Luigi" userId="0bb35f83-ebdf-4526-ae9a-c3e8393a1d1b" providerId="ADAL" clId="{2BCCC431-22E2-4B81-813B-265277899D92}" dt="2021-09-01T09:08:19.428" v="119"/>
          <ac:spMkLst>
            <pc:docMk/>
            <pc:sldMk cId="0" sldId="270"/>
            <ac:spMk id="4" creationId="{94B23278-8FB6-4A0E-BFDD-4C9AB3719A40}"/>
          </ac:spMkLst>
        </pc:spChg>
        <pc:spChg chg="del mod">
          <ac:chgData name="Natale, Luigi" userId="0bb35f83-ebdf-4526-ae9a-c3e8393a1d1b" providerId="ADAL" clId="{2BCCC431-22E2-4B81-813B-265277899D92}" dt="2021-09-01T09:08:21.732" v="120" actId="478"/>
          <ac:spMkLst>
            <pc:docMk/>
            <pc:sldMk cId="0" sldId="270"/>
            <ac:spMk id="21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8:15.064" v="118" actId="478"/>
        <pc:sldMkLst>
          <pc:docMk/>
          <pc:sldMk cId="0" sldId="271"/>
        </pc:sldMkLst>
        <pc:spChg chg="add mod">
          <ac:chgData name="Natale, Luigi" userId="0bb35f83-ebdf-4526-ae9a-c3e8393a1d1b" providerId="ADAL" clId="{2BCCC431-22E2-4B81-813B-265277899D92}" dt="2021-09-01T09:08:13.504" v="117"/>
          <ac:spMkLst>
            <pc:docMk/>
            <pc:sldMk cId="0" sldId="271"/>
            <ac:spMk id="8" creationId="{6CDD3BA0-7968-4EC3-8EA2-9600DFACBE95}"/>
          </ac:spMkLst>
        </pc:spChg>
        <pc:spChg chg="del mod">
          <ac:chgData name="Natale, Luigi" userId="0bb35f83-ebdf-4526-ae9a-c3e8393a1d1b" providerId="ADAL" clId="{2BCCC431-22E2-4B81-813B-265277899D92}" dt="2021-09-01T09:08:15.064" v="118" actId="478"/>
          <ac:spMkLst>
            <pc:docMk/>
            <pc:sldMk cId="0" sldId="271"/>
            <ac:spMk id="22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8:08.620" v="116" actId="14100"/>
        <pc:sldMkLst>
          <pc:docMk/>
          <pc:sldMk cId="0" sldId="272"/>
        </pc:sldMkLst>
        <pc:spChg chg="add mod">
          <ac:chgData name="Natale, Luigi" userId="0bb35f83-ebdf-4526-ae9a-c3e8393a1d1b" providerId="ADAL" clId="{2BCCC431-22E2-4B81-813B-265277899D92}" dt="2021-09-01T09:08:08.620" v="116" actId="14100"/>
          <ac:spMkLst>
            <pc:docMk/>
            <pc:sldMk cId="0" sldId="272"/>
            <ac:spMk id="4" creationId="{4753F22E-C42B-43AD-896D-394A7EE2179F}"/>
          </ac:spMkLst>
        </pc:spChg>
        <pc:spChg chg="del mod">
          <ac:chgData name="Natale, Luigi" userId="0bb35f83-ebdf-4526-ae9a-c3e8393a1d1b" providerId="ADAL" clId="{2BCCC431-22E2-4B81-813B-265277899D92}" dt="2021-09-01T09:08:01.581" v="115" actId="478"/>
          <ac:spMkLst>
            <pc:docMk/>
            <pc:sldMk cId="0" sldId="272"/>
            <ac:spMk id="22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51.098" v="112" actId="478"/>
        <pc:sldMkLst>
          <pc:docMk/>
          <pc:sldMk cId="0" sldId="273"/>
        </pc:sldMkLst>
        <pc:spChg chg="add mod">
          <ac:chgData name="Natale, Luigi" userId="0bb35f83-ebdf-4526-ae9a-c3e8393a1d1b" providerId="ADAL" clId="{2BCCC431-22E2-4B81-813B-265277899D92}" dt="2021-09-01T09:07:48.843" v="111"/>
          <ac:spMkLst>
            <pc:docMk/>
            <pc:sldMk cId="0" sldId="273"/>
            <ac:spMk id="94" creationId="{D56C12D7-3381-441F-8659-8843E716CDC6}"/>
          </ac:spMkLst>
        </pc:spChg>
        <pc:spChg chg="del mod">
          <ac:chgData name="Natale, Luigi" userId="0bb35f83-ebdf-4526-ae9a-c3e8393a1d1b" providerId="ADAL" clId="{2BCCC431-22E2-4B81-813B-265277899D92}" dt="2021-09-01T09:07:51.098" v="112" actId="478"/>
          <ac:spMkLst>
            <pc:docMk/>
            <pc:sldMk cId="0" sldId="273"/>
            <ac:spMk id="22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43.285" v="110" actId="478"/>
        <pc:sldMkLst>
          <pc:docMk/>
          <pc:sldMk cId="0" sldId="274"/>
        </pc:sldMkLst>
        <pc:spChg chg="add mod">
          <ac:chgData name="Natale, Luigi" userId="0bb35f83-ebdf-4526-ae9a-c3e8393a1d1b" providerId="ADAL" clId="{2BCCC431-22E2-4B81-813B-265277899D92}" dt="2021-09-01T09:07:41.513" v="109"/>
          <ac:spMkLst>
            <pc:docMk/>
            <pc:sldMk cId="0" sldId="274"/>
            <ac:spMk id="6" creationId="{62C94720-77B6-4F9F-9426-5C96AA4011BE}"/>
          </ac:spMkLst>
        </pc:spChg>
        <pc:spChg chg="del mod">
          <ac:chgData name="Natale, Luigi" userId="0bb35f83-ebdf-4526-ae9a-c3e8393a1d1b" providerId="ADAL" clId="{2BCCC431-22E2-4B81-813B-265277899D92}" dt="2021-09-01T09:07:43.285" v="110" actId="478"/>
          <ac:spMkLst>
            <pc:docMk/>
            <pc:sldMk cId="0" sldId="274"/>
            <ac:spMk id="32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36.712" v="108" actId="478"/>
        <pc:sldMkLst>
          <pc:docMk/>
          <pc:sldMk cId="0" sldId="275"/>
        </pc:sldMkLst>
        <pc:spChg chg="add mod">
          <ac:chgData name="Natale, Luigi" userId="0bb35f83-ebdf-4526-ae9a-c3e8393a1d1b" providerId="ADAL" clId="{2BCCC431-22E2-4B81-813B-265277899D92}" dt="2021-09-01T09:07:34.152" v="107"/>
          <ac:spMkLst>
            <pc:docMk/>
            <pc:sldMk cId="0" sldId="275"/>
            <ac:spMk id="8" creationId="{98B4AAB4-BF45-4A71-82E7-DD976918F280}"/>
          </ac:spMkLst>
        </pc:spChg>
        <pc:spChg chg="del mod">
          <ac:chgData name="Natale, Luigi" userId="0bb35f83-ebdf-4526-ae9a-c3e8393a1d1b" providerId="ADAL" clId="{2BCCC431-22E2-4B81-813B-265277899D92}" dt="2021-09-01T09:07:36.712" v="108" actId="478"/>
          <ac:spMkLst>
            <pc:docMk/>
            <pc:sldMk cId="0" sldId="275"/>
            <ac:spMk id="32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29.360" v="106" actId="478"/>
        <pc:sldMkLst>
          <pc:docMk/>
          <pc:sldMk cId="0" sldId="276"/>
        </pc:sldMkLst>
        <pc:spChg chg="add mod">
          <ac:chgData name="Natale, Luigi" userId="0bb35f83-ebdf-4526-ae9a-c3e8393a1d1b" providerId="ADAL" clId="{2BCCC431-22E2-4B81-813B-265277899D92}" dt="2021-09-01T09:07:26.585" v="105" actId="2711"/>
          <ac:spMkLst>
            <pc:docMk/>
            <pc:sldMk cId="0" sldId="276"/>
            <ac:spMk id="5" creationId="{F374E445-C998-473C-8B95-A7454E526C07}"/>
          </ac:spMkLst>
        </pc:spChg>
        <pc:spChg chg="del mod">
          <ac:chgData name="Natale, Luigi" userId="0bb35f83-ebdf-4526-ae9a-c3e8393a1d1b" providerId="ADAL" clId="{2BCCC431-22E2-4B81-813B-265277899D92}" dt="2021-09-01T09:07:29.360" v="106" actId="478"/>
          <ac:spMkLst>
            <pc:docMk/>
            <pc:sldMk cId="0" sldId="276"/>
            <ac:spMk id="33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16.303" v="103" actId="478"/>
        <pc:sldMkLst>
          <pc:docMk/>
          <pc:sldMk cId="0" sldId="277"/>
        </pc:sldMkLst>
        <pc:spChg chg="add mod">
          <ac:chgData name="Natale, Luigi" userId="0bb35f83-ebdf-4526-ae9a-c3e8393a1d1b" providerId="ADAL" clId="{2BCCC431-22E2-4B81-813B-265277899D92}" dt="2021-09-01T09:07:13.747" v="102"/>
          <ac:spMkLst>
            <pc:docMk/>
            <pc:sldMk cId="0" sldId="277"/>
            <ac:spMk id="4" creationId="{9366CC58-0EE2-4ED7-84FD-8DFC4ACBCAE7}"/>
          </ac:spMkLst>
        </pc:spChg>
        <pc:spChg chg="del mod">
          <ac:chgData name="Natale, Luigi" userId="0bb35f83-ebdf-4526-ae9a-c3e8393a1d1b" providerId="ADAL" clId="{2BCCC431-22E2-4B81-813B-265277899D92}" dt="2021-09-01T09:07:16.303" v="103" actId="478"/>
          <ac:spMkLst>
            <pc:docMk/>
            <pc:sldMk cId="0" sldId="277"/>
            <ac:spMk id="33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08.864" v="101" actId="478"/>
        <pc:sldMkLst>
          <pc:docMk/>
          <pc:sldMk cId="0" sldId="278"/>
        </pc:sldMkLst>
        <pc:spChg chg="add mod">
          <ac:chgData name="Natale, Luigi" userId="0bb35f83-ebdf-4526-ae9a-c3e8393a1d1b" providerId="ADAL" clId="{2BCCC431-22E2-4B81-813B-265277899D92}" dt="2021-09-01T09:07:06.686" v="100"/>
          <ac:spMkLst>
            <pc:docMk/>
            <pc:sldMk cId="0" sldId="278"/>
            <ac:spMk id="5" creationId="{CD6CA986-B3D5-4676-93D1-EF28DDEFEEB0}"/>
          </ac:spMkLst>
        </pc:spChg>
        <pc:spChg chg="del mod">
          <ac:chgData name="Natale, Luigi" userId="0bb35f83-ebdf-4526-ae9a-c3e8393a1d1b" providerId="ADAL" clId="{2BCCC431-22E2-4B81-813B-265277899D92}" dt="2021-09-01T09:07:08.864" v="101" actId="478"/>
          <ac:spMkLst>
            <pc:docMk/>
            <pc:sldMk cId="0" sldId="278"/>
            <ac:spMk id="33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7:01.623" v="99" actId="478"/>
        <pc:sldMkLst>
          <pc:docMk/>
          <pc:sldMk cId="0" sldId="279"/>
        </pc:sldMkLst>
        <pc:spChg chg="add mod">
          <ac:chgData name="Natale, Luigi" userId="0bb35f83-ebdf-4526-ae9a-c3e8393a1d1b" providerId="ADAL" clId="{2BCCC431-22E2-4B81-813B-265277899D92}" dt="2021-09-01T09:06:58.058" v="98" actId="2711"/>
          <ac:spMkLst>
            <pc:docMk/>
            <pc:sldMk cId="0" sldId="279"/>
            <ac:spMk id="12" creationId="{E190C6C5-C044-4A8A-A74E-8CC5EF679418}"/>
          </ac:spMkLst>
        </pc:spChg>
        <pc:spChg chg="del mod">
          <ac:chgData name="Natale, Luigi" userId="0bb35f83-ebdf-4526-ae9a-c3e8393a1d1b" providerId="ADAL" clId="{2BCCC431-22E2-4B81-813B-265277899D92}" dt="2021-09-01T09:07:01.623" v="99" actId="478"/>
          <ac:spMkLst>
            <pc:docMk/>
            <pc:sldMk cId="0" sldId="279"/>
            <ac:spMk id="33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6:45.723" v="96" actId="478"/>
        <pc:sldMkLst>
          <pc:docMk/>
          <pc:sldMk cId="0" sldId="280"/>
        </pc:sldMkLst>
        <pc:spChg chg="add mod">
          <ac:chgData name="Natale, Luigi" userId="0bb35f83-ebdf-4526-ae9a-c3e8393a1d1b" providerId="ADAL" clId="{2BCCC431-22E2-4B81-813B-265277899D92}" dt="2021-09-01T09:06:42.905" v="95"/>
          <ac:spMkLst>
            <pc:docMk/>
            <pc:sldMk cId="0" sldId="280"/>
            <ac:spMk id="4" creationId="{3B411BC6-9750-4E56-A321-BAA771D0A2EB}"/>
          </ac:spMkLst>
        </pc:spChg>
        <pc:spChg chg="del mod">
          <ac:chgData name="Natale, Luigi" userId="0bb35f83-ebdf-4526-ae9a-c3e8393a1d1b" providerId="ADAL" clId="{2BCCC431-22E2-4B81-813B-265277899D92}" dt="2021-09-01T09:06:45.723" v="96" actId="478"/>
          <ac:spMkLst>
            <pc:docMk/>
            <pc:sldMk cId="0" sldId="280"/>
            <ac:spMk id="34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6:37.751" v="94" actId="478"/>
        <pc:sldMkLst>
          <pc:docMk/>
          <pc:sldMk cId="0" sldId="281"/>
        </pc:sldMkLst>
        <pc:spChg chg="add mod">
          <ac:chgData name="Natale, Luigi" userId="0bb35f83-ebdf-4526-ae9a-c3e8393a1d1b" providerId="ADAL" clId="{2BCCC431-22E2-4B81-813B-265277899D92}" dt="2021-09-01T09:06:35.863" v="93"/>
          <ac:spMkLst>
            <pc:docMk/>
            <pc:sldMk cId="0" sldId="281"/>
            <ac:spMk id="4" creationId="{D0905DDC-E54D-4799-A71C-A166BF889EF6}"/>
          </ac:spMkLst>
        </pc:spChg>
        <pc:spChg chg="del mod">
          <ac:chgData name="Natale, Luigi" userId="0bb35f83-ebdf-4526-ae9a-c3e8393a1d1b" providerId="ADAL" clId="{2BCCC431-22E2-4B81-813B-265277899D92}" dt="2021-09-01T09:06:37.751" v="94" actId="478"/>
          <ac:spMkLst>
            <pc:docMk/>
            <pc:sldMk cId="0" sldId="281"/>
            <ac:spMk id="35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6:30.947" v="92" actId="478"/>
        <pc:sldMkLst>
          <pc:docMk/>
          <pc:sldMk cId="0" sldId="282"/>
        </pc:sldMkLst>
        <pc:spChg chg="add mod">
          <ac:chgData name="Natale, Luigi" userId="0bb35f83-ebdf-4526-ae9a-c3e8393a1d1b" providerId="ADAL" clId="{2BCCC431-22E2-4B81-813B-265277899D92}" dt="2021-09-01T09:06:28.967" v="91"/>
          <ac:spMkLst>
            <pc:docMk/>
            <pc:sldMk cId="0" sldId="282"/>
            <ac:spMk id="4" creationId="{272F7250-E5C4-4268-84B4-34891A2BE055}"/>
          </ac:spMkLst>
        </pc:spChg>
        <pc:spChg chg="del mod">
          <ac:chgData name="Natale, Luigi" userId="0bb35f83-ebdf-4526-ae9a-c3e8393a1d1b" providerId="ADAL" clId="{2BCCC431-22E2-4B81-813B-265277899D92}" dt="2021-09-01T09:06:30.947" v="92" actId="478"/>
          <ac:spMkLst>
            <pc:docMk/>
            <pc:sldMk cId="0" sldId="282"/>
            <ac:spMk id="35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6:24.768" v="90" actId="478"/>
        <pc:sldMkLst>
          <pc:docMk/>
          <pc:sldMk cId="0" sldId="283"/>
        </pc:sldMkLst>
        <pc:spChg chg="add mod">
          <ac:chgData name="Natale, Luigi" userId="0bb35f83-ebdf-4526-ae9a-c3e8393a1d1b" providerId="ADAL" clId="{2BCCC431-22E2-4B81-813B-265277899D92}" dt="2021-09-01T09:06:22" v="89"/>
          <ac:spMkLst>
            <pc:docMk/>
            <pc:sldMk cId="0" sldId="283"/>
            <ac:spMk id="4" creationId="{0EC407E9-0BF5-47E7-8C5A-35C3DDED503C}"/>
          </ac:spMkLst>
        </pc:spChg>
        <pc:spChg chg="del mod">
          <ac:chgData name="Natale, Luigi" userId="0bb35f83-ebdf-4526-ae9a-c3e8393a1d1b" providerId="ADAL" clId="{2BCCC431-22E2-4B81-813B-265277899D92}" dt="2021-09-01T09:06:24.768" v="90" actId="478"/>
          <ac:spMkLst>
            <pc:docMk/>
            <pc:sldMk cId="0" sldId="283"/>
            <ac:spMk id="35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6:17.103" v="88" actId="478"/>
        <pc:sldMkLst>
          <pc:docMk/>
          <pc:sldMk cId="0" sldId="284"/>
        </pc:sldMkLst>
        <pc:spChg chg="add mod">
          <ac:chgData name="Natale, Luigi" userId="0bb35f83-ebdf-4526-ae9a-c3e8393a1d1b" providerId="ADAL" clId="{2BCCC431-22E2-4B81-813B-265277899D92}" dt="2021-09-01T09:06:15.028" v="87"/>
          <ac:spMkLst>
            <pc:docMk/>
            <pc:sldMk cId="0" sldId="284"/>
            <ac:spMk id="4" creationId="{72DD0FEB-426C-4C4E-A79B-AC36C050AFE6}"/>
          </ac:spMkLst>
        </pc:spChg>
        <pc:spChg chg="del mod">
          <ac:chgData name="Natale, Luigi" userId="0bb35f83-ebdf-4526-ae9a-c3e8393a1d1b" providerId="ADAL" clId="{2BCCC431-22E2-4B81-813B-265277899D92}" dt="2021-09-01T09:06:17.103" v="88" actId="478"/>
          <ac:spMkLst>
            <pc:docMk/>
            <pc:sldMk cId="0" sldId="284"/>
            <ac:spMk id="35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BCCC431-22E2-4B81-813B-265277899D92}" dt="2021-09-01T09:06:10.720" v="86" actId="478"/>
        <pc:sldMkLst>
          <pc:docMk/>
          <pc:sldMk cId="0" sldId="285"/>
        </pc:sldMkLst>
        <pc:spChg chg="add mod">
          <ac:chgData name="Natale, Luigi" userId="0bb35f83-ebdf-4526-ae9a-c3e8393a1d1b" providerId="ADAL" clId="{2BCCC431-22E2-4B81-813B-265277899D92}" dt="2021-09-01T09:06:07.949" v="85" actId="114"/>
          <ac:spMkLst>
            <pc:docMk/>
            <pc:sldMk cId="0" sldId="285"/>
            <ac:spMk id="7" creationId="{1C4F0F91-9039-4E32-BF25-7DAECFE7B797}"/>
          </ac:spMkLst>
        </pc:spChg>
        <pc:spChg chg="del mod">
          <ac:chgData name="Natale, Luigi" userId="0bb35f83-ebdf-4526-ae9a-c3e8393a1d1b" providerId="ADAL" clId="{2BCCC431-22E2-4B81-813B-265277899D92}" dt="2021-09-01T09:06:10.720" v="86" actId="478"/>
          <ac:spMkLst>
            <pc:docMk/>
            <pc:sldMk cId="0" sldId="285"/>
            <ac:spMk id="358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2BCCC431-22E2-4B81-813B-265277899D92}" dt="2021-09-01T09:02:24.734" v="8" actId="700"/>
        <pc:sldMkLst>
          <pc:docMk/>
          <pc:sldMk cId="0" sldId="286"/>
        </pc:sldMkLst>
        <pc:spChg chg="mod">
          <ac:chgData name="Natale, Luigi" userId="0bb35f83-ebdf-4526-ae9a-c3e8393a1d1b" providerId="ADAL" clId="{2BCCC431-22E2-4B81-813B-265277899D92}" dt="2021-09-01T09:02:20.474" v="7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2BCCC431-22E2-4B81-813B-265277899D92}" dt="2021-09-01T09:28:46.390" v="149" actId="20577"/>
        <pc:sldMasterMkLst>
          <pc:docMk/>
          <pc:sldMasterMk cId="325128566" sldId="2147483687"/>
        </pc:sldMasterMkLst>
        <pc:sldLayoutChg chg="modSp mod">
          <pc:chgData name="Natale, Luigi" userId="0bb35f83-ebdf-4526-ae9a-c3e8393a1d1b" providerId="ADAL" clId="{2BCCC431-22E2-4B81-813B-265277899D92}" dt="2021-09-01T09:28:46.390" v="149" actId="20577"/>
          <pc:sldLayoutMkLst>
            <pc:docMk/>
            <pc:sldMasterMk cId="325128566" sldId="2147483687"/>
            <pc:sldLayoutMk cId="4139233220" sldId="2147483688"/>
          </pc:sldLayoutMkLst>
          <pc:spChg chg="mod">
            <ac:chgData name="Natale, Luigi" userId="0bb35f83-ebdf-4526-ae9a-c3e8393a1d1b" providerId="ADAL" clId="{2BCCC431-22E2-4B81-813B-265277899D92}" dt="2021-09-01T09:28:46.390" v="149" actId="20577"/>
            <ac:spMkLst>
              <pc:docMk/>
              <pc:sldMasterMk cId="325128566" sldId="2147483687"/>
              <pc:sldLayoutMk cId="4139233220" sldId="2147483688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2BCCC431-22E2-4B81-813B-265277899D92}" dt="2021-09-01T08:44:18.858" v="2" actId="2696"/>
          <pc:sldLayoutMkLst>
            <pc:docMk/>
            <pc:sldMasterMk cId="325128566" sldId="2147483687"/>
            <pc:sldLayoutMk cId="4207781277" sldId="2147483689"/>
          </pc:sldLayoutMkLst>
        </pc:sldLayoutChg>
        <pc:sldLayoutChg chg="delSp mod">
          <pc:chgData name="Natale, Luigi" userId="0bb35f83-ebdf-4526-ae9a-c3e8393a1d1b" providerId="ADAL" clId="{2BCCC431-22E2-4B81-813B-265277899D92}" dt="2021-09-01T08:44:15.420" v="1" actId="478"/>
          <pc:sldLayoutMkLst>
            <pc:docMk/>
            <pc:sldMasterMk cId="325128566" sldId="2147483687"/>
            <pc:sldLayoutMk cId="3842386764" sldId="2147483691"/>
          </pc:sldLayoutMkLst>
          <pc:spChg chg="del">
            <ac:chgData name="Natale, Luigi" userId="0bb35f83-ebdf-4526-ae9a-c3e8393a1d1b" providerId="ADAL" clId="{2BCCC431-22E2-4B81-813B-265277899D92}" dt="2021-09-01T08:44:15.420" v="1" actId="478"/>
            <ac:spMkLst>
              <pc:docMk/>
              <pc:sldMasterMk cId="325128566" sldId="2147483687"/>
              <pc:sldLayoutMk cId="3842386764" sldId="2147483691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2BCCC431-22E2-4B81-813B-265277899D92}" dt="2021-09-01T08:44:15.420" v="1" actId="478"/>
            <ac:spMkLst>
              <pc:docMk/>
              <pc:sldMasterMk cId="325128566" sldId="2147483687"/>
              <pc:sldLayoutMk cId="3842386764" sldId="2147483691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2BCCC431-22E2-4B81-813B-265277899D92}" dt="2021-09-01T08:44:15.420" v="1" actId="478"/>
            <ac:spMkLst>
              <pc:docMk/>
              <pc:sldMasterMk cId="325128566" sldId="2147483687"/>
              <pc:sldLayoutMk cId="3842386764" sldId="2147483691"/>
              <ac:spMk id="61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757F8945-1FBB-4E95-A457-2D3D77E9EE32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5. Funzioni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13923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28864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3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12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5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Funzioni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817071" y="4229413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2"/>
          <p:cNvSpPr/>
          <p:nvPr/>
        </p:nvSpPr>
        <p:spPr>
          <a:xfrm>
            <a:off x="98640" y="1800000"/>
            <a:ext cx="878220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sottoprogramma che mette in corrispondenza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funzionale certi dati presi in input con altri dati prodotti in oputput, e può essere mandato in esecuzione da altri programmi</a:t>
            </a:r>
            <a:endParaRPr lang="it-IT" sz="2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evita ripetizioni di codice e facilita la programmazione rendendola modulare, cioè rendendo possibile riutilizzare infinite volte programmi già fatti all'interno di altri programmi</a:t>
            </a:r>
            <a:endParaRPr lang="it-IT" sz="2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ha un nome che serve al programma chiamante per mandarla in esecuzione </a:t>
            </a:r>
            <a:endParaRPr lang="it-IT" sz="2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funzioni definite all'interno di un programma possono essere mandate in esecuzione anche da altri programmi </a:t>
            </a:r>
            <a:endParaRPr lang="it-IT" sz="2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raggruppando funzioni ben collaudate in librerie tematiche, altri programmi potranno utilizzarle facilmente comprimendo i tempi di sviluppo del software e rendendolo più affidabile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EF925489-07E3-400F-A6D7-704DD437111A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struttura di una funzione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magine"/>
          <p:cNvPicPr/>
          <p:nvPr/>
        </p:nvPicPr>
        <p:blipFill>
          <a:blip r:embed="rId2"/>
          <a:stretch/>
        </p:blipFill>
        <p:spPr>
          <a:xfrm>
            <a:off x="360" y="482400"/>
            <a:ext cx="7198920" cy="6077520"/>
          </a:xfrm>
          <a:prstGeom prst="rect">
            <a:avLst/>
          </a:prstGeom>
          <a:ln>
            <a:noFill/>
          </a:ln>
        </p:spPr>
      </p:pic>
      <p:sp>
        <p:nvSpPr>
          <p:cNvPr id="148" name="CustomShape 1"/>
          <p:cNvSpPr/>
          <p:nvPr/>
        </p:nvSpPr>
        <p:spPr>
          <a:xfrm>
            <a:off x="4752000" y="3168000"/>
            <a:ext cx="4332960" cy="138744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questa parte del codice svolge un compito di interesse generale (calcolo del MCD) che potrebbe essere svolto anche in ulteriori punti nel programma o addirittura in altri programmi 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5112000" y="4540680"/>
            <a:ext cx="3746880" cy="63828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modulo autonomo capace di accettare diversi input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6908400" y="4133160"/>
            <a:ext cx="342360" cy="332640"/>
          </a:xfrm>
          <a:custGeom>
            <a:avLst/>
            <a:gdLst/>
            <a:ahLst/>
            <a:cxnLst/>
            <a:rect l="l" t="t" r="r" b="b"/>
            <a:pathLst>
              <a:path w="955" h="928">
                <a:moveTo>
                  <a:pt x="238" y="0"/>
                </a:moveTo>
                <a:lnTo>
                  <a:pt x="238" y="695"/>
                </a:lnTo>
                <a:lnTo>
                  <a:pt x="0" y="695"/>
                </a:lnTo>
                <a:lnTo>
                  <a:pt x="477" y="927"/>
                </a:lnTo>
                <a:lnTo>
                  <a:pt x="954" y="695"/>
                </a:lnTo>
                <a:lnTo>
                  <a:pt x="715" y="695"/>
                </a:lnTo>
                <a:lnTo>
                  <a:pt x="715" y="0"/>
                </a:lnTo>
                <a:lnTo>
                  <a:pt x="238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CustomShape 4"/>
          <p:cNvSpPr/>
          <p:nvPr/>
        </p:nvSpPr>
        <p:spPr>
          <a:xfrm>
            <a:off x="1800000" y="3168000"/>
            <a:ext cx="7284960" cy="964440"/>
          </a:xfrm>
          <a:custGeom>
            <a:avLst/>
            <a:gdLst/>
            <a:ahLst/>
            <a:cxnLst/>
            <a:rect l="l" t="t" r="r" b="b"/>
            <a:pathLst>
              <a:path w="20240" h="2683">
                <a:moveTo>
                  <a:pt x="447" y="0"/>
                </a:moveTo>
                <a:lnTo>
                  <a:pt x="447" y="0"/>
                </a:lnTo>
                <a:cubicBezTo>
                  <a:pt x="369" y="0"/>
                  <a:pt x="291" y="21"/>
                  <a:pt x="224" y="60"/>
                </a:cubicBezTo>
                <a:cubicBezTo>
                  <a:pt x="156" y="99"/>
                  <a:pt x="99" y="156"/>
                  <a:pt x="60" y="224"/>
                </a:cubicBezTo>
                <a:cubicBezTo>
                  <a:pt x="21" y="291"/>
                  <a:pt x="0" y="369"/>
                  <a:pt x="0" y="447"/>
                </a:cubicBezTo>
                <a:lnTo>
                  <a:pt x="0" y="2235"/>
                </a:lnTo>
                <a:lnTo>
                  <a:pt x="0" y="2235"/>
                </a:lnTo>
                <a:cubicBezTo>
                  <a:pt x="0" y="2313"/>
                  <a:pt x="21" y="2391"/>
                  <a:pt x="60" y="2459"/>
                </a:cubicBezTo>
                <a:cubicBezTo>
                  <a:pt x="99" y="2526"/>
                  <a:pt x="156" y="2583"/>
                  <a:pt x="224" y="2622"/>
                </a:cubicBezTo>
                <a:cubicBezTo>
                  <a:pt x="291" y="2661"/>
                  <a:pt x="369" y="2682"/>
                  <a:pt x="447" y="2682"/>
                </a:cubicBezTo>
                <a:lnTo>
                  <a:pt x="19792" y="2682"/>
                </a:lnTo>
                <a:lnTo>
                  <a:pt x="19792" y="2682"/>
                </a:lnTo>
                <a:cubicBezTo>
                  <a:pt x="19870" y="2682"/>
                  <a:pt x="19948" y="2661"/>
                  <a:pt x="20016" y="2622"/>
                </a:cubicBezTo>
                <a:cubicBezTo>
                  <a:pt x="20083" y="2583"/>
                  <a:pt x="20140" y="2526"/>
                  <a:pt x="20179" y="2459"/>
                </a:cubicBezTo>
                <a:cubicBezTo>
                  <a:pt x="20218" y="2391"/>
                  <a:pt x="20239" y="2313"/>
                  <a:pt x="20239" y="2235"/>
                </a:cubicBezTo>
                <a:lnTo>
                  <a:pt x="20239" y="447"/>
                </a:lnTo>
                <a:lnTo>
                  <a:pt x="20239" y="447"/>
                </a:lnTo>
                <a:lnTo>
                  <a:pt x="20239" y="447"/>
                </a:lnTo>
                <a:cubicBezTo>
                  <a:pt x="20239" y="369"/>
                  <a:pt x="20218" y="291"/>
                  <a:pt x="20179" y="224"/>
                </a:cubicBezTo>
                <a:cubicBezTo>
                  <a:pt x="20140" y="156"/>
                  <a:pt x="20083" y="99"/>
                  <a:pt x="20016" y="60"/>
                </a:cubicBezTo>
                <a:cubicBezTo>
                  <a:pt x="19948" y="21"/>
                  <a:pt x="19870" y="0"/>
                  <a:pt x="19792" y="0"/>
                </a:cubicBezTo>
                <a:lnTo>
                  <a:pt x="447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2"/>
          <p:cNvSpPr/>
          <p:nvPr/>
        </p:nvSpPr>
        <p:spPr>
          <a:xfrm>
            <a:off x="3960000" y="1798560"/>
            <a:ext cx="3696480" cy="72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CustomShape 3"/>
          <p:cNvSpPr/>
          <p:nvPr/>
        </p:nvSpPr>
        <p:spPr>
          <a:xfrm>
            <a:off x="215280" y="1656000"/>
            <a:ext cx="8737560" cy="478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06000" indent="-269640">
              <a:lnSpc>
                <a:spcPct val="100000"/>
              </a:lnSpc>
              <a:spcBef>
                <a:spcPts val="1417"/>
              </a:spcBef>
              <a:buSzPct val="100051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definizione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nome della funzione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tipo e 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nome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 dei dati presi in input (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argomenti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 o 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parametri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formali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)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tipo di dato del risultato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programma (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corpo della funzione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)</a:t>
            </a:r>
            <a:endParaRPr lang="it-IT" sz="1600" b="0" strike="noStrike" spc="-1">
              <a:latin typeface="Arial"/>
            </a:endParaRPr>
          </a:p>
          <a:p>
            <a:pPr marL="306000" indent="-269640">
              <a:lnSpc>
                <a:spcPct val="100000"/>
              </a:lnSpc>
              <a:spcBef>
                <a:spcPts val="1417"/>
              </a:spcBef>
              <a:buSzPct val="100051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dichiarazione 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prototipo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)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nome della funzione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tipo dei dati presi in input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tipo di dato del risultato</a:t>
            </a:r>
            <a:endParaRPr lang="it-IT" sz="1600" b="0" strike="noStrike" spc="-1">
              <a:latin typeface="Arial"/>
            </a:endParaRPr>
          </a:p>
          <a:p>
            <a:pPr marL="306000" indent="-269640">
              <a:lnSpc>
                <a:spcPct val="100000"/>
              </a:lnSpc>
              <a:spcBef>
                <a:spcPts val="1417"/>
              </a:spcBef>
              <a:buSzPct val="100051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chiamata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nome della funzione</a:t>
            </a:r>
            <a:endParaRPr lang="it-IT" sz="16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051"/>
              <a:buBlip>
                <a:blip r:embed="rId3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dati presi in input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1575D40F-8179-4FDE-8517-4C6C191778C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componenti di una funzione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2"/>
          <p:cNvSpPr/>
          <p:nvPr/>
        </p:nvSpPr>
        <p:spPr>
          <a:xfrm>
            <a:off x="329040" y="2399040"/>
            <a:ext cx="7114680" cy="3747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int  mcd  (int alfa, int beta)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int resto;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while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(beta != 0)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	{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		resto = alfa % beta;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		alfa = beta; beta = resto;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	}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it-IT" sz="2400" b="1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alfa</a:t>
            </a: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2386440" y="2456640"/>
            <a:ext cx="3314160" cy="399600"/>
          </a:xfrm>
          <a:custGeom>
            <a:avLst/>
            <a:gdLst/>
            <a:ahLst/>
            <a:cxnLst/>
            <a:rect l="l" t="t" r="r" b="b"/>
            <a:pathLst>
              <a:path w="9209" h="1113">
                <a:moveTo>
                  <a:pt x="185" y="0"/>
                </a:moveTo>
                <a:lnTo>
                  <a:pt x="185" y="0"/>
                </a:lnTo>
                <a:cubicBezTo>
                  <a:pt x="153" y="0"/>
                  <a:pt x="121" y="9"/>
                  <a:pt x="93" y="25"/>
                </a:cubicBezTo>
                <a:cubicBezTo>
                  <a:pt x="64" y="41"/>
                  <a:pt x="41" y="64"/>
                  <a:pt x="25" y="93"/>
                </a:cubicBezTo>
                <a:cubicBezTo>
                  <a:pt x="9" y="121"/>
                  <a:pt x="0" y="153"/>
                  <a:pt x="0" y="185"/>
                </a:cubicBezTo>
                <a:lnTo>
                  <a:pt x="0" y="926"/>
                </a:lnTo>
                <a:lnTo>
                  <a:pt x="0" y="927"/>
                </a:lnTo>
                <a:cubicBezTo>
                  <a:pt x="0" y="959"/>
                  <a:pt x="9" y="991"/>
                  <a:pt x="25" y="1019"/>
                </a:cubicBezTo>
                <a:cubicBezTo>
                  <a:pt x="41" y="1048"/>
                  <a:pt x="64" y="1071"/>
                  <a:pt x="93" y="1087"/>
                </a:cubicBezTo>
                <a:cubicBezTo>
                  <a:pt x="121" y="1103"/>
                  <a:pt x="153" y="1112"/>
                  <a:pt x="185" y="1112"/>
                </a:cubicBezTo>
                <a:lnTo>
                  <a:pt x="9022" y="1112"/>
                </a:lnTo>
                <a:lnTo>
                  <a:pt x="9023" y="1112"/>
                </a:lnTo>
                <a:cubicBezTo>
                  <a:pt x="9055" y="1112"/>
                  <a:pt x="9087" y="1103"/>
                  <a:pt x="9115" y="1087"/>
                </a:cubicBezTo>
                <a:cubicBezTo>
                  <a:pt x="9144" y="1071"/>
                  <a:pt x="9167" y="1048"/>
                  <a:pt x="9183" y="1019"/>
                </a:cubicBezTo>
                <a:cubicBezTo>
                  <a:pt x="9199" y="991"/>
                  <a:pt x="9208" y="959"/>
                  <a:pt x="9208" y="927"/>
                </a:cubicBezTo>
                <a:lnTo>
                  <a:pt x="9208" y="185"/>
                </a:lnTo>
                <a:lnTo>
                  <a:pt x="9208" y="185"/>
                </a:lnTo>
                <a:lnTo>
                  <a:pt x="9208" y="185"/>
                </a:lnTo>
                <a:cubicBezTo>
                  <a:pt x="9208" y="153"/>
                  <a:pt x="9199" y="121"/>
                  <a:pt x="9183" y="93"/>
                </a:cubicBezTo>
                <a:cubicBezTo>
                  <a:pt x="9167" y="64"/>
                  <a:pt x="9144" y="41"/>
                  <a:pt x="9115" y="25"/>
                </a:cubicBezTo>
                <a:cubicBezTo>
                  <a:pt x="9087" y="9"/>
                  <a:pt x="9055" y="0"/>
                  <a:pt x="9023" y="0"/>
                </a:cubicBezTo>
                <a:lnTo>
                  <a:pt x="185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4"/>
          <p:cNvSpPr/>
          <p:nvPr/>
        </p:nvSpPr>
        <p:spPr>
          <a:xfrm>
            <a:off x="2770200" y="2114280"/>
            <a:ext cx="2673360" cy="39852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8000"/>
                </a:solidFill>
                <a:latin typeface="Arial"/>
              </a:rPr>
              <a:t>argomenti – nome e tipo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59" name="CustomShape 5"/>
          <p:cNvSpPr/>
          <p:nvPr/>
        </p:nvSpPr>
        <p:spPr>
          <a:xfrm>
            <a:off x="1188360" y="2114280"/>
            <a:ext cx="777960" cy="39852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FF"/>
                </a:solidFill>
                <a:latin typeface="Arial"/>
              </a:rPr>
              <a:t>nome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60" name="CustomShape 6"/>
          <p:cNvSpPr/>
          <p:nvPr/>
        </p:nvSpPr>
        <p:spPr>
          <a:xfrm>
            <a:off x="1255320" y="2457000"/>
            <a:ext cx="692280" cy="399600"/>
          </a:xfrm>
          <a:custGeom>
            <a:avLst/>
            <a:gdLst/>
            <a:ahLst/>
            <a:cxnLst/>
            <a:rect l="l" t="t" r="r" b="b"/>
            <a:pathLst>
              <a:path w="1926" h="1113">
                <a:moveTo>
                  <a:pt x="185" y="0"/>
                </a:moveTo>
                <a:lnTo>
                  <a:pt x="185" y="0"/>
                </a:lnTo>
                <a:cubicBezTo>
                  <a:pt x="153" y="0"/>
                  <a:pt x="121" y="9"/>
                  <a:pt x="93" y="25"/>
                </a:cubicBezTo>
                <a:cubicBezTo>
                  <a:pt x="64" y="41"/>
                  <a:pt x="41" y="64"/>
                  <a:pt x="25" y="93"/>
                </a:cubicBezTo>
                <a:cubicBezTo>
                  <a:pt x="9" y="121"/>
                  <a:pt x="0" y="153"/>
                  <a:pt x="0" y="185"/>
                </a:cubicBezTo>
                <a:lnTo>
                  <a:pt x="0" y="926"/>
                </a:lnTo>
                <a:lnTo>
                  <a:pt x="0" y="927"/>
                </a:lnTo>
                <a:cubicBezTo>
                  <a:pt x="0" y="959"/>
                  <a:pt x="9" y="991"/>
                  <a:pt x="25" y="1019"/>
                </a:cubicBezTo>
                <a:cubicBezTo>
                  <a:pt x="41" y="1048"/>
                  <a:pt x="64" y="1071"/>
                  <a:pt x="93" y="1087"/>
                </a:cubicBezTo>
                <a:cubicBezTo>
                  <a:pt x="121" y="1103"/>
                  <a:pt x="153" y="1112"/>
                  <a:pt x="185" y="1112"/>
                </a:cubicBezTo>
                <a:lnTo>
                  <a:pt x="1739" y="1112"/>
                </a:lnTo>
                <a:lnTo>
                  <a:pt x="1740" y="1112"/>
                </a:lnTo>
                <a:cubicBezTo>
                  <a:pt x="1772" y="1112"/>
                  <a:pt x="1804" y="1103"/>
                  <a:pt x="1832" y="1087"/>
                </a:cubicBezTo>
                <a:cubicBezTo>
                  <a:pt x="1861" y="1071"/>
                  <a:pt x="1884" y="1048"/>
                  <a:pt x="1900" y="1019"/>
                </a:cubicBezTo>
                <a:cubicBezTo>
                  <a:pt x="1916" y="991"/>
                  <a:pt x="1925" y="959"/>
                  <a:pt x="1925" y="927"/>
                </a:cubicBezTo>
                <a:lnTo>
                  <a:pt x="1924" y="185"/>
                </a:lnTo>
                <a:lnTo>
                  <a:pt x="1925" y="185"/>
                </a:lnTo>
                <a:lnTo>
                  <a:pt x="1925" y="185"/>
                </a:lnTo>
                <a:cubicBezTo>
                  <a:pt x="1925" y="153"/>
                  <a:pt x="1916" y="121"/>
                  <a:pt x="1900" y="93"/>
                </a:cubicBezTo>
                <a:cubicBezTo>
                  <a:pt x="1884" y="64"/>
                  <a:pt x="1861" y="41"/>
                  <a:pt x="1832" y="25"/>
                </a:cubicBezTo>
                <a:cubicBezTo>
                  <a:pt x="1804" y="9"/>
                  <a:pt x="1772" y="0"/>
                  <a:pt x="1740" y="0"/>
                </a:cubicBezTo>
                <a:lnTo>
                  <a:pt x="185" y="0"/>
                </a:lnTo>
              </a:path>
            </a:pathLst>
          </a:custGeom>
          <a:solidFill>
            <a:srgbClr val="0000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CustomShape 7"/>
          <p:cNvSpPr/>
          <p:nvPr/>
        </p:nvSpPr>
        <p:spPr>
          <a:xfrm>
            <a:off x="140760" y="1584000"/>
            <a:ext cx="1047240" cy="93096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808080"/>
                </a:solidFill>
                <a:latin typeface="Arial"/>
              </a:rPr>
              <a:t>tipo</a:t>
            </a:r>
            <a:br>
              <a:rPr dirty="0"/>
            </a:br>
            <a:r>
              <a:rPr lang="it-IT" sz="1800" b="0" strike="noStrike" spc="-1" dirty="0">
                <a:solidFill>
                  <a:srgbClr val="808080"/>
                </a:solidFill>
                <a:latin typeface="Arial"/>
              </a:rPr>
              <a:t>del</a:t>
            </a:r>
            <a:br>
              <a:rPr dirty="0"/>
            </a:br>
            <a:r>
              <a:rPr lang="it-IT" sz="1800" b="0" strike="noStrike" spc="-1" dirty="0">
                <a:solidFill>
                  <a:srgbClr val="808080"/>
                </a:solidFill>
                <a:latin typeface="Arial"/>
              </a:rPr>
              <a:t>risultato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>
            <a:off x="331560" y="2438280"/>
            <a:ext cx="692280" cy="399600"/>
          </a:xfrm>
          <a:custGeom>
            <a:avLst/>
            <a:gdLst/>
            <a:ahLst/>
            <a:cxnLst/>
            <a:rect l="l" t="t" r="r" b="b"/>
            <a:pathLst>
              <a:path w="1926" h="1113">
                <a:moveTo>
                  <a:pt x="185" y="0"/>
                </a:moveTo>
                <a:lnTo>
                  <a:pt x="185" y="0"/>
                </a:lnTo>
                <a:cubicBezTo>
                  <a:pt x="153" y="0"/>
                  <a:pt x="121" y="9"/>
                  <a:pt x="93" y="25"/>
                </a:cubicBezTo>
                <a:cubicBezTo>
                  <a:pt x="64" y="41"/>
                  <a:pt x="41" y="64"/>
                  <a:pt x="25" y="93"/>
                </a:cubicBezTo>
                <a:cubicBezTo>
                  <a:pt x="9" y="121"/>
                  <a:pt x="0" y="153"/>
                  <a:pt x="0" y="185"/>
                </a:cubicBezTo>
                <a:lnTo>
                  <a:pt x="0" y="926"/>
                </a:lnTo>
                <a:lnTo>
                  <a:pt x="0" y="927"/>
                </a:lnTo>
                <a:cubicBezTo>
                  <a:pt x="0" y="959"/>
                  <a:pt x="9" y="991"/>
                  <a:pt x="25" y="1019"/>
                </a:cubicBezTo>
                <a:cubicBezTo>
                  <a:pt x="41" y="1048"/>
                  <a:pt x="64" y="1071"/>
                  <a:pt x="93" y="1087"/>
                </a:cubicBezTo>
                <a:cubicBezTo>
                  <a:pt x="121" y="1103"/>
                  <a:pt x="153" y="1112"/>
                  <a:pt x="185" y="1112"/>
                </a:cubicBezTo>
                <a:lnTo>
                  <a:pt x="1739" y="1112"/>
                </a:lnTo>
                <a:lnTo>
                  <a:pt x="1740" y="1112"/>
                </a:lnTo>
                <a:cubicBezTo>
                  <a:pt x="1772" y="1112"/>
                  <a:pt x="1804" y="1103"/>
                  <a:pt x="1832" y="1087"/>
                </a:cubicBezTo>
                <a:cubicBezTo>
                  <a:pt x="1861" y="1071"/>
                  <a:pt x="1884" y="1048"/>
                  <a:pt x="1900" y="1019"/>
                </a:cubicBezTo>
                <a:cubicBezTo>
                  <a:pt x="1916" y="991"/>
                  <a:pt x="1925" y="959"/>
                  <a:pt x="1925" y="927"/>
                </a:cubicBezTo>
                <a:lnTo>
                  <a:pt x="1924" y="185"/>
                </a:lnTo>
                <a:lnTo>
                  <a:pt x="1925" y="185"/>
                </a:lnTo>
                <a:lnTo>
                  <a:pt x="1925" y="185"/>
                </a:lnTo>
                <a:cubicBezTo>
                  <a:pt x="1925" y="153"/>
                  <a:pt x="1916" y="121"/>
                  <a:pt x="1900" y="93"/>
                </a:cubicBezTo>
                <a:cubicBezTo>
                  <a:pt x="1884" y="64"/>
                  <a:pt x="1861" y="41"/>
                  <a:pt x="1832" y="25"/>
                </a:cubicBezTo>
                <a:cubicBezTo>
                  <a:pt x="1804" y="9"/>
                  <a:pt x="1772" y="0"/>
                  <a:pt x="1740" y="0"/>
                </a:cubicBezTo>
                <a:lnTo>
                  <a:pt x="185" y="0"/>
                </a:lnTo>
              </a:path>
            </a:pathLst>
          </a:custGeom>
          <a:solidFill>
            <a:srgbClr val="C0C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CustomShape 9"/>
          <p:cNvSpPr/>
          <p:nvPr/>
        </p:nvSpPr>
        <p:spPr>
          <a:xfrm>
            <a:off x="776880" y="3190320"/>
            <a:ext cx="1990080" cy="399600"/>
          </a:xfrm>
          <a:custGeom>
            <a:avLst/>
            <a:gdLst/>
            <a:ahLst/>
            <a:cxnLst/>
            <a:rect l="l" t="t" r="r" b="b"/>
            <a:pathLst>
              <a:path w="5531" h="1113">
                <a:moveTo>
                  <a:pt x="185" y="0"/>
                </a:moveTo>
                <a:lnTo>
                  <a:pt x="185" y="0"/>
                </a:lnTo>
                <a:cubicBezTo>
                  <a:pt x="153" y="0"/>
                  <a:pt x="121" y="9"/>
                  <a:pt x="93" y="25"/>
                </a:cubicBezTo>
                <a:cubicBezTo>
                  <a:pt x="64" y="41"/>
                  <a:pt x="41" y="64"/>
                  <a:pt x="25" y="93"/>
                </a:cubicBezTo>
                <a:cubicBezTo>
                  <a:pt x="9" y="121"/>
                  <a:pt x="0" y="153"/>
                  <a:pt x="0" y="185"/>
                </a:cubicBezTo>
                <a:lnTo>
                  <a:pt x="0" y="926"/>
                </a:lnTo>
                <a:lnTo>
                  <a:pt x="0" y="927"/>
                </a:lnTo>
                <a:cubicBezTo>
                  <a:pt x="0" y="959"/>
                  <a:pt x="9" y="991"/>
                  <a:pt x="25" y="1019"/>
                </a:cubicBezTo>
                <a:cubicBezTo>
                  <a:pt x="41" y="1048"/>
                  <a:pt x="64" y="1071"/>
                  <a:pt x="93" y="1087"/>
                </a:cubicBezTo>
                <a:cubicBezTo>
                  <a:pt x="121" y="1103"/>
                  <a:pt x="153" y="1112"/>
                  <a:pt x="185" y="1112"/>
                </a:cubicBezTo>
                <a:lnTo>
                  <a:pt x="5344" y="1112"/>
                </a:lnTo>
                <a:lnTo>
                  <a:pt x="5345" y="1112"/>
                </a:lnTo>
                <a:cubicBezTo>
                  <a:pt x="5377" y="1112"/>
                  <a:pt x="5409" y="1103"/>
                  <a:pt x="5437" y="1087"/>
                </a:cubicBezTo>
                <a:cubicBezTo>
                  <a:pt x="5466" y="1071"/>
                  <a:pt x="5489" y="1048"/>
                  <a:pt x="5505" y="1019"/>
                </a:cubicBezTo>
                <a:cubicBezTo>
                  <a:pt x="5521" y="991"/>
                  <a:pt x="5530" y="959"/>
                  <a:pt x="5530" y="927"/>
                </a:cubicBezTo>
                <a:lnTo>
                  <a:pt x="5530" y="185"/>
                </a:lnTo>
                <a:lnTo>
                  <a:pt x="5530" y="185"/>
                </a:lnTo>
                <a:lnTo>
                  <a:pt x="5530" y="185"/>
                </a:lnTo>
                <a:cubicBezTo>
                  <a:pt x="5530" y="153"/>
                  <a:pt x="5521" y="121"/>
                  <a:pt x="5505" y="93"/>
                </a:cubicBezTo>
                <a:cubicBezTo>
                  <a:pt x="5489" y="64"/>
                  <a:pt x="5466" y="41"/>
                  <a:pt x="5437" y="25"/>
                </a:cubicBezTo>
                <a:cubicBezTo>
                  <a:pt x="5409" y="9"/>
                  <a:pt x="5377" y="0"/>
                  <a:pt x="5345" y="0"/>
                </a:cubicBezTo>
                <a:lnTo>
                  <a:pt x="185" y="0"/>
                </a:lnTo>
              </a:path>
            </a:pathLst>
          </a:custGeom>
          <a:solidFill>
            <a:srgbClr val="FF6633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10"/>
          <p:cNvSpPr/>
          <p:nvPr/>
        </p:nvSpPr>
        <p:spPr>
          <a:xfrm>
            <a:off x="2846520" y="3200400"/>
            <a:ext cx="2673360" cy="39852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CC6633"/>
                </a:solidFill>
                <a:latin typeface="Arial"/>
              </a:rPr>
              <a:t>variabile locale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65" name="CustomShape 11"/>
          <p:cNvSpPr/>
          <p:nvPr/>
        </p:nvSpPr>
        <p:spPr>
          <a:xfrm>
            <a:off x="7103160" y="2495520"/>
            <a:ext cx="1435680" cy="38232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intestazione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66" name="Line 12"/>
          <p:cNvSpPr/>
          <p:nvPr/>
        </p:nvSpPr>
        <p:spPr>
          <a:xfrm flipH="1">
            <a:off x="5928480" y="2685240"/>
            <a:ext cx="117468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13"/>
          <p:cNvSpPr/>
          <p:nvPr/>
        </p:nvSpPr>
        <p:spPr>
          <a:xfrm>
            <a:off x="5558040" y="3095640"/>
            <a:ext cx="2971440" cy="65664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esistono solo durante l’esecuzione della funzione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68" name="Line 14"/>
          <p:cNvSpPr/>
          <p:nvPr/>
        </p:nvSpPr>
        <p:spPr>
          <a:xfrm flipH="1" flipV="1">
            <a:off x="4413960" y="2961720"/>
            <a:ext cx="1144080" cy="39960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Line 15"/>
          <p:cNvSpPr/>
          <p:nvPr/>
        </p:nvSpPr>
        <p:spPr>
          <a:xfrm flipH="1">
            <a:off x="4519080" y="3409200"/>
            <a:ext cx="103896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16"/>
          <p:cNvSpPr/>
          <p:nvPr/>
        </p:nvSpPr>
        <p:spPr>
          <a:xfrm>
            <a:off x="3919680" y="5306040"/>
            <a:ext cx="4647960" cy="93096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se manca non si restituisce alcun risultato, la funzione si chiama “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procedura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” ed il tipo restituito deve essere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void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1" name="Line 17"/>
          <p:cNvSpPr/>
          <p:nvPr/>
        </p:nvSpPr>
        <p:spPr>
          <a:xfrm flipH="1">
            <a:off x="3080880" y="5590080"/>
            <a:ext cx="83880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CustomShape 18"/>
          <p:cNvSpPr/>
          <p:nvPr/>
        </p:nvSpPr>
        <p:spPr>
          <a:xfrm>
            <a:off x="1319400" y="5820120"/>
            <a:ext cx="2076120" cy="38232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non si mette  ‘ 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;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 ’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3" name="Line 19"/>
          <p:cNvSpPr/>
          <p:nvPr/>
        </p:nvSpPr>
        <p:spPr>
          <a:xfrm flipH="1">
            <a:off x="660960" y="6009840"/>
            <a:ext cx="63000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1">
            <a:extLst>
              <a:ext uri="{FF2B5EF4-FFF2-40B4-BE49-F238E27FC236}">
                <a16:creationId xmlns:a16="http://schemas.microsoft.com/office/drawing/2014/main" id="{20A2E8DD-0412-457A-A012-F657A314FC2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2"/>
          <p:cNvSpPr/>
          <p:nvPr/>
        </p:nvSpPr>
        <p:spPr>
          <a:xfrm>
            <a:off x="781200" y="2323800"/>
            <a:ext cx="7114680" cy="43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int  mcd  (int, int);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838600" y="2375280"/>
            <a:ext cx="1504440" cy="357480"/>
          </a:xfrm>
          <a:custGeom>
            <a:avLst/>
            <a:gdLst/>
            <a:ahLst/>
            <a:cxnLst/>
            <a:rect l="l" t="t" r="r" b="b"/>
            <a:pathLst>
              <a:path w="4182" h="996">
                <a:moveTo>
                  <a:pt x="165" y="0"/>
                </a:moveTo>
                <a:lnTo>
                  <a:pt x="166" y="0"/>
                </a:lnTo>
                <a:cubicBezTo>
                  <a:pt x="137" y="0"/>
                  <a:pt x="108" y="8"/>
                  <a:pt x="83" y="22"/>
                </a:cubicBezTo>
                <a:cubicBezTo>
                  <a:pt x="58" y="37"/>
                  <a:pt x="37" y="58"/>
                  <a:pt x="22" y="83"/>
                </a:cubicBezTo>
                <a:cubicBezTo>
                  <a:pt x="8" y="108"/>
                  <a:pt x="0" y="137"/>
                  <a:pt x="0" y="166"/>
                </a:cubicBezTo>
                <a:lnTo>
                  <a:pt x="0" y="829"/>
                </a:lnTo>
                <a:lnTo>
                  <a:pt x="0" y="829"/>
                </a:lnTo>
                <a:cubicBezTo>
                  <a:pt x="0" y="858"/>
                  <a:pt x="8" y="887"/>
                  <a:pt x="22" y="912"/>
                </a:cubicBezTo>
                <a:cubicBezTo>
                  <a:pt x="37" y="937"/>
                  <a:pt x="58" y="958"/>
                  <a:pt x="83" y="973"/>
                </a:cubicBezTo>
                <a:cubicBezTo>
                  <a:pt x="108" y="987"/>
                  <a:pt x="137" y="995"/>
                  <a:pt x="166" y="995"/>
                </a:cubicBezTo>
                <a:lnTo>
                  <a:pt x="4015" y="995"/>
                </a:lnTo>
                <a:lnTo>
                  <a:pt x="4015" y="995"/>
                </a:lnTo>
                <a:cubicBezTo>
                  <a:pt x="4044" y="995"/>
                  <a:pt x="4073" y="987"/>
                  <a:pt x="4098" y="973"/>
                </a:cubicBezTo>
                <a:cubicBezTo>
                  <a:pt x="4123" y="958"/>
                  <a:pt x="4144" y="937"/>
                  <a:pt x="4159" y="912"/>
                </a:cubicBezTo>
                <a:cubicBezTo>
                  <a:pt x="4173" y="887"/>
                  <a:pt x="4181" y="858"/>
                  <a:pt x="4181" y="829"/>
                </a:cubicBezTo>
                <a:lnTo>
                  <a:pt x="4181" y="165"/>
                </a:lnTo>
                <a:lnTo>
                  <a:pt x="4181" y="166"/>
                </a:lnTo>
                <a:lnTo>
                  <a:pt x="4181" y="166"/>
                </a:lnTo>
                <a:cubicBezTo>
                  <a:pt x="4181" y="137"/>
                  <a:pt x="4173" y="108"/>
                  <a:pt x="4159" y="83"/>
                </a:cubicBezTo>
                <a:cubicBezTo>
                  <a:pt x="4144" y="58"/>
                  <a:pt x="4123" y="37"/>
                  <a:pt x="4098" y="22"/>
                </a:cubicBezTo>
                <a:cubicBezTo>
                  <a:pt x="4073" y="8"/>
                  <a:pt x="4044" y="0"/>
                  <a:pt x="4015" y="0"/>
                </a:cubicBezTo>
                <a:lnTo>
                  <a:pt x="165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4"/>
          <p:cNvSpPr/>
          <p:nvPr/>
        </p:nvSpPr>
        <p:spPr>
          <a:xfrm>
            <a:off x="2765160" y="2069280"/>
            <a:ext cx="2673360" cy="36396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8000"/>
                </a:solidFill>
                <a:latin typeface="Arial"/>
              </a:rPr>
              <a:t>tipo argomenti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8" name="CustomShape 5"/>
          <p:cNvSpPr/>
          <p:nvPr/>
        </p:nvSpPr>
        <p:spPr>
          <a:xfrm>
            <a:off x="1640520" y="2069280"/>
            <a:ext cx="777960" cy="36396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FF"/>
                </a:solidFill>
                <a:latin typeface="Arial"/>
              </a:rPr>
              <a:t>nome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9" name="CustomShape 6"/>
          <p:cNvSpPr/>
          <p:nvPr/>
        </p:nvSpPr>
        <p:spPr>
          <a:xfrm>
            <a:off x="1707480" y="2375640"/>
            <a:ext cx="692280" cy="357120"/>
          </a:xfrm>
          <a:custGeom>
            <a:avLst/>
            <a:gdLst/>
            <a:ahLst/>
            <a:cxnLst/>
            <a:rect l="l" t="t" r="r" b="b"/>
            <a:pathLst>
              <a:path w="1926" h="995">
                <a:moveTo>
                  <a:pt x="165" y="0"/>
                </a:moveTo>
                <a:lnTo>
                  <a:pt x="166" y="0"/>
                </a:lnTo>
                <a:cubicBezTo>
                  <a:pt x="137" y="0"/>
                  <a:pt x="108" y="8"/>
                  <a:pt x="83" y="22"/>
                </a:cubicBezTo>
                <a:cubicBezTo>
                  <a:pt x="58" y="37"/>
                  <a:pt x="37" y="58"/>
                  <a:pt x="22" y="83"/>
                </a:cubicBezTo>
                <a:cubicBezTo>
                  <a:pt x="8" y="108"/>
                  <a:pt x="0" y="137"/>
                  <a:pt x="0" y="166"/>
                </a:cubicBezTo>
                <a:lnTo>
                  <a:pt x="0" y="828"/>
                </a:lnTo>
                <a:lnTo>
                  <a:pt x="0" y="828"/>
                </a:lnTo>
                <a:cubicBezTo>
                  <a:pt x="0" y="857"/>
                  <a:pt x="8" y="886"/>
                  <a:pt x="22" y="911"/>
                </a:cubicBezTo>
                <a:cubicBezTo>
                  <a:pt x="37" y="936"/>
                  <a:pt x="58" y="957"/>
                  <a:pt x="83" y="972"/>
                </a:cubicBezTo>
                <a:cubicBezTo>
                  <a:pt x="108" y="986"/>
                  <a:pt x="137" y="994"/>
                  <a:pt x="166" y="994"/>
                </a:cubicBezTo>
                <a:lnTo>
                  <a:pt x="1759" y="994"/>
                </a:lnTo>
                <a:lnTo>
                  <a:pt x="1759" y="994"/>
                </a:lnTo>
                <a:cubicBezTo>
                  <a:pt x="1788" y="994"/>
                  <a:pt x="1817" y="986"/>
                  <a:pt x="1842" y="972"/>
                </a:cubicBezTo>
                <a:cubicBezTo>
                  <a:pt x="1867" y="957"/>
                  <a:pt x="1888" y="936"/>
                  <a:pt x="1903" y="911"/>
                </a:cubicBezTo>
                <a:cubicBezTo>
                  <a:pt x="1917" y="886"/>
                  <a:pt x="1925" y="857"/>
                  <a:pt x="1925" y="828"/>
                </a:cubicBezTo>
                <a:lnTo>
                  <a:pt x="1924" y="165"/>
                </a:lnTo>
                <a:lnTo>
                  <a:pt x="1925" y="166"/>
                </a:lnTo>
                <a:lnTo>
                  <a:pt x="1925" y="166"/>
                </a:lnTo>
                <a:cubicBezTo>
                  <a:pt x="1925" y="137"/>
                  <a:pt x="1917" y="108"/>
                  <a:pt x="1903" y="83"/>
                </a:cubicBezTo>
                <a:cubicBezTo>
                  <a:pt x="1888" y="58"/>
                  <a:pt x="1867" y="37"/>
                  <a:pt x="1842" y="22"/>
                </a:cubicBezTo>
                <a:cubicBezTo>
                  <a:pt x="1817" y="8"/>
                  <a:pt x="1788" y="0"/>
                  <a:pt x="1759" y="0"/>
                </a:cubicBezTo>
                <a:lnTo>
                  <a:pt x="165" y="0"/>
                </a:lnTo>
              </a:path>
            </a:pathLst>
          </a:custGeom>
          <a:solidFill>
            <a:srgbClr val="0000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7"/>
          <p:cNvSpPr/>
          <p:nvPr/>
        </p:nvSpPr>
        <p:spPr>
          <a:xfrm>
            <a:off x="592920" y="1595160"/>
            <a:ext cx="1047240" cy="8758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1800" b="0" strike="noStrike" spc="-1">
                <a:solidFill>
                  <a:srgbClr val="808080"/>
                </a:solidFill>
                <a:latin typeface="Arial"/>
              </a:rPr>
              <a:t>tipo</a:t>
            </a:r>
            <a:br/>
            <a:r>
              <a:rPr lang="it-IT" sz="1800" b="0" strike="noStrike" spc="-1">
                <a:solidFill>
                  <a:srgbClr val="808080"/>
                </a:solidFill>
                <a:latin typeface="Arial"/>
              </a:rPr>
              <a:t>del</a:t>
            </a:r>
            <a:br/>
            <a:r>
              <a:rPr lang="it-IT" sz="1800" b="0" strike="noStrike" spc="-1">
                <a:solidFill>
                  <a:srgbClr val="808080"/>
                </a:solidFill>
                <a:latin typeface="Arial"/>
              </a:rPr>
              <a:t>risultato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81" name="CustomShape 8"/>
          <p:cNvSpPr/>
          <p:nvPr/>
        </p:nvSpPr>
        <p:spPr>
          <a:xfrm>
            <a:off x="783720" y="2359080"/>
            <a:ext cx="692280" cy="357120"/>
          </a:xfrm>
          <a:custGeom>
            <a:avLst/>
            <a:gdLst/>
            <a:ahLst/>
            <a:cxnLst/>
            <a:rect l="l" t="t" r="r" b="b"/>
            <a:pathLst>
              <a:path w="1926" h="995">
                <a:moveTo>
                  <a:pt x="165" y="0"/>
                </a:moveTo>
                <a:lnTo>
                  <a:pt x="166" y="0"/>
                </a:lnTo>
                <a:cubicBezTo>
                  <a:pt x="137" y="0"/>
                  <a:pt x="108" y="8"/>
                  <a:pt x="83" y="22"/>
                </a:cubicBezTo>
                <a:cubicBezTo>
                  <a:pt x="58" y="37"/>
                  <a:pt x="37" y="58"/>
                  <a:pt x="22" y="83"/>
                </a:cubicBezTo>
                <a:cubicBezTo>
                  <a:pt x="8" y="108"/>
                  <a:pt x="0" y="137"/>
                  <a:pt x="0" y="166"/>
                </a:cubicBezTo>
                <a:lnTo>
                  <a:pt x="0" y="828"/>
                </a:lnTo>
                <a:lnTo>
                  <a:pt x="0" y="828"/>
                </a:lnTo>
                <a:cubicBezTo>
                  <a:pt x="0" y="857"/>
                  <a:pt x="8" y="886"/>
                  <a:pt x="22" y="911"/>
                </a:cubicBezTo>
                <a:cubicBezTo>
                  <a:pt x="37" y="936"/>
                  <a:pt x="58" y="957"/>
                  <a:pt x="83" y="972"/>
                </a:cubicBezTo>
                <a:cubicBezTo>
                  <a:pt x="108" y="986"/>
                  <a:pt x="137" y="994"/>
                  <a:pt x="166" y="994"/>
                </a:cubicBezTo>
                <a:lnTo>
                  <a:pt x="1759" y="994"/>
                </a:lnTo>
                <a:lnTo>
                  <a:pt x="1759" y="994"/>
                </a:lnTo>
                <a:cubicBezTo>
                  <a:pt x="1788" y="994"/>
                  <a:pt x="1817" y="986"/>
                  <a:pt x="1842" y="972"/>
                </a:cubicBezTo>
                <a:cubicBezTo>
                  <a:pt x="1867" y="957"/>
                  <a:pt x="1888" y="936"/>
                  <a:pt x="1903" y="911"/>
                </a:cubicBezTo>
                <a:cubicBezTo>
                  <a:pt x="1917" y="886"/>
                  <a:pt x="1925" y="857"/>
                  <a:pt x="1925" y="828"/>
                </a:cubicBezTo>
                <a:lnTo>
                  <a:pt x="1924" y="165"/>
                </a:lnTo>
                <a:lnTo>
                  <a:pt x="1925" y="166"/>
                </a:lnTo>
                <a:lnTo>
                  <a:pt x="1925" y="166"/>
                </a:lnTo>
                <a:cubicBezTo>
                  <a:pt x="1925" y="137"/>
                  <a:pt x="1917" y="108"/>
                  <a:pt x="1903" y="83"/>
                </a:cubicBezTo>
                <a:cubicBezTo>
                  <a:pt x="1888" y="58"/>
                  <a:pt x="1867" y="37"/>
                  <a:pt x="1842" y="22"/>
                </a:cubicBezTo>
                <a:cubicBezTo>
                  <a:pt x="1817" y="8"/>
                  <a:pt x="1788" y="0"/>
                  <a:pt x="1759" y="0"/>
                </a:cubicBezTo>
                <a:lnTo>
                  <a:pt x="165" y="0"/>
                </a:lnTo>
              </a:path>
            </a:pathLst>
          </a:custGeom>
          <a:solidFill>
            <a:srgbClr val="C0C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CustomShape 9"/>
          <p:cNvSpPr/>
          <p:nvPr/>
        </p:nvSpPr>
        <p:spPr>
          <a:xfrm>
            <a:off x="6119280" y="2410200"/>
            <a:ext cx="2557440" cy="36396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prototipo della funzione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83" name="Line 10"/>
          <p:cNvSpPr/>
          <p:nvPr/>
        </p:nvSpPr>
        <p:spPr>
          <a:xfrm flipH="1">
            <a:off x="4944600" y="2579760"/>
            <a:ext cx="117468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4" name="CustomShape 11"/>
          <p:cNvSpPr/>
          <p:nvPr/>
        </p:nvSpPr>
        <p:spPr>
          <a:xfrm>
            <a:off x="5057280" y="3065760"/>
            <a:ext cx="2076120" cy="38412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54000" rIns="99000" bIns="54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si mette  ‘ 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;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 ’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85" name="Line 12"/>
          <p:cNvSpPr/>
          <p:nvPr/>
        </p:nvSpPr>
        <p:spPr>
          <a:xfrm flipH="1" flipV="1">
            <a:off x="4647960" y="2664720"/>
            <a:ext cx="409320" cy="40104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6" name="CustomShape 13"/>
          <p:cNvSpPr/>
          <p:nvPr/>
        </p:nvSpPr>
        <p:spPr>
          <a:xfrm>
            <a:off x="253440" y="3575520"/>
            <a:ext cx="8737560" cy="2495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06000" indent="-269640">
              <a:lnSpc>
                <a:spcPct val="100000"/>
              </a:lnSpc>
              <a:spcBef>
                <a:spcPts val="1417"/>
              </a:spcBef>
              <a:buSzPct val="100101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serve per dire al compilatore che il programma utilizzerà una funzione che ha quel </a:t>
            </a:r>
            <a:r>
              <a:rPr lang="it-IT" sz="2000" b="0" strike="noStrike" spc="-1">
                <a:solidFill>
                  <a:srgbClr val="0000FF"/>
                </a:solidFill>
                <a:latin typeface="Arial"/>
              </a:rPr>
              <a:t>nome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, prende in input quel numero di </a:t>
            </a:r>
            <a:r>
              <a:rPr lang="it-IT" sz="2000" b="0" strike="noStrike" spc="-1">
                <a:solidFill>
                  <a:srgbClr val="008000"/>
                </a:solidFill>
                <a:latin typeface="Arial"/>
              </a:rPr>
              <a:t>parametri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che saranno valori di quei </a:t>
            </a:r>
            <a:r>
              <a:rPr lang="it-IT" sz="2000" b="0" strike="noStrike" spc="-1">
                <a:solidFill>
                  <a:srgbClr val="008000"/>
                </a:solidFill>
                <a:latin typeface="Arial"/>
              </a:rPr>
              <a:t>tipi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, e restituirà in output un valore di quel </a:t>
            </a:r>
            <a:r>
              <a:rPr lang="it-IT" sz="2000" b="0" strike="noStrike" spc="-1">
                <a:solidFill>
                  <a:srgbClr val="808080"/>
                </a:solidFill>
                <a:latin typeface="Arial"/>
              </a:rPr>
              <a:t>tipo</a:t>
            </a:r>
            <a:endParaRPr lang="it-IT" sz="2000" b="0" strike="noStrike" spc="-1">
              <a:latin typeface="Arial"/>
            </a:endParaRPr>
          </a:p>
          <a:p>
            <a:pPr marL="306000" indent="-269640">
              <a:lnSpc>
                <a:spcPct val="100000"/>
              </a:lnSpc>
              <a:spcBef>
                <a:spcPts val="1417"/>
              </a:spcBef>
              <a:buSzPct val="100101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il codice da eseguire sarà specificato nella definizione che comparirà:</a:t>
            </a:r>
            <a:endParaRPr lang="it-IT" sz="20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101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dopo il programma principale, oppure</a:t>
            </a:r>
            <a:endParaRPr lang="it-IT" sz="2000" b="0" strike="noStrike" spc="-1">
              <a:latin typeface="Arial"/>
            </a:endParaRPr>
          </a:p>
          <a:p>
            <a:pPr marL="612000" lvl="1" indent="-359640">
              <a:lnSpc>
                <a:spcPct val="100000"/>
              </a:lnSpc>
              <a:spcBef>
                <a:spcPts val="1134"/>
              </a:spcBef>
              <a:buSzPct val="100101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in un altro file che sarà collegato a questo in fase di collegamento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742B85BE-467E-4AD0-9844-B3A29B89A11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dichiarazione (prototipo)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magine_0"/>
          <p:cNvPicPr/>
          <p:nvPr/>
        </p:nvPicPr>
        <p:blipFill>
          <a:blip r:embed="rId2"/>
          <a:stretch/>
        </p:blipFill>
        <p:spPr>
          <a:xfrm>
            <a:off x="0" y="504000"/>
            <a:ext cx="5616000" cy="5976000"/>
          </a:xfrm>
          <a:prstGeom prst="rect">
            <a:avLst/>
          </a:prstGeom>
          <a:ln>
            <a:noFill/>
          </a:ln>
        </p:spPr>
      </p:pic>
      <p:sp>
        <p:nvSpPr>
          <p:cNvPr id="188" name="TextShape 1"/>
          <p:cNvSpPr txBox="1"/>
          <p:nvPr/>
        </p:nvSpPr>
        <p:spPr>
          <a:xfrm>
            <a:off x="5904000" y="1656000"/>
            <a:ext cx="2723400" cy="105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chiamata</a:t>
            </a:r>
          </a:p>
        </p:txBody>
      </p:sp>
      <p:sp>
        <p:nvSpPr>
          <p:cNvPr id="189" name="CustomShape 2"/>
          <p:cNvSpPr/>
          <p:nvPr/>
        </p:nvSpPr>
        <p:spPr>
          <a:xfrm>
            <a:off x="3096000" y="4057200"/>
            <a:ext cx="864000" cy="190800"/>
          </a:xfrm>
          <a:custGeom>
            <a:avLst/>
            <a:gdLst/>
            <a:ahLst/>
            <a:cxnLst/>
            <a:rect l="0" t="0" r="r" b="b"/>
            <a:pathLst>
              <a:path w="2402" h="532">
                <a:moveTo>
                  <a:pt x="88" y="0"/>
                </a:moveTo>
                <a:lnTo>
                  <a:pt x="89" y="0"/>
                </a:lnTo>
                <a:cubicBezTo>
                  <a:pt x="73" y="0"/>
                  <a:pt x="58" y="4"/>
                  <a:pt x="44" y="12"/>
                </a:cubicBezTo>
                <a:cubicBezTo>
                  <a:pt x="31" y="20"/>
                  <a:pt x="20" y="31"/>
                  <a:pt x="12" y="44"/>
                </a:cubicBezTo>
                <a:cubicBezTo>
                  <a:pt x="4" y="58"/>
                  <a:pt x="0" y="73"/>
                  <a:pt x="0" y="89"/>
                </a:cubicBezTo>
                <a:lnTo>
                  <a:pt x="0" y="442"/>
                </a:lnTo>
                <a:lnTo>
                  <a:pt x="0" y="443"/>
                </a:lnTo>
                <a:cubicBezTo>
                  <a:pt x="0" y="458"/>
                  <a:pt x="4" y="473"/>
                  <a:pt x="12" y="487"/>
                </a:cubicBezTo>
                <a:cubicBezTo>
                  <a:pt x="20" y="500"/>
                  <a:pt x="31" y="511"/>
                  <a:pt x="44" y="519"/>
                </a:cubicBezTo>
                <a:cubicBezTo>
                  <a:pt x="58" y="527"/>
                  <a:pt x="73" y="531"/>
                  <a:pt x="89" y="531"/>
                </a:cubicBezTo>
                <a:lnTo>
                  <a:pt x="2312" y="531"/>
                </a:lnTo>
                <a:lnTo>
                  <a:pt x="2313" y="531"/>
                </a:lnTo>
                <a:cubicBezTo>
                  <a:pt x="2328" y="531"/>
                  <a:pt x="2343" y="527"/>
                  <a:pt x="2357" y="519"/>
                </a:cubicBezTo>
                <a:cubicBezTo>
                  <a:pt x="2370" y="511"/>
                  <a:pt x="2381" y="500"/>
                  <a:pt x="2389" y="487"/>
                </a:cubicBezTo>
                <a:cubicBezTo>
                  <a:pt x="2397" y="473"/>
                  <a:pt x="2401" y="458"/>
                  <a:pt x="2401" y="443"/>
                </a:cubicBezTo>
                <a:lnTo>
                  <a:pt x="2401" y="88"/>
                </a:lnTo>
                <a:lnTo>
                  <a:pt x="2401" y="89"/>
                </a:lnTo>
                <a:lnTo>
                  <a:pt x="2401" y="89"/>
                </a:lnTo>
                <a:cubicBezTo>
                  <a:pt x="2401" y="73"/>
                  <a:pt x="2397" y="58"/>
                  <a:pt x="2389" y="44"/>
                </a:cubicBezTo>
                <a:cubicBezTo>
                  <a:pt x="2381" y="31"/>
                  <a:pt x="2370" y="20"/>
                  <a:pt x="2357" y="12"/>
                </a:cubicBezTo>
                <a:cubicBezTo>
                  <a:pt x="2343" y="4"/>
                  <a:pt x="2328" y="0"/>
                  <a:pt x="2313" y="0"/>
                </a:cubicBezTo>
                <a:lnTo>
                  <a:pt x="88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Line 3"/>
          <p:cNvSpPr/>
          <p:nvPr/>
        </p:nvSpPr>
        <p:spPr>
          <a:xfrm flipH="1">
            <a:off x="3960000" y="4248000"/>
            <a:ext cx="1789920" cy="792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TextShape 4"/>
          <p:cNvSpPr txBox="1"/>
          <p:nvPr/>
        </p:nvSpPr>
        <p:spPr>
          <a:xfrm>
            <a:off x="5760000" y="2664000"/>
            <a:ext cx="3193200" cy="324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nome della funzione seguito dagli argomenti attuali</a:t>
            </a:r>
            <a:endParaRPr lang="it-IT" sz="18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stesso numero degli argomenti formali </a:t>
            </a:r>
            <a:endParaRPr lang="it-IT" sz="18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corrispondenza per posizione </a:t>
            </a:r>
            <a:endParaRPr lang="it-IT" sz="18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stesso tipo del corrispondente argomento formale (a meno di conversioni implicite)</a:t>
            </a:r>
            <a:endParaRPr lang="it-IT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2"/>
          <p:cNvSpPr txBox="1"/>
          <p:nvPr/>
        </p:nvSpPr>
        <p:spPr>
          <a:xfrm>
            <a:off x="289080" y="1728000"/>
            <a:ext cx="727812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una </a:t>
            </a:r>
            <a:r>
              <a:rPr lang="it-IT" sz="2200" b="1" i="1" strike="noStrike" spc="-1">
                <a:solidFill>
                  <a:srgbClr val="000000"/>
                </a:solidFill>
                <a:latin typeface="Arial"/>
              </a:rPr>
              <a:t>procedura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è una funzione che restituisce nulla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94" name="TextShape 3"/>
          <p:cNvSpPr txBox="1"/>
          <p:nvPr/>
        </p:nvSpPr>
        <p:spPr>
          <a:xfrm>
            <a:off x="216000" y="4200480"/>
            <a:ext cx="8207640" cy="335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una funzione può anche non avere argomenti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95" name="CustomShape 4"/>
          <p:cNvSpPr/>
          <p:nvPr/>
        </p:nvSpPr>
        <p:spPr>
          <a:xfrm>
            <a:off x="371160" y="2181240"/>
            <a:ext cx="7894800" cy="1922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strike="noStrike" spc="-1" dirty="0" err="1">
                <a:solidFill>
                  <a:srgbClr val="FF0000"/>
                </a:solidFill>
                <a:latin typeface="Courier New"/>
              </a:rPr>
              <a:t>void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scriviris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(int a, int b, int c)</a:t>
            </a:r>
            <a:r>
              <a:rPr lang="it-IT" sz="2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&lt;&lt; "il MCD fra " &lt;&lt; a &lt;&lt; " e ";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&lt;&lt; b &lt;&lt; " è " &lt;&lt; c &lt;&lt; "\n";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196" name="CustomShape 5"/>
          <p:cNvSpPr/>
          <p:nvPr/>
        </p:nvSpPr>
        <p:spPr>
          <a:xfrm>
            <a:off x="239400" y="4508640"/>
            <a:ext cx="8589960" cy="1922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void scrivi_licenza </a:t>
            </a:r>
            <a:r>
              <a:rPr lang="it-IT" sz="2400" b="1" strike="noStrike" spc="-1">
                <a:solidFill>
                  <a:srgbClr val="FF0000"/>
                </a:solidFill>
                <a:latin typeface="Courier New"/>
              </a:rPr>
              <a:t>()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{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	cout &lt;&lt; "Contratto di licenza d'uso\n";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	cout &lt;&lt; " ... 2002 \n";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} 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43233216-EB88-4DC2-A91D-D7EDC994B44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senza argomenti e procedure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Immagine_1"/>
          <p:cNvPicPr/>
          <p:nvPr/>
        </p:nvPicPr>
        <p:blipFill>
          <a:blip r:embed="rId2"/>
          <a:stretch/>
        </p:blipFill>
        <p:spPr>
          <a:xfrm>
            <a:off x="0" y="432000"/>
            <a:ext cx="5510520" cy="6048000"/>
          </a:xfrm>
          <a:prstGeom prst="rect">
            <a:avLst/>
          </a:prstGeom>
          <a:ln>
            <a:noFill/>
          </a:ln>
        </p:spPr>
      </p:pic>
      <p:sp>
        <p:nvSpPr>
          <p:cNvPr id="198" name="TextShape 1"/>
          <p:cNvSpPr txBox="1"/>
          <p:nvPr/>
        </p:nvSpPr>
        <p:spPr>
          <a:xfrm>
            <a:off x="5616000" y="1541880"/>
            <a:ext cx="3194280" cy="1133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</a:pP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99" name="CustomShape 2"/>
          <p:cNvSpPr/>
          <p:nvPr/>
        </p:nvSpPr>
        <p:spPr>
          <a:xfrm>
            <a:off x="0" y="2592000"/>
            <a:ext cx="5184000" cy="2059200"/>
          </a:xfrm>
          <a:custGeom>
            <a:avLst/>
            <a:gdLst/>
            <a:ahLst/>
            <a:cxnLst/>
            <a:rect l="0" t="0" r="r" b="b"/>
            <a:pathLst>
              <a:path w="14402" h="5722">
                <a:moveTo>
                  <a:pt x="953" y="0"/>
                </a:moveTo>
                <a:lnTo>
                  <a:pt x="953" y="0"/>
                </a:lnTo>
                <a:cubicBezTo>
                  <a:pt x="786" y="0"/>
                  <a:pt x="622" y="44"/>
                  <a:pt x="477" y="128"/>
                </a:cubicBezTo>
                <a:cubicBezTo>
                  <a:pt x="332" y="211"/>
                  <a:pt x="211" y="332"/>
                  <a:pt x="128" y="477"/>
                </a:cubicBezTo>
                <a:cubicBezTo>
                  <a:pt x="44" y="622"/>
                  <a:pt x="0" y="786"/>
                  <a:pt x="0" y="954"/>
                </a:cubicBezTo>
                <a:lnTo>
                  <a:pt x="0" y="4767"/>
                </a:lnTo>
                <a:lnTo>
                  <a:pt x="0" y="4768"/>
                </a:lnTo>
                <a:cubicBezTo>
                  <a:pt x="0" y="4935"/>
                  <a:pt x="44" y="5099"/>
                  <a:pt x="128" y="5244"/>
                </a:cubicBezTo>
                <a:cubicBezTo>
                  <a:pt x="211" y="5389"/>
                  <a:pt x="332" y="5510"/>
                  <a:pt x="477" y="5593"/>
                </a:cubicBezTo>
                <a:cubicBezTo>
                  <a:pt x="622" y="5677"/>
                  <a:pt x="786" y="5721"/>
                  <a:pt x="954" y="5721"/>
                </a:cubicBezTo>
                <a:lnTo>
                  <a:pt x="13447" y="5721"/>
                </a:lnTo>
                <a:lnTo>
                  <a:pt x="13448" y="5721"/>
                </a:lnTo>
                <a:cubicBezTo>
                  <a:pt x="13615" y="5721"/>
                  <a:pt x="13779" y="5677"/>
                  <a:pt x="13924" y="5593"/>
                </a:cubicBezTo>
                <a:cubicBezTo>
                  <a:pt x="14069" y="5510"/>
                  <a:pt x="14190" y="5389"/>
                  <a:pt x="14273" y="5244"/>
                </a:cubicBezTo>
                <a:cubicBezTo>
                  <a:pt x="14357" y="5099"/>
                  <a:pt x="14401" y="4935"/>
                  <a:pt x="14401" y="4768"/>
                </a:cubicBezTo>
                <a:lnTo>
                  <a:pt x="14401" y="953"/>
                </a:lnTo>
                <a:lnTo>
                  <a:pt x="14401" y="954"/>
                </a:lnTo>
                <a:lnTo>
                  <a:pt x="14401" y="954"/>
                </a:lnTo>
                <a:cubicBezTo>
                  <a:pt x="14401" y="786"/>
                  <a:pt x="14357" y="622"/>
                  <a:pt x="14273" y="477"/>
                </a:cubicBezTo>
                <a:cubicBezTo>
                  <a:pt x="14190" y="332"/>
                  <a:pt x="14069" y="211"/>
                  <a:pt x="13924" y="128"/>
                </a:cubicBezTo>
                <a:cubicBezTo>
                  <a:pt x="13779" y="44"/>
                  <a:pt x="13615" y="0"/>
                  <a:pt x="13448" y="0"/>
                </a:cubicBezTo>
                <a:lnTo>
                  <a:pt x="953" y="0"/>
                </a:lnTo>
              </a:path>
            </a:pathLst>
          </a:custGeom>
          <a:solidFill>
            <a:srgbClr val="94BD5E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TextShape 3"/>
          <p:cNvSpPr txBox="1"/>
          <p:nvPr/>
        </p:nvSpPr>
        <p:spPr>
          <a:xfrm>
            <a:off x="5616000" y="3133440"/>
            <a:ext cx="3337200" cy="981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il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main() 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stesso altro non è che la definizione di una funzione che restituisce (al sistema operativo) un numero intero (che sarà 0 se è andato tutto bene)</a:t>
            </a:r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Shape 2"/>
          <p:cNvSpPr txBox="1"/>
          <p:nvPr/>
        </p:nvSpPr>
        <p:spPr>
          <a:xfrm>
            <a:off x="72000" y="1472760"/>
            <a:ext cx="7632000" cy="111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ial"/>
              </a:rPr>
              <a:t>esempio: 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  <a:ea typeface="Arial"/>
              </a:rPr>
              <a:t>leggere una lista di caratteri dalla tastiera, metterli in ordine alfabetico e visualizzarli sullo schermo: funzione </a:t>
            </a:r>
            <a:r>
              <a:rPr lang="it-IT" sz="1600" b="0" strike="noStrike" spc="-1">
                <a:solidFill>
                  <a:srgbClr val="000000"/>
                </a:solidFill>
                <a:latin typeface="Courier New"/>
                <a:ea typeface="Arial"/>
              </a:rPr>
              <a:t>main()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  <a:ea typeface="Arial"/>
              </a:rPr>
              <a:t> che chiama altre funzioni per realizzare quei sottocompiti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-82080" y="2237400"/>
            <a:ext cx="8569080" cy="4109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int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legge_caratteri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();  // Chiama la funzione che legge i caratteri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ordinare();         // Chiama la funzione che li ordina alfabeticamente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scrive_caratteri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(); // Chiama la funzione che li scrive sullo schermo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0;           // restituisce il controllo al sistema operativo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int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legge_caratteri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...                 // Codice per leggere una sequenza di caratteri dalla tastiera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0;           // restituisce il controllo al</a:t>
            </a:r>
            <a:r>
              <a:rPr lang="it-IT" sz="1200" b="0" strike="noStrike" spc="-1" dirty="0">
                <a:solidFill>
                  <a:srgbClr val="FFFFFF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int ordinare()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...                 // Codice per ordinare alfabeticamente la sequenza dei caratteri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0;           // restituisce il controllo al</a:t>
            </a:r>
            <a:r>
              <a:rPr lang="it-IT" sz="1200" b="0" strike="noStrike" spc="-1" dirty="0">
                <a:solidFill>
                  <a:srgbClr val="FFFFFF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int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scrive_caratteri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...                 // Codice per visualizzare sullo schermo la sequenza ordinata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 0;           // restituisce il controllo al</a:t>
            </a:r>
            <a:r>
              <a:rPr lang="it-IT" sz="1200" b="0" strike="noStrike" spc="-1" dirty="0">
                <a:solidFill>
                  <a:srgbClr val="FFFFFF"/>
                </a:solidFill>
                <a:latin typeface="Courier New"/>
              </a:rPr>
              <a:t>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1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2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B45CA970-7151-43C9-B2AC-EF9630A30C5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programmazione modulare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2"/>
          <p:cNvSpPr txBox="1"/>
          <p:nvPr/>
        </p:nvSpPr>
        <p:spPr>
          <a:xfrm>
            <a:off x="72000" y="1428840"/>
            <a:ext cx="8737920" cy="490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  <a:ea typeface="Arial"/>
              </a:rPr>
              <a:t>tipo del risultato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  <a:ea typeface="Arial"/>
              </a:rPr>
              <a:t>: tipo del dato che la funzione restituisce</a:t>
            </a:r>
            <a:endParaRPr lang="it-IT" sz="1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argomenti formali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: lista dei parametri tipizzati che la funzione richiede al programma che la chiama; vengono scritti nel formato:</a:t>
            </a:r>
            <a:br/>
            <a:r>
              <a:rPr lang="it-IT" sz="1600" b="0" strike="noStrike" spc="-1">
                <a:solidFill>
                  <a:srgbClr val="000000"/>
                </a:solidFill>
                <a:latin typeface="Courier New"/>
              </a:rPr>
              <a:t>tipo1 parametro1, tipo2 parametro2, ... </a:t>
            </a:r>
            <a:endParaRPr lang="it-IT" sz="1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corpo della funzione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:  è il sottoprogramma vero e proprio; si racchiude tra parentesi graffe senza punto e virgola dopo quella di chiusura </a:t>
            </a:r>
            <a:endParaRPr lang="it-IT" sz="1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passaggio di parametri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:  quando viene mandata in esecuzione una funzione le si passano i suoi argomenti "attuali" e questo passaggio può avvenire o "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per valore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" o "</a:t>
            </a:r>
            <a:r>
              <a:rPr lang="it-IT" sz="1600" b="0" i="1" strike="noStrike" spc="-1">
                <a:solidFill>
                  <a:srgbClr val="000000"/>
                </a:solidFill>
                <a:latin typeface="Arial"/>
              </a:rPr>
              <a:t>per riferimento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"</a:t>
            </a:r>
            <a:endParaRPr lang="it-IT" sz="1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dichiarazioni locali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: gli argomenti formali, le costanti e le variabili definite dentro la funzione sono ad essa locali, cioè esistono solo mentre la funzione è in esecuzione e non sono accessibili fuori di essa</a:t>
            </a:r>
            <a:endParaRPr lang="it-IT" sz="1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1" i="1" strike="noStrike" spc="-1">
                <a:solidFill>
                  <a:srgbClr val="000000"/>
                </a:solidFill>
                <a:latin typeface="Arial"/>
              </a:rPr>
              <a:t>valore restituito dalla funzione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: mediante la parola riservata </a:t>
            </a:r>
            <a:r>
              <a:rPr lang="it-IT" sz="1600" b="0" strike="noStrike" spc="-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 si può ritornare il valore restituito dalla funzione al programma chiamante</a:t>
            </a:r>
            <a:endParaRPr lang="it-IT" sz="1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non si possono dichiarare funzioni annidate, ma una funzione può mandare in esecuzione un'altra funzione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831289CA-2493-451E-833A-7C01AFC7E73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ricapitolando 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2"/>
          <p:cNvSpPr txBox="1"/>
          <p:nvPr/>
        </p:nvSpPr>
        <p:spPr>
          <a:xfrm>
            <a:off x="191880" y="1396080"/>
            <a:ext cx="8664120" cy="1483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endParaRPr lang="it-IT" sz="3200" b="0" strike="noStrike" spc="-1" dirty="0">
              <a:latin typeface="Arial"/>
            </a:endParaRPr>
          </a:p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il tipo può essere uno dei tipi semplici, come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o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float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un puntatore a qualunque tipo C++, o un tipo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struct</a:t>
            </a:r>
            <a:r>
              <a:rPr lang="it-IT" sz="2600" b="0" strike="noStrike" spc="-1" dirty="0">
                <a:solidFill>
                  <a:srgbClr val="000000"/>
                </a:solidFill>
                <a:latin typeface="Arial"/>
              </a:rPr>
              <a:t>   </a:t>
            </a:r>
            <a:endParaRPr lang="it-IT" sz="2600" b="0" strike="noStrike" spc="-1" dirty="0">
              <a:latin typeface="Arial"/>
            </a:endParaRPr>
          </a:p>
        </p:txBody>
      </p:sp>
      <p:sp>
        <p:nvSpPr>
          <p:cNvPr id="208" name="CustomShape 3"/>
          <p:cNvSpPr/>
          <p:nvPr/>
        </p:nvSpPr>
        <p:spPr>
          <a:xfrm>
            <a:off x="144000" y="2724120"/>
            <a:ext cx="8684640" cy="1739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strike="noStrike" spc="-1" dirty="0">
                <a:solidFill>
                  <a:srgbClr val="000080"/>
                </a:solidFill>
                <a:latin typeface="Courier New"/>
              </a:rPr>
              <a:t>double</a:t>
            </a:r>
            <a:r>
              <a:rPr lang="en-GB" sz="1800" b="0" strike="noStrike" spc="-1" dirty="0">
                <a:solidFill>
                  <a:srgbClr val="000080"/>
                </a:solidFill>
                <a:latin typeface="Courier New"/>
              </a:rPr>
              <a:t> media(double x1, double x2)   // </a:t>
            </a:r>
            <a:r>
              <a:rPr lang="en-GB" sz="1800" b="0" strike="noStrike" spc="-1" dirty="0" err="1">
                <a:solidFill>
                  <a:srgbClr val="000080"/>
                </a:solidFill>
                <a:latin typeface="Courier New"/>
              </a:rPr>
              <a:t>ritorna</a:t>
            </a:r>
            <a:r>
              <a:rPr lang="en-GB" sz="1800" b="0" strike="noStrike" spc="-1" dirty="0">
                <a:solidFill>
                  <a:srgbClr val="000080"/>
                </a:solidFill>
                <a:latin typeface="Courier New"/>
              </a:rPr>
              <a:t> un </a:t>
            </a:r>
            <a:r>
              <a:rPr lang="en-GB" sz="1800" b="0" strike="noStrike" spc="-1" dirty="0" err="1">
                <a:solidFill>
                  <a:srgbClr val="000080"/>
                </a:solidFill>
                <a:latin typeface="Courier New"/>
              </a:rPr>
              <a:t>tipo</a:t>
            </a:r>
            <a:r>
              <a:rPr lang="en-GB" sz="1800" b="0" strike="noStrike" spc="-1" dirty="0">
                <a:solidFill>
                  <a:srgbClr val="000080"/>
                </a:solidFill>
                <a:latin typeface="Courier New"/>
              </a:rPr>
              <a:t> double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1" strike="noStrike" spc="-1" dirty="0">
                <a:solidFill>
                  <a:srgbClr val="000080"/>
                </a:solidFill>
                <a:latin typeface="Courier New"/>
              </a:rPr>
              <a:t>float</a:t>
            </a:r>
            <a:r>
              <a:rPr lang="en-GB" sz="1800" b="0" strike="noStrike" spc="-1" dirty="0">
                <a:solidFill>
                  <a:srgbClr val="000080"/>
                </a:solidFill>
                <a:latin typeface="Courier New"/>
              </a:rPr>
              <a:t> funz0() {...}   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//ritorna un float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1" strike="noStrike" spc="-1" dirty="0" err="1">
                <a:solidFill>
                  <a:srgbClr val="000080"/>
                </a:solidFill>
                <a:latin typeface="Courier New"/>
              </a:rPr>
              <a:t>char</a:t>
            </a:r>
            <a:r>
              <a:rPr lang="it-IT" sz="1800" b="1" strike="noStrike" spc="-1" dirty="0">
                <a:solidFill>
                  <a:srgbClr val="000080"/>
                </a:solidFill>
                <a:latin typeface="Courier New"/>
              </a:rPr>
              <a:t>*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 funz1() {...}   //ritorna un puntatore a </a:t>
            </a:r>
            <a:r>
              <a:rPr lang="it-IT" sz="1800" b="0" strike="noStrike" spc="-1" dirty="0" err="1">
                <a:solidFill>
                  <a:srgbClr val="000080"/>
                </a:solidFill>
                <a:latin typeface="Courier New"/>
              </a:rPr>
              <a:t>char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1" strike="noStrike" spc="-1" dirty="0">
                <a:solidFill>
                  <a:srgbClr val="000080"/>
                </a:solidFill>
                <a:latin typeface="Courier New"/>
              </a:rPr>
              <a:t>int*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 funz3() {...}    //ritorna un puntatore ad int</a:t>
            </a:r>
            <a:br>
              <a:rPr dirty="0"/>
            </a:br>
            <a:r>
              <a:rPr lang="it-IT" sz="1800" b="1" strike="noStrike" spc="-1" dirty="0" err="1">
                <a:solidFill>
                  <a:srgbClr val="000080"/>
                </a:solidFill>
                <a:latin typeface="Courier New"/>
              </a:rPr>
              <a:t>struct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80"/>
                </a:solidFill>
                <a:latin typeface="Courier New"/>
              </a:rPr>
              <a:t>InfoPersona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80"/>
                </a:solidFill>
                <a:latin typeface="Courier New"/>
              </a:rPr>
              <a:t>CercareRegistro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(int </a:t>
            </a:r>
            <a:r>
              <a:rPr lang="it-IT" sz="1800" b="0" strike="noStrike" spc="-1" dirty="0" err="1">
                <a:solidFill>
                  <a:srgbClr val="000080"/>
                </a:solidFill>
                <a:latin typeface="Courier New"/>
              </a:rPr>
              <a:t>num_registro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); 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1" strike="noStrike" spc="-1" dirty="0">
                <a:solidFill>
                  <a:srgbClr val="000080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 max(int x, int y) // ritorna un tipo int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209" name="TextShape 4"/>
          <p:cNvSpPr txBox="1"/>
          <p:nvPr/>
        </p:nvSpPr>
        <p:spPr>
          <a:xfrm>
            <a:off x="144000" y="4464000"/>
            <a:ext cx="8664120" cy="172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funzioni che non restituiscono risultati si utilizzano solo come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subroutines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, vengono dette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procedure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e si specificano indicando la parola riservata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void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come tipo di dato restituito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210" name="CustomShape 5"/>
          <p:cNvSpPr/>
          <p:nvPr/>
        </p:nvSpPr>
        <p:spPr>
          <a:xfrm>
            <a:off x="58320" y="5679720"/>
            <a:ext cx="80776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1" strike="noStrike" spc="-1" dirty="0" err="1">
                <a:solidFill>
                  <a:srgbClr val="FF0000"/>
                </a:solidFill>
                <a:latin typeface="Courier New"/>
              </a:rPr>
              <a:t>void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80"/>
                </a:solidFill>
                <a:latin typeface="Courier New"/>
              </a:rPr>
              <a:t>scrive_risultati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(float totale, int </a:t>
            </a:r>
            <a:r>
              <a:rPr lang="it-IT" sz="1800" b="0" strike="noStrike" spc="-1" dirty="0" err="1">
                <a:solidFill>
                  <a:srgbClr val="000080"/>
                </a:solidFill>
                <a:latin typeface="Courier New"/>
              </a:rPr>
              <a:t>num_elementi</a:t>
            </a:r>
            <a:r>
              <a:rPr lang="it-IT" sz="1800" b="0" strike="noStrike" spc="-1" dirty="0">
                <a:solidFill>
                  <a:srgbClr val="000080"/>
                </a:solidFill>
                <a:latin typeface="Courier New"/>
              </a:rPr>
              <a:t>);  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9446EDA4-1D49-45F4-8DA8-2691E21C3DA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 del dato di ritorno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2"/>
          <p:cNvSpPr txBox="1"/>
          <p:nvPr/>
        </p:nvSpPr>
        <p:spPr>
          <a:xfrm>
            <a:off x="192960" y="1224000"/>
            <a:ext cx="7704000" cy="70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una funzione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può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restituire un valore mediante l’istruzione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la cui sintassi è: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245520" y="1739520"/>
            <a:ext cx="8713800" cy="100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return(espressione);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return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espressione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;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</a:rPr>
              <a:t>return; // caso di una procedura, si può omettere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214" name="TextShape 4"/>
          <p:cNvSpPr txBox="1"/>
          <p:nvPr/>
        </p:nvSpPr>
        <p:spPr>
          <a:xfrm>
            <a:off x="111240" y="2748240"/>
            <a:ext cx="8737920" cy="411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espressione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deve essere ovviamente del tipo definito come restituito dalla funzione; ad esempio, non si può restituire un valore 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int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se il tipo di ritorno è un puntatore; tuttavia, se si restituisce un 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int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e il tipo di ritorno è un 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float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 il compilatore lo converte automaticamente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una funzione può avere più di un'istruzione </a:t>
            </a:r>
            <a:r>
              <a:rPr lang="it-IT" sz="18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 e termina non appena s'esegue la prima di esse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se non s'incontra alcun'istruzione </a:t>
            </a:r>
            <a:r>
              <a:rPr lang="it-IT" sz="18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 l’esecuzione continua fino alla parentesi graffa finale del corpo della funzione 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errore tipico: dimenticare l’istruzione </a:t>
            </a:r>
            <a:r>
              <a:rPr lang="it-IT" sz="18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 o metterla dentro una sezione di codice che non verrà eseguita; in questi casi il risultato della funzione è imprevedibile e probabilmente porterà a risultati scorretti 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38A6723B-1D6F-467A-9D49-EEE8BB356BE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risultati di una funzione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2"/>
          <p:cNvSpPr txBox="1"/>
          <p:nvPr/>
        </p:nvSpPr>
        <p:spPr>
          <a:xfrm>
            <a:off x="144000" y="1359000"/>
            <a:ext cx="7704000" cy="116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una funzione va in esecuzione quando viene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chiamata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(o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invocata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) dalla funzione principale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main()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o da un'altra funzione </a:t>
            </a:r>
            <a:endParaRPr lang="it-IT" sz="18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la funzione che chiama un’altra funzione si denomina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funzione chiamante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e la funzione mandata in esecuzione si denomina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funzione chiamata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1800" b="0" strike="noStrike" spc="-1">
              <a:latin typeface="Arial"/>
            </a:endParaRPr>
          </a:p>
        </p:txBody>
      </p:sp>
      <p:pic>
        <p:nvPicPr>
          <p:cNvPr id="217" name="Immagine 216"/>
          <p:cNvPicPr/>
          <p:nvPr/>
        </p:nvPicPr>
        <p:blipFill>
          <a:blip r:embed="rId3"/>
          <a:stretch/>
        </p:blipFill>
        <p:spPr>
          <a:xfrm>
            <a:off x="2410920" y="2589840"/>
            <a:ext cx="4059360" cy="378288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B2FDA6CC-B90F-4F07-B2E0-DAC26B57722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chiamata di una funzione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2"/>
          <p:cNvSpPr txBox="1"/>
          <p:nvPr/>
        </p:nvSpPr>
        <p:spPr>
          <a:xfrm>
            <a:off x="379080" y="1755720"/>
            <a:ext cx="7704000" cy="3691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se la funzione chiamata ha dei parametri, bisogna passarle una lista di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</a:rPr>
              <a:t>valori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 in corrispondenza di tipo</a:t>
            </a:r>
            <a:endParaRPr lang="it-IT" sz="26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si possono passare anche identificatori di costanti o di variabili, ma ovviamente non verranno passati alla funzione i contenitori, cioè i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</a:rPr>
              <a:t>left values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, ma solo i contenuti, cioè i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</a:rPr>
              <a:t>right values</a:t>
            </a:r>
            <a:endParaRPr lang="it-IT" sz="26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il passaggio di argomenti ad una funzione si dice quindi essere fatto “</a:t>
            </a:r>
            <a:r>
              <a:rPr lang="it-IT" sz="2600" b="1" i="1" strike="noStrike" spc="-1">
                <a:solidFill>
                  <a:srgbClr val="000000"/>
                </a:solidFill>
                <a:latin typeface="Arial"/>
              </a:rPr>
              <a:t>per valore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</a:rPr>
              <a:t>”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4B23278-8FB6-4A0E-BFDD-4C9AB3719A4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passaggio di argomenti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Shape 2"/>
          <p:cNvSpPr txBox="1"/>
          <p:nvPr/>
        </p:nvSpPr>
        <p:spPr>
          <a:xfrm>
            <a:off x="70920" y="1227960"/>
            <a:ext cx="7704000" cy="788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non vengono passate le variabili alla funzione ma solo i valori in esse contenuti; per esempio, si consideri la seguente procedura: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222" name="CustomShape 3"/>
          <p:cNvSpPr/>
          <p:nvPr/>
        </p:nvSpPr>
        <p:spPr>
          <a:xfrm>
            <a:off x="39240" y="2169360"/>
            <a:ext cx="8836920" cy="2120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void</a:t>
            </a: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scambia_valori_variabili</a:t>
            </a: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(int a, int b)</a:t>
            </a:r>
            <a:endParaRPr lang="it-IT" sz="19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19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int </a:t>
            </a: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aux</a:t>
            </a: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; // definizione della variabile locale ausiliaria</a:t>
            </a:r>
            <a:endParaRPr lang="it-IT" sz="19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aux</a:t>
            </a: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= a; // </a:t>
            </a: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aux</a:t>
            </a: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prende il valore del parametro a</a:t>
            </a:r>
            <a:endParaRPr lang="it-IT" sz="19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a = b;   // a prende il valore del parametro b</a:t>
            </a:r>
            <a:endParaRPr lang="it-IT" sz="19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 b = </a:t>
            </a: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aux</a:t>
            </a: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; // b prende il valore della variabile locale </a:t>
            </a:r>
            <a:r>
              <a:rPr lang="it-IT" sz="1900" b="0" strike="noStrike" spc="-1" dirty="0" err="1">
                <a:solidFill>
                  <a:srgbClr val="000000"/>
                </a:solidFill>
                <a:latin typeface="Courier New"/>
              </a:rPr>
              <a:t>aux</a:t>
            </a:r>
            <a:endParaRPr lang="it-IT" sz="19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9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1900" b="0" strike="noStrike" spc="-1" dirty="0">
              <a:latin typeface="Arial"/>
            </a:endParaRPr>
          </a:p>
        </p:txBody>
      </p:sp>
      <p:sp>
        <p:nvSpPr>
          <p:cNvPr id="223" name="CustomShape 4"/>
          <p:cNvSpPr/>
          <p:nvPr/>
        </p:nvSpPr>
        <p:spPr>
          <a:xfrm>
            <a:off x="39240" y="4432320"/>
            <a:ext cx="77058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la chiamata: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224" name="CustomShape 5"/>
          <p:cNvSpPr/>
          <p:nvPr/>
        </p:nvSpPr>
        <p:spPr>
          <a:xfrm>
            <a:off x="198000" y="4831200"/>
            <a:ext cx="8642160" cy="70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int x=4, y=5;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scambia_valori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(x, y);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225" name="CustomShape 6"/>
          <p:cNvSpPr/>
          <p:nvPr/>
        </p:nvSpPr>
        <p:spPr>
          <a:xfrm>
            <a:off x="198000" y="5694840"/>
            <a:ext cx="8642160" cy="70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non scambia i valori delle variabili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ed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y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che sono servite solo per passare ad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a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e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b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i loro rispettivi valori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6CDD3BA0-7968-4EC3-8EA2-9600DFACBE95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passaggio “per valore”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Immagine_2"/>
          <p:cNvPicPr/>
          <p:nvPr/>
        </p:nvPicPr>
        <p:blipFill>
          <a:blip r:embed="rId2"/>
          <a:stretch/>
        </p:blipFill>
        <p:spPr>
          <a:xfrm>
            <a:off x="144000" y="1282680"/>
            <a:ext cx="7637400" cy="519732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4753F22E-C42B-43AD-896D-394A7EE2179F}"/>
              </a:ext>
            </a:extLst>
          </p:cNvPr>
          <p:cNvSpPr/>
          <p:nvPr/>
        </p:nvSpPr>
        <p:spPr>
          <a:xfrm>
            <a:off x="828000" y="836613"/>
            <a:ext cx="6912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“passaggio per valore”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Line 2"/>
          <p:cNvSpPr/>
          <p:nvPr/>
        </p:nvSpPr>
        <p:spPr>
          <a:xfrm>
            <a:off x="3054240" y="3795120"/>
            <a:ext cx="18360" cy="0"/>
          </a:xfrm>
          <a:prstGeom prst="line">
            <a:avLst/>
          </a:prstGeom>
          <a:ln w="12600">
            <a:solidFill>
              <a:srgbClr val="E5E5E5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0" name="Line 3"/>
          <p:cNvSpPr/>
          <p:nvPr/>
        </p:nvSpPr>
        <p:spPr>
          <a:xfrm>
            <a:off x="2224440" y="5353920"/>
            <a:ext cx="18360" cy="0"/>
          </a:xfrm>
          <a:prstGeom prst="line">
            <a:avLst/>
          </a:prstGeom>
          <a:ln w="12600">
            <a:solidFill>
              <a:srgbClr val="E5E5E5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1" name="TextShape 4"/>
          <p:cNvSpPr txBox="1"/>
          <p:nvPr/>
        </p:nvSpPr>
        <p:spPr>
          <a:xfrm>
            <a:off x="781200" y="5020560"/>
            <a:ext cx="1119600" cy="333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r"/>
            <a:r>
              <a:rPr lang="it-IT" sz="1600" b="1" strike="noStrike" spc="-1">
                <a:solidFill>
                  <a:srgbClr val="FF6309"/>
                </a:solidFill>
                <a:latin typeface="Arial"/>
              </a:rPr>
              <a:t>main()</a:t>
            </a:r>
            <a:r>
              <a:rPr lang="it-IT" sz="1600" b="1" strike="noStrike" spc="-1">
                <a:solidFill>
                  <a:srgbClr val="FFD700"/>
                </a:solidFill>
                <a:latin typeface="Arial"/>
              </a:rPr>
              <a:t> 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32" name="TextShape 5"/>
          <p:cNvSpPr txBox="1"/>
          <p:nvPr/>
        </p:nvSpPr>
        <p:spPr>
          <a:xfrm>
            <a:off x="991800" y="3719880"/>
            <a:ext cx="1809720" cy="333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r"/>
            <a:r>
              <a:rPr lang="it-IT" sz="1600" b="1" strike="noStrike" spc="-1">
                <a:solidFill>
                  <a:srgbClr val="FF6309"/>
                </a:solidFill>
                <a:latin typeface="Arial"/>
              </a:rPr>
              <a:t>scambia(a,b)</a:t>
            </a:r>
            <a:r>
              <a:rPr lang="it-IT" sz="1600" b="1" strike="noStrike" spc="-1">
                <a:solidFill>
                  <a:srgbClr val="FFD700"/>
                </a:solidFill>
                <a:latin typeface="Arial"/>
              </a:rPr>
              <a:t> </a:t>
            </a:r>
            <a:endParaRPr lang="it-IT" sz="1600" b="0" strike="noStrike" spc="-1">
              <a:latin typeface="Arial"/>
            </a:endParaRPr>
          </a:p>
        </p:txBody>
      </p:sp>
      <p:cxnSp>
        <p:nvCxnSpPr>
          <p:cNvPr id="233" name="Line 6"/>
          <p:cNvCxnSpPr/>
          <p:nvPr/>
        </p:nvCxnSpPr>
        <p:spPr>
          <a:xfrm flipV="1">
            <a:off x="2715840" y="3706200"/>
            <a:ext cx="1279800" cy="18396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cxnSp>
        <p:nvCxnSpPr>
          <p:cNvPr id="234" name="Line 7"/>
          <p:cNvCxnSpPr/>
          <p:nvPr/>
        </p:nvCxnSpPr>
        <p:spPr>
          <a:xfrm flipV="1">
            <a:off x="1900800" y="4893480"/>
            <a:ext cx="1131840" cy="30168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sp>
        <p:nvSpPr>
          <p:cNvPr id="235" name="TextShape 8"/>
          <p:cNvSpPr txBox="1"/>
          <p:nvPr/>
        </p:nvSpPr>
        <p:spPr>
          <a:xfrm>
            <a:off x="290880" y="1365120"/>
            <a:ext cx="8412120" cy="1651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la funzione è un sottoprogramma</a:t>
            </a:r>
            <a:endParaRPr lang="it-IT" sz="20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i suoi parametri come le sue variabili vanno nello stack</a:t>
            </a:r>
            <a:endParaRPr lang="it-IT" sz="20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ogni manipolazione sulle variabili locali o sui parametri formali non ha alcun effetto sui parametri attuali (che potranno essere variabili della funzione chiamante oppure variabili globali)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236" name="CustomShape 9"/>
          <p:cNvSpPr/>
          <p:nvPr/>
        </p:nvSpPr>
        <p:spPr>
          <a:xfrm>
            <a:off x="3313080" y="47538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37" name="CustomShape 10"/>
          <p:cNvSpPr/>
          <p:nvPr/>
        </p:nvSpPr>
        <p:spPr>
          <a:xfrm>
            <a:off x="3312720" y="502056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38" name="CustomShape 11"/>
          <p:cNvSpPr/>
          <p:nvPr/>
        </p:nvSpPr>
        <p:spPr>
          <a:xfrm>
            <a:off x="3312720" y="52873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CustomShape 12"/>
          <p:cNvSpPr/>
          <p:nvPr/>
        </p:nvSpPr>
        <p:spPr>
          <a:xfrm>
            <a:off x="3312720" y="55540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0" name="TextShape 13"/>
          <p:cNvSpPr txBox="1"/>
          <p:nvPr/>
        </p:nvSpPr>
        <p:spPr>
          <a:xfrm>
            <a:off x="3032280" y="4753800"/>
            <a:ext cx="2808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x</a:t>
            </a:r>
          </a:p>
        </p:txBody>
      </p:sp>
      <p:sp>
        <p:nvSpPr>
          <p:cNvPr id="241" name="TextShape 14"/>
          <p:cNvSpPr txBox="1"/>
          <p:nvPr/>
        </p:nvSpPr>
        <p:spPr>
          <a:xfrm>
            <a:off x="3032280" y="4983840"/>
            <a:ext cx="2808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y</a:t>
            </a:r>
          </a:p>
        </p:txBody>
      </p:sp>
      <p:sp>
        <p:nvSpPr>
          <p:cNvPr id="242" name="CustomShape 15"/>
          <p:cNvSpPr/>
          <p:nvPr/>
        </p:nvSpPr>
        <p:spPr>
          <a:xfrm>
            <a:off x="3306600" y="47473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43" name="CustomShape 16"/>
          <p:cNvSpPr/>
          <p:nvPr/>
        </p:nvSpPr>
        <p:spPr>
          <a:xfrm>
            <a:off x="3306240" y="50140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44" name="CustomShape 17"/>
          <p:cNvSpPr/>
          <p:nvPr/>
        </p:nvSpPr>
        <p:spPr>
          <a:xfrm>
            <a:off x="3306240" y="52808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5" name="CustomShape 18"/>
          <p:cNvSpPr/>
          <p:nvPr/>
        </p:nvSpPr>
        <p:spPr>
          <a:xfrm>
            <a:off x="3306240" y="55476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TextShape 19"/>
          <p:cNvSpPr txBox="1"/>
          <p:nvPr/>
        </p:nvSpPr>
        <p:spPr>
          <a:xfrm>
            <a:off x="4009680" y="367020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247" name="CustomShape 20"/>
          <p:cNvSpPr/>
          <p:nvPr/>
        </p:nvSpPr>
        <p:spPr>
          <a:xfrm>
            <a:off x="4030560" y="473796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48" name="CustomShape 21"/>
          <p:cNvSpPr/>
          <p:nvPr/>
        </p:nvSpPr>
        <p:spPr>
          <a:xfrm>
            <a:off x="4030200" y="50047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49" name="CustomShape 22"/>
          <p:cNvSpPr/>
          <p:nvPr/>
        </p:nvSpPr>
        <p:spPr>
          <a:xfrm>
            <a:off x="4030200" y="52714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23"/>
          <p:cNvSpPr/>
          <p:nvPr/>
        </p:nvSpPr>
        <p:spPr>
          <a:xfrm>
            <a:off x="4030200" y="55382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24"/>
          <p:cNvSpPr/>
          <p:nvPr/>
        </p:nvSpPr>
        <p:spPr>
          <a:xfrm>
            <a:off x="4030920" y="367020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52" name="CustomShape 25"/>
          <p:cNvSpPr/>
          <p:nvPr/>
        </p:nvSpPr>
        <p:spPr>
          <a:xfrm>
            <a:off x="4030560" y="393696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53" name="CustomShape 26"/>
          <p:cNvSpPr/>
          <p:nvPr/>
        </p:nvSpPr>
        <p:spPr>
          <a:xfrm>
            <a:off x="4030560" y="420372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CustomShape 27"/>
          <p:cNvSpPr/>
          <p:nvPr/>
        </p:nvSpPr>
        <p:spPr>
          <a:xfrm>
            <a:off x="4030560" y="447048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5" name="TextShape 28"/>
          <p:cNvSpPr txBox="1"/>
          <p:nvPr/>
        </p:nvSpPr>
        <p:spPr>
          <a:xfrm>
            <a:off x="4873320" y="370836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256" name="CustomShape 29"/>
          <p:cNvSpPr/>
          <p:nvPr/>
        </p:nvSpPr>
        <p:spPr>
          <a:xfrm>
            <a:off x="4894200" y="47761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57" name="CustomShape 30"/>
          <p:cNvSpPr/>
          <p:nvPr/>
        </p:nvSpPr>
        <p:spPr>
          <a:xfrm>
            <a:off x="4893840" y="50428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58" name="CustomShape 31"/>
          <p:cNvSpPr/>
          <p:nvPr/>
        </p:nvSpPr>
        <p:spPr>
          <a:xfrm>
            <a:off x="4893840" y="53096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9" name="CustomShape 32"/>
          <p:cNvSpPr/>
          <p:nvPr/>
        </p:nvSpPr>
        <p:spPr>
          <a:xfrm>
            <a:off x="4893840" y="55764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33"/>
          <p:cNvSpPr/>
          <p:nvPr/>
        </p:nvSpPr>
        <p:spPr>
          <a:xfrm>
            <a:off x="4894560" y="370836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61" name="CustomShape 34"/>
          <p:cNvSpPr/>
          <p:nvPr/>
        </p:nvSpPr>
        <p:spPr>
          <a:xfrm>
            <a:off x="4894200" y="397512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62" name="CustomShape 35"/>
          <p:cNvSpPr/>
          <p:nvPr/>
        </p:nvSpPr>
        <p:spPr>
          <a:xfrm>
            <a:off x="4894200" y="424188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36"/>
          <p:cNvSpPr/>
          <p:nvPr/>
        </p:nvSpPr>
        <p:spPr>
          <a:xfrm>
            <a:off x="4894200" y="450864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TextShape 37"/>
          <p:cNvSpPr txBox="1"/>
          <p:nvPr/>
        </p:nvSpPr>
        <p:spPr>
          <a:xfrm>
            <a:off x="3579840" y="4203720"/>
            <a:ext cx="469800" cy="304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aux</a:t>
            </a:r>
          </a:p>
        </p:txBody>
      </p:sp>
      <p:sp>
        <p:nvSpPr>
          <p:cNvPr id="265" name="TextShape 38"/>
          <p:cNvSpPr txBox="1"/>
          <p:nvPr/>
        </p:nvSpPr>
        <p:spPr>
          <a:xfrm>
            <a:off x="2842920" y="5517360"/>
            <a:ext cx="4698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eip</a:t>
            </a:r>
          </a:p>
        </p:txBody>
      </p:sp>
      <p:sp>
        <p:nvSpPr>
          <p:cNvPr id="266" name="TextShape 39"/>
          <p:cNvSpPr txBox="1"/>
          <p:nvPr/>
        </p:nvSpPr>
        <p:spPr>
          <a:xfrm>
            <a:off x="4866840" y="370188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267" name="CustomShape 40"/>
          <p:cNvSpPr/>
          <p:nvPr/>
        </p:nvSpPr>
        <p:spPr>
          <a:xfrm>
            <a:off x="4887720" y="47696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68" name="CustomShape 41"/>
          <p:cNvSpPr/>
          <p:nvPr/>
        </p:nvSpPr>
        <p:spPr>
          <a:xfrm>
            <a:off x="4887360" y="50364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69" name="CustomShape 42"/>
          <p:cNvSpPr/>
          <p:nvPr/>
        </p:nvSpPr>
        <p:spPr>
          <a:xfrm>
            <a:off x="4887360" y="530316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43"/>
          <p:cNvSpPr/>
          <p:nvPr/>
        </p:nvSpPr>
        <p:spPr>
          <a:xfrm>
            <a:off x="4887360" y="55699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CustomShape 44"/>
          <p:cNvSpPr/>
          <p:nvPr/>
        </p:nvSpPr>
        <p:spPr>
          <a:xfrm>
            <a:off x="4888080" y="370188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72" name="CustomShape 45"/>
          <p:cNvSpPr/>
          <p:nvPr/>
        </p:nvSpPr>
        <p:spPr>
          <a:xfrm>
            <a:off x="4887720" y="396864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73" name="CustomShape 46"/>
          <p:cNvSpPr/>
          <p:nvPr/>
        </p:nvSpPr>
        <p:spPr>
          <a:xfrm>
            <a:off x="4887720" y="423540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74" name="CustomShape 47"/>
          <p:cNvSpPr/>
          <p:nvPr/>
        </p:nvSpPr>
        <p:spPr>
          <a:xfrm>
            <a:off x="4887720" y="450216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5" name="TextShape 48"/>
          <p:cNvSpPr txBox="1"/>
          <p:nvPr/>
        </p:nvSpPr>
        <p:spPr>
          <a:xfrm>
            <a:off x="5590800" y="369252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276" name="CustomShape 49"/>
          <p:cNvSpPr/>
          <p:nvPr/>
        </p:nvSpPr>
        <p:spPr>
          <a:xfrm>
            <a:off x="5611680" y="47602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77" name="CustomShape 50"/>
          <p:cNvSpPr/>
          <p:nvPr/>
        </p:nvSpPr>
        <p:spPr>
          <a:xfrm>
            <a:off x="5611320" y="50270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78" name="CustomShape 51"/>
          <p:cNvSpPr/>
          <p:nvPr/>
        </p:nvSpPr>
        <p:spPr>
          <a:xfrm>
            <a:off x="5611320" y="52938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9" name="CustomShape 52"/>
          <p:cNvSpPr/>
          <p:nvPr/>
        </p:nvSpPr>
        <p:spPr>
          <a:xfrm>
            <a:off x="5611320" y="556056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CustomShape 53"/>
          <p:cNvSpPr/>
          <p:nvPr/>
        </p:nvSpPr>
        <p:spPr>
          <a:xfrm>
            <a:off x="5612040" y="369252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81" name="CustomShape 54"/>
          <p:cNvSpPr/>
          <p:nvPr/>
        </p:nvSpPr>
        <p:spPr>
          <a:xfrm>
            <a:off x="5611680" y="395928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82" name="CustomShape 55"/>
          <p:cNvSpPr/>
          <p:nvPr/>
        </p:nvSpPr>
        <p:spPr>
          <a:xfrm>
            <a:off x="5611680" y="422604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83" name="CustomShape 56"/>
          <p:cNvSpPr/>
          <p:nvPr/>
        </p:nvSpPr>
        <p:spPr>
          <a:xfrm>
            <a:off x="5611680" y="449280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4" name="TextShape 57"/>
          <p:cNvSpPr txBox="1"/>
          <p:nvPr/>
        </p:nvSpPr>
        <p:spPr>
          <a:xfrm>
            <a:off x="3707280" y="367668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285" name="TextShape 58"/>
          <p:cNvSpPr txBox="1"/>
          <p:nvPr/>
        </p:nvSpPr>
        <p:spPr>
          <a:xfrm>
            <a:off x="3729600" y="3676680"/>
            <a:ext cx="27972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a</a:t>
            </a:r>
          </a:p>
        </p:txBody>
      </p:sp>
      <p:sp>
        <p:nvSpPr>
          <p:cNvPr id="286" name="TextShape 59"/>
          <p:cNvSpPr txBox="1"/>
          <p:nvPr/>
        </p:nvSpPr>
        <p:spPr>
          <a:xfrm>
            <a:off x="3729960" y="3899880"/>
            <a:ext cx="27972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b</a:t>
            </a:r>
          </a:p>
        </p:txBody>
      </p:sp>
      <p:sp>
        <p:nvSpPr>
          <p:cNvPr id="287" name="TextShape 60"/>
          <p:cNvSpPr txBox="1"/>
          <p:nvPr/>
        </p:nvSpPr>
        <p:spPr>
          <a:xfrm>
            <a:off x="3728160" y="4737960"/>
            <a:ext cx="2808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x</a:t>
            </a:r>
          </a:p>
        </p:txBody>
      </p:sp>
      <p:sp>
        <p:nvSpPr>
          <p:cNvPr id="288" name="TextShape 61"/>
          <p:cNvSpPr txBox="1"/>
          <p:nvPr/>
        </p:nvSpPr>
        <p:spPr>
          <a:xfrm>
            <a:off x="3728160" y="4968000"/>
            <a:ext cx="2808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y</a:t>
            </a:r>
          </a:p>
        </p:txBody>
      </p:sp>
      <p:sp>
        <p:nvSpPr>
          <p:cNvPr id="289" name="TextShape 62"/>
          <p:cNvSpPr txBox="1"/>
          <p:nvPr/>
        </p:nvSpPr>
        <p:spPr>
          <a:xfrm>
            <a:off x="3580200" y="4470840"/>
            <a:ext cx="4698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1400" b="0" strike="noStrike" spc="-1">
                <a:latin typeface="Arial"/>
              </a:rPr>
              <a:t>eip</a:t>
            </a:r>
          </a:p>
        </p:txBody>
      </p:sp>
      <p:cxnSp>
        <p:nvCxnSpPr>
          <p:cNvPr id="290" name="Line 63"/>
          <p:cNvCxnSpPr>
            <a:stCxn id="247" idx="3"/>
            <a:endCxn id="251" idx="3"/>
          </p:cNvCxnSpPr>
          <p:nvPr/>
        </p:nvCxnSpPr>
        <p:spPr>
          <a:xfrm flipV="1">
            <a:off x="4297320" y="3803400"/>
            <a:ext cx="720" cy="106812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cxnSp>
        <p:nvCxnSpPr>
          <p:cNvPr id="291" name="Line 64"/>
          <p:cNvCxnSpPr>
            <a:stCxn id="248" idx="3"/>
            <a:endCxn id="252" idx="3"/>
          </p:cNvCxnSpPr>
          <p:nvPr/>
        </p:nvCxnSpPr>
        <p:spPr>
          <a:xfrm flipV="1">
            <a:off x="4296960" y="4070160"/>
            <a:ext cx="720" cy="106812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cxnSp>
        <p:nvCxnSpPr>
          <p:cNvPr id="292" name="Line 65"/>
          <p:cNvCxnSpPr>
            <a:stCxn id="271" idx="3"/>
            <a:endCxn id="273" idx="3"/>
          </p:cNvCxnSpPr>
          <p:nvPr/>
        </p:nvCxnSpPr>
        <p:spPr>
          <a:xfrm flipH="1">
            <a:off x="5154480" y="3835080"/>
            <a:ext cx="720" cy="53388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cxnSp>
        <p:nvCxnSpPr>
          <p:cNvPr id="293" name="Line 66"/>
          <p:cNvCxnSpPr>
            <a:stCxn id="281" idx="3"/>
            <a:endCxn id="280" idx="3"/>
          </p:cNvCxnSpPr>
          <p:nvPr/>
        </p:nvCxnSpPr>
        <p:spPr>
          <a:xfrm flipV="1">
            <a:off x="5878440" y="3825720"/>
            <a:ext cx="720" cy="26712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sp>
        <p:nvSpPr>
          <p:cNvPr id="294" name="TextShape 67"/>
          <p:cNvSpPr txBox="1"/>
          <p:nvPr/>
        </p:nvSpPr>
        <p:spPr>
          <a:xfrm>
            <a:off x="6248160" y="371160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295" name="CustomShape 68"/>
          <p:cNvSpPr/>
          <p:nvPr/>
        </p:nvSpPr>
        <p:spPr>
          <a:xfrm>
            <a:off x="6269040" y="477936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96" name="CustomShape 69"/>
          <p:cNvSpPr/>
          <p:nvPr/>
        </p:nvSpPr>
        <p:spPr>
          <a:xfrm>
            <a:off x="6268680" y="50461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97" name="CustomShape 70"/>
          <p:cNvSpPr/>
          <p:nvPr/>
        </p:nvSpPr>
        <p:spPr>
          <a:xfrm>
            <a:off x="6268680" y="53128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CustomShape 71"/>
          <p:cNvSpPr/>
          <p:nvPr/>
        </p:nvSpPr>
        <p:spPr>
          <a:xfrm>
            <a:off x="6268680" y="55796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9" name="CustomShape 72"/>
          <p:cNvSpPr/>
          <p:nvPr/>
        </p:nvSpPr>
        <p:spPr>
          <a:xfrm>
            <a:off x="6269400" y="371160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00" name="CustomShape 73"/>
          <p:cNvSpPr/>
          <p:nvPr/>
        </p:nvSpPr>
        <p:spPr>
          <a:xfrm>
            <a:off x="6269040" y="397836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01" name="CustomShape 74"/>
          <p:cNvSpPr/>
          <p:nvPr/>
        </p:nvSpPr>
        <p:spPr>
          <a:xfrm>
            <a:off x="6269040" y="424512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2" name="CustomShape 75"/>
          <p:cNvSpPr/>
          <p:nvPr/>
        </p:nvSpPr>
        <p:spPr>
          <a:xfrm>
            <a:off x="6269040" y="451188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TextShape 76"/>
          <p:cNvSpPr txBox="1"/>
          <p:nvPr/>
        </p:nvSpPr>
        <p:spPr>
          <a:xfrm>
            <a:off x="6241680" y="3705120"/>
            <a:ext cx="288000" cy="468360"/>
          </a:xfrm>
          <a:prstGeom prst="rect">
            <a:avLst/>
          </a:prstGeom>
          <a:noFill/>
          <a:ln w="12600">
            <a:solidFill>
              <a:srgbClr val="FFFFFF"/>
            </a:solidFill>
            <a:bevel/>
          </a:ln>
        </p:spPr>
      </p:sp>
      <p:sp>
        <p:nvSpPr>
          <p:cNvPr id="304" name="CustomShape 77"/>
          <p:cNvSpPr/>
          <p:nvPr/>
        </p:nvSpPr>
        <p:spPr>
          <a:xfrm>
            <a:off x="6262560" y="47728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05" name="CustomShape 78"/>
          <p:cNvSpPr/>
          <p:nvPr/>
        </p:nvSpPr>
        <p:spPr>
          <a:xfrm>
            <a:off x="6262200" y="50396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06" name="CustomShape 79"/>
          <p:cNvSpPr/>
          <p:nvPr/>
        </p:nvSpPr>
        <p:spPr>
          <a:xfrm>
            <a:off x="6262200" y="53064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7" name="CustomShape 80"/>
          <p:cNvSpPr/>
          <p:nvPr/>
        </p:nvSpPr>
        <p:spPr>
          <a:xfrm>
            <a:off x="6262200" y="557316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CustomShape 81"/>
          <p:cNvSpPr/>
          <p:nvPr/>
        </p:nvSpPr>
        <p:spPr>
          <a:xfrm>
            <a:off x="6262920" y="370512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09" name="CustomShape 82"/>
          <p:cNvSpPr/>
          <p:nvPr/>
        </p:nvSpPr>
        <p:spPr>
          <a:xfrm>
            <a:off x="6262560" y="397188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10" name="CustomShape 83"/>
          <p:cNvSpPr/>
          <p:nvPr/>
        </p:nvSpPr>
        <p:spPr>
          <a:xfrm>
            <a:off x="6262560" y="423864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11" name="CustomShape 84"/>
          <p:cNvSpPr/>
          <p:nvPr/>
        </p:nvSpPr>
        <p:spPr>
          <a:xfrm>
            <a:off x="6262560" y="4505400"/>
            <a:ext cx="266760" cy="266760"/>
          </a:xfrm>
          <a:prstGeom prst="rect">
            <a:avLst/>
          </a:prstGeom>
          <a:solidFill>
            <a:srgbClr val="99CC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2" name="CustomShape 85"/>
          <p:cNvSpPr/>
          <p:nvPr/>
        </p:nvSpPr>
        <p:spPr>
          <a:xfrm>
            <a:off x="6986520" y="476352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1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13" name="CustomShape 86"/>
          <p:cNvSpPr/>
          <p:nvPr/>
        </p:nvSpPr>
        <p:spPr>
          <a:xfrm>
            <a:off x="6986160" y="503028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400" b="0" strike="noStrike" spc="-1">
                <a:latin typeface="Courier New"/>
              </a:rPr>
              <a:t>2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14" name="CustomShape 87"/>
          <p:cNvSpPr/>
          <p:nvPr/>
        </p:nvSpPr>
        <p:spPr>
          <a:xfrm>
            <a:off x="6986160" y="529704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CustomShape 88"/>
          <p:cNvSpPr/>
          <p:nvPr/>
        </p:nvSpPr>
        <p:spPr>
          <a:xfrm>
            <a:off x="6986160" y="5563800"/>
            <a:ext cx="266760" cy="266760"/>
          </a:xfrm>
          <a:prstGeom prst="rect">
            <a:avLst/>
          </a:prstGeom>
          <a:solidFill>
            <a:srgbClr val="E6E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316" name="Line 89"/>
          <p:cNvCxnSpPr>
            <a:stCxn id="310" idx="3"/>
            <a:endCxn id="309" idx="3"/>
          </p:cNvCxnSpPr>
          <p:nvPr/>
        </p:nvCxnSpPr>
        <p:spPr>
          <a:xfrm flipV="1">
            <a:off x="6529320" y="4105080"/>
            <a:ext cx="360" cy="267120"/>
          </a:xfrm>
          <a:prstGeom prst="curved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sp>
        <p:nvSpPr>
          <p:cNvPr id="317" name="TextShape 90"/>
          <p:cNvSpPr txBox="1"/>
          <p:nvPr/>
        </p:nvSpPr>
        <p:spPr>
          <a:xfrm>
            <a:off x="4610520" y="3290040"/>
            <a:ext cx="828720" cy="380160"/>
          </a:xfrm>
          <a:prstGeom prst="rect">
            <a:avLst/>
          </a:prstGeom>
          <a:noFill/>
          <a:ln>
            <a:noFill/>
          </a:ln>
        </p:spPr>
        <p:txBody>
          <a:bodyPr lIns="18000" tIns="45000" rIns="18000" bIns="45000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strike="noStrike" spc="-1">
                <a:solidFill>
                  <a:srgbClr val="000000"/>
                </a:solidFill>
                <a:latin typeface="Courier New"/>
              </a:rPr>
              <a:t>aux=a;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18" name="TextShape 91"/>
          <p:cNvSpPr txBox="1"/>
          <p:nvPr/>
        </p:nvSpPr>
        <p:spPr>
          <a:xfrm>
            <a:off x="5439240" y="3290040"/>
            <a:ext cx="561960" cy="380160"/>
          </a:xfrm>
          <a:prstGeom prst="rect">
            <a:avLst/>
          </a:prstGeom>
          <a:noFill/>
          <a:ln>
            <a:noFill/>
          </a:ln>
        </p:spPr>
        <p:txBody>
          <a:bodyPr lIns="18000" tIns="45000" rIns="18000" bIns="45000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strike="noStrike" spc="-1">
                <a:solidFill>
                  <a:srgbClr val="000000"/>
                </a:solidFill>
                <a:latin typeface="Courier New"/>
              </a:rPr>
              <a:t>a=b;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319" name="TextShape 92"/>
          <p:cNvSpPr txBox="1"/>
          <p:nvPr/>
        </p:nvSpPr>
        <p:spPr>
          <a:xfrm>
            <a:off x="6106320" y="3299400"/>
            <a:ext cx="666360" cy="380160"/>
          </a:xfrm>
          <a:prstGeom prst="rect">
            <a:avLst/>
          </a:prstGeom>
          <a:noFill/>
          <a:ln>
            <a:noFill/>
          </a:ln>
        </p:spPr>
        <p:txBody>
          <a:bodyPr lIns="18000" tIns="45000" rIns="18000" bIns="45000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strike="noStrike" spc="-1">
                <a:solidFill>
                  <a:srgbClr val="000000"/>
                </a:solidFill>
                <a:latin typeface="Courier New"/>
              </a:rPr>
              <a:t>b=aux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94" name="CustomShape 1">
            <a:extLst>
              <a:ext uri="{FF2B5EF4-FFF2-40B4-BE49-F238E27FC236}">
                <a16:creationId xmlns:a16="http://schemas.microsoft.com/office/drawing/2014/main" id="{D56C12D7-3381-441F-8659-8843E716CDC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passaggio “per valore” e stack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Shape 2"/>
          <p:cNvSpPr txBox="1"/>
          <p:nvPr/>
        </p:nvSpPr>
        <p:spPr>
          <a:xfrm>
            <a:off x="479880" y="1240920"/>
            <a:ext cx="7278120" cy="426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è “ricorsiva” una funzione che richiama sé stessa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322" name="TextShape 3"/>
          <p:cNvSpPr txBox="1"/>
          <p:nvPr/>
        </p:nvSpPr>
        <p:spPr>
          <a:xfrm>
            <a:off x="211680" y="5070240"/>
            <a:ext cx="8665920" cy="10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per ogni funzione ricorsiva ne esiste una iterativa</a:t>
            </a:r>
            <a:endParaRPr lang="it-IT" sz="2200" b="0" strike="noStrike" spc="-1">
              <a:latin typeface="Arial"/>
            </a:endParaRPr>
          </a:p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normalmente la versione iterativa è più conveniente in termini di tempo di esecuzione ed occupazione di stack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323" name="CustomShape 4"/>
          <p:cNvSpPr/>
          <p:nvPr/>
        </p:nvSpPr>
        <p:spPr>
          <a:xfrm>
            <a:off x="479880" y="1667160"/>
            <a:ext cx="7894800" cy="3385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int fattoriale (int n)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(n == 0)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1;        \\ tappo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 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n*fattoriale(n - 1); \\ passo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400" b="0" strike="noStrike" spc="-1" dirty="0">
              <a:latin typeface="Arial"/>
            </a:endParaRPr>
          </a:p>
          <a:p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int mcd (int alfa, int beta)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(beta == 0)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alfa;    \\ tappo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mcd(beta, alfa % beta); \\ passo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62C94720-77B6-4F9F-9426-5C96AA4011B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ricorsive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2"/>
          <p:cNvSpPr txBox="1"/>
          <p:nvPr/>
        </p:nvSpPr>
        <p:spPr>
          <a:xfrm>
            <a:off x="74160" y="1192680"/>
            <a:ext cx="8490960" cy="476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è possibile definire funzioni in cui alcuni argomenti assumono un valore di</a:t>
            </a:r>
            <a:br/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default; s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e alla chiamata non viene passato alcun valore per quel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parametro allora la funzione assumerà per lui il valore di default stabilito nell'intestazione</a:t>
            </a:r>
            <a:endParaRPr lang="it-IT" sz="18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gli argomenti di default devono raggrupparsi a destra nell'intestazione</a:t>
            </a:r>
            <a:endParaRPr lang="it-IT" sz="18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il valore di default deve essere un’espressione costante</a:t>
            </a:r>
            <a:br/>
            <a:br/>
            <a:br/>
            <a:br/>
            <a:br/>
            <a:br/>
            <a:br/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18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se si omette un argomento bisogna omettere anche tutti quelli alla sua destra; la seguente chiamata non è corretta: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326" name="CustomShape 3"/>
          <p:cNvSpPr/>
          <p:nvPr/>
        </p:nvSpPr>
        <p:spPr>
          <a:xfrm>
            <a:off x="-13320" y="3217680"/>
            <a:ext cx="903600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 dirty="0" err="1">
                <a:solidFill>
                  <a:srgbClr val="000080"/>
                </a:solidFill>
                <a:latin typeface="Courier New"/>
              </a:rPr>
              <a:t>char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1600" b="0" strike="noStrike" spc="-1" dirty="0" err="1">
                <a:solidFill>
                  <a:srgbClr val="000080"/>
                </a:solidFill>
                <a:latin typeface="Courier New"/>
              </a:rPr>
              <a:t>funzdef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</a:rPr>
              <a:t>(int arg1=1, </a:t>
            </a:r>
            <a:r>
              <a:rPr lang="it-IT" sz="1600" b="0" strike="noStrike" spc="-1" dirty="0" err="1">
                <a:solidFill>
                  <a:srgbClr val="000080"/>
                </a:solidFill>
                <a:latin typeface="Courier New"/>
              </a:rPr>
              <a:t>char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</a:rPr>
              <a:t> c='A', float </a:t>
            </a:r>
            <a:r>
              <a:rPr lang="it-IT" sz="1600" b="0" strike="noStrike" spc="-1" dirty="0" err="1">
                <a:solidFill>
                  <a:srgbClr val="000080"/>
                </a:solidFill>
                <a:latin typeface="Courier New"/>
              </a:rPr>
              <a:t>f_val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</a:rPr>
              <a:t>=45.7f);</a:t>
            </a:r>
            <a:endParaRPr lang="it-IT" sz="1600" b="0" strike="noStrike" spc="-1" dirty="0">
              <a:latin typeface="Arial"/>
            </a:endParaRPr>
          </a:p>
        </p:txBody>
      </p:sp>
      <p:sp>
        <p:nvSpPr>
          <p:cNvPr id="327" name="CustomShape 4"/>
          <p:cNvSpPr/>
          <p:nvPr/>
        </p:nvSpPr>
        <p:spPr>
          <a:xfrm>
            <a:off x="-50040" y="3649320"/>
            <a:ext cx="8832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si può chiamare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funzdef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con qualunque delle seguenti istruzioni: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328" name="CustomShape 5"/>
          <p:cNvSpPr/>
          <p:nvPr/>
        </p:nvSpPr>
        <p:spPr>
          <a:xfrm>
            <a:off x="-50040" y="4009680"/>
            <a:ext cx="8642520" cy="1067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>
                <a:solidFill>
                  <a:srgbClr val="000080"/>
                </a:solidFill>
                <a:latin typeface="Courier New"/>
              </a:rPr>
              <a:t>funzdef(9,'Z',91.5); // annulla i tre argomenti di default</a:t>
            </a:r>
            <a:endParaRPr lang="it-IT" sz="16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>
                <a:solidFill>
                  <a:srgbClr val="000080"/>
                </a:solidFill>
                <a:latin typeface="Courier New"/>
              </a:rPr>
              <a:t>funzdef(25, 'W'); // annulla i due primi argomenti di default</a:t>
            </a:r>
            <a:endParaRPr lang="it-IT" sz="16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>
                <a:solidFill>
                  <a:srgbClr val="000080"/>
                </a:solidFill>
                <a:latin typeface="Courier New"/>
              </a:rPr>
              <a:t>funzdef(50);      // annulla il primo argomento di default</a:t>
            </a:r>
            <a:endParaRPr lang="it-IT" sz="16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>
                <a:solidFill>
                  <a:srgbClr val="000080"/>
                </a:solidFill>
                <a:latin typeface="Courier New"/>
              </a:rPr>
              <a:t>funzdef();        // utilizza i tre argomenti di default 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329" name="CustomShape 6"/>
          <p:cNvSpPr/>
          <p:nvPr/>
        </p:nvSpPr>
        <p:spPr>
          <a:xfrm>
            <a:off x="74160" y="5956920"/>
            <a:ext cx="86421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>
                <a:solidFill>
                  <a:srgbClr val="000080"/>
                </a:solidFill>
                <a:latin typeface="Courier New"/>
              </a:rPr>
              <a:t>funzdef(  , 'Z', 99.99);   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98B4AAB4-BF45-4A71-82E7-DD976918F28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argomenti di default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Shape 2"/>
          <p:cNvSpPr txBox="1"/>
          <p:nvPr/>
        </p:nvSpPr>
        <p:spPr>
          <a:xfrm>
            <a:off x="195480" y="1451520"/>
            <a:ext cx="8490960" cy="367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servono per aumentare la velocità del programma</a:t>
            </a:r>
            <a:endParaRPr lang="it-IT" sz="2000" b="0" strike="noStrike" spc="-1" dirty="0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convenienti quando la funzione si richiama parecchie volte nel programma e il suo codice è breve</a:t>
            </a:r>
            <a:endParaRPr lang="it-IT" sz="2000" b="0" strike="noStrike" spc="-1" dirty="0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il compilatore ricopia realmente il codice della funzione in ogni punto in cui essa viene invocata </a:t>
            </a:r>
            <a:endParaRPr lang="it-IT" sz="2000" b="0" strike="noStrike" spc="-1" dirty="0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il programma verrà così eseguito più velocemente perché non si dovrà eseguire il codice associato alla chiamata alla funzione</a:t>
            </a:r>
            <a:endParaRPr lang="it-IT" sz="2000" b="0" strike="noStrike" spc="-1" dirty="0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tuttavia, ogni ripetizione della funzione richiede memoria, perciò il programma aumenta la sua dimensione</a:t>
            </a:r>
            <a:endParaRPr lang="it-IT" sz="2000" b="0" strike="noStrike" spc="-1" dirty="0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per creare una funzione in linea si deve inserire la parola riservata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inline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all'inizio dell'intestazione 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332" name="CustomShape 3"/>
          <p:cNvSpPr/>
          <p:nvPr/>
        </p:nvSpPr>
        <p:spPr>
          <a:xfrm>
            <a:off x="251280" y="5607720"/>
            <a:ext cx="83516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1" strike="noStrike" spc="-1">
                <a:solidFill>
                  <a:srgbClr val="000080"/>
                </a:solidFill>
                <a:latin typeface="Courier New"/>
              </a:rPr>
              <a:t>inline</a:t>
            </a:r>
            <a:r>
              <a:rPr lang="en-GB" sz="1800" b="0" strike="noStrike" spc="-1">
                <a:solidFill>
                  <a:srgbClr val="000080"/>
                </a:solidFill>
                <a:latin typeface="Courier New"/>
              </a:rPr>
              <a:t> int sommare15(int n) {return (n+15);}</a:t>
            </a:r>
            <a:r>
              <a:rPr lang="it-IT" sz="1800" b="0" strike="noStrike" spc="-1">
                <a:solidFill>
                  <a:srgbClr val="000080"/>
                </a:solidFill>
                <a:latin typeface="Courier New"/>
              </a:rPr>
              <a:t>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F374E445-C998-473C-8B95-A7454E526C0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endParaRPr lang="it-IT" sz="4000" spc="-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Shape 2"/>
          <p:cNvSpPr txBox="1"/>
          <p:nvPr/>
        </p:nvSpPr>
        <p:spPr>
          <a:xfrm>
            <a:off x="195480" y="1222560"/>
            <a:ext cx="8490960" cy="506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extern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register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static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modificano la visibilità di una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variabile o di una funzione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variabili esterne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: una funzione può utilizzare una variabile globale definita in un altro file sorgente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dichiarandola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localmente con la parola riservata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extern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; in questo modo si indica al compilatore che la variabile è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definita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in un altro file sorgente che sarà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linkato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assieme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variabili registro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: con la parola riservata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register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si chiede al compilatore di porre la variabile in uno dei registri del microprocessore; il compilatore può decidere di ignorare la richiesta; non possono essere variabili globali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variabili statiche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:</a:t>
            </a:r>
            <a:r>
              <a:rPr lang="it-IT" sz="1800" b="0" strike="noStrike" spc="-1">
                <a:solidFill>
                  <a:srgbClr val="FFFFFF"/>
                </a:solidFill>
                <a:latin typeface="Arial"/>
              </a:rPr>
              <a:t>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con la parola riservata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static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1800" b="0" strike="noStrike" spc="-1">
                <a:solidFill>
                  <a:srgbClr val="FFFFFF"/>
                </a:solidFill>
                <a:latin typeface="Arial"/>
              </a:rPr>
              <a:t>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si chiede al compilatore di</a:t>
            </a:r>
            <a:r>
              <a:rPr lang="it-IT" sz="1800" b="0" strike="noStrike" spc="-1">
                <a:solidFill>
                  <a:srgbClr val="FFFFFF"/>
                </a:solidFill>
                <a:latin typeface="Arial"/>
              </a:rPr>
              <a:t>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mantenere i valori delle variabili locali fra diverse chiamate di una funzione; quindi, al contrario delle normali variabili locali, una variabile statica s'inizializza una volta per tutte; purtroppo la keyword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static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ha anche altri significati, in particolare quello di rendere una funzione visibile solo nel file in cui è definita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366CC58-0EE2-4ED7-84FD-8DFC4ACBCAE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 classes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Shape 2"/>
          <p:cNvSpPr txBox="1"/>
          <p:nvPr/>
        </p:nvSpPr>
        <p:spPr>
          <a:xfrm>
            <a:off x="195480" y="1222200"/>
            <a:ext cx="8490960" cy="2074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i programmi grandi sono più facili da gestire se si dividono in vari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files sorgenti, anche chiamati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moduli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, ognuno dei quali può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contenere una o più funzioni; questi moduli verranno poi compilati separatamente ma linkati assieme</a:t>
            </a:r>
            <a:endParaRPr lang="it-IT" sz="2000" b="0" strike="noStrike" spc="-1">
              <a:latin typeface="Arial"/>
            </a:endParaRPr>
          </a:p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per ridurre il tempo di compilazione, ad ogni ricompilazione verranno in realtà ricompilati solo i moduli che sono stati modificati</a:t>
            </a:r>
            <a:endParaRPr lang="it-IT" sz="2000" b="0" strike="noStrike" spc="-1">
              <a:latin typeface="Arial"/>
            </a:endParaRPr>
          </a:p>
        </p:txBody>
      </p:sp>
      <p:pic>
        <p:nvPicPr>
          <p:cNvPr id="337" name="Immagine 336"/>
          <p:cNvPicPr/>
          <p:nvPr/>
        </p:nvPicPr>
        <p:blipFill>
          <a:blip r:embed="rId3"/>
          <a:stretch/>
        </p:blipFill>
        <p:spPr>
          <a:xfrm>
            <a:off x="1871280" y="3401640"/>
            <a:ext cx="5726160" cy="305424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CD6CA986-B3D5-4676-93D1-EF28DDEFEEB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compilazione modulare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2"/>
          <p:cNvSpPr/>
          <p:nvPr/>
        </p:nvSpPr>
        <p:spPr>
          <a:xfrm>
            <a:off x="438120" y="1850400"/>
            <a:ext cx="4529520" cy="2775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#include &lt;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iostream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using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namespace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std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1" strike="noStrike" spc="-1" dirty="0" err="1">
                <a:solidFill>
                  <a:srgbClr val="FF0000"/>
                </a:solidFill>
                <a:latin typeface="Courier New"/>
              </a:rPr>
              <a:t>extern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int x;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void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stampa()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&lt;&lt; "x vale \n";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&lt;&lt; x &lt;&lt;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endl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340" name="CustomShape 3"/>
          <p:cNvSpPr/>
          <p:nvPr/>
        </p:nvSpPr>
        <p:spPr>
          <a:xfrm>
            <a:off x="4867560" y="1970640"/>
            <a:ext cx="3428640" cy="244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void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stampa();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int x=5;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int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stampa();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341" name="TextShape 4"/>
          <p:cNvSpPr txBox="1"/>
          <p:nvPr/>
        </p:nvSpPr>
        <p:spPr>
          <a:xfrm>
            <a:off x="1131120" y="1451520"/>
            <a:ext cx="1314720" cy="456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Arial"/>
              </a:rPr>
              <a:t>file1.cpp</a:t>
            </a:r>
          </a:p>
        </p:txBody>
      </p:sp>
      <p:sp>
        <p:nvSpPr>
          <p:cNvPr id="342" name="TextShape 5"/>
          <p:cNvSpPr txBox="1"/>
          <p:nvPr/>
        </p:nvSpPr>
        <p:spPr>
          <a:xfrm>
            <a:off x="4979160" y="1470600"/>
            <a:ext cx="1314720" cy="456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Arial"/>
              </a:rPr>
              <a:t>file2.cpp</a:t>
            </a:r>
          </a:p>
        </p:txBody>
      </p:sp>
      <p:sp>
        <p:nvSpPr>
          <p:cNvPr id="343" name="TextShape 6"/>
          <p:cNvSpPr txBox="1"/>
          <p:nvPr/>
        </p:nvSpPr>
        <p:spPr>
          <a:xfrm>
            <a:off x="333360" y="4964760"/>
            <a:ext cx="8172720" cy="1766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2200" b="0" strike="noStrike" spc="-1">
                <a:latin typeface="Courier New"/>
              </a:rPr>
              <a:t>aldo@Zagor:$ g++ file1.cpp file2.cpp -o prova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latin typeface="Courier New"/>
              </a:rPr>
              <a:t>aldo@Zagor:$ ./prova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latin typeface="Courier New"/>
              </a:rPr>
              <a:t>x vale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latin typeface="Courier New"/>
              </a:rPr>
              <a:t>5</a:t>
            </a:r>
            <a:endParaRPr lang="it-IT" sz="2200" b="0" strike="noStrike" spc="-1">
              <a:latin typeface="Arial"/>
            </a:endParaRPr>
          </a:p>
          <a:p>
            <a:endParaRPr lang="it-IT" sz="2200" b="0" strike="noStrike" spc="-1">
              <a:latin typeface="Arial"/>
            </a:endParaRPr>
          </a:p>
        </p:txBody>
      </p:sp>
      <p:sp>
        <p:nvSpPr>
          <p:cNvPr id="344" name="TextShape 7"/>
          <p:cNvSpPr txBox="1"/>
          <p:nvPr/>
        </p:nvSpPr>
        <p:spPr>
          <a:xfrm>
            <a:off x="3348720" y="2600640"/>
            <a:ext cx="1299600" cy="83844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9000" tIns="54000" rIns="99000" bIns="54000">
            <a:noAutofit/>
          </a:bodyPr>
          <a:lstStyle/>
          <a:p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non può essere inizializzata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345" name="Line 8"/>
          <p:cNvSpPr/>
          <p:nvPr/>
        </p:nvSpPr>
        <p:spPr>
          <a:xfrm flipH="1">
            <a:off x="2772000" y="2818440"/>
            <a:ext cx="57672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6" name="CustomShape 9"/>
          <p:cNvSpPr/>
          <p:nvPr/>
        </p:nvSpPr>
        <p:spPr>
          <a:xfrm>
            <a:off x="285840" y="1850400"/>
            <a:ext cx="4010040" cy="2893320"/>
          </a:xfrm>
          <a:custGeom>
            <a:avLst/>
            <a:gdLst/>
            <a:ahLst/>
            <a:cxnLst/>
            <a:rect l="0" t="0" r="r" b="b"/>
            <a:pathLst>
              <a:path w="11141" h="8039">
                <a:moveTo>
                  <a:pt x="1339" y="0"/>
                </a:moveTo>
                <a:lnTo>
                  <a:pt x="1340" y="0"/>
                </a:lnTo>
                <a:cubicBezTo>
                  <a:pt x="1105" y="0"/>
                  <a:pt x="873" y="62"/>
                  <a:pt x="670" y="179"/>
                </a:cubicBezTo>
                <a:cubicBezTo>
                  <a:pt x="466" y="297"/>
                  <a:pt x="297" y="466"/>
                  <a:pt x="179" y="670"/>
                </a:cubicBezTo>
                <a:cubicBezTo>
                  <a:pt x="62" y="873"/>
                  <a:pt x="0" y="1105"/>
                  <a:pt x="0" y="1340"/>
                </a:cubicBezTo>
                <a:lnTo>
                  <a:pt x="0" y="6698"/>
                </a:lnTo>
                <a:lnTo>
                  <a:pt x="0" y="6698"/>
                </a:lnTo>
                <a:cubicBezTo>
                  <a:pt x="0" y="6933"/>
                  <a:pt x="62" y="7165"/>
                  <a:pt x="179" y="7368"/>
                </a:cubicBezTo>
                <a:cubicBezTo>
                  <a:pt x="297" y="7572"/>
                  <a:pt x="466" y="7741"/>
                  <a:pt x="670" y="7859"/>
                </a:cubicBezTo>
                <a:cubicBezTo>
                  <a:pt x="873" y="7976"/>
                  <a:pt x="1105" y="8038"/>
                  <a:pt x="1340" y="8038"/>
                </a:cubicBezTo>
                <a:lnTo>
                  <a:pt x="9800" y="8038"/>
                </a:lnTo>
                <a:lnTo>
                  <a:pt x="9800" y="8038"/>
                </a:lnTo>
                <a:cubicBezTo>
                  <a:pt x="10035" y="8038"/>
                  <a:pt x="10267" y="7976"/>
                  <a:pt x="10470" y="7859"/>
                </a:cubicBezTo>
                <a:cubicBezTo>
                  <a:pt x="10674" y="7741"/>
                  <a:pt x="10843" y="7572"/>
                  <a:pt x="10961" y="7368"/>
                </a:cubicBezTo>
                <a:cubicBezTo>
                  <a:pt x="11078" y="7165"/>
                  <a:pt x="11140" y="6933"/>
                  <a:pt x="11140" y="6698"/>
                </a:cubicBezTo>
                <a:lnTo>
                  <a:pt x="11140" y="1339"/>
                </a:lnTo>
                <a:lnTo>
                  <a:pt x="11140" y="1340"/>
                </a:lnTo>
                <a:lnTo>
                  <a:pt x="11140" y="1340"/>
                </a:lnTo>
                <a:cubicBezTo>
                  <a:pt x="11140" y="1105"/>
                  <a:pt x="11078" y="873"/>
                  <a:pt x="10961" y="670"/>
                </a:cubicBezTo>
                <a:cubicBezTo>
                  <a:pt x="10843" y="466"/>
                  <a:pt x="10674" y="297"/>
                  <a:pt x="10470" y="179"/>
                </a:cubicBezTo>
                <a:cubicBezTo>
                  <a:pt x="10267" y="62"/>
                  <a:pt x="10035" y="0"/>
                  <a:pt x="9800" y="0"/>
                </a:cubicBezTo>
                <a:lnTo>
                  <a:pt x="1339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7" name="CustomShape 10"/>
          <p:cNvSpPr/>
          <p:nvPr/>
        </p:nvSpPr>
        <p:spPr>
          <a:xfrm>
            <a:off x="4638600" y="1850400"/>
            <a:ext cx="2981520" cy="2893320"/>
          </a:xfrm>
          <a:custGeom>
            <a:avLst/>
            <a:gdLst/>
            <a:ahLst/>
            <a:cxnLst/>
            <a:rect l="0" t="0" r="r" b="b"/>
            <a:pathLst>
              <a:path w="8284" h="8039">
                <a:moveTo>
                  <a:pt x="1339" y="0"/>
                </a:moveTo>
                <a:lnTo>
                  <a:pt x="1340" y="0"/>
                </a:lnTo>
                <a:cubicBezTo>
                  <a:pt x="1105" y="0"/>
                  <a:pt x="873" y="62"/>
                  <a:pt x="670" y="179"/>
                </a:cubicBezTo>
                <a:cubicBezTo>
                  <a:pt x="466" y="297"/>
                  <a:pt x="297" y="466"/>
                  <a:pt x="179" y="670"/>
                </a:cubicBezTo>
                <a:cubicBezTo>
                  <a:pt x="62" y="873"/>
                  <a:pt x="0" y="1105"/>
                  <a:pt x="0" y="1340"/>
                </a:cubicBezTo>
                <a:lnTo>
                  <a:pt x="0" y="6698"/>
                </a:lnTo>
                <a:lnTo>
                  <a:pt x="0" y="6698"/>
                </a:lnTo>
                <a:cubicBezTo>
                  <a:pt x="0" y="6933"/>
                  <a:pt x="62" y="7165"/>
                  <a:pt x="179" y="7368"/>
                </a:cubicBezTo>
                <a:cubicBezTo>
                  <a:pt x="297" y="7572"/>
                  <a:pt x="466" y="7741"/>
                  <a:pt x="670" y="7859"/>
                </a:cubicBezTo>
                <a:cubicBezTo>
                  <a:pt x="873" y="7976"/>
                  <a:pt x="1105" y="8038"/>
                  <a:pt x="1340" y="8038"/>
                </a:cubicBezTo>
                <a:lnTo>
                  <a:pt x="6943" y="8038"/>
                </a:lnTo>
                <a:lnTo>
                  <a:pt x="6943" y="8038"/>
                </a:lnTo>
                <a:cubicBezTo>
                  <a:pt x="7178" y="8038"/>
                  <a:pt x="7410" y="7976"/>
                  <a:pt x="7613" y="7859"/>
                </a:cubicBezTo>
                <a:cubicBezTo>
                  <a:pt x="7817" y="7741"/>
                  <a:pt x="7986" y="7572"/>
                  <a:pt x="8104" y="7368"/>
                </a:cubicBezTo>
                <a:cubicBezTo>
                  <a:pt x="8221" y="7165"/>
                  <a:pt x="8283" y="6933"/>
                  <a:pt x="8283" y="6698"/>
                </a:cubicBezTo>
                <a:lnTo>
                  <a:pt x="8283" y="1339"/>
                </a:lnTo>
                <a:lnTo>
                  <a:pt x="8283" y="1340"/>
                </a:lnTo>
                <a:lnTo>
                  <a:pt x="8283" y="1340"/>
                </a:lnTo>
                <a:cubicBezTo>
                  <a:pt x="8283" y="1105"/>
                  <a:pt x="8221" y="873"/>
                  <a:pt x="8104" y="670"/>
                </a:cubicBezTo>
                <a:cubicBezTo>
                  <a:pt x="7986" y="466"/>
                  <a:pt x="7817" y="297"/>
                  <a:pt x="7613" y="179"/>
                </a:cubicBezTo>
                <a:cubicBezTo>
                  <a:pt x="7410" y="62"/>
                  <a:pt x="7178" y="0"/>
                  <a:pt x="6943" y="0"/>
                </a:cubicBezTo>
                <a:lnTo>
                  <a:pt x="1339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">
            <a:extLst>
              <a:ext uri="{FF2B5EF4-FFF2-40B4-BE49-F238E27FC236}">
                <a16:creationId xmlns:a16="http://schemas.microsoft.com/office/drawing/2014/main" id="{E190C6C5-C044-4A8A-A74E-8CC5EF67941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extern</a:t>
            </a:r>
            <a:endParaRPr lang="it-IT" sz="4000" spc="-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Shape 2"/>
          <p:cNvSpPr txBox="1"/>
          <p:nvPr/>
        </p:nvSpPr>
        <p:spPr>
          <a:xfrm>
            <a:off x="195480" y="1222560"/>
            <a:ext cx="8490960" cy="5060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52000" indent="-252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tutte le versioni del linguaggio C++ contengono una grande raccolta di funzioni di libreria per operazioni comuni; esse sono raccolte in gruppi definite in uno stesso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header file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, esempi:</a:t>
            </a:r>
            <a:endParaRPr lang="it-IT" sz="20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I/O standard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matematiche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routines standard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visualizzare finestra di testo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di conversione (di caratteri e stringhe)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di diagnostica (debugging incorporato)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di manipolazione di memoria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controllo del processo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classificazione (ordinamento)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cartelle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data e ora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di interfaccia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ricerca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manipolazione di stringhe</a:t>
            </a:r>
            <a:endParaRPr lang="it-IT" sz="1800" b="0" strike="noStrike" spc="-1">
              <a:latin typeface="Arial"/>
            </a:endParaRPr>
          </a:p>
          <a:p>
            <a:pPr marL="540000" lvl="1" indent="-270000"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grafici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 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B411BC6-9750-4E56-A321-BAA771D0A2EB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di libreria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CustomShape 2"/>
          <p:cNvSpPr/>
          <p:nvPr/>
        </p:nvSpPr>
        <p:spPr>
          <a:xfrm>
            <a:off x="30240" y="1227240"/>
            <a:ext cx="9067680" cy="4808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verifiche alfanumeriche: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isalpha(c)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maiuscola o minuscula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islower(c)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se e solo se 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una lettera minuscula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isupper(c)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una lettera maiuscola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isdigit(c)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una cifra (cioè un carattere da 0 a 9)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isxdigit(c)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una cifra esadecimale (0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÷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9, A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÷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F)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isalnum(c)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una cifra o un carattere alfabetico</a:t>
            </a:r>
            <a:endParaRPr lang="it-IT" sz="18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verifiche di caratteri speciali: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iscntrl(c)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</a:rPr>
              <a:t>carattere di controllo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(ASCII 0 a 31)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isgraph(c)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non è un carattere di controllo, eccetto lo spazio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isprint(c)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 carattere stampabile (ASCII 21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÷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127)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ispunct(c)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qualunque carattere di interpunzione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isspace(c)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ritorna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true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se e solo se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è uno spazio,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\n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\r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\t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o tabulazione verticale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\v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18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conversione caratteri: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tolower(c)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converte la lettera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in minuscola, se non lo è già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toupper(c)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converte la lettera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c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in maiuscola, se non lo è già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D0905DDC-E54D-4799-A71C-A166BF889EF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di carattere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ustomShape 2"/>
          <p:cNvSpPr/>
          <p:nvPr/>
        </p:nvSpPr>
        <p:spPr>
          <a:xfrm>
            <a:off x="148320" y="1032120"/>
            <a:ext cx="9067680" cy="5303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matematiche: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ceil(x) 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arrotonda all'intero più alto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fabs(x) 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restituisce il valore assoluto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(un valore positivo)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floor(x)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arrotonda all'intero più basso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pow(x, y)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elevato ad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y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sqrt(x)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restituisce la radice quadrata di 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</a:rPr>
              <a:t>x</a:t>
            </a:r>
            <a:endParaRPr lang="it-IT" sz="20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trigonometriche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acos(x)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l'arco coseno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asin(x)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l'arco seno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atan(x)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l'arco tangente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atan2(x, y)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l'arco tangente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diviso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y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cos(x)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il coseno dell'angolo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(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si esprime in radianti)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sin(x) 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calcola il seno dell'angolo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(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si esprime in radianti)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tan(x) 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calcola la tangente dell'angolo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(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si esprime in radianti)</a:t>
            </a:r>
            <a:endParaRPr lang="it-IT" sz="20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logaritmiche ed esponenziali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exp(x)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calcola l'esponenziale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e</a:t>
            </a:r>
            <a:r>
              <a:rPr lang="it-IT" sz="2000" b="0" i="1" strike="noStrike" spc="-1" baseline="30000">
                <a:solidFill>
                  <a:srgbClr val="000000"/>
                </a:solidFill>
                <a:latin typeface="Courier New"/>
              </a:rPr>
              <a:t>x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log(x)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il logaritmo naturale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log10(x)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calcola il logaritmo decimale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x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272F7250-E5C4-4268-84B4-34891A2BE055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numeriche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2"/>
          <p:cNvSpPr/>
          <p:nvPr/>
        </p:nvSpPr>
        <p:spPr>
          <a:xfrm>
            <a:off x="72000" y="1541880"/>
            <a:ext cx="9067680" cy="4146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aleatorie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rand()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genera un numero aleatorio fra 0 e RAND_MAX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randomize()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inizializza il generatore di numeri aleatori con un seme aleatorio ottenuto a partire da una chiamata alla funzione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time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srand(seme)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inizializza il generatore di numeri aleatori in base al valore dell'argomento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seme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random(num)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restituisce un numero aleatorio da 0 a num-1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 </a:t>
            </a:r>
            <a:endParaRPr lang="it-IT" sz="20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di data ed ora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clock(void)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restituisce il tempo di CPU in secondi trascorso dall'inizio dell’esecuzione del programma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time(ora)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restituisce il numero di secondi trascorsi dalla mezzanotte (00:00:00) del primo gennaio 1970; questo valore di tempo si mette nella posizione puntata dall'argomento 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</a:rPr>
              <a:t>ora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EC407E9-0BF5-47E7-8C5A-35C3DDED503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varie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2"/>
          <p:cNvSpPr/>
          <p:nvPr/>
        </p:nvSpPr>
        <p:spPr>
          <a:xfrm>
            <a:off x="72000" y="1611000"/>
            <a:ext cx="9067680" cy="472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overheading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permette di dare lo stesso nome a funzioni con almeno un argomento di tipo diverso e/o con un diverso numero di argomenti </a:t>
            </a:r>
            <a:endParaRPr lang="it-IT" sz="20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C++ determina quale tra le funzioni sovraccaricate deve chiamare, in funzione del numero e del tipo dei parametri passati</a:t>
            </a:r>
            <a:endParaRPr lang="it-IT" sz="2000" b="0" strike="noStrike" spc="-1">
              <a:latin typeface="Arial"/>
            </a:endParaRPr>
          </a:p>
          <a:p>
            <a:pPr marL="288000" indent="-288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regole</a:t>
            </a:r>
            <a:endParaRPr lang="it-IT" sz="2000" b="0" strike="noStrike" spc="-1">
              <a:latin typeface="Arial"/>
            </a:endParaRPr>
          </a:p>
          <a:p>
            <a:pPr marL="547200" lvl="1" indent="-288000">
              <a:lnSpc>
                <a:spcPct val="95000"/>
              </a:lnSpc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 esiste, si seleziona la funzione che mostra la corrispondenza esatta tra il numero ed i tipi dei parametri formali ed attuali</a:t>
            </a:r>
            <a:endParaRPr lang="it-IT" sz="2000" b="0" strike="noStrike" spc="-1">
              <a:latin typeface="Arial"/>
            </a:endParaRPr>
          </a:p>
          <a:p>
            <a:pPr marL="547200" lvl="1" indent="-288000">
              <a:lnSpc>
                <a:spcPct val="95000"/>
              </a:lnSpc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 tale funzione non esiste, si seleziona una funzione in cui il matching dei parametri formali ed attuali avviene tramite una conversione automatica di tipo</a:t>
            </a:r>
            <a:endParaRPr lang="it-IT" sz="2000" b="0" strike="noStrike" spc="-1">
              <a:latin typeface="Arial"/>
            </a:endParaRPr>
          </a:p>
          <a:p>
            <a:pPr marL="547200" lvl="1" indent="-288000">
              <a:lnSpc>
                <a:spcPct val="95000"/>
              </a:lnSpc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la corrispondenza dei tipi degli argomenti può venire anche forzata mediante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casting</a:t>
            </a:r>
            <a:endParaRPr lang="it-IT" sz="2000" b="0" strike="noStrike" spc="-1">
              <a:latin typeface="Arial"/>
            </a:endParaRPr>
          </a:p>
          <a:p>
            <a:pPr marL="547200" lvl="1" indent="-288000">
              <a:lnSpc>
                <a:spcPct val="95000"/>
              </a:lnSpc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 una funzione sovraccaricata possiede un numero variabile di parametri (tramite l’uso di punti sospensivi [...]), può venire selezionata in mancanza di corrispondenze più specifiche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72DD0FEB-426C-4C4E-A79B-AC36C050AFE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sovraccaricamento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delle funzioni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2"/>
          <p:cNvSpPr/>
          <p:nvPr/>
        </p:nvSpPr>
        <p:spPr>
          <a:xfrm>
            <a:off x="230400" y="1139760"/>
            <a:ext cx="7416720" cy="1541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52000" indent="-252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meccanismo per creare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</a:rPr>
              <a:t>funzioni 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generiche, che possano cioè supportare simultaneamente differenti tipi di dato   </a:t>
            </a:r>
            <a:endParaRPr lang="it-IT" sz="2000" b="0" strike="noStrike" spc="-1">
              <a:latin typeface="Arial"/>
            </a:endParaRPr>
          </a:p>
          <a:p>
            <a:pPr marL="252000" indent="-252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molto utili per i programmatori quando bisogna utilizzare la stessa funzione con differenti tipi di argomenti </a:t>
            </a:r>
            <a:endParaRPr lang="it-IT" sz="2000" b="0" strike="noStrike" spc="-1">
              <a:latin typeface="Arial"/>
            </a:endParaRPr>
          </a:p>
          <a:p>
            <a:pPr marL="252000" indent="-252000">
              <a:lnSpc>
                <a:spcPct val="95000"/>
              </a:lnSpc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formato:   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360" name="CustomShape 3"/>
          <p:cNvSpPr/>
          <p:nvPr/>
        </p:nvSpPr>
        <p:spPr>
          <a:xfrm>
            <a:off x="14400" y="2867040"/>
            <a:ext cx="8964720" cy="119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1" strike="noStrike" spc="-1">
                <a:solidFill>
                  <a:srgbClr val="000000"/>
                </a:solidFill>
                <a:latin typeface="Courier New"/>
              </a:rPr>
              <a:t>template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 &lt;class 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</a:rPr>
              <a:t>tipo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&gt; 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</a:rPr>
              <a:t>tipo funzione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 (tipo arg1, tipo arg2,...)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{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   // 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</a:rPr>
              <a:t>Corpo della funzione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} 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361" name="CustomShape 4"/>
          <p:cNvSpPr/>
          <p:nvPr/>
        </p:nvSpPr>
        <p:spPr>
          <a:xfrm>
            <a:off x="51480" y="4256280"/>
            <a:ext cx="30956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una dichiarazione tipica è: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362" name="CustomShape 5"/>
          <p:cNvSpPr/>
          <p:nvPr/>
        </p:nvSpPr>
        <p:spPr>
          <a:xfrm>
            <a:off x="159120" y="4811760"/>
            <a:ext cx="8964360" cy="119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3333CC"/>
                </a:solidFill>
                <a:latin typeface="Courier New"/>
              </a:rPr>
              <a:t>template &lt;class T&gt; T max (T a, T b)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3333CC"/>
                </a:solidFill>
                <a:latin typeface="Courier New"/>
              </a:rPr>
              <a:t>{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3333CC"/>
                </a:solidFill>
                <a:latin typeface="Courier New"/>
              </a:rPr>
              <a:t> return a &gt; b ? a : b;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3333CC"/>
                </a:solidFill>
                <a:latin typeface="Courier New"/>
              </a:rPr>
              <a:t>} 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 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1C4F0F91-9039-4E32-BF25-7DAECFE7B79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i="1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funzioni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5" ma:contentTypeDescription="Create a new document." ma:contentTypeScope="" ma:versionID="7207673d943e77c3e21551770f22c0dc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aab122e10e6ef58c18a75fb2e17105de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D72E9E-A34C-4B52-A79C-5C6586A9F0F0}"/>
</file>

<file path=customXml/itemProps2.xml><?xml version="1.0" encoding="utf-8"?>
<ds:datastoreItem xmlns:ds="http://schemas.openxmlformats.org/officeDocument/2006/customXml" ds:itemID="{EF85D8CF-3F5C-48FC-9398-2FACFFFF2386}"/>
</file>

<file path=customXml/itemProps3.xml><?xml version="1.0" encoding="utf-8"?>
<ds:datastoreItem xmlns:ds="http://schemas.openxmlformats.org/officeDocument/2006/customXml" ds:itemID="{DE24EC91-FF48-4446-9321-0995B3E9F8E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3176</Words>
  <Application>Microsoft Office PowerPoint</Application>
  <PresentationFormat>Presentazione su schermo (4:3)</PresentationFormat>
  <Paragraphs>312</Paragraphs>
  <Slides>30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305</cp:revision>
  <cp:lastPrinted>1999-03-05T00:48:02Z</cp:lastPrinted>
  <dcterms:created xsi:type="dcterms:W3CDTF">1999-01-19T02:07:12Z</dcterms:created>
  <dcterms:modified xsi:type="dcterms:W3CDTF">2023-02-01T10:08:28Z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