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1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Orazio Spata" userId="cc365b76-c41f-4401-a5bc-1d5b99d6e750" providerId="ADAL" clId="{94CD100A-C900-4948-B90D-C985781A8F53}"/>
    <pc:docChg chg="modSld">
      <pc:chgData name="Massimo Orazio Spata" userId="cc365b76-c41f-4401-a5bc-1d5b99d6e750" providerId="ADAL" clId="{94CD100A-C900-4948-B90D-C985781A8F53}" dt="2023-02-01T10:16:23.508" v="1" actId="1076"/>
      <pc:docMkLst>
        <pc:docMk/>
      </pc:docMkLst>
      <pc:sldChg chg="addSp modSp mod">
        <pc:chgData name="Massimo Orazio Spata" userId="cc365b76-c41f-4401-a5bc-1d5b99d6e750" providerId="ADAL" clId="{94CD100A-C900-4948-B90D-C985781A8F53}" dt="2023-02-01T10:16:23.508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94CD100A-C900-4948-B90D-C985781A8F53}" dt="2023-02-01T10:16:23.508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  <pc:docChgLst>
    <pc:chgData name="Natale, Luigi" userId="0bb35f83-ebdf-4526-ae9a-c3e8393a1d1b" providerId="ADAL" clId="{F7081406-98A9-4EFB-A72E-1C341C6BC48A}"/>
    <pc:docChg chg="undo custSel addSld delSld modSld modMainMaster">
      <pc:chgData name="Natale, Luigi" userId="0bb35f83-ebdf-4526-ae9a-c3e8393a1d1b" providerId="ADAL" clId="{F7081406-98A9-4EFB-A72E-1C341C6BC48A}" dt="2021-09-01T14:36:52.023" v="112" actId="1036"/>
      <pc:docMkLst>
        <pc:docMk/>
      </pc:docMkLst>
      <pc:sldChg chg="del modNotes">
        <pc:chgData name="Natale, Luigi" userId="0bb35f83-ebdf-4526-ae9a-c3e8393a1d1b" providerId="ADAL" clId="{F7081406-98A9-4EFB-A72E-1C341C6BC48A}" dt="2021-09-01T14:34:32.054" v="10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F7081406-98A9-4EFB-A72E-1C341C6BC48A}" dt="2021-09-01T14:34:52.456" v="15" actId="478"/>
        <pc:sldMkLst>
          <pc:docMk/>
          <pc:sldMk cId="0" sldId="257"/>
        </pc:sldMkLst>
        <pc:spChg chg="add mod">
          <ac:chgData name="Natale, Luigi" userId="0bb35f83-ebdf-4526-ae9a-c3e8393a1d1b" providerId="ADAL" clId="{F7081406-98A9-4EFB-A72E-1C341C6BC48A}" dt="2021-09-01T14:34:50.975" v="14"/>
          <ac:spMkLst>
            <pc:docMk/>
            <pc:sldMk cId="0" sldId="257"/>
            <ac:spMk id="4" creationId="{6E51FAAA-EB98-4E61-9051-D1CEFE7D7ECF}"/>
          </ac:spMkLst>
        </pc:spChg>
        <pc:spChg chg="del">
          <ac:chgData name="Natale, Luigi" userId="0bb35f83-ebdf-4526-ae9a-c3e8393a1d1b" providerId="ADAL" clId="{F7081406-98A9-4EFB-A72E-1C341C6BC48A}" dt="2021-09-01T14:34:52.456" v="15" actId="478"/>
          <ac:spMkLst>
            <pc:docMk/>
            <pc:sldMk cId="0" sldId="257"/>
            <ac:spMk id="145" creationId="{00000000-0000-0000-0000-000000000000}"/>
          </ac:spMkLst>
        </pc:spChg>
      </pc:sldChg>
      <pc:sldChg chg="addSp modSp mod modClrScheme chgLayout">
        <pc:chgData name="Natale, Luigi" userId="0bb35f83-ebdf-4526-ae9a-c3e8393a1d1b" providerId="ADAL" clId="{F7081406-98A9-4EFB-A72E-1C341C6BC48A}" dt="2021-09-01T14:34:56.187" v="16"/>
        <pc:sldMkLst>
          <pc:docMk/>
          <pc:sldMk cId="0" sldId="258"/>
        </pc:sldMkLst>
        <pc:spChg chg="add mod">
          <ac:chgData name="Natale, Luigi" userId="0bb35f83-ebdf-4526-ae9a-c3e8393a1d1b" providerId="ADAL" clId="{F7081406-98A9-4EFB-A72E-1C341C6BC48A}" dt="2021-09-01T14:34:56.187" v="16"/>
          <ac:spMkLst>
            <pc:docMk/>
            <pc:sldMk cId="0" sldId="258"/>
            <ac:spMk id="3" creationId="{C6DB13AD-6BB0-4C73-9ECD-6F7B87F735D4}"/>
          </ac:spMkLst>
        </pc:spChg>
      </pc:sldChg>
      <pc:sldChg chg="addSp modSp mod modClrScheme chgLayout">
        <pc:chgData name="Natale, Luigi" userId="0bb35f83-ebdf-4526-ae9a-c3e8393a1d1b" providerId="ADAL" clId="{F7081406-98A9-4EFB-A72E-1C341C6BC48A}" dt="2021-09-01T14:35:00.574" v="17"/>
        <pc:sldMkLst>
          <pc:docMk/>
          <pc:sldMk cId="0" sldId="259"/>
        </pc:sldMkLst>
        <pc:spChg chg="add mod">
          <ac:chgData name="Natale, Luigi" userId="0bb35f83-ebdf-4526-ae9a-c3e8393a1d1b" providerId="ADAL" clId="{F7081406-98A9-4EFB-A72E-1C341C6BC48A}" dt="2021-09-01T14:35:00.574" v="17"/>
          <ac:spMkLst>
            <pc:docMk/>
            <pc:sldMk cId="0" sldId="259"/>
            <ac:spMk id="3" creationId="{3CA7CB49-5DBC-4025-9340-2169B2B9F207}"/>
          </ac:spMkLst>
        </pc:spChg>
      </pc:sldChg>
      <pc:sldChg chg="addSp delSp modSp mod modClrScheme chgLayout">
        <pc:chgData name="Natale, Luigi" userId="0bb35f83-ebdf-4526-ae9a-c3e8393a1d1b" providerId="ADAL" clId="{F7081406-98A9-4EFB-A72E-1C341C6BC48A}" dt="2021-09-01T14:35:06.589" v="19"/>
        <pc:sldMkLst>
          <pc:docMk/>
          <pc:sldMk cId="0" sldId="260"/>
        </pc:sldMkLst>
        <pc:spChg chg="add mod">
          <ac:chgData name="Natale, Luigi" userId="0bb35f83-ebdf-4526-ae9a-c3e8393a1d1b" providerId="ADAL" clId="{F7081406-98A9-4EFB-A72E-1C341C6BC48A}" dt="2021-09-01T14:35:06.589" v="19"/>
          <ac:spMkLst>
            <pc:docMk/>
            <pc:sldMk cId="0" sldId="260"/>
            <ac:spMk id="4" creationId="{4C9B3417-00E8-43AA-A526-E1E342C4D2DD}"/>
          </ac:spMkLst>
        </pc:spChg>
        <pc:spChg chg="del">
          <ac:chgData name="Natale, Luigi" userId="0bb35f83-ebdf-4526-ae9a-c3e8393a1d1b" providerId="ADAL" clId="{F7081406-98A9-4EFB-A72E-1C341C6BC48A}" dt="2021-09-01T14:35:06.404" v="18" actId="478"/>
          <ac:spMkLst>
            <pc:docMk/>
            <pc:sldMk cId="0" sldId="260"/>
            <ac:spMk id="149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F7081406-98A9-4EFB-A72E-1C341C6BC48A}" dt="2021-09-01T14:36:52.023" v="112" actId="1036"/>
        <pc:sldMkLst>
          <pc:docMk/>
          <pc:sldMk cId="0" sldId="261"/>
        </pc:sldMkLst>
        <pc:picChg chg="mod">
          <ac:chgData name="Natale, Luigi" userId="0bb35f83-ebdf-4526-ae9a-c3e8393a1d1b" providerId="ADAL" clId="{F7081406-98A9-4EFB-A72E-1C341C6BC48A}" dt="2021-09-01T14:36:52.023" v="112" actId="1036"/>
          <ac:picMkLst>
            <pc:docMk/>
            <pc:sldMk cId="0" sldId="261"/>
            <ac:picMk id="151" creationId="{00000000-0000-0000-0000-000000000000}"/>
          </ac:picMkLst>
        </pc:picChg>
      </pc:sldChg>
      <pc:sldChg chg="modSp mod modClrScheme chgLayout">
        <pc:chgData name="Natale, Luigi" userId="0bb35f83-ebdf-4526-ae9a-c3e8393a1d1b" providerId="ADAL" clId="{F7081406-98A9-4EFB-A72E-1C341C6BC48A}" dt="2021-09-01T14:35:21.760" v="34" actId="1037"/>
        <pc:sldMkLst>
          <pc:docMk/>
          <pc:sldMk cId="0" sldId="262"/>
        </pc:sldMkLst>
        <pc:picChg chg="mod">
          <ac:chgData name="Natale, Luigi" userId="0bb35f83-ebdf-4526-ae9a-c3e8393a1d1b" providerId="ADAL" clId="{F7081406-98A9-4EFB-A72E-1C341C6BC48A}" dt="2021-09-01T14:35:21.760" v="34" actId="1037"/>
          <ac:picMkLst>
            <pc:docMk/>
            <pc:sldMk cId="0" sldId="262"/>
            <ac:picMk id="152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7081406-98A9-4EFB-A72E-1C341C6BC48A}" dt="2021-09-01T14:36:00.561" v="98" actId="1038"/>
        <pc:sldMkLst>
          <pc:docMk/>
          <pc:sldMk cId="0" sldId="263"/>
        </pc:sldMkLst>
        <pc:spChg chg="add mod">
          <ac:chgData name="Natale, Luigi" userId="0bb35f83-ebdf-4526-ae9a-c3e8393a1d1b" providerId="ADAL" clId="{F7081406-98A9-4EFB-A72E-1C341C6BC48A}" dt="2021-09-01T14:35:34.106" v="37" actId="14100"/>
          <ac:spMkLst>
            <pc:docMk/>
            <pc:sldMk cId="0" sldId="263"/>
            <ac:spMk id="4" creationId="{5EF719D4-A772-42E7-B58C-6199C15A9CA5}"/>
          </ac:spMkLst>
        </pc:spChg>
        <pc:spChg chg="del">
          <ac:chgData name="Natale, Luigi" userId="0bb35f83-ebdf-4526-ae9a-c3e8393a1d1b" providerId="ADAL" clId="{F7081406-98A9-4EFB-A72E-1C341C6BC48A}" dt="2021-09-01T14:35:36.630" v="38" actId="478"/>
          <ac:spMkLst>
            <pc:docMk/>
            <pc:sldMk cId="0" sldId="263"/>
            <ac:spMk id="155" creationId="{00000000-0000-0000-0000-000000000000}"/>
          </ac:spMkLst>
        </pc:spChg>
        <pc:picChg chg="mod">
          <ac:chgData name="Natale, Luigi" userId="0bb35f83-ebdf-4526-ae9a-c3e8393a1d1b" providerId="ADAL" clId="{F7081406-98A9-4EFB-A72E-1C341C6BC48A}" dt="2021-09-01T14:36:00.561" v="98" actId="1038"/>
          <ac:picMkLst>
            <pc:docMk/>
            <pc:sldMk cId="0" sldId="263"/>
            <ac:picMk id="156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F7081406-98A9-4EFB-A72E-1C341C6BC48A}" dt="2021-09-01T14:36:27.534" v="105" actId="1076"/>
        <pc:sldMkLst>
          <pc:docMk/>
          <pc:sldMk cId="0" sldId="264"/>
        </pc:sldMkLst>
        <pc:spChg chg="add del">
          <ac:chgData name="Natale, Luigi" userId="0bb35f83-ebdf-4526-ae9a-c3e8393a1d1b" providerId="ADAL" clId="{F7081406-98A9-4EFB-A72E-1C341C6BC48A}" dt="2021-09-01T14:36:05.574" v="100" actId="22"/>
          <ac:spMkLst>
            <pc:docMk/>
            <pc:sldMk cId="0" sldId="264"/>
            <ac:spMk id="5" creationId="{ACF9E253-95A8-4DC2-8E98-6BA1CF195203}"/>
          </ac:spMkLst>
        </pc:spChg>
        <pc:spChg chg="add mod">
          <ac:chgData name="Natale, Luigi" userId="0bb35f83-ebdf-4526-ae9a-c3e8393a1d1b" providerId="ADAL" clId="{F7081406-98A9-4EFB-A72E-1C341C6BC48A}" dt="2021-09-01T14:36:19.276" v="102"/>
          <ac:spMkLst>
            <pc:docMk/>
            <pc:sldMk cId="0" sldId="264"/>
            <ac:spMk id="6" creationId="{C2A79DD0-4584-4A75-B804-80DAF2227DDE}"/>
          </ac:spMkLst>
        </pc:spChg>
        <pc:spChg chg="del">
          <ac:chgData name="Natale, Luigi" userId="0bb35f83-ebdf-4526-ae9a-c3e8393a1d1b" providerId="ADAL" clId="{F7081406-98A9-4EFB-A72E-1C341C6BC48A}" dt="2021-09-01T14:36:20.916" v="103" actId="478"/>
          <ac:spMkLst>
            <pc:docMk/>
            <pc:sldMk cId="0" sldId="264"/>
            <ac:spMk id="157" creationId="{00000000-0000-0000-0000-000000000000}"/>
          </ac:spMkLst>
        </pc:spChg>
        <pc:picChg chg="mod">
          <ac:chgData name="Natale, Luigi" userId="0bb35f83-ebdf-4526-ae9a-c3e8393a1d1b" providerId="ADAL" clId="{F7081406-98A9-4EFB-A72E-1C341C6BC48A}" dt="2021-09-01T14:36:27.534" v="105" actId="1076"/>
          <ac:picMkLst>
            <pc:docMk/>
            <pc:sldMk cId="0" sldId="264"/>
            <ac:picMk id="158" creationId="{00000000-0000-0000-0000-000000000000}"/>
          </ac:picMkLst>
        </pc:picChg>
      </pc:sldChg>
      <pc:sldChg chg="addSp delSp modSp del mod modClrScheme chgLayout">
        <pc:chgData name="Natale, Luigi" userId="0bb35f83-ebdf-4526-ae9a-c3e8393a1d1b" providerId="ADAL" clId="{F7081406-98A9-4EFB-A72E-1C341C6BC48A}" dt="2021-09-01T14:36:43.041" v="111" actId="47"/>
        <pc:sldMkLst>
          <pc:docMk/>
          <pc:sldMk cId="0" sldId="265"/>
        </pc:sldMkLst>
        <pc:spChg chg="add mod">
          <ac:chgData name="Natale, Luigi" userId="0bb35f83-ebdf-4526-ae9a-c3e8393a1d1b" providerId="ADAL" clId="{F7081406-98A9-4EFB-A72E-1C341C6BC48A}" dt="2021-09-01T14:36:31.538" v="107"/>
          <ac:spMkLst>
            <pc:docMk/>
            <pc:sldMk cId="0" sldId="265"/>
            <ac:spMk id="4" creationId="{E1EB7C24-4A43-4307-B2EF-B4CE2A97D5EC}"/>
          </ac:spMkLst>
        </pc:spChg>
        <pc:spChg chg="del">
          <ac:chgData name="Natale, Luigi" userId="0bb35f83-ebdf-4526-ae9a-c3e8393a1d1b" providerId="ADAL" clId="{F7081406-98A9-4EFB-A72E-1C341C6BC48A}" dt="2021-09-01T14:36:31.303" v="106" actId="478"/>
          <ac:spMkLst>
            <pc:docMk/>
            <pc:sldMk cId="0" sldId="265"/>
            <ac:spMk id="159" creationId="{00000000-0000-0000-0000-000000000000}"/>
          </ac:spMkLst>
        </pc:spChg>
        <pc:picChg chg="mod">
          <ac:chgData name="Natale, Luigi" userId="0bb35f83-ebdf-4526-ae9a-c3e8393a1d1b" providerId="ADAL" clId="{F7081406-98A9-4EFB-A72E-1C341C6BC48A}" dt="2021-09-01T14:36:37.040" v="110" actId="1076"/>
          <ac:picMkLst>
            <pc:docMk/>
            <pc:sldMk cId="0" sldId="265"/>
            <ac:picMk id="160" creationId="{00000000-0000-0000-0000-000000000000}"/>
          </ac:picMkLst>
        </pc:picChg>
      </pc:sldChg>
      <pc:sldChg chg="modSp add mod modClrScheme chgLayout">
        <pc:chgData name="Natale, Luigi" userId="0bb35f83-ebdf-4526-ae9a-c3e8393a1d1b" providerId="ADAL" clId="{F7081406-98A9-4EFB-A72E-1C341C6BC48A}" dt="2021-09-01T14:34:41.264" v="12" actId="700"/>
        <pc:sldMkLst>
          <pc:docMk/>
          <pc:sldMk cId="0" sldId="286"/>
        </pc:sldMkLst>
        <pc:spChg chg="mod">
          <ac:chgData name="Natale, Luigi" userId="0bb35f83-ebdf-4526-ae9a-c3e8393a1d1b" providerId="ADAL" clId="{F7081406-98A9-4EFB-A72E-1C341C6BC48A}" dt="2021-09-01T14:34:30.434" v="9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F7081406-98A9-4EFB-A72E-1C341C6BC48A}" dt="2021-09-01T14:34:14.596" v="5" actId="20577"/>
        <pc:sldMasterMkLst>
          <pc:docMk/>
          <pc:sldMasterMk cId="1217032683" sldId="2147483687"/>
        </pc:sldMasterMkLst>
        <pc:sldLayoutChg chg="modSp mod">
          <pc:chgData name="Natale, Luigi" userId="0bb35f83-ebdf-4526-ae9a-c3e8393a1d1b" providerId="ADAL" clId="{F7081406-98A9-4EFB-A72E-1C341C6BC48A}" dt="2021-09-01T14:34:14.596" v="5" actId="20577"/>
          <pc:sldLayoutMkLst>
            <pc:docMk/>
            <pc:sldMasterMk cId="1217032683" sldId="2147483687"/>
            <pc:sldLayoutMk cId="2612833727" sldId="2147483688"/>
          </pc:sldLayoutMkLst>
          <pc:spChg chg="mod">
            <ac:chgData name="Natale, Luigi" userId="0bb35f83-ebdf-4526-ae9a-c3e8393a1d1b" providerId="ADAL" clId="{F7081406-98A9-4EFB-A72E-1C341C6BC48A}" dt="2021-09-01T14:34:14.596" v="5" actId="20577"/>
            <ac:spMkLst>
              <pc:docMk/>
              <pc:sldMasterMk cId="1217032683" sldId="2147483687"/>
              <pc:sldLayoutMk cId="2612833727" sldId="2147483688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F7081406-98A9-4EFB-A72E-1C341C6BC48A}" dt="2021-09-01T14:34:00.806" v="1" actId="2696"/>
          <pc:sldLayoutMkLst>
            <pc:docMk/>
            <pc:sldMasterMk cId="1217032683" sldId="2147483687"/>
            <pc:sldLayoutMk cId="1440175310" sldId="2147483690"/>
          </pc:sldLayoutMkLst>
        </pc:sldLayoutChg>
        <pc:sldLayoutChg chg="delSp mod">
          <pc:chgData name="Natale, Luigi" userId="0bb35f83-ebdf-4526-ae9a-c3e8393a1d1b" providerId="ADAL" clId="{F7081406-98A9-4EFB-A72E-1C341C6BC48A}" dt="2021-09-01T14:34:02.232" v="2" actId="478"/>
          <pc:sldLayoutMkLst>
            <pc:docMk/>
            <pc:sldMasterMk cId="1217032683" sldId="2147483687"/>
            <pc:sldLayoutMk cId="1313314029" sldId="2147483691"/>
          </pc:sldLayoutMkLst>
          <pc:spChg chg="del">
            <ac:chgData name="Natale, Luigi" userId="0bb35f83-ebdf-4526-ae9a-c3e8393a1d1b" providerId="ADAL" clId="{F7081406-98A9-4EFB-A72E-1C341C6BC48A}" dt="2021-09-01T14:34:02.232" v="2" actId="478"/>
            <ac:spMkLst>
              <pc:docMk/>
              <pc:sldMasterMk cId="1217032683" sldId="2147483687"/>
              <pc:sldLayoutMk cId="1313314029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F7081406-98A9-4EFB-A72E-1C341C6BC48A}" dt="2021-09-01T14:34:02.232" v="2" actId="478"/>
            <ac:spMkLst>
              <pc:docMk/>
              <pc:sldMasterMk cId="1217032683" sldId="2147483687"/>
              <pc:sldLayoutMk cId="1313314029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F7081406-98A9-4EFB-A72E-1C341C6BC48A}" dt="2021-09-01T14:34:02.232" v="2" actId="478"/>
            <ac:spMkLst>
              <pc:docMk/>
              <pc:sldMasterMk cId="1217032683" sldId="2147483687"/>
              <pc:sldLayoutMk cId="1313314029" sldId="2147483691"/>
              <ac:spMk id="61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66ADCDCF-29B5-4F55-BF16-4794CD206F17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20. Alberi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61283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5297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31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70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20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Alberi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81349" y="4725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2"/>
          <p:cNvSpPr/>
          <p:nvPr/>
        </p:nvSpPr>
        <p:spPr>
          <a:xfrm>
            <a:off x="162720" y="1897560"/>
            <a:ext cx="8656560" cy="458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grafo diretto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: insieme di nodi (che contengono informazioni,come nelle liste) tutti legati “a due a due” da archi direzionati (puntatori).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albero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: grafo diretto in cui ogni nodo può avere un solo arco entrante e un qualunque numero di archi uscenti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se un nodo non ha archi uscenti si dice “foglia”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se un nodo non ha archi entranti si dice “radice”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poiché in un albero non ci sono nodi con due o più archi entranti, per ogni albero vi deve essere una e una sola radice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albero binario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: albero i cui nodi hanno due archi uscenti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6E51FAAA-EB98-4E61-9051-D1CEFE7D7EC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magine 146"/>
          <p:cNvPicPr/>
          <p:nvPr/>
        </p:nvPicPr>
        <p:blipFill>
          <a:blip r:embed="rId2"/>
          <a:stretch/>
        </p:blipFill>
        <p:spPr>
          <a:xfrm>
            <a:off x="1859760" y="1821600"/>
            <a:ext cx="5447880" cy="3228480"/>
          </a:xfrm>
          <a:prstGeom prst="rect">
            <a:avLst/>
          </a:prstGeom>
          <a:ln w="0">
            <a:noFill/>
          </a:ln>
        </p:spPr>
      </p:pic>
      <p:sp>
        <p:nvSpPr>
          <p:cNvPr id="3" name="CustomShape 1">
            <a:extLst>
              <a:ext uri="{FF2B5EF4-FFF2-40B4-BE49-F238E27FC236}">
                <a16:creationId xmlns:a16="http://schemas.microsoft.com/office/drawing/2014/main" id="{C6DB13AD-6BB0-4C73-9ECD-6F7B87F735D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magine 147"/>
          <p:cNvPicPr/>
          <p:nvPr/>
        </p:nvPicPr>
        <p:blipFill>
          <a:blip r:embed="rId2"/>
          <a:stretch/>
        </p:blipFill>
        <p:spPr>
          <a:xfrm>
            <a:off x="0" y="1620000"/>
            <a:ext cx="9143640" cy="4640760"/>
          </a:xfrm>
          <a:prstGeom prst="rect">
            <a:avLst/>
          </a:prstGeom>
          <a:ln w="0">
            <a:noFill/>
          </a:ln>
        </p:spPr>
      </p:pic>
      <p:sp>
        <p:nvSpPr>
          <p:cNvPr id="3" name="CustomShape 1">
            <a:extLst>
              <a:ext uri="{FF2B5EF4-FFF2-40B4-BE49-F238E27FC236}">
                <a16:creationId xmlns:a16="http://schemas.microsoft.com/office/drawing/2014/main" id="{3CA7CB49-5DBC-4025-9340-2169B2B9F20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3"/>
          <p:cNvSpPr/>
          <p:nvPr/>
        </p:nvSpPr>
        <p:spPr>
          <a:xfrm>
            <a:off x="162720" y="1897560"/>
            <a:ext cx="8656560" cy="458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livello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di un nodo: sua distanza dalla radice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profondità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di un albero: lunghezza del suo cammino più lungo aumentata di uno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un albero di profondità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h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è </a:t>
            </a: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equilibrato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quando, dato un numero massimo di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k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figli per ciascun nodo, ogni nodo di livello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l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&lt;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h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− 1 ha esattamente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k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figli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27025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un albero di profondità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h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è </a:t>
            </a:r>
            <a:r>
              <a:rPr lang="it-IT" sz="2200" b="1" strike="noStrike" spc="-1">
                <a:solidFill>
                  <a:srgbClr val="000000"/>
                </a:solidFill>
                <a:latin typeface="Arial"/>
                <a:ea typeface="SimSun"/>
              </a:rPr>
              <a:t>perfettamente equilibrato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quando ciascun nodo di livello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l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&lt;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h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ha esattamente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SimSun"/>
              </a:rPr>
              <a:t>k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figli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4C9B3417-00E8-43AA-A526-E1E342C4D2D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magine 150"/>
          <p:cNvPicPr/>
          <p:nvPr/>
        </p:nvPicPr>
        <p:blipFill>
          <a:blip r:embed="rId2"/>
          <a:stretch/>
        </p:blipFill>
        <p:spPr>
          <a:xfrm>
            <a:off x="1212120" y="568800"/>
            <a:ext cx="6527880" cy="5884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magine 151"/>
          <p:cNvPicPr/>
          <p:nvPr/>
        </p:nvPicPr>
        <p:blipFill>
          <a:blip r:embed="rId2"/>
          <a:stretch/>
        </p:blipFill>
        <p:spPr>
          <a:xfrm>
            <a:off x="756000" y="649800"/>
            <a:ext cx="6972120" cy="5650200"/>
          </a:xfrm>
          <a:prstGeom prst="rect">
            <a:avLst/>
          </a:prstGeom>
          <a:ln w="0">
            <a:noFill/>
          </a:ln>
        </p:spPr>
      </p:pic>
      <p:sp>
        <p:nvSpPr>
          <p:cNvPr id="153" name="CasellaDiTesto 152"/>
          <p:cNvSpPr txBox="1"/>
          <p:nvPr/>
        </p:nvSpPr>
        <p:spPr>
          <a:xfrm>
            <a:off x="360000" y="649800"/>
            <a:ext cx="192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it-IT" sz="1800" b="0" strike="noStrike" spc="-1">
                <a:latin typeface="Arial"/>
              </a:rPr>
              <a:t>albero equilibrato</a:t>
            </a:r>
          </a:p>
        </p:txBody>
      </p:sp>
      <p:sp>
        <p:nvSpPr>
          <p:cNvPr id="154" name="CasellaDiTesto 153"/>
          <p:cNvSpPr txBox="1"/>
          <p:nvPr/>
        </p:nvSpPr>
        <p:spPr>
          <a:xfrm>
            <a:off x="360000" y="3433680"/>
            <a:ext cx="33994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it-IT" sz="1800" b="0" strike="noStrike" spc="-1" dirty="0">
                <a:latin typeface="Arial"/>
              </a:rPr>
              <a:t>albero perfettamente equilibrato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magine 155"/>
          <p:cNvPicPr/>
          <p:nvPr/>
        </p:nvPicPr>
        <p:blipFill>
          <a:blip r:embed="rId2"/>
          <a:stretch/>
        </p:blipFill>
        <p:spPr>
          <a:xfrm>
            <a:off x="1131120" y="549000"/>
            <a:ext cx="5888880" cy="58482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5EF719D4-A772-42E7-B58C-6199C15A9CA5}"/>
              </a:ext>
            </a:extLst>
          </p:cNvPr>
          <p:cNvSpPr/>
          <p:nvPr/>
        </p:nvSpPr>
        <p:spPr>
          <a:xfrm>
            <a:off x="4572000" y="836613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alberi binari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magine 157"/>
          <p:cNvPicPr/>
          <p:nvPr/>
        </p:nvPicPr>
        <p:blipFill>
          <a:blip r:embed="rId2"/>
          <a:stretch/>
        </p:blipFill>
        <p:spPr>
          <a:xfrm>
            <a:off x="360" y="2006100"/>
            <a:ext cx="9143640" cy="2845800"/>
          </a:xfrm>
          <a:prstGeom prst="rect">
            <a:avLst/>
          </a:prstGeom>
          <a:ln w="0"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C2A79DD0-4584-4A75-B804-80DAF2227DD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visita di alberi binari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B31F27-346B-4380-BF05-E61B7A957D9F}"/>
</file>

<file path=customXml/itemProps2.xml><?xml version="1.0" encoding="utf-8"?>
<ds:datastoreItem xmlns:ds="http://schemas.openxmlformats.org/officeDocument/2006/customXml" ds:itemID="{427036BB-CC99-4B01-B315-3ABFCF2BE307}"/>
</file>

<file path=customXml/itemProps3.xml><?xml version="1.0" encoding="utf-8"?>
<ds:datastoreItem xmlns:ds="http://schemas.openxmlformats.org/officeDocument/2006/customXml" ds:itemID="{59E88DCB-F554-464C-A367-E75427BD9E4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213</Words>
  <Application>Microsoft Office PowerPoint</Application>
  <PresentationFormat>Presentazione su schermo (4:3)</PresentationFormat>
  <Paragraphs>23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Times New Roman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345</cp:revision>
  <cp:lastPrinted>1999-03-05T00:48:02Z</cp:lastPrinted>
  <dcterms:created xsi:type="dcterms:W3CDTF">1999-01-19T02:07:12Z</dcterms:created>
  <dcterms:modified xsi:type="dcterms:W3CDTF">2023-02-01T10:16:25Z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