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5" r:id="rId1"/>
  </p:sldMasterIdLst>
  <p:notesMasterIdLst>
    <p:notesMasterId r:id="rId15"/>
  </p:notesMasterIdLst>
  <p:sldIdLst>
    <p:sldId id="28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90038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56" d="100"/>
          <a:sy n="56" d="100"/>
        </p:scale>
        <p:origin x="1190" y="3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ale, Luigi" userId="0bb35f83-ebdf-4526-ae9a-c3e8393a1d1b" providerId="ADAL" clId="{8CBFA5E9-749B-4C09-B72B-6090355196FB}"/>
    <pc:docChg chg="custSel addSld delSld modSld modMainMaster">
      <pc:chgData name="Natale, Luigi" userId="0bb35f83-ebdf-4526-ae9a-c3e8393a1d1b" providerId="ADAL" clId="{8CBFA5E9-749B-4C09-B72B-6090355196FB}" dt="2021-09-01T10:33:26.029" v="154" actId="478"/>
      <pc:docMkLst>
        <pc:docMk/>
      </pc:docMkLst>
      <pc:sldChg chg="del mod chgLayout modNotes">
        <pc:chgData name="Natale, Luigi" userId="0bb35f83-ebdf-4526-ae9a-c3e8393a1d1b" providerId="ADAL" clId="{8CBFA5E9-749B-4C09-B72B-6090355196FB}" dt="2021-09-01T10:19:12.186" v="9" actId="47"/>
        <pc:sldMkLst>
          <pc:docMk/>
          <pc:sldMk cId="0" sldId="256"/>
        </pc:sldMkLst>
      </pc:sldChg>
      <pc:sldChg chg="addSp delSp modSp mod modClrScheme chgLayout">
        <pc:chgData name="Natale, Luigi" userId="0bb35f83-ebdf-4526-ae9a-c3e8393a1d1b" providerId="ADAL" clId="{8CBFA5E9-749B-4C09-B72B-6090355196FB}" dt="2021-09-01T10:33:26.029" v="154" actId="478"/>
        <pc:sldMkLst>
          <pc:docMk/>
          <pc:sldMk cId="0" sldId="257"/>
        </pc:sldMkLst>
        <pc:spChg chg="add mod">
          <ac:chgData name="Natale, Luigi" userId="0bb35f83-ebdf-4526-ae9a-c3e8393a1d1b" providerId="ADAL" clId="{8CBFA5E9-749B-4C09-B72B-6090355196FB}" dt="2021-09-01T10:33:24.164" v="153"/>
          <ac:spMkLst>
            <pc:docMk/>
            <pc:sldMk cId="0" sldId="257"/>
            <ac:spMk id="4" creationId="{4E5C16CE-1F7A-45D5-9F54-84A40DC2C9C6}"/>
          </ac:spMkLst>
        </pc:spChg>
        <pc:spChg chg="del mod">
          <ac:chgData name="Natale, Luigi" userId="0bb35f83-ebdf-4526-ae9a-c3e8393a1d1b" providerId="ADAL" clId="{8CBFA5E9-749B-4C09-B72B-6090355196FB}" dt="2021-09-01T10:33:26.029" v="154" actId="478"/>
          <ac:spMkLst>
            <pc:docMk/>
            <pc:sldMk cId="0" sldId="257"/>
            <ac:spMk id="99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8CBFA5E9-749B-4C09-B72B-6090355196FB}" dt="2021-09-01T10:33:18.491" v="152" actId="1035"/>
        <pc:sldMkLst>
          <pc:docMk/>
          <pc:sldMk cId="0" sldId="258"/>
        </pc:sldMkLst>
        <pc:spChg chg="add mod">
          <ac:chgData name="Natale, Luigi" userId="0bb35f83-ebdf-4526-ae9a-c3e8393a1d1b" providerId="ADAL" clId="{8CBFA5E9-749B-4C09-B72B-6090355196FB}" dt="2021-09-01T10:33:11.456" v="145"/>
          <ac:spMkLst>
            <pc:docMk/>
            <pc:sldMk cId="0" sldId="258"/>
            <ac:spMk id="10" creationId="{7C843CE8-DE2E-49E6-9423-5CFBAA071E7E}"/>
          </ac:spMkLst>
        </pc:spChg>
        <pc:spChg chg="del mod">
          <ac:chgData name="Natale, Luigi" userId="0bb35f83-ebdf-4526-ae9a-c3e8393a1d1b" providerId="ADAL" clId="{8CBFA5E9-749B-4C09-B72B-6090355196FB}" dt="2021-09-01T10:33:13.569" v="146" actId="478"/>
          <ac:spMkLst>
            <pc:docMk/>
            <pc:sldMk cId="0" sldId="258"/>
            <ac:spMk id="101" creationId="{00000000-0000-0000-0000-000000000000}"/>
          </ac:spMkLst>
        </pc:spChg>
        <pc:spChg chg="mod">
          <ac:chgData name="Natale, Luigi" userId="0bb35f83-ebdf-4526-ae9a-c3e8393a1d1b" providerId="ADAL" clId="{8CBFA5E9-749B-4C09-B72B-6090355196FB}" dt="2021-09-01T10:33:18.491" v="152" actId="1035"/>
          <ac:spMkLst>
            <pc:docMk/>
            <pc:sldMk cId="0" sldId="258"/>
            <ac:spMk id="102" creationId="{00000000-0000-0000-0000-000000000000}"/>
          </ac:spMkLst>
        </pc:spChg>
        <pc:spChg chg="mod">
          <ac:chgData name="Natale, Luigi" userId="0bb35f83-ebdf-4526-ae9a-c3e8393a1d1b" providerId="ADAL" clId="{8CBFA5E9-749B-4C09-B72B-6090355196FB}" dt="2021-09-01T10:33:18.491" v="152" actId="1035"/>
          <ac:spMkLst>
            <pc:docMk/>
            <pc:sldMk cId="0" sldId="258"/>
            <ac:spMk id="103" creationId="{00000000-0000-0000-0000-000000000000}"/>
          </ac:spMkLst>
        </pc:spChg>
        <pc:spChg chg="mod">
          <ac:chgData name="Natale, Luigi" userId="0bb35f83-ebdf-4526-ae9a-c3e8393a1d1b" providerId="ADAL" clId="{8CBFA5E9-749B-4C09-B72B-6090355196FB}" dt="2021-09-01T10:33:18.491" v="152" actId="1035"/>
          <ac:spMkLst>
            <pc:docMk/>
            <pc:sldMk cId="0" sldId="258"/>
            <ac:spMk id="104" creationId="{00000000-0000-0000-0000-000000000000}"/>
          </ac:spMkLst>
        </pc:spChg>
        <pc:spChg chg="mod">
          <ac:chgData name="Natale, Luigi" userId="0bb35f83-ebdf-4526-ae9a-c3e8393a1d1b" providerId="ADAL" clId="{8CBFA5E9-749B-4C09-B72B-6090355196FB}" dt="2021-09-01T10:33:18.491" v="152" actId="1035"/>
          <ac:spMkLst>
            <pc:docMk/>
            <pc:sldMk cId="0" sldId="258"/>
            <ac:spMk id="105" creationId="{00000000-0000-0000-0000-000000000000}"/>
          </ac:spMkLst>
        </pc:spChg>
        <pc:spChg chg="mod">
          <ac:chgData name="Natale, Luigi" userId="0bb35f83-ebdf-4526-ae9a-c3e8393a1d1b" providerId="ADAL" clId="{8CBFA5E9-749B-4C09-B72B-6090355196FB}" dt="2021-09-01T10:33:18.491" v="152" actId="1035"/>
          <ac:spMkLst>
            <pc:docMk/>
            <pc:sldMk cId="0" sldId="258"/>
            <ac:spMk id="106" creationId="{00000000-0000-0000-0000-000000000000}"/>
          </ac:spMkLst>
        </pc:spChg>
        <pc:spChg chg="mod">
          <ac:chgData name="Natale, Luigi" userId="0bb35f83-ebdf-4526-ae9a-c3e8393a1d1b" providerId="ADAL" clId="{8CBFA5E9-749B-4C09-B72B-6090355196FB}" dt="2021-09-01T10:33:18.491" v="152" actId="1035"/>
          <ac:spMkLst>
            <pc:docMk/>
            <pc:sldMk cId="0" sldId="258"/>
            <ac:spMk id="107" creationId="{00000000-0000-0000-0000-000000000000}"/>
          </ac:spMkLst>
        </pc:spChg>
        <pc:spChg chg="mod">
          <ac:chgData name="Natale, Luigi" userId="0bb35f83-ebdf-4526-ae9a-c3e8393a1d1b" providerId="ADAL" clId="{8CBFA5E9-749B-4C09-B72B-6090355196FB}" dt="2021-09-01T10:33:18.491" v="152" actId="1035"/>
          <ac:spMkLst>
            <pc:docMk/>
            <pc:sldMk cId="0" sldId="258"/>
            <ac:spMk id="108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8CBFA5E9-749B-4C09-B72B-6090355196FB}" dt="2021-09-01T10:33:06.653" v="144" actId="1076"/>
        <pc:sldMkLst>
          <pc:docMk/>
          <pc:sldMk cId="0" sldId="259"/>
        </pc:sldMkLst>
        <pc:spChg chg="add mod">
          <ac:chgData name="Natale, Luigi" userId="0bb35f83-ebdf-4526-ae9a-c3e8393a1d1b" providerId="ADAL" clId="{8CBFA5E9-749B-4C09-B72B-6090355196FB}" dt="2021-09-01T10:32:04.527" v="129"/>
          <ac:spMkLst>
            <pc:docMk/>
            <pc:sldMk cId="0" sldId="259"/>
            <ac:spMk id="7" creationId="{40BC7144-5BC7-4F49-B4D9-876B65586068}"/>
          </ac:spMkLst>
        </pc:spChg>
        <pc:spChg chg="del mod">
          <ac:chgData name="Natale, Luigi" userId="0bb35f83-ebdf-4526-ae9a-c3e8393a1d1b" providerId="ADAL" clId="{8CBFA5E9-749B-4C09-B72B-6090355196FB}" dt="2021-09-01T10:32:06.592" v="130" actId="478"/>
          <ac:spMkLst>
            <pc:docMk/>
            <pc:sldMk cId="0" sldId="259"/>
            <ac:spMk id="109" creationId="{00000000-0000-0000-0000-000000000000}"/>
          </ac:spMkLst>
        </pc:spChg>
        <pc:spChg chg="mod">
          <ac:chgData name="Natale, Luigi" userId="0bb35f83-ebdf-4526-ae9a-c3e8393a1d1b" providerId="ADAL" clId="{8CBFA5E9-749B-4C09-B72B-6090355196FB}" dt="2021-09-01T10:32:53.569" v="141" actId="14100"/>
          <ac:spMkLst>
            <pc:docMk/>
            <pc:sldMk cId="0" sldId="259"/>
            <ac:spMk id="110" creationId="{00000000-0000-0000-0000-000000000000}"/>
          </ac:spMkLst>
        </pc:spChg>
        <pc:spChg chg="mod">
          <ac:chgData name="Natale, Luigi" userId="0bb35f83-ebdf-4526-ae9a-c3e8393a1d1b" providerId="ADAL" clId="{8CBFA5E9-749B-4C09-B72B-6090355196FB}" dt="2021-09-01T10:33:06.653" v="144" actId="1076"/>
          <ac:spMkLst>
            <pc:docMk/>
            <pc:sldMk cId="0" sldId="259"/>
            <ac:spMk id="111" creationId="{00000000-0000-0000-0000-000000000000}"/>
          </ac:spMkLst>
        </pc:spChg>
        <pc:spChg chg="mod">
          <ac:chgData name="Natale, Luigi" userId="0bb35f83-ebdf-4526-ae9a-c3e8393a1d1b" providerId="ADAL" clId="{8CBFA5E9-749B-4C09-B72B-6090355196FB}" dt="2021-09-01T10:32:24.392" v="136" actId="1076"/>
          <ac:spMkLst>
            <pc:docMk/>
            <pc:sldMk cId="0" sldId="259"/>
            <ac:spMk id="112" creationId="{00000000-0000-0000-0000-000000000000}"/>
          </ac:spMkLst>
        </pc:spChg>
        <pc:spChg chg="mod">
          <ac:chgData name="Natale, Luigi" userId="0bb35f83-ebdf-4526-ae9a-c3e8393a1d1b" providerId="ADAL" clId="{8CBFA5E9-749B-4C09-B72B-6090355196FB}" dt="2021-09-01T10:32:18.395" v="135" actId="1036"/>
          <ac:spMkLst>
            <pc:docMk/>
            <pc:sldMk cId="0" sldId="259"/>
            <ac:spMk id="113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8CBFA5E9-749B-4C09-B72B-6090355196FB}" dt="2021-09-01T10:31:59.099" v="128" actId="478"/>
        <pc:sldMkLst>
          <pc:docMk/>
          <pc:sldMk cId="0" sldId="260"/>
        </pc:sldMkLst>
        <pc:spChg chg="add del mod">
          <ac:chgData name="Natale, Luigi" userId="0bb35f83-ebdf-4526-ae9a-c3e8393a1d1b" providerId="ADAL" clId="{8CBFA5E9-749B-4C09-B72B-6090355196FB}" dt="2021-09-01T10:31:47.582" v="124" actId="478"/>
          <ac:spMkLst>
            <pc:docMk/>
            <pc:sldMk cId="0" sldId="260"/>
            <ac:spMk id="6" creationId="{656FC01A-4CBA-444A-92B0-3FB1FD3C1EAD}"/>
          </ac:spMkLst>
        </pc:spChg>
        <pc:spChg chg="add del mod">
          <ac:chgData name="Natale, Luigi" userId="0bb35f83-ebdf-4526-ae9a-c3e8393a1d1b" providerId="ADAL" clId="{8CBFA5E9-749B-4C09-B72B-6090355196FB}" dt="2021-09-01T10:31:45.503" v="123"/>
          <ac:spMkLst>
            <pc:docMk/>
            <pc:sldMk cId="0" sldId="260"/>
            <ac:spMk id="7" creationId="{43392482-B3C3-4845-8C16-5BAFD7948476}"/>
          </ac:spMkLst>
        </pc:spChg>
        <pc:spChg chg="add mod">
          <ac:chgData name="Natale, Luigi" userId="0bb35f83-ebdf-4526-ae9a-c3e8393a1d1b" providerId="ADAL" clId="{8CBFA5E9-749B-4C09-B72B-6090355196FB}" dt="2021-09-01T10:31:55.059" v="127" actId="20577"/>
          <ac:spMkLst>
            <pc:docMk/>
            <pc:sldMk cId="0" sldId="260"/>
            <ac:spMk id="8" creationId="{F8500308-B6DC-415F-8F93-9B2FE82296F9}"/>
          </ac:spMkLst>
        </pc:spChg>
        <pc:spChg chg="del mod">
          <ac:chgData name="Natale, Luigi" userId="0bb35f83-ebdf-4526-ae9a-c3e8393a1d1b" providerId="ADAL" clId="{8CBFA5E9-749B-4C09-B72B-6090355196FB}" dt="2021-09-01T10:31:59.099" v="128" actId="478"/>
          <ac:spMkLst>
            <pc:docMk/>
            <pc:sldMk cId="0" sldId="260"/>
            <ac:spMk id="114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8CBFA5E9-749B-4C09-B72B-6090355196FB}" dt="2021-09-01T10:31:41.137" v="121" actId="478"/>
        <pc:sldMkLst>
          <pc:docMk/>
          <pc:sldMk cId="0" sldId="261"/>
        </pc:sldMkLst>
        <pc:spChg chg="add del mod">
          <ac:chgData name="Natale, Luigi" userId="0bb35f83-ebdf-4526-ae9a-c3e8393a1d1b" providerId="ADAL" clId="{8CBFA5E9-749B-4C09-B72B-6090355196FB}" dt="2021-09-01T10:31:34.949" v="119" actId="478"/>
          <ac:spMkLst>
            <pc:docMk/>
            <pc:sldMk cId="0" sldId="261"/>
            <ac:spMk id="11" creationId="{ACEF6BB2-E754-4BF0-AA59-D43FC54BA3B1}"/>
          </ac:spMkLst>
        </pc:spChg>
        <pc:spChg chg="add mod">
          <ac:chgData name="Natale, Luigi" userId="0bb35f83-ebdf-4526-ae9a-c3e8393a1d1b" providerId="ADAL" clId="{8CBFA5E9-749B-4C09-B72B-6090355196FB}" dt="2021-09-01T10:31:39.038" v="120"/>
          <ac:spMkLst>
            <pc:docMk/>
            <pc:sldMk cId="0" sldId="261"/>
            <ac:spMk id="12" creationId="{54490C8E-73AD-4E1D-B41B-3386D8E5148A}"/>
          </ac:spMkLst>
        </pc:spChg>
        <pc:spChg chg="del mod">
          <ac:chgData name="Natale, Luigi" userId="0bb35f83-ebdf-4526-ae9a-c3e8393a1d1b" providerId="ADAL" clId="{8CBFA5E9-749B-4C09-B72B-6090355196FB}" dt="2021-09-01T10:31:41.137" v="121" actId="478"/>
          <ac:spMkLst>
            <pc:docMk/>
            <pc:sldMk cId="0" sldId="261"/>
            <ac:spMk id="118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8CBFA5E9-749B-4C09-B72B-6090355196FB}" dt="2021-09-01T10:31:26.711" v="118" actId="478"/>
        <pc:sldMkLst>
          <pc:docMk/>
          <pc:sldMk cId="0" sldId="262"/>
        </pc:sldMkLst>
        <pc:spChg chg="add del mod">
          <ac:chgData name="Natale, Luigi" userId="0bb35f83-ebdf-4526-ae9a-c3e8393a1d1b" providerId="ADAL" clId="{8CBFA5E9-749B-4C09-B72B-6090355196FB}" dt="2021-09-01T10:31:17.944" v="115" actId="478"/>
          <ac:spMkLst>
            <pc:docMk/>
            <pc:sldMk cId="0" sldId="262"/>
            <ac:spMk id="4" creationId="{CD94F04A-8DE3-43F9-9060-E0628D7AF606}"/>
          </ac:spMkLst>
        </pc:spChg>
        <pc:spChg chg="add mod">
          <ac:chgData name="Natale, Luigi" userId="0bb35f83-ebdf-4526-ae9a-c3e8393a1d1b" providerId="ADAL" clId="{8CBFA5E9-749B-4C09-B72B-6090355196FB}" dt="2021-09-01T10:31:24.896" v="117"/>
          <ac:spMkLst>
            <pc:docMk/>
            <pc:sldMk cId="0" sldId="262"/>
            <ac:spMk id="5" creationId="{95088617-E28E-4D00-A39D-14607F38E49F}"/>
          </ac:spMkLst>
        </pc:spChg>
        <pc:spChg chg="del mod">
          <ac:chgData name="Natale, Luigi" userId="0bb35f83-ebdf-4526-ae9a-c3e8393a1d1b" providerId="ADAL" clId="{8CBFA5E9-749B-4C09-B72B-6090355196FB}" dt="2021-09-01T10:31:26.711" v="118" actId="478"/>
          <ac:spMkLst>
            <pc:docMk/>
            <pc:sldMk cId="0" sldId="262"/>
            <ac:spMk id="127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8CBFA5E9-749B-4C09-B72B-6090355196FB}" dt="2021-09-01T10:31:06.469" v="114" actId="1035"/>
        <pc:sldMkLst>
          <pc:docMk/>
          <pc:sldMk cId="0" sldId="263"/>
        </pc:sldMkLst>
        <pc:spChg chg="add mod">
          <ac:chgData name="Natale, Luigi" userId="0bb35f83-ebdf-4526-ae9a-c3e8393a1d1b" providerId="ADAL" clId="{8CBFA5E9-749B-4C09-B72B-6090355196FB}" dt="2021-09-01T10:30:59.359" v="110" actId="2711"/>
          <ac:spMkLst>
            <pc:docMk/>
            <pc:sldMk cId="0" sldId="263"/>
            <ac:spMk id="4" creationId="{BF8645AD-A90D-441A-9BDA-AD915EE7C817}"/>
          </ac:spMkLst>
        </pc:spChg>
        <pc:spChg chg="del mod">
          <ac:chgData name="Natale, Luigi" userId="0bb35f83-ebdf-4526-ae9a-c3e8393a1d1b" providerId="ADAL" clId="{8CBFA5E9-749B-4C09-B72B-6090355196FB}" dt="2021-09-01T10:31:02.264" v="111" actId="478"/>
          <ac:spMkLst>
            <pc:docMk/>
            <pc:sldMk cId="0" sldId="263"/>
            <ac:spMk id="129" creationId="{00000000-0000-0000-0000-000000000000}"/>
          </ac:spMkLst>
        </pc:spChg>
        <pc:spChg chg="mod">
          <ac:chgData name="Natale, Luigi" userId="0bb35f83-ebdf-4526-ae9a-c3e8393a1d1b" providerId="ADAL" clId="{8CBFA5E9-749B-4C09-B72B-6090355196FB}" dt="2021-09-01T10:31:06.469" v="114" actId="1035"/>
          <ac:spMkLst>
            <pc:docMk/>
            <pc:sldMk cId="0" sldId="263"/>
            <ac:spMk id="130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8CBFA5E9-749B-4C09-B72B-6090355196FB}" dt="2021-09-01T10:30:49.293" v="108" actId="14100"/>
        <pc:sldMkLst>
          <pc:docMk/>
          <pc:sldMk cId="0" sldId="264"/>
        </pc:sldMkLst>
        <pc:spChg chg="add mod">
          <ac:chgData name="Natale, Luigi" userId="0bb35f83-ebdf-4526-ae9a-c3e8393a1d1b" providerId="ADAL" clId="{8CBFA5E9-749B-4C09-B72B-6090355196FB}" dt="2021-09-01T10:30:49.293" v="108" actId="14100"/>
          <ac:spMkLst>
            <pc:docMk/>
            <pc:sldMk cId="0" sldId="264"/>
            <ac:spMk id="5" creationId="{EE679940-DE78-4036-8F69-F87163254A34}"/>
          </ac:spMkLst>
        </pc:spChg>
        <pc:spChg chg="del mod">
          <ac:chgData name="Natale, Luigi" userId="0bb35f83-ebdf-4526-ae9a-c3e8393a1d1b" providerId="ADAL" clId="{8CBFA5E9-749B-4C09-B72B-6090355196FB}" dt="2021-09-01T10:30:41.042" v="107" actId="478"/>
          <ac:spMkLst>
            <pc:docMk/>
            <pc:sldMk cId="0" sldId="264"/>
            <ac:spMk id="131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8CBFA5E9-749B-4C09-B72B-6090355196FB}" dt="2021-09-01T10:30:34.081" v="105" actId="1076"/>
        <pc:sldMkLst>
          <pc:docMk/>
          <pc:sldMk cId="0" sldId="265"/>
        </pc:sldMkLst>
        <pc:spChg chg="add mod">
          <ac:chgData name="Natale, Luigi" userId="0bb35f83-ebdf-4526-ae9a-c3e8393a1d1b" providerId="ADAL" clId="{8CBFA5E9-749B-4C09-B72B-6090355196FB}" dt="2021-09-01T10:30:23.043" v="102"/>
          <ac:spMkLst>
            <pc:docMk/>
            <pc:sldMk cId="0" sldId="265"/>
            <ac:spMk id="6" creationId="{2BB8C868-1B2B-429C-AC47-25027F7AB843}"/>
          </ac:spMkLst>
        </pc:spChg>
        <pc:spChg chg="del mod">
          <ac:chgData name="Natale, Luigi" userId="0bb35f83-ebdf-4526-ae9a-c3e8393a1d1b" providerId="ADAL" clId="{8CBFA5E9-749B-4C09-B72B-6090355196FB}" dt="2021-09-01T10:30:25.319" v="103" actId="478"/>
          <ac:spMkLst>
            <pc:docMk/>
            <pc:sldMk cId="0" sldId="265"/>
            <ac:spMk id="134" creationId="{00000000-0000-0000-0000-000000000000}"/>
          </ac:spMkLst>
        </pc:spChg>
        <pc:spChg chg="mod">
          <ac:chgData name="Natale, Luigi" userId="0bb35f83-ebdf-4526-ae9a-c3e8393a1d1b" providerId="ADAL" clId="{8CBFA5E9-749B-4C09-B72B-6090355196FB}" dt="2021-09-01T10:30:34.081" v="105" actId="1076"/>
          <ac:spMkLst>
            <pc:docMk/>
            <pc:sldMk cId="0" sldId="265"/>
            <ac:spMk id="135" creationId="{00000000-0000-0000-0000-000000000000}"/>
          </ac:spMkLst>
        </pc:spChg>
        <pc:picChg chg="mod">
          <ac:chgData name="Natale, Luigi" userId="0bb35f83-ebdf-4526-ae9a-c3e8393a1d1b" providerId="ADAL" clId="{8CBFA5E9-749B-4C09-B72B-6090355196FB}" dt="2021-09-01T10:30:29.449" v="104" actId="1036"/>
          <ac:picMkLst>
            <pc:docMk/>
            <pc:sldMk cId="0" sldId="265"/>
            <ac:picMk id="136" creationId="{00000000-0000-0000-0000-000000000000}"/>
          </ac:picMkLst>
        </pc:picChg>
      </pc:sldChg>
      <pc:sldChg chg="addSp delSp modSp mod modClrScheme chgLayout">
        <pc:chgData name="Natale, Luigi" userId="0bb35f83-ebdf-4526-ae9a-c3e8393a1d1b" providerId="ADAL" clId="{8CBFA5E9-749B-4C09-B72B-6090355196FB}" dt="2021-09-01T10:30:18.078" v="101" actId="1036"/>
        <pc:sldMkLst>
          <pc:docMk/>
          <pc:sldMk cId="0" sldId="266"/>
        </pc:sldMkLst>
        <pc:spChg chg="add mod">
          <ac:chgData name="Natale, Luigi" userId="0bb35f83-ebdf-4526-ae9a-c3e8393a1d1b" providerId="ADAL" clId="{8CBFA5E9-749B-4C09-B72B-6090355196FB}" dt="2021-09-01T10:30:13.359" v="97" actId="14100"/>
          <ac:spMkLst>
            <pc:docMk/>
            <pc:sldMk cId="0" sldId="266"/>
            <ac:spMk id="5" creationId="{0EB90021-AB7B-49A7-89CA-7263E7A12634}"/>
          </ac:spMkLst>
        </pc:spChg>
        <pc:spChg chg="del mod">
          <ac:chgData name="Natale, Luigi" userId="0bb35f83-ebdf-4526-ae9a-c3e8393a1d1b" providerId="ADAL" clId="{8CBFA5E9-749B-4C09-B72B-6090355196FB}" dt="2021-09-01T10:29:55.393" v="69" actId="478"/>
          <ac:spMkLst>
            <pc:docMk/>
            <pc:sldMk cId="0" sldId="266"/>
            <ac:spMk id="138" creationId="{00000000-0000-0000-0000-000000000000}"/>
          </ac:spMkLst>
        </pc:spChg>
        <pc:spChg chg="mod">
          <ac:chgData name="Natale, Luigi" userId="0bb35f83-ebdf-4526-ae9a-c3e8393a1d1b" providerId="ADAL" clId="{8CBFA5E9-749B-4C09-B72B-6090355196FB}" dt="2021-09-01T10:30:18.078" v="101" actId="1036"/>
          <ac:spMkLst>
            <pc:docMk/>
            <pc:sldMk cId="0" sldId="266"/>
            <ac:spMk id="139" creationId="{00000000-0000-0000-0000-000000000000}"/>
          </ac:spMkLst>
        </pc:spChg>
        <pc:picChg chg="mod">
          <ac:chgData name="Natale, Luigi" userId="0bb35f83-ebdf-4526-ae9a-c3e8393a1d1b" providerId="ADAL" clId="{8CBFA5E9-749B-4C09-B72B-6090355196FB}" dt="2021-09-01T10:30:05.979" v="93" actId="1037"/>
          <ac:picMkLst>
            <pc:docMk/>
            <pc:sldMk cId="0" sldId="266"/>
            <ac:picMk id="140" creationId="{00000000-0000-0000-0000-000000000000}"/>
          </ac:picMkLst>
        </pc:picChg>
      </pc:sldChg>
      <pc:sldChg chg="addSp delSp modSp mod modClrScheme chgLayout">
        <pc:chgData name="Natale, Luigi" userId="0bb35f83-ebdf-4526-ae9a-c3e8393a1d1b" providerId="ADAL" clId="{8CBFA5E9-749B-4C09-B72B-6090355196FB}" dt="2021-09-01T10:29:46.624" v="67" actId="1036"/>
        <pc:sldMkLst>
          <pc:docMk/>
          <pc:sldMk cId="0" sldId="267"/>
        </pc:sldMkLst>
        <pc:spChg chg="add mod">
          <ac:chgData name="Natale, Luigi" userId="0bb35f83-ebdf-4526-ae9a-c3e8393a1d1b" providerId="ADAL" clId="{8CBFA5E9-749B-4C09-B72B-6090355196FB}" dt="2021-09-01T10:29:46.624" v="67" actId="1036"/>
          <ac:spMkLst>
            <pc:docMk/>
            <pc:sldMk cId="0" sldId="267"/>
            <ac:spMk id="4" creationId="{F314269C-C5BE-425F-ABCE-3A3ADF1A56D6}"/>
          </ac:spMkLst>
        </pc:spChg>
        <pc:spChg chg="del mod">
          <ac:chgData name="Natale, Luigi" userId="0bb35f83-ebdf-4526-ae9a-c3e8393a1d1b" providerId="ADAL" clId="{8CBFA5E9-749B-4C09-B72B-6090355196FB}" dt="2021-09-01T10:29:31.647" v="52" actId="478"/>
          <ac:spMkLst>
            <pc:docMk/>
            <pc:sldMk cId="0" sldId="267"/>
            <ac:spMk id="141" creationId="{00000000-0000-0000-0000-000000000000}"/>
          </ac:spMkLst>
        </pc:spChg>
        <pc:graphicFrameChg chg="mod">
          <ac:chgData name="Natale, Luigi" userId="0bb35f83-ebdf-4526-ae9a-c3e8393a1d1b" providerId="ADAL" clId="{8CBFA5E9-749B-4C09-B72B-6090355196FB}" dt="2021-09-01T10:29:41.089" v="61" actId="1036"/>
          <ac:graphicFrameMkLst>
            <pc:docMk/>
            <pc:sldMk cId="0" sldId="267"/>
            <ac:graphicFrameMk id="142" creationId="{00000000-0000-0000-0000-000000000000}"/>
          </ac:graphicFrameMkLst>
        </pc:graphicFrameChg>
      </pc:sldChg>
      <pc:sldChg chg="addSp delSp modSp mod modClrScheme chgLayout">
        <pc:chgData name="Natale, Luigi" userId="0bb35f83-ebdf-4526-ae9a-c3e8393a1d1b" providerId="ADAL" clId="{8CBFA5E9-749B-4C09-B72B-6090355196FB}" dt="2021-09-01T10:29:14.895" v="49" actId="1036"/>
        <pc:sldMkLst>
          <pc:docMk/>
          <pc:sldMk cId="0" sldId="268"/>
        </pc:sldMkLst>
        <pc:spChg chg="add mod">
          <ac:chgData name="Natale, Luigi" userId="0bb35f83-ebdf-4526-ae9a-c3e8393a1d1b" providerId="ADAL" clId="{8CBFA5E9-749B-4C09-B72B-6090355196FB}" dt="2021-09-01T10:29:14.895" v="49" actId="1036"/>
          <ac:spMkLst>
            <pc:docMk/>
            <pc:sldMk cId="0" sldId="268"/>
            <ac:spMk id="4" creationId="{F57FCF81-CEA0-4A28-BA9A-FB3CE336F2D7}"/>
          </ac:spMkLst>
        </pc:spChg>
        <pc:spChg chg="del mod">
          <ac:chgData name="Natale, Luigi" userId="0bb35f83-ebdf-4526-ae9a-c3e8393a1d1b" providerId="ADAL" clId="{8CBFA5E9-749B-4C09-B72B-6090355196FB}" dt="2021-09-01T10:28:39.783" v="39" actId="478"/>
          <ac:spMkLst>
            <pc:docMk/>
            <pc:sldMk cId="0" sldId="268"/>
            <ac:spMk id="143" creationId="{00000000-0000-0000-0000-000000000000}"/>
          </ac:spMkLst>
        </pc:spChg>
        <pc:graphicFrameChg chg="mod">
          <ac:chgData name="Natale, Luigi" userId="0bb35f83-ebdf-4526-ae9a-c3e8393a1d1b" providerId="ADAL" clId="{8CBFA5E9-749B-4C09-B72B-6090355196FB}" dt="2021-09-01T10:29:06.473" v="46" actId="1036"/>
          <ac:graphicFrameMkLst>
            <pc:docMk/>
            <pc:sldMk cId="0" sldId="268"/>
            <ac:graphicFrameMk id="144" creationId="{00000000-0000-0000-0000-000000000000}"/>
          </ac:graphicFrameMkLst>
        </pc:graphicFrameChg>
      </pc:sldChg>
      <pc:sldChg chg="modSp add mod modClrScheme chgLayout">
        <pc:chgData name="Natale, Luigi" userId="0bb35f83-ebdf-4526-ae9a-c3e8393a1d1b" providerId="ADAL" clId="{8CBFA5E9-749B-4C09-B72B-6090355196FB}" dt="2021-09-01T10:19:10.600" v="8" actId="20577"/>
        <pc:sldMkLst>
          <pc:docMk/>
          <pc:sldMk cId="0" sldId="286"/>
        </pc:sldMkLst>
        <pc:spChg chg="mod">
          <ac:chgData name="Natale, Luigi" userId="0bb35f83-ebdf-4526-ae9a-c3e8393a1d1b" providerId="ADAL" clId="{8CBFA5E9-749B-4C09-B72B-6090355196FB}" dt="2021-09-01T10:19:10.600" v="8" actId="20577"/>
          <ac:spMkLst>
            <pc:docMk/>
            <pc:sldMk cId="0" sldId="286"/>
            <ac:spMk id="104" creationId="{00000000-0000-0000-0000-000000000000}"/>
          </ac:spMkLst>
        </pc:spChg>
      </pc:sldChg>
      <pc:sldMasterChg chg="delSldLayout modSldLayout">
        <pc:chgData name="Natale, Luigi" userId="0bb35f83-ebdf-4526-ae9a-c3e8393a1d1b" providerId="ADAL" clId="{8CBFA5E9-749B-4C09-B72B-6090355196FB}" dt="2021-09-01T10:19:20.322" v="12" actId="20577"/>
        <pc:sldMasterMkLst>
          <pc:docMk/>
          <pc:sldMasterMk cId="1455918684" sldId="2147483675"/>
        </pc:sldMasterMkLst>
        <pc:sldLayoutChg chg="del">
          <pc:chgData name="Natale, Luigi" userId="0bb35f83-ebdf-4526-ae9a-c3e8393a1d1b" providerId="ADAL" clId="{8CBFA5E9-749B-4C09-B72B-6090355196FB}" dt="2021-09-01T10:18:47.805" v="3" actId="2696"/>
          <pc:sldLayoutMkLst>
            <pc:docMk/>
            <pc:sldMasterMk cId="1455918684" sldId="2147483675"/>
            <pc:sldLayoutMk cId="1848631348" sldId="2147483674"/>
          </pc:sldLayoutMkLst>
        </pc:sldLayoutChg>
        <pc:sldLayoutChg chg="modSp mod">
          <pc:chgData name="Natale, Luigi" userId="0bb35f83-ebdf-4526-ae9a-c3e8393a1d1b" providerId="ADAL" clId="{8CBFA5E9-749B-4C09-B72B-6090355196FB}" dt="2021-09-01T10:19:20.322" v="12" actId="20577"/>
          <pc:sldLayoutMkLst>
            <pc:docMk/>
            <pc:sldMasterMk cId="1455918684" sldId="2147483675"/>
            <pc:sldLayoutMk cId="3762067279" sldId="2147483676"/>
          </pc:sldLayoutMkLst>
          <pc:spChg chg="mod">
            <ac:chgData name="Natale, Luigi" userId="0bb35f83-ebdf-4526-ae9a-c3e8393a1d1b" providerId="ADAL" clId="{8CBFA5E9-749B-4C09-B72B-6090355196FB}" dt="2021-09-01T10:19:20.322" v="12" actId="20577"/>
            <ac:spMkLst>
              <pc:docMk/>
              <pc:sldMasterMk cId="1455918684" sldId="2147483675"/>
              <pc:sldLayoutMk cId="3762067279" sldId="2147483676"/>
              <ac:spMk id="8" creationId="{39337AFF-2B3D-43A8-B024-4B73D336750A}"/>
            </ac:spMkLst>
          </pc:spChg>
        </pc:sldLayoutChg>
        <pc:sldLayoutChg chg="del">
          <pc:chgData name="Natale, Luigi" userId="0bb35f83-ebdf-4526-ae9a-c3e8393a1d1b" providerId="ADAL" clId="{8CBFA5E9-749B-4C09-B72B-6090355196FB}" dt="2021-09-01T10:18:48.580" v="4" actId="2696"/>
          <pc:sldLayoutMkLst>
            <pc:docMk/>
            <pc:sldMasterMk cId="1455918684" sldId="2147483675"/>
            <pc:sldLayoutMk cId="3056591298" sldId="2147483678"/>
          </pc:sldLayoutMkLst>
        </pc:sldLayoutChg>
        <pc:sldLayoutChg chg="delSp mod">
          <pc:chgData name="Natale, Luigi" userId="0bb35f83-ebdf-4526-ae9a-c3e8393a1d1b" providerId="ADAL" clId="{8CBFA5E9-749B-4C09-B72B-6090355196FB}" dt="2021-09-01T10:18:46.008" v="2" actId="478"/>
          <pc:sldLayoutMkLst>
            <pc:docMk/>
            <pc:sldMasterMk cId="1455918684" sldId="2147483675"/>
            <pc:sldLayoutMk cId="1712122291" sldId="2147483679"/>
          </pc:sldLayoutMkLst>
          <pc:spChg chg="del">
            <ac:chgData name="Natale, Luigi" userId="0bb35f83-ebdf-4526-ae9a-c3e8393a1d1b" providerId="ADAL" clId="{8CBFA5E9-749B-4C09-B72B-6090355196FB}" dt="2021-09-01T10:18:46.008" v="2" actId="478"/>
            <ac:spMkLst>
              <pc:docMk/>
              <pc:sldMasterMk cId="1455918684" sldId="2147483675"/>
              <pc:sldLayoutMk cId="1712122291" sldId="2147483679"/>
              <ac:spMk id="59" creationId="{00000000-0000-0000-0000-000000000000}"/>
            </ac:spMkLst>
          </pc:spChg>
          <pc:spChg chg="del">
            <ac:chgData name="Natale, Luigi" userId="0bb35f83-ebdf-4526-ae9a-c3e8393a1d1b" providerId="ADAL" clId="{8CBFA5E9-749B-4C09-B72B-6090355196FB}" dt="2021-09-01T10:18:46.008" v="2" actId="478"/>
            <ac:spMkLst>
              <pc:docMk/>
              <pc:sldMasterMk cId="1455918684" sldId="2147483675"/>
              <pc:sldLayoutMk cId="1712122291" sldId="2147483679"/>
              <ac:spMk id="60" creationId="{00000000-0000-0000-0000-000000000000}"/>
            </ac:spMkLst>
          </pc:spChg>
          <pc:spChg chg="del">
            <ac:chgData name="Natale, Luigi" userId="0bb35f83-ebdf-4526-ae9a-c3e8393a1d1b" providerId="ADAL" clId="{8CBFA5E9-749B-4C09-B72B-6090355196FB}" dt="2021-09-01T10:18:46.008" v="2" actId="478"/>
            <ac:spMkLst>
              <pc:docMk/>
              <pc:sldMasterMk cId="1455918684" sldId="2147483675"/>
              <pc:sldLayoutMk cId="1712122291" sldId="2147483679"/>
              <ac:spMk id="61" creationId="{00000000-0000-0000-0000-000000000000}"/>
            </ac:spMkLst>
          </pc:spChg>
        </pc:sldLayoutChg>
      </pc:sldMasterChg>
    </pc:docChg>
  </pc:docChgLst>
  <pc:docChgLst>
    <pc:chgData name="Massimo Orazio Spata" userId="cc365b76-c41f-4401-a5bc-1d5b99d6e750" providerId="ADAL" clId="{7F63B6FD-FB79-47F0-AD47-F4771AC9D886}"/>
    <pc:docChg chg="modSld">
      <pc:chgData name="Massimo Orazio Spata" userId="cc365b76-c41f-4401-a5bc-1d5b99d6e750" providerId="ADAL" clId="{7F63B6FD-FB79-47F0-AD47-F4771AC9D886}" dt="2023-02-01T10:10:34.952" v="1" actId="1076"/>
      <pc:docMkLst>
        <pc:docMk/>
      </pc:docMkLst>
      <pc:sldChg chg="addSp modSp mod">
        <pc:chgData name="Massimo Orazio Spata" userId="cc365b76-c41f-4401-a5bc-1d5b99d6e750" providerId="ADAL" clId="{7F63B6FD-FB79-47F0-AD47-F4771AC9D886}" dt="2023-02-01T10:10:34.952" v="1" actId="1076"/>
        <pc:sldMkLst>
          <pc:docMk/>
          <pc:sldMk cId="0" sldId="286"/>
        </pc:sldMkLst>
        <pc:spChg chg="add mod">
          <ac:chgData name="Massimo Orazio Spata" userId="cc365b76-c41f-4401-a5bc-1d5b99d6e750" providerId="ADAL" clId="{7F63B6FD-FB79-47F0-AD47-F4771AC9D886}" dt="2023-02-01T10:10:34.952" v="1" actId="1076"/>
          <ac:spMkLst>
            <pc:docMk/>
            <pc:sldMk cId="0" sldId="286"/>
            <ac:spMk id="5" creationId="{B7794ECC-2E3A-409D-A656-CFCB111E127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it-IT" sz="4400" b="0" strike="noStrike" spc="-1">
                <a:latin typeface="Arial"/>
              </a:rPr>
              <a:t>Click to move the slide</a:t>
            </a: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it-IT" sz="200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9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it-IT" sz="1400" b="0" strike="noStrike" spc="-1">
                <a:latin typeface="Times New Roman"/>
              </a:rPr>
              <a:t>&lt;header&gt;</a:t>
            </a:r>
          </a:p>
        </p:txBody>
      </p:sp>
      <p:sp>
        <p:nvSpPr>
          <p:cNvPr id="94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it-IT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95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it-IT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96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FD9E1645-C077-4A67-94A1-F096F2272E54}" type="slidenum">
              <a:rPr lang="it-IT" sz="1400" b="0" strike="noStrike" spc="-1">
                <a:latin typeface="Times New Roman"/>
              </a:rPr>
              <a:t>‹N›</a:t>
            </a:fld>
            <a:endParaRPr lang="it-IT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extShape 1"/>
          <p:cNvSpPr txBox="1"/>
          <p:nvPr/>
        </p:nvSpPr>
        <p:spPr>
          <a:xfrm>
            <a:off x="3886200" y="873108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691A6927-7EC0-4837-8C9E-FE19125D3E56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1</a:t>
            </a:fld>
            <a:endParaRPr lang="it-IT" sz="1200" b="0" strike="noStrike" spc="-1">
              <a:latin typeface="Times New Roman"/>
            </a:endParaRPr>
          </a:p>
        </p:txBody>
      </p:sp>
      <p:sp>
        <p:nvSpPr>
          <p:cNvPr id="168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31888" y="688975"/>
            <a:ext cx="4594225" cy="3446463"/>
          </a:xfrm>
          <a:prstGeom prst="rect">
            <a:avLst/>
          </a:prstGeom>
        </p:spPr>
      </p:sp>
      <p:sp>
        <p:nvSpPr>
          <p:cNvPr id="169" name="PlaceHolder 3"/>
          <p:cNvSpPr>
            <a:spLocks noGrp="1"/>
          </p:cNvSpPr>
          <p:nvPr>
            <p:ph type="body"/>
          </p:nvPr>
        </p:nvSpPr>
        <p:spPr>
          <a:xfrm>
            <a:off x="914400" y="4365720"/>
            <a:ext cx="5028840" cy="413496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it-IT" sz="20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stomShape 1">
            <a:extLst>
              <a:ext uri="{FF2B5EF4-FFF2-40B4-BE49-F238E27FC236}">
                <a16:creationId xmlns:a16="http://schemas.microsoft.com/office/drawing/2014/main" id="{39337AFF-2B3D-43A8-B024-4B73D336750A}"/>
              </a:ext>
            </a:extLst>
          </p:cNvPr>
          <p:cNvSpPr/>
          <p:nvPr userDrawn="1"/>
        </p:nvSpPr>
        <p:spPr>
          <a:xfrm>
            <a:off x="0" y="0"/>
            <a:ext cx="9144000" cy="456120"/>
          </a:xfrm>
          <a:prstGeom prst="rect">
            <a:avLst/>
          </a:prstGeom>
          <a:solidFill>
            <a:srgbClr val="2893D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it-IT" sz="2400" b="1" strike="noStrike" spc="0" dirty="0">
                <a:solidFill>
                  <a:srgbClr val="FFFFFF"/>
                </a:solidFill>
                <a:latin typeface="Tahoma"/>
                <a:ea typeface="Tahoma"/>
              </a:rPr>
              <a:t>Capitolo 9. Stringhe</a:t>
            </a:r>
            <a:endParaRPr lang="it-IT" sz="2400" b="0" strike="noStrike" spc="0" dirty="0">
              <a:latin typeface="Arial"/>
            </a:endParaRPr>
          </a:p>
        </p:txBody>
      </p:sp>
      <p:sp>
        <p:nvSpPr>
          <p:cNvPr id="9" name="Line 2">
            <a:extLst>
              <a:ext uri="{FF2B5EF4-FFF2-40B4-BE49-F238E27FC236}">
                <a16:creationId xmlns:a16="http://schemas.microsoft.com/office/drawing/2014/main" id="{15AE6D9E-DF10-40C5-8429-9386A2B34B28}"/>
              </a:ext>
            </a:extLst>
          </p:cNvPr>
          <p:cNvSpPr/>
          <p:nvPr userDrawn="1"/>
        </p:nvSpPr>
        <p:spPr>
          <a:xfrm>
            <a:off x="0" y="444170"/>
            <a:ext cx="7808760" cy="0"/>
          </a:xfrm>
          <a:prstGeom prst="line">
            <a:avLst/>
          </a:prstGeom>
          <a:ln w="9360">
            <a:solidFill>
              <a:schemeClr val="tx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 dirty="0"/>
          </a:p>
        </p:txBody>
      </p:sp>
      <p:pic>
        <p:nvPicPr>
          <p:cNvPr id="10" name="Immagine 2">
            <a:extLst>
              <a:ext uri="{FF2B5EF4-FFF2-40B4-BE49-F238E27FC236}">
                <a16:creationId xmlns:a16="http://schemas.microsoft.com/office/drawing/2014/main" id="{34C3AAF7-DEFB-44BD-A9A4-FB105D3862A8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7782120" y="0"/>
            <a:ext cx="1361880" cy="1924560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3762067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2">
            <a:extLst>
              <a:ext uri="{FF2B5EF4-FFF2-40B4-BE49-F238E27FC236}">
                <a16:creationId xmlns:a16="http://schemas.microsoft.com/office/drawing/2014/main" id="{2C852528-98ED-4EF8-94D2-65154EB73827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7782120" y="0"/>
            <a:ext cx="1361880" cy="1924560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327679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122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stomShape 3"/>
          <p:cNvSpPr/>
          <p:nvPr/>
        </p:nvSpPr>
        <p:spPr>
          <a:xfrm>
            <a:off x="0" y="6453360"/>
            <a:ext cx="9143640" cy="431280"/>
          </a:xfrm>
          <a:prstGeom prst="rect">
            <a:avLst/>
          </a:prstGeom>
          <a:solidFill>
            <a:srgbClr val="2893D1"/>
          </a:solidFill>
          <a:ln w="9360">
            <a:solidFill>
              <a:schemeClr val="tx2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" name="CustomShape 4"/>
          <p:cNvSpPr/>
          <p:nvPr/>
        </p:nvSpPr>
        <p:spPr>
          <a:xfrm>
            <a:off x="59040" y="6472440"/>
            <a:ext cx="4368960" cy="394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it-IT" sz="1000" b="1" strike="noStrike" spc="-1">
                <a:solidFill>
                  <a:srgbClr val="FFFFFF"/>
                </a:solidFill>
                <a:latin typeface="Tahoma"/>
                <a:ea typeface="Tahoma"/>
              </a:rPr>
              <a:t>Fondamenti di programmazione in C++ – Seconda edizione</a:t>
            </a:r>
            <a:br/>
            <a:r>
              <a:rPr lang="it-IT" sz="1000" b="0" strike="noStrike" spc="-1">
                <a:solidFill>
                  <a:srgbClr val="FFFFFF"/>
                </a:solidFill>
                <a:latin typeface="Tahoma"/>
                <a:ea typeface="Tahoma"/>
              </a:rPr>
              <a:t>Luis Joyanes Aguilar, Aldo Franco Dragoni (a cura di)</a:t>
            </a:r>
            <a:endParaRPr lang="it-IT" sz="1000" b="0" strike="noStrike" spc="-1">
              <a:latin typeface="Arial"/>
            </a:endParaRPr>
          </a:p>
        </p:txBody>
      </p:sp>
      <p:sp>
        <p:nvSpPr>
          <p:cNvPr id="4" name="CustomShape 5"/>
          <p:cNvSpPr/>
          <p:nvPr/>
        </p:nvSpPr>
        <p:spPr>
          <a:xfrm>
            <a:off x="6156000" y="6453360"/>
            <a:ext cx="2499120" cy="546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r>
              <a:rPr lang="it-IT" sz="1000" b="1" strike="noStrike" spc="-1">
                <a:solidFill>
                  <a:srgbClr val="FFFFFF"/>
                </a:solidFill>
                <a:latin typeface="Tahoma"/>
                <a:ea typeface="Tahoma"/>
              </a:rPr>
              <a:t>Copyright © 2021</a:t>
            </a:r>
            <a:endParaRPr lang="it-IT" sz="1000" b="0" strike="noStrike" spc="-1"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lang="it-IT" sz="1000" b="1" strike="noStrike" spc="-1">
                <a:solidFill>
                  <a:srgbClr val="FFFFFF"/>
                </a:solidFill>
                <a:latin typeface="Tahoma"/>
                <a:ea typeface="Tahoma"/>
              </a:rPr>
              <a:t>McGraw-Hill Education (Italy) S.r.l. </a:t>
            </a:r>
            <a:endParaRPr lang="it-IT" sz="1000" b="0" strike="noStrike" spc="-1">
              <a:latin typeface="Arial"/>
            </a:endParaRPr>
          </a:p>
        </p:txBody>
      </p:sp>
      <p:pic>
        <p:nvPicPr>
          <p:cNvPr id="5" name="Immagine 15" descr="Immagine che contiene segnale, arresto, disegnando, camion&#10;&#10;Descrizione generata automaticamente"/>
          <p:cNvPicPr/>
          <p:nvPr/>
        </p:nvPicPr>
        <p:blipFill>
          <a:blip r:embed="rId5"/>
          <a:stretch/>
        </p:blipFill>
        <p:spPr>
          <a:xfrm>
            <a:off x="8623440" y="6362640"/>
            <a:ext cx="520200" cy="5220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55918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9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CustomShape 1"/>
          <p:cNvSpPr/>
          <p:nvPr/>
        </p:nvSpPr>
        <p:spPr>
          <a:xfrm>
            <a:off x="8317080" y="6093000"/>
            <a:ext cx="647280" cy="431280"/>
          </a:xfrm>
          <a:prstGeom prst="actionButtonBlank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4" name="CustomShape 2"/>
          <p:cNvSpPr/>
          <p:nvPr/>
        </p:nvSpPr>
        <p:spPr>
          <a:xfrm>
            <a:off x="4572000" y="1139299"/>
            <a:ext cx="3619500" cy="193753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it-IT" sz="4000" b="1" strike="noStrike" spc="-1" dirty="0">
                <a:solidFill>
                  <a:srgbClr val="2893D1"/>
                </a:solidFill>
                <a:latin typeface="Calibri"/>
              </a:rPr>
              <a:t>Capitolo 9</a:t>
            </a:r>
            <a:endParaRPr lang="it-IT" sz="40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it-IT" sz="40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it-IT" sz="4000" b="1" spc="-100" dirty="0">
                <a:solidFill>
                  <a:srgbClr val="E21A24"/>
                </a:solidFill>
                <a:latin typeface="Calibri"/>
              </a:rPr>
              <a:t>Stringhe</a:t>
            </a:r>
            <a:endParaRPr lang="it-IT" sz="4000" b="1" strike="noStrike" spc="-100" dirty="0">
              <a:solidFill>
                <a:srgbClr val="E21A24"/>
              </a:solidFill>
              <a:latin typeface="Calibri"/>
            </a:endParaRP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740FA196-2483-41FD-A148-0D19FA9F75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636397"/>
            <a:ext cx="3619500" cy="5114925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</p:pic>
      <p:sp>
        <p:nvSpPr>
          <p:cNvPr id="5" name="CasellaDiTesto 1">
            <a:extLst>
              <a:ext uri="{FF2B5EF4-FFF2-40B4-BE49-F238E27FC236}">
                <a16:creationId xmlns:a16="http://schemas.microsoft.com/office/drawing/2014/main" id="{B7794ECC-2E3A-409D-A656-CFCB111E127F}"/>
              </a:ext>
            </a:extLst>
          </p:cNvPr>
          <p:cNvSpPr txBox="1"/>
          <p:nvPr/>
        </p:nvSpPr>
        <p:spPr>
          <a:xfrm>
            <a:off x="4572000" y="4581000"/>
            <a:ext cx="41472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Presenta: Massimo Orazio Spata, PhD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CustomShape 2"/>
          <p:cNvSpPr/>
          <p:nvPr/>
        </p:nvSpPr>
        <p:spPr>
          <a:xfrm>
            <a:off x="174600" y="1351080"/>
            <a:ext cx="7836840" cy="4483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 marL="360000" indent="-360000">
              <a:buSzPct val="100000"/>
              <a:buBlip>
                <a:blip r:embed="rId2"/>
              </a:buBlip>
            </a:pPr>
            <a:r>
              <a:rPr lang="en-US" sz="2200" b="0" strike="noStrike" spc="-1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lang="it-IT" sz="2400" b="0" i="1" strike="noStrike" spc="-1">
                <a:solidFill>
                  <a:srgbClr val="000000"/>
                </a:solidFill>
                <a:latin typeface="Arial"/>
              </a:rPr>
              <a:t>stringa letterale</a:t>
            </a:r>
            <a:br/>
            <a:r>
              <a:rPr lang="it-IT" sz="2400" b="0" strike="noStrike" spc="-1">
                <a:solidFill>
                  <a:srgbClr val="000000"/>
                </a:solidFill>
                <a:latin typeface="Arial"/>
              </a:rPr>
              <a:t>sequenza di caratteri, ad esempio "ABC" </a:t>
            </a:r>
            <a:endParaRPr lang="it-IT" sz="2400" b="0" strike="noStrike" spc="-1">
              <a:latin typeface="Arial"/>
            </a:endParaRPr>
          </a:p>
          <a:p>
            <a:pPr marL="360000" indent="-360000">
              <a:buSzPct val="100000"/>
              <a:buBlip>
                <a:blip r:embed="rId3"/>
              </a:buBlip>
            </a:pPr>
            <a:r>
              <a:rPr lang="it-IT" sz="2400" b="0" strike="noStrike" spc="-1">
                <a:solidFill>
                  <a:srgbClr val="000000"/>
                </a:solidFill>
                <a:latin typeface="Arial"/>
              </a:rPr>
              <a:t> </a:t>
            </a:r>
            <a:r>
              <a:rPr lang="it-IT" sz="2400" b="0" i="1" strike="noStrike" spc="-1">
                <a:solidFill>
                  <a:srgbClr val="000000"/>
                </a:solidFill>
                <a:latin typeface="Arial"/>
              </a:rPr>
              <a:t>C-string</a:t>
            </a:r>
            <a:r>
              <a:rPr lang="it-IT" sz="2400" b="0" strike="noStrike" spc="-1">
                <a:solidFill>
                  <a:srgbClr val="000000"/>
                </a:solidFill>
                <a:latin typeface="Arial"/>
              </a:rPr>
              <a:t>, o </a:t>
            </a:r>
            <a:r>
              <a:rPr lang="it-IT" sz="2400" b="0" i="1" strike="noStrike" spc="-1">
                <a:solidFill>
                  <a:srgbClr val="000000"/>
                </a:solidFill>
                <a:latin typeface="Arial"/>
              </a:rPr>
              <a:t>stringa</a:t>
            </a:r>
            <a:endParaRPr lang="it-IT" sz="2400" b="0" strike="noStrike" spc="-1">
              <a:latin typeface="Arial"/>
            </a:endParaRPr>
          </a:p>
          <a:p>
            <a:pPr marL="432000" lvl="1" indent="-216000">
              <a:buSzPct val="100000"/>
              <a:buBlip>
                <a:blip r:embed="rId4"/>
              </a:buBlip>
            </a:pPr>
            <a:r>
              <a:rPr lang="it-IT" sz="2400" b="0" strike="noStrike" spc="-1">
                <a:solidFill>
                  <a:srgbClr val="000000"/>
                </a:solidFill>
                <a:latin typeface="Arial"/>
              </a:rPr>
              <a:t>array di char che contiene il carattere </a:t>
            </a:r>
            <a:r>
              <a:rPr lang="it-IT" sz="2400" b="0" i="1" strike="noStrike" spc="-1">
                <a:solidFill>
                  <a:srgbClr val="000000"/>
                </a:solidFill>
                <a:latin typeface="Arial"/>
              </a:rPr>
              <a:t>nullo</a:t>
            </a:r>
            <a:r>
              <a:rPr lang="it-IT" sz="2400" b="0" strike="noStrike" spc="-1">
                <a:solidFill>
                  <a:srgbClr val="000000"/>
                </a:solidFill>
                <a:latin typeface="Arial"/>
              </a:rPr>
              <a:t> ('</a:t>
            </a:r>
            <a:r>
              <a:rPr lang="it-IT" sz="2400" b="0" strike="noStrike" spc="-1">
                <a:solidFill>
                  <a:srgbClr val="000000"/>
                </a:solidFill>
                <a:latin typeface="Courier New"/>
              </a:rPr>
              <a:t>\0</a:t>
            </a:r>
            <a:r>
              <a:rPr lang="it-IT" sz="2400" b="0" strike="noStrike" spc="-1">
                <a:solidFill>
                  <a:srgbClr val="000000"/>
                </a:solidFill>
                <a:latin typeface="Arial"/>
              </a:rPr>
              <a:t>')</a:t>
            </a:r>
            <a:endParaRPr lang="it-IT" sz="2400" b="0" strike="noStrike" spc="-1">
              <a:latin typeface="Arial"/>
            </a:endParaRPr>
          </a:p>
          <a:p>
            <a:pPr marL="432000" lvl="1" indent="-216000">
              <a:buSzPct val="100000"/>
              <a:buBlip>
                <a:blip r:embed="rId4"/>
              </a:buBlip>
            </a:pPr>
            <a:r>
              <a:rPr lang="it-IT" sz="2400" b="0" strike="noStrike" spc="-1">
                <a:solidFill>
                  <a:srgbClr val="000000"/>
                </a:solidFill>
                <a:latin typeface="Arial"/>
              </a:rPr>
              <a:t>la sequenza iniziale di caratteri dalla posizione 0 fino al carattere</a:t>
            </a:r>
            <a:r>
              <a:rPr lang="it-IT" sz="2400" b="0" strike="noStrike" spc="-1">
                <a:solidFill>
                  <a:srgbClr val="000000"/>
                </a:solidFill>
                <a:latin typeface="Courier New"/>
              </a:rPr>
              <a:t> \0</a:t>
            </a:r>
            <a:r>
              <a:rPr lang="it-IT" sz="2400" b="0" strike="noStrike" spc="-1">
                <a:solidFill>
                  <a:srgbClr val="000000"/>
                </a:solidFill>
                <a:latin typeface="Arial"/>
              </a:rPr>
              <a:t> rappresenta una stringa</a:t>
            </a:r>
            <a:endParaRPr lang="it-IT" sz="2400" b="0" strike="noStrike" spc="-1">
              <a:latin typeface="Arial"/>
            </a:endParaRPr>
          </a:p>
          <a:p>
            <a:pPr marL="432000" lvl="1" indent="-216000">
              <a:buSzPct val="100000"/>
              <a:buBlip>
                <a:blip r:embed="rId4"/>
              </a:buBlip>
            </a:pPr>
            <a:r>
              <a:rPr lang="it-IT" sz="2400" b="0" strike="noStrike" spc="-1">
                <a:solidFill>
                  <a:srgbClr val="000000"/>
                </a:solidFill>
                <a:latin typeface="Arial"/>
              </a:rPr>
              <a:t>dereferenziando una stringa letterale ed utilizzando l'aritmetica dei puntatori:</a:t>
            </a:r>
            <a:endParaRPr lang="it-IT" sz="2400" b="0" strike="noStrike" spc="-1">
              <a:latin typeface="Arial"/>
            </a:endParaRPr>
          </a:p>
          <a:p>
            <a:pPr marL="360000" indent="-360000">
              <a:lnSpc>
                <a:spcPct val="100000"/>
              </a:lnSpc>
              <a:buSzPct val="100000"/>
              <a:buBlip>
                <a:blip r:embed="rId3"/>
              </a:buBlip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2400" b="0" strike="noStrike" spc="-1">
                <a:solidFill>
                  <a:srgbClr val="000000"/>
                </a:solidFill>
                <a:latin typeface="Courier New"/>
              </a:rPr>
              <a:t>*"ABC"</a:t>
            </a:r>
            <a:r>
              <a:rPr lang="it-IT" sz="2400" b="0" i="1" strike="noStrike" spc="-1">
                <a:solidFill>
                  <a:srgbClr val="000000"/>
                </a:solidFill>
                <a:latin typeface="Arial"/>
              </a:rPr>
              <a:t>	            è lo stesso che </a:t>
            </a:r>
            <a:r>
              <a:rPr lang="it-IT" sz="2400" b="0" strike="noStrike" spc="-1">
                <a:solidFill>
                  <a:srgbClr val="000000"/>
                </a:solidFill>
                <a:latin typeface="Courier New"/>
              </a:rPr>
              <a:t>ABC[0]</a:t>
            </a:r>
            <a:r>
              <a:rPr lang="it-IT" sz="2400" b="0" i="1" strike="noStrike" spc="-1">
                <a:solidFill>
                  <a:srgbClr val="000000"/>
                </a:solidFill>
                <a:latin typeface="Arial"/>
              </a:rPr>
              <a:t> cioè</a:t>
            </a:r>
            <a:r>
              <a:rPr lang="it-IT" sz="2400" b="0" strike="noStrike" spc="-1">
                <a:solidFill>
                  <a:srgbClr val="000000"/>
                </a:solidFill>
                <a:latin typeface="Arial"/>
              </a:rPr>
              <a:t>	</a:t>
            </a:r>
            <a:r>
              <a:rPr lang="it-IT" sz="2400" b="0" strike="noStrike" spc="-1">
                <a:solidFill>
                  <a:srgbClr val="000000"/>
                </a:solidFill>
                <a:latin typeface="Courier New"/>
              </a:rPr>
              <a:t>'A'</a:t>
            </a:r>
            <a:endParaRPr lang="it-IT" sz="2400" b="0" strike="noStrike" spc="-1">
              <a:latin typeface="Arial"/>
            </a:endParaRPr>
          </a:p>
          <a:p>
            <a:pPr marL="360000" indent="-360000">
              <a:lnSpc>
                <a:spcPct val="100000"/>
              </a:lnSpc>
              <a:buSzPct val="100000"/>
              <a:buBlip>
                <a:blip r:embed="rId3"/>
              </a:buBlip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2400" b="0" strike="noStrike" spc="-1">
                <a:solidFill>
                  <a:srgbClr val="000000"/>
                </a:solidFill>
                <a:latin typeface="Courier New"/>
              </a:rPr>
              <a:t>*("ABC" + 1)</a:t>
            </a:r>
            <a:r>
              <a:rPr lang="it-IT" sz="2400" b="0" i="1" strike="noStrike" spc="-1">
                <a:solidFill>
                  <a:srgbClr val="000000"/>
                </a:solidFill>
                <a:latin typeface="Arial"/>
              </a:rPr>
              <a:t>	è lo stesso che</a:t>
            </a:r>
            <a:r>
              <a:rPr lang="it-IT" sz="2400" b="0" strike="noStrike" spc="-1">
                <a:solidFill>
                  <a:srgbClr val="000000"/>
                </a:solidFill>
                <a:latin typeface="Arial"/>
              </a:rPr>
              <a:t> </a:t>
            </a:r>
            <a:r>
              <a:rPr lang="it-IT" sz="2400" b="0" strike="noStrike" spc="-1">
                <a:solidFill>
                  <a:srgbClr val="000000"/>
                </a:solidFill>
                <a:latin typeface="Courier New"/>
              </a:rPr>
              <a:t>ABC[1]</a:t>
            </a:r>
            <a:r>
              <a:rPr lang="it-IT" sz="2400" b="0" strike="noStrike" spc="-1">
                <a:solidFill>
                  <a:srgbClr val="000000"/>
                </a:solidFill>
                <a:latin typeface="Arial"/>
              </a:rPr>
              <a:t> </a:t>
            </a:r>
            <a:r>
              <a:rPr lang="it-IT" sz="2400" b="0" i="1" strike="noStrike" spc="-1">
                <a:solidFill>
                  <a:srgbClr val="000000"/>
                </a:solidFill>
                <a:latin typeface="Arial"/>
              </a:rPr>
              <a:t>cioè</a:t>
            </a:r>
            <a:r>
              <a:rPr lang="it-IT" sz="2400" b="0" strike="noStrike" spc="-1">
                <a:solidFill>
                  <a:srgbClr val="000000"/>
                </a:solidFill>
                <a:latin typeface="Arial"/>
              </a:rPr>
              <a:t> </a:t>
            </a:r>
            <a:r>
              <a:rPr lang="it-IT" sz="2400" b="0" strike="noStrike" spc="-1">
                <a:solidFill>
                  <a:srgbClr val="000000"/>
                </a:solidFill>
                <a:latin typeface="Courier New"/>
              </a:rPr>
              <a:t>'B'</a:t>
            </a:r>
            <a:endParaRPr lang="it-IT" sz="2400" b="0" strike="noStrike" spc="-1">
              <a:latin typeface="Arial"/>
            </a:endParaRPr>
          </a:p>
          <a:p>
            <a:pPr marL="360000" indent="-360000">
              <a:lnSpc>
                <a:spcPct val="100000"/>
              </a:lnSpc>
              <a:buSzPct val="100000"/>
              <a:buBlip>
                <a:blip r:embed="rId3"/>
              </a:buBlip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2400" b="0" strike="noStrike" spc="-1">
                <a:solidFill>
                  <a:srgbClr val="000000"/>
                </a:solidFill>
                <a:latin typeface="Courier New"/>
              </a:rPr>
              <a:t>*("ABC" + 2)</a:t>
            </a:r>
            <a:r>
              <a:rPr lang="it-IT" sz="2400" b="0" i="1" strike="noStrike" spc="-1">
                <a:solidFill>
                  <a:srgbClr val="000000"/>
                </a:solidFill>
                <a:latin typeface="Arial"/>
              </a:rPr>
              <a:t>	è lo stesso che</a:t>
            </a:r>
            <a:r>
              <a:rPr lang="it-IT" sz="2400" b="0" strike="noStrike" spc="-1">
                <a:solidFill>
                  <a:srgbClr val="000000"/>
                </a:solidFill>
                <a:latin typeface="Arial"/>
              </a:rPr>
              <a:t> </a:t>
            </a:r>
            <a:r>
              <a:rPr lang="it-IT" sz="2400" b="0" strike="noStrike" spc="-1">
                <a:solidFill>
                  <a:srgbClr val="000000"/>
                </a:solidFill>
                <a:latin typeface="Courier New"/>
              </a:rPr>
              <a:t>ABC[2]</a:t>
            </a:r>
            <a:r>
              <a:rPr lang="it-IT" sz="2400" b="0" strike="noStrike" spc="-1">
                <a:solidFill>
                  <a:srgbClr val="000000"/>
                </a:solidFill>
                <a:latin typeface="Arial"/>
              </a:rPr>
              <a:t> </a:t>
            </a:r>
            <a:r>
              <a:rPr lang="it-IT" sz="2400" b="0" i="1" strike="noStrike" spc="-1">
                <a:solidFill>
                  <a:srgbClr val="000000"/>
                </a:solidFill>
                <a:latin typeface="Arial"/>
              </a:rPr>
              <a:t>cioè </a:t>
            </a:r>
            <a:r>
              <a:rPr lang="it-IT" sz="2400" b="0" strike="noStrike" spc="-1">
                <a:solidFill>
                  <a:srgbClr val="000000"/>
                </a:solidFill>
                <a:latin typeface="Courier New"/>
              </a:rPr>
              <a:t>'C'</a:t>
            </a:r>
            <a:br/>
            <a:r>
              <a:rPr lang="it-IT" sz="2400" b="0" strike="noStrike" spc="-1">
                <a:solidFill>
                  <a:srgbClr val="000000"/>
                </a:solidFill>
                <a:latin typeface="Courier New"/>
              </a:rPr>
              <a:t>*("ABC" + 3)</a:t>
            </a:r>
            <a:r>
              <a:rPr lang="it-IT" sz="2400" b="0" i="1" strike="noStrike" spc="-1">
                <a:solidFill>
                  <a:srgbClr val="000000"/>
                </a:solidFill>
                <a:latin typeface="Arial"/>
              </a:rPr>
              <a:t>	è lo stesso che </a:t>
            </a:r>
            <a:r>
              <a:rPr lang="it-IT" sz="2400" b="0" strike="noStrike" spc="-1">
                <a:solidFill>
                  <a:srgbClr val="000000"/>
                </a:solidFill>
                <a:latin typeface="Courier New"/>
              </a:rPr>
              <a:t>ABC[3]</a:t>
            </a:r>
            <a:r>
              <a:rPr lang="it-IT" sz="2400" b="0" strike="noStrike" spc="-1">
                <a:solidFill>
                  <a:srgbClr val="000000"/>
                </a:solidFill>
                <a:latin typeface="Arial"/>
              </a:rPr>
              <a:t> </a:t>
            </a:r>
            <a:r>
              <a:rPr lang="it-IT" sz="2400" b="0" i="1" strike="noStrike" spc="-1">
                <a:solidFill>
                  <a:srgbClr val="000000"/>
                </a:solidFill>
                <a:latin typeface="Arial"/>
              </a:rPr>
              <a:t>cioè</a:t>
            </a:r>
            <a:r>
              <a:rPr lang="it-IT" sz="2400" b="0" strike="noStrike" spc="-1">
                <a:solidFill>
                  <a:srgbClr val="000000"/>
                </a:solidFill>
                <a:latin typeface="Arial"/>
              </a:rPr>
              <a:t> </a:t>
            </a:r>
            <a:r>
              <a:rPr lang="it-IT" sz="2400" b="0" strike="noStrike" spc="-1">
                <a:solidFill>
                  <a:srgbClr val="000000"/>
                </a:solidFill>
                <a:latin typeface="Courier New"/>
              </a:rPr>
              <a:t>'\0'</a:t>
            </a:r>
            <a:r>
              <a:rPr lang="it-IT" sz="2400" b="0" strike="noStrike" spc="-1">
                <a:solidFill>
                  <a:srgbClr val="000000"/>
                </a:solidFill>
                <a:latin typeface="Arial"/>
              </a:rPr>
              <a:t>   </a:t>
            </a:r>
            <a:endParaRPr lang="it-IT" sz="2400" b="0" strike="noStrike" spc="-1">
              <a:latin typeface="Arial"/>
            </a:endParaRPr>
          </a:p>
        </p:txBody>
      </p:sp>
      <p:sp>
        <p:nvSpPr>
          <p:cNvPr id="4" name="CustomShape 1">
            <a:extLst>
              <a:ext uri="{FF2B5EF4-FFF2-40B4-BE49-F238E27FC236}">
                <a16:creationId xmlns:a16="http://schemas.microsoft.com/office/drawing/2014/main" id="{4E5C16CE-1F7A-45D5-9F54-84A40DC2C9C6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 stringhe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CustomShape 2"/>
          <p:cNvSpPr/>
          <p:nvPr/>
        </p:nvSpPr>
        <p:spPr>
          <a:xfrm>
            <a:off x="555480" y="2604960"/>
            <a:ext cx="549252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</a:pPr>
            <a:r>
              <a:rPr lang="it-IT" sz="1800" b="0" strike="noStrike" spc="-1">
                <a:solidFill>
                  <a:srgbClr val="3333CC"/>
                </a:solidFill>
                <a:latin typeface="Courier New"/>
              </a:rPr>
              <a:t>unsigned char dati[80] </a:t>
            </a:r>
            <a:endParaRPr lang="it-IT" sz="1800" b="0" strike="noStrike" spc="-1">
              <a:latin typeface="Arial"/>
            </a:endParaRPr>
          </a:p>
        </p:txBody>
      </p:sp>
      <p:sp>
        <p:nvSpPr>
          <p:cNvPr id="103" name="CustomShape 3"/>
          <p:cNvSpPr/>
          <p:nvPr/>
        </p:nvSpPr>
        <p:spPr>
          <a:xfrm>
            <a:off x="5306040" y="3905640"/>
            <a:ext cx="863640" cy="360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4" name="CustomShape 4"/>
          <p:cNvSpPr/>
          <p:nvPr/>
        </p:nvSpPr>
        <p:spPr>
          <a:xfrm>
            <a:off x="121320" y="1557000"/>
            <a:ext cx="7740720" cy="10994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 marL="360000" indent="-360000">
              <a:buSzPct val="100000"/>
              <a:buBlip>
                <a:blip r:embed="rId2"/>
              </a:buBlip>
            </a:pPr>
            <a:r>
              <a:rPr lang="en-US" sz="2200" b="0" strike="noStrike" spc="-1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lang="it-IT" sz="2200" b="0" strike="noStrike" spc="-1">
                <a:solidFill>
                  <a:srgbClr val="000000"/>
                </a:solidFill>
                <a:latin typeface="Arial"/>
              </a:rPr>
              <a:t>array di </a:t>
            </a:r>
            <a:r>
              <a:rPr lang="it-IT" sz="2200" b="0" strike="noStrike" spc="-1">
                <a:solidFill>
                  <a:srgbClr val="000000"/>
                </a:solidFill>
                <a:latin typeface="Courier New"/>
              </a:rPr>
              <a:t>char</a:t>
            </a:r>
            <a:r>
              <a:rPr lang="it-IT" sz="2200" b="0" strike="noStrike" spc="-1">
                <a:solidFill>
                  <a:srgbClr val="000000"/>
                </a:solidFill>
                <a:latin typeface="Arial"/>
              </a:rPr>
              <a:t>, o </a:t>
            </a:r>
            <a:r>
              <a:rPr lang="it-IT" sz="2200" b="0" strike="noStrike" spc="-1">
                <a:solidFill>
                  <a:srgbClr val="000000"/>
                </a:solidFill>
                <a:latin typeface="Courier New"/>
              </a:rPr>
              <a:t>unsigned char </a:t>
            </a:r>
            <a:r>
              <a:rPr lang="it-IT" sz="2200" b="0" strike="noStrike" spc="-1">
                <a:solidFill>
                  <a:srgbClr val="000000"/>
                </a:solidFill>
                <a:latin typeface="Arial"/>
              </a:rPr>
              <a:t>quando possono essere presenti caratteri speciali con il bit di ordine alto settato ad </a:t>
            </a:r>
            <a:r>
              <a:rPr lang="it-IT" sz="2200" b="0" strike="noStrike" spc="-1">
                <a:solidFill>
                  <a:srgbClr val="000000"/>
                </a:solidFill>
                <a:latin typeface="Courier New"/>
              </a:rPr>
              <a:t>1</a:t>
            </a:r>
            <a:endParaRPr lang="it-IT" sz="2200" b="0" strike="noStrike" spc="-1">
              <a:latin typeface="Arial"/>
            </a:endParaRPr>
          </a:p>
        </p:txBody>
      </p:sp>
      <p:sp>
        <p:nvSpPr>
          <p:cNvPr id="105" name="CustomShape 5"/>
          <p:cNvSpPr/>
          <p:nvPr/>
        </p:nvSpPr>
        <p:spPr>
          <a:xfrm>
            <a:off x="138240" y="3023280"/>
            <a:ext cx="8642520" cy="4291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 marL="360000" indent="-360000">
              <a:buSzPct val="100000"/>
              <a:buBlip>
                <a:blip r:embed="rId2"/>
              </a:buBlip>
            </a:pPr>
            <a:r>
              <a:rPr lang="en-US" sz="2200" b="0" strike="noStrike" spc="-1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lang="it-IT" sz="2200" b="0" strike="noStrike" spc="-1">
                <a:solidFill>
                  <a:srgbClr val="000000"/>
                </a:solidFill>
                <a:latin typeface="Arial"/>
              </a:rPr>
              <a:t>ci sono vari modi di inizializzare una stringa </a:t>
            </a:r>
            <a:endParaRPr lang="it-IT" sz="2200" b="0" strike="noStrike" spc="-1">
              <a:latin typeface="Arial"/>
            </a:endParaRPr>
          </a:p>
        </p:txBody>
      </p:sp>
      <p:sp>
        <p:nvSpPr>
          <p:cNvPr id="106" name="CustomShape 6"/>
          <p:cNvSpPr/>
          <p:nvPr/>
        </p:nvSpPr>
        <p:spPr>
          <a:xfrm>
            <a:off x="288000" y="3335040"/>
            <a:ext cx="7876080" cy="20142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800" b="0" strike="noStrike" spc="-1">
                <a:solidFill>
                  <a:srgbClr val="3333CC"/>
                </a:solidFill>
                <a:latin typeface="Courier New"/>
              </a:rPr>
              <a:t>char UnaStringa[7]= {‘A’, ‘B’, ‘C’, ‘D’, ‘E’, ‘F’}; </a:t>
            </a:r>
            <a:br/>
            <a:r>
              <a:rPr lang="it-IT" sz="1800" b="0" strike="noStrike" spc="-1">
                <a:solidFill>
                  <a:srgbClr val="3333CC"/>
                </a:solidFill>
                <a:latin typeface="Courier New"/>
              </a:rPr>
              <a:t>char UnaStringa[7]= "ABCDEF";</a:t>
            </a:r>
            <a:endParaRPr lang="it-IT" sz="180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800" b="0" strike="noStrike" spc="-1">
                <a:solidFill>
                  <a:srgbClr val="3333CC"/>
                </a:solidFill>
                <a:latin typeface="Courier New"/>
              </a:rPr>
              <a:t>char testo[81] = "Questa è una stringa";</a:t>
            </a:r>
            <a:endParaRPr lang="it-IT" sz="180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800" b="0" strike="noStrike" spc="-1">
                <a:solidFill>
                  <a:srgbClr val="3333CC"/>
                </a:solidFill>
                <a:latin typeface="Courier New"/>
              </a:rPr>
              <a:t>char testodemo[255] = "Questa è una stringa più lunga";</a:t>
            </a:r>
            <a:endParaRPr lang="it-IT" sz="180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800" b="0" strike="noStrike" spc="-1">
                <a:solidFill>
                  <a:srgbClr val="3333CC"/>
                </a:solidFill>
                <a:latin typeface="Courier New"/>
              </a:rPr>
              <a:t>char stringatest[] = "Quale è la lunghezza di questa stringa?";  </a:t>
            </a:r>
            <a:endParaRPr lang="it-IT" sz="1800" b="0" strike="noStrike" spc="-1">
              <a:latin typeface="Arial"/>
            </a:endParaRPr>
          </a:p>
        </p:txBody>
      </p:sp>
      <p:sp>
        <p:nvSpPr>
          <p:cNvPr id="107" name="CustomShape 7"/>
          <p:cNvSpPr/>
          <p:nvPr/>
        </p:nvSpPr>
        <p:spPr>
          <a:xfrm>
            <a:off x="141840" y="5238360"/>
            <a:ext cx="8642160" cy="764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 marL="360000" indent="-360000">
              <a:buSzPct val="100000"/>
              <a:buBlip>
                <a:blip r:embed="rId2"/>
              </a:buBlip>
            </a:pPr>
            <a:r>
              <a:rPr lang="en-US" sz="2200" b="0" strike="noStrike" spc="-1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lang="it-IT" sz="2200" b="0" strike="noStrike" spc="-1">
                <a:solidFill>
                  <a:srgbClr val="000000"/>
                </a:solidFill>
                <a:latin typeface="Arial"/>
              </a:rPr>
              <a:t>come i vettori, le stringhe non possono essere assegnate</a:t>
            </a:r>
            <a:br/>
            <a:r>
              <a:rPr lang="it-IT" sz="2200" b="0" strike="noStrike" spc="-1">
                <a:solidFill>
                  <a:srgbClr val="000000"/>
                </a:solidFill>
                <a:latin typeface="Arial"/>
              </a:rPr>
              <a:t>(lo si fa con la funzione di libreria denominata </a:t>
            </a:r>
            <a:r>
              <a:rPr lang="it-IT" sz="2200" b="0" strike="noStrike" spc="-1">
                <a:solidFill>
                  <a:srgbClr val="000000"/>
                </a:solidFill>
                <a:latin typeface="Courier New"/>
              </a:rPr>
              <a:t>strcpy()</a:t>
            </a:r>
            <a:r>
              <a:rPr lang="it-IT" sz="2200" b="0" strike="noStrike" spc="-1">
                <a:solidFill>
                  <a:srgbClr val="000000"/>
                </a:solidFill>
                <a:latin typeface="Arial"/>
              </a:rPr>
              <a:t>)</a:t>
            </a:r>
            <a:endParaRPr lang="it-IT" sz="2200" b="0" strike="noStrike" spc="-1">
              <a:latin typeface="Arial"/>
            </a:endParaRPr>
          </a:p>
        </p:txBody>
      </p:sp>
      <p:sp>
        <p:nvSpPr>
          <p:cNvPr id="108" name="CustomShape 8"/>
          <p:cNvSpPr/>
          <p:nvPr/>
        </p:nvSpPr>
        <p:spPr>
          <a:xfrm>
            <a:off x="374400" y="5930640"/>
            <a:ext cx="804960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800" b="0" strike="noStrike" spc="-1">
                <a:solidFill>
                  <a:srgbClr val="3333CC"/>
                </a:solidFill>
                <a:latin typeface="Courier New"/>
              </a:rPr>
              <a:t>UnaStringa = "ABC"; // errore in fase di compilazione</a:t>
            </a:r>
            <a:endParaRPr lang="it-IT" sz="1800" b="0" strike="noStrike" spc="-1">
              <a:latin typeface="Arial"/>
            </a:endParaRPr>
          </a:p>
        </p:txBody>
      </p:sp>
      <p:sp>
        <p:nvSpPr>
          <p:cNvPr id="10" name="CustomShape 1">
            <a:extLst>
              <a:ext uri="{FF2B5EF4-FFF2-40B4-BE49-F238E27FC236}">
                <a16:creationId xmlns:a16="http://schemas.microsoft.com/office/drawing/2014/main" id="{7C843CE8-DE2E-49E6-9423-5CFBAA071E7E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definizione di variabili stringa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CustomShape 2"/>
          <p:cNvSpPr/>
          <p:nvPr/>
        </p:nvSpPr>
        <p:spPr>
          <a:xfrm>
            <a:off x="468000" y="1954464"/>
            <a:ext cx="8352000" cy="258750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6800" rIns="90000" bIns="46800">
            <a:sp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800" b="0" strike="noStrike" spc="-1" dirty="0">
                <a:solidFill>
                  <a:srgbClr val="3333CC"/>
                </a:solidFill>
                <a:latin typeface="Courier New"/>
              </a:rPr>
              <a:t>#include &lt;</a:t>
            </a:r>
            <a:r>
              <a:rPr lang="it-IT" sz="1800" b="0" strike="noStrike" spc="-1" dirty="0" err="1">
                <a:solidFill>
                  <a:srgbClr val="3333CC"/>
                </a:solidFill>
                <a:latin typeface="Courier New"/>
              </a:rPr>
              <a:t>iostream</a:t>
            </a:r>
            <a:r>
              <a:rPr lang="it-IT" sz="1800" b="0" strike="noStrike" spc="-1" dirty="0">
                <a:solidFill>
                  <a:srgbClr val="3333CC"/>
                </a:solidFill>
                <a:latin typeface="Courier New"/>
              </a:rPr>
              <a:t>&gt;</a:t>
            </a:r>
            <a:endParaRPr lang="it-IT" sz="18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strike="noStrike" spc="-1" dirty="0">
                <a:solidFill>
                  <a:srgbClr val="3333CC"/>
                </a:solidFill>
                <a:latin typeface="Courier New"/>
              </a:rPr>
              <a:t>using namespace std;</a:t>
            </a:r>
            <a:endParaRPr lang="it-IT" sz="18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strike="noStrike" spc="-1" dirty="0">
                <a:solidFill>
                  <a:srgbClr val="3333CC"/>
                </a:solidFill>
                <a:latin typeface="Courier New"/>
              </a:rPr>
              <a:t>void main()</a:t>
            </a:r>
            <a:endParaRPr lang="it-IT" sz="18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800" b="0" strike="noStrike" spc="-1" dirty="0">
                <a:solidFill>
                  <a:srgbClr val="3333CC"/>
                </a:solidFill>
                <a:latin typeface="Courier New"/>
              </a:rPr>
              <a:t>{</a:t>
            </a:r>
            <a:endParaRPr lang="it-IT" sz="18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800" b="0" strike="noStrike" spc="-1" dirty="0">
                <a:solidFill>
                  <a:srgbClr val="3333CC"/>
                </a:solidFill>
                <a:latin typeface="Courier New"/>
              </a:rPr>
              <a:t> </a:t>
            </a:r>
            <a:r>
              <a:rPr lang="it-IT" sz="1800" b="0" strike="noStrike" spc="-1" dirty="0" err="1">
                <a:solidFill>
                  <a:srgbClr val="3333CC"/>
                </a:solidFill>
                <a:latin typeface="Courier New"/>
              </a:rPr>
              <a:t>char</a:t>
            </a:r>
            <a:r>
              <a:rPr lang="it-IT" sz="1800" b="0" strike="noStrike" spc="-1" dirty="0">
                <a:solidFill>
                  <a:srgbClr val="3333CC"/>
                </a:solidFill>
                <a:latin typeface="Courier New"/>
              </a:rPr>
              <a:t> nome[30]; // Definisce un array di caratteri</a:t>
            </a:r>
            <a:endParaRPr lang="it-IT" sz="18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1800" b="0" strike="noStrike" spc="-1" dirty="0">
                <a:solidFill>
                  <a:srgbClr val="3333CC"/>
                </a:solidFill>
                <a:latin typeface="Courier New"/>
              </a:rPr>
              <a:t> cin &gt;&gt; nome;	   // Legge caratteri e li mette dentro l’array</a:t>
            </a:r>
            <a:endParaRPr lang="it-IT" sz="18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1800" b="0" strike="noStrike" spc="-1" dirty="0">
                <a:solidFill>
                  <a:srgbClr val="3333CC"/>
                </a:solidFill>
                <a:latin typeface="Courier New"/>
              </a:rPr>
              <a:t> </a:t>
            </a:r>
            <a:r>
              <a:rPr lang="it-IT" sz="1800" b="0" strike="noStrike" spc="-1" dirty="0" err="1">
                <a:solidFill>
                  <a:srgbClr val="3333CC"/>
                </a:solidFill>
                <a:latin typeface="Courier New"/>
              </a:rPr>
              <a:t>cout</a:t>
            </a:r>
            <a:r>
              <a:rPr lang="it-IT" sz="1800" b="0" strike="noStrike" spc="-1" dirty="0">
                <a:solidFill>
                  <a:srgbClr val="3333CC"/>
                </a:solidFill>
                <a:latin typeface="Courier New"/>
              </a:rPr>
              <a:t> &lt;&lt; nome;	// visualizza tutto il contenuto dell’array</a:t>
            </a:r>
            <a:endParaRPr lang="it-IT" sz="18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800" b="0" strike="noStrike" spc="-1" dirty="0">
                <a:solidFill>
                  <a:srgbClr val="3333CC"/>
                </a:solidFill>
                <a:latin typeface="Courier New"/>
              </a:rPr>
              <a:t>}  </a:t>
            </a:r>
            <a:endParaRPr lang="it-IT" sz="1800" b="0" strike="noStrike" spc="-1" dirty="0">
              <a:latin typeface="Arial"/>
            </a:endParaRPr>
          </a:p>
        </p:txBody>
      </p:sp>
      <p:sp>
        <p:nvSpPr>
          <p:cNvPr id="111" name="CustomShape 3"/>
          <p:cNvSpPr/>
          <p:nvPr/>
        </p:nvSpPr>
        <p:spPr>
          <a:xfrm>
            <a:off x="33840" y="1250664"/>
            <a:ext cx="7561440" cy="7038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 marL="360000" indent="-360000">
              <a:buSzPct val="100000"/>
              <a:buBlip>
                <a:blip r:embed="rId2"/>
              </a:buBlip>
            </a:pPr>
            <a:r>
              <a:rPr lang="en-US" sz="20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lang="it-IT" sz="2000" b="0" strike="noStrike" spc="-1" dirty="0">
                <a:solidFill>
                  <a:srgbClr val="000000"/>
                </a:solidFill>
                <a:latin typeface="Arial"/>
              </a:rPr>
              <a:t>gli operatori di estrazione 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</a:rPr>
              <a:t>&gt;&gt;</a:t>
            </a:r>
            <a:r>
              <a:rPr lang="it-IT" sz="2000" b="0" strike="noStrike" spc="-1" dirty="0">
                <a:solidFill>
                  <a:srgbClr val="000000"/>
                </a:solidFill>
                <a:latin typeface="Arial"/>
              </a:rPr>
              <a:t> e di inserimento 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</a:rPr>
              <a:t>&lt;&lt;</a:t>
            </a:r>
            <a:r>
              <a:rPr lang="it-IT" sz="2000" b="0" strike="noStrike" spc="-1" dirty="0">
                <a:solidFill>
                  <a:srgbClr val="000000"/>
                </a:solidFill>
                <a:latin typeface="Arial"/>
              </a:rPr>
              <a:t> con un vettore di caratteri si comportano in maniera speciale: </a:t>
            </a:r>
            <a:endParaRPr lang="it-IT" sz="2000" b="0" strike="noStrike" spc="-1" dirty="0">
              <a:latin typeface="Arial"/>
            </a:endParaRPr>
          </a:p>
        </p:txBody>
      </p:sp>
      <p:sp>
        <p:nvSpPr>
          <p:cNvPr id="112" name="CustomShape 4"/>
          <p:cNvSpPr/>
          <p:nvPr/>
        </p:nvSpPr>
        <p:spPr>
          <a:xfrm>
            <a:off x="38561" y="4435560"/>
            <a:ext cx="8642520" cy="10087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 marL="360000" indent="-360000">
              <a:buSzPct val="100000"/>
              <a:buBlip>
                <a:blip r:embed="rId2"/>
              </a:buBlip>
            </a:pPr>
            <a:r>
              <a:rPr lang="en-US" sz="20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lang="it-IT" sz="2000" b="0" strike="noStrike" spc="-1" dirty="0">
                <a:solidFill>
                  <a:srgbClr val="000000"/>
                </a:solidFill>
                <a:latin typeface="Arial"/>
              </a:rPr>
              <a:t>l'operatore 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</a:rPr>
              <a:t>&gt;&gt;</a:t>
            </a:r>
            <a:r>
              <a:rPr lang="it-IT" sz="2000" b="0" strike="noStrike" spc="-1" dirty="0">
                <a:solidFill>
                  <a:srgbClr val="000000"/>
                </a:solidFill>
                <a:latin typeface="Arial"/>
              </a:rPr>
              <a:t> termina la lettura quando trova uno spazio; per leggere una sequenza di caratteri che comprende spazi bianchi si deve utilizzare la funzione di libreria 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</a:rPr>
              <a:t>getline()</a:t>
            </a:r>
            <a:r>
              <a:rPr lang="it-IT" sz="2000" b="0" strike="noStrike" spc="-1" dirty="0">
                <a:solidFill>
                  <a:srgbClr val="000000"/>
                </a:solidFill>
                <a:latin typeface="Arial"/>
              </a:rPr>
              <a:t> invece che l'operatore 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</a:rPr>
              <a:t>&gt;&gt;</a:t>
            </a:r>
            <a:r>
              <a:rPr lang="it-IT" sz="2000" b="0" strike="noStrike" spc="-1" dirty="0">
                <a:solidFill>
                  <a:srgbClr val="000000"/>
                </a:solidFill>
                <a:latin typeface="Arial"/>
              </a:rPr>
              <a:t>. </a:t>
            </a:r>
            <a:endParaRPr lang="it-IT" sz="2000" b="0" strike="noStrike" spc="-1" dirty="0">
              <a:latin typeface="Arial"/>
            </a:endParaRPr>
          </a:p>
        </p:txBody>
      </p:sp>
      <p:sp>
        <p:nvSpPr>
          <p:cNvPr id="113" name="CustomShape 5"/>
          <p:cNvSpPr/>
          <p:nvPr/>
        </p:nvSpPr>
        <p:spPr>
          <a:xfrm>
            <a:off x="33840" y="5444280"/>
            <a:ext cx="8642160" cy="10087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 marL="360000" indent="-360000">
              <a:buSzPct val="100000"/>
              <a:buBlip>
                <a:blip r:embed="rId2"/>
              </a:buBlip>
            </a:pPr>
            <a:r>
              <a:rPr lang="en-US" sz="20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lang="it-IT" sz="2000" b="0" strike="noStrike" spc="-1" dirty="0">
                <a:solidFill>
                  <a:srgbClr val="000000"/>
                </a:solidFill>
                <a:latin typeface="Arial"/>
              </a:rPr>
              <a:t>i segni d’interpunzione (apostrofi, virgole, punti, ecc.) fanno parte delle stringhe, mentre i caratteri di spaziatura (bianchi, tabulazioni, nuove righe, ecc.) no</a:t>
            </a:r>
            <a:endParaRPr lang="it-IT" sz="2000" b="0" strike="noStrike" spc="-1" dirty="0">
              <a:latin typeface="Arial"/>
            </a:endParaRPr>
          </a:p>
        </p:txBody>
      </p:sp>
      <p:sp>
        <p:nvSpPr>
          <p:cNvPr id="7" name="CustomShape 1">
            <a:extLst>
              <a:ext uri="{FF2B5EF4-FFF2-40B4-BE49-F238E27FC236}">
                <a16:creationId xmlns:a16="http://schemas.microsoft.com/office/drawing/2014/main" id="{40BC7144-5BC7-4F49-B4D9-876B65586068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Input/Output di stringhe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CustomShape 2"/>
          <p:cNvSpPr/>
          <p:nvPr/>
        </p:nvSpPr>
        <p:spPr>
          <a:xfrm>
            <a:off x="70560" y="1640520"/>
            <a:ext cx="8785440" cy="4899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600" b="0" strike="noStrike" spc="-1">
                <a:solidFill>
                  <a:srgbClr val="000000"/>
                </a:solidFill>
                <a:latin typeface="Courier New"/>
              </a:rPr>
              <a:t>cin.get(</a:t>
            </a:r>
            <a:r>
              <a:rPr lang="it-IT" sz="2600" b="0" i="1" strike="noStrike" spc="-1">
                <a:solidFill>
                  <a:srgbClr val="000000"/>
                </a:solidFill>
                <a:latin typeface="Courier New"/>
              </a:rPr>
              <a:t>car</a:t>
            </a:r>
            <a:r>
              <a:rPr lang="it-IT" sz="2600" b="0" strike="noStrike" spc="-1">
                <a:solidFill>
                  <a:srgbClr val="000000"/>
                </a:solidFill>
                <a:latin typeface="Courier New"/>
              </a:rPr>
              <a:t>); </a:t>
            </a:r>
            <a:r>
              <a:rPr lang="it-IT" sz="2600" b="0" strike="noStrike" spc="-1">
                <a:solidFill>
                  <a:srgbClr val="3333CC"/>
                </a:solidFill>
                <a:latin typeface="Courier New"/>
              </a:rPr>
              <a:t>  </a:t>
            </a:r>
            <a:endParaRPr lang="it-IT" sz="2600" b="0" strike="noStrike" spc="-1">
              <a:latin typeface="Arial"/>
            </a:endParaRPr>
          </a:p>
        </p:txBody>
      </p:sp>
      <p:sp>
        <p:nvSpPr>
          <p:cNvPr id="116" name="CustomShape 3"/>
          <p:cNvSpPr/>
          <p:nvPr/>
        </p:nvSpPr>
        <p:spPr>
          <a:xfrm>
            <a:off x="70560" y="2145600"/>
            <a:ext cx="8713800" cy="10994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200" b="0" strike="noStrike" spc="-1">
                <a:solidFill>
                  <a:srgbClr val="000000"/>
                </a:solidFill>
                <a:latin typeface="Arial"/>
              </a:rPr>
              <a:t>copia il carattere seguente del flusso di input </a:t>
            </a:r>
            <a:r>
              <a:rPr lang="it-IT" sz="2200" b="0" strike="noStrike" spc="-1">
                <a:solidFill>
                  <a:srgbClr val="000000"/>
                </a:solidFill>
                <a:latin typeface="Courier New"/>
              </a:rPr>
              <a:t>cin</a:t>
            </a:r>
            <a:r>
              <a:rPr lang="it-IT" sz="2200" b="0" strike="noStrike" spc="-1">
                <a:solidFill>
                  <a:srgbClr val="000000"/>
                </a:solidFill>
                <a:latin typeface="Arial"/>
              </a:rPr>
              <a:t> nella variabile </a:t>
            </a:r>
            <a:r>
              <a:rPr lang="it-IT" sz="2200" b="0" strike="noStrike" spc="-1">
                <a:solidFill>
                  <a:srgbClr val="000000"/>
                </a:solidFill>
                <a:latin typeface="Courier New"/>
              </a:rPr>
              <a:t>car</a:t>
            </a:r>
            <a:r>
              <a:rPr lang="it-IT" sz="2200" b="0" strike="noStrike" spc="-1">
                <a:solidFill>
                  <a:srgbClr val="000000"/>
                </a:solidFill>
                <a:latin typeface="Arial"/>
              </a:rPr>
              <a:t> e restituisce </a:t>
            </a:r>
            <a:r>
              <a:rPr lang="it-IT" sz="2200" b="0" strike="noStrike" spc="-1">
                <a:solidFill>
                  <a:srgbClr val="000000"/>
                </a:solidFill>
                <a:latin typeface="Courier New"/>
              </a:rPr>
              <a:t>1</a:t>
            </a:r>
            <a:r>
              <a:rPr lang="it-IT" sz="2200" b="0" strike="noStrike" spc="-1">
                <a:solidFill>
                  <a:srgbClr val="000000"/>
                </a:solidFill>
                <a:latin typeface="Arial"/>
              </a:rPr>
              <a:t>, a meno che non riconosca la fine del flusso, caso in cui restituisce </a:t>
            </a:r>
            <a:r>
              <a:rPr lang="it-IT" sz="2200" b="0" strike="noStrike" spc="-1">
                <a:solidFill>
                  <a:srgbClr val="000000"/>
                </a:solidFill>
                <a:latin typeface="Courier New"/>
              </a:rPr>
              <a:t>0</a:t>
            </a:r>
            <a:r>
              <a:rPr lang="it-IT" sz="2200" b="0" strike="noStrike" spc="-1">
                <a:solidFill>
                  <a:srgbClr val="000000"/>
                </a:solidFill>
                <a:latin typeface="Arial"/>
              </a:rPr>
              <a:t> </a:t>
            </a: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 </a:t>
            </a:r>
            <a:r>
              <a:rPr lang="it-IT" sz="2200" b="0" strike="noStrike" spc="-1">
                <a:solidFill>
                  <a:srgbClr val="000000"/>
                </a:solidFill>
                <a:latin typeface="Arial"/>
              </a:rPr>
              <a:t> </a:t>
            </a:r>
            <a:endParaRPr lang="it-IT" sz="2200" b="0" strike="noStrike" spc="-1">
              <a:latin typeface="Arial"/>
            </a:endParaRPr>
          </a:p>
        </p:txBody>
      </p:sp>
      <p:sp>
        <p:nvSpPr>
          <p:cNvPr id="117" name="CustomShape 4"/>
          <p:cNvSpPr/>
          <p:nvPr/>
        </p:nvSpPr>
        <p:spPr>
          <a:xfrm>
            <a:off x="141840" y="3416760"/>
            <a:ext cx="8642520" cy="27752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strike="noStrike" spc="-1">
                <a:solidFill>
                  <a:srgbClr val="3333CC"/>
                </a:solidFill>
                <a:latin typeface="Courier New"/>
              </a:rPr>
              <a:t> </a:t>
            </a:r>
            <a:r>
              <a:rPr lang="it-IT" sz="2200" b="0" strike="noStrike" spc="-1">
                <a:solidFill>
                  <a:srgbClr val="3333CC"/>
                </a:solidFill>
                <a:latin typeface="Courier New"/>
              </a:rPr>
              <a:t>main()</a:t>
            </a:r>
            <a:endParaRPr lang="it-IT" sz="220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200" b="0" strike="noStrike" spc="-1">
                <a:solidFill>
                  <a:srgbClr val="3333CC"/>
                </a:solidFill>
                <a:latin typeface="Courier New"/>
              </a:rPr>
              <a:t>{</a:t>
            </a:r>
            <a:endParaRPr lang="it-IT" sz="220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200" b="0" strike="noStrike" spc="-1">
                <a:solidFill>
                  <a:srgbClr val="3333CC"/>
                </a:solidFill>
                <a:latin typeface="Courier New"/>
              </a:rPr>
              <a:t>   </a:t>
            </a:r>
            <a:r>
              <a:rPr lang="en-GB" sz="2200" b="0" strike="noStrike" spc="-1">
                <a:solidFill>
                  <a:srgbClr val="3333CC"/>
                </a:solidFill>
                <a:latin typeface="Courier New"/>
              </a:rPr>
              <a:t>char car;</a:t>
            </a:r>
            <a:endParaRPr lang="it-IT" sz="220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200" b="0" strike="noStrike" spc="-1">
                <a:solidFill>
                  <a:srgbClr val="3333CC"/>
                </a:solidFill>
                <a:latin typeface="Courier New"/>
              </a:rPr>
              <a:t>   int contatore = 0;</a:t>
            </a:r>
            <a:endParaRPr lang="it-IT" sz="220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200" b="0" strike="noStrike" spc="-1">
                <a:solidFill>
                  <a:srgbClr val="3333CC"/>
                </a:solidFill>
                <a:latin typeface="Courier New"/>
              </a:rPr>
              <a:t>   while (cin.get(car))</a:t>
            </a:r>
            <a:endParaRPr lang="it-IT" sz="220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200" b="0" strike="noStrike" spc="-1">
                <a:solidFill>
                  <a:srgbClr val="3333CC"/>
                </a:solidFill>
                <a:latin typeface="Courier New"/>
              </a:rPr>
              <a:t>      if (car == 't') ++contatore;</a:t>
            </a:r>
            <a:endParaRPr lang="it-IT" sz="220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200" b="0" strike="noStrike" spc="-1">
                <a:solidFill>
                  <a:srgbClr val="3333CC"/>
                </a:solidFill>
                <a:latin typeface="Courier New"/>
              </a:rPr>
              <a:t>   cout &lt;&lt; contatore &lt;&lt; "lettere t\n";</a:t>
            </a:r>
            <a:endParaRPr lang="it-IT" sz="220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200" b="0" strike="noStrike" spc="-1">
                <a:solidFill>
                  <a:srgbClr val="3333CC"/>
                </a:solidFill>
                <a:latin typeface="Courier New"/>
              </a:rPr>
              <a:t>} </a:t>
            </a:r>
            <a:endParaRPr lang="it-IT" sz="2200" b="0" strike="noStrike" spc="-1">
              <a:latin typeface="Arial"/>
            </a:endParaRPr>
          </a:p>
        </p:txBody>
      </p:sp>
      <p:sp>
        <p:nvSpPr>
          <p:cNvPr id="8" name="CustomShape 1">
            <a:extLst>
              <a:ext uri="{FF2B5EF4-FFF2-40B4-BE49-F238E27FC236}">
                <a16:creationId xmlns:a16="http://schemas.microsoft.com/office/drawing/2014/main" id="{F8500308-B6DC-415F-8F93-9B2FE82296F9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cin.get</a:t>
            </a:r>
            <a:r>
              <a:rPr lang="it-IT" sz="4000" spc="-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CustomShape 2"/>
          <p:cNvSpPr/>
          <p:nvPr/>
        </p:nvSpPr>
        <p:spPr>
          <a:xfrm>
            <a:off x="-72000" y="1872000"/>
            <a:ext cx="8785440" cy="6732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 dirty="0" err="1">
                <a:solidFill>
                  <a:srgbClr val="000000"/>
                </a:solidFill>
                <a:latin typeface="Courier New"/>
              </a:rPr>
              <a:t>cin.getline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</a:rPr>
              <a:t>(</a:t>
            </a:r>
            <a:r>
              <a:rPr lang="it-IT" sz="2000" b="0" i="1" strike="noStrike" spc="-1" dirty="0" err="1">
                <a:solidFill>
                  <a:srgbClr val="000000"/>
                </a:solidFill>
                <a:latin typeface="Courier New"/>
              </a:rPr>
              <a:t>var_str</a:t>
            </a:r>
            <a:r>
              <a:rPr lang="it-IT" sz="2000" b="0" i="1" strike="noStrike" spc="-1" dirty="0">
                <a:solidFill>
                  <a:srgbClr val="000000"/>
                </a:solidFill>
                <a:latin typeface="Courier New"/>
              </a:rPr>
              <a:t>, max_lung_string+1, 'separatore'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</a:rPr>
              <a:t>); </a:t>
            </a:r>
            <a:r>
              <a:rPr lang="it-IT" sz="1800" b="0" strike="noStrike" spc="-1" dirty="0">
                <a:solidFill>
                  <a:srgbClr val="3333CC"/>
                </a:solidFill>
                <a:latin typeface="Courier New"/>
              </a:rPr>
              <a:t>  </a:t>
            </a:r>
            <a:endParaRPr lang="it-IT" sz="1800" b="0" strike="noStrike" spc="-1" dirty="0">
              <a:latin typeface="Arial"/>
            </a:endParaRPr>
          </a:p>
        </p:txBody>
      </p:sp>
      <p:sp>
        <p:nvSpPr>
          <p:cNvPr id="120" name="CustomShape 3"/>
          <p:cNvSpPr/>
          <p:nvPr/>
        </p:nvSpPr>
        <p:spPr>
          <a:xfrm>
            <a:off x="918720" y="2350080"/>
            <a:ext cx="2013840" cy="8240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008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 marL="216000" indent="-216000" algn="r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600" b="0" strike="noStrike" spc="-1">
                <a:solidFill>
                  <a:srgbClr val="000000"/>
                </a:solidFill>
                <a:latin typeface="Arial"/>
              </a:rPr>
              <a:t>identificatore della variabile stringa</a:t>
            </a:r>
            <a:endParaRPr lang="it-IT" sz="1600" b="0" strike="noStrike" spc="-1">
              <a:latin typeface="Arial"/>
            </a:endParaRPr>
          </a:p>
        </p:txBody>
      </p:sp>
      <p:sp>
        <p:nvSpPr>
          <p:cNvPr id="121" name="CustomShape 4"/>
          <p:cNvSpPr/>
          <p:nvPr/>
        </p:nvSpPr>
        <p:spPr>
          <a:xfrm>
            <a:off x="94680" y="4401000"/>
            <a:ext cx="8642520" cy="17697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 marL="360000" indent="-360000">
              <a:buSzPct val="100000"/>
              <a:buBlip>
                <a:blip r:embed="rId2"/>
              </a:buBlip>
            </a:pPr>
            <a:r>
              <a:rPr lang="es-ES" sz="22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s-ES" sz="2200" b="0" strike="noStrike" spc="-1" dirty="0" err="1">
                <a:solidFill>
                  <a:srgbClr val="000000"/>
                </a:solidFill>
                <a:latin typeface="Courier New"/>
              </a:rPr>
              <a:t>cin.getline</a:t>
            </a:r>
            <a:r>
              <a:rPr lang="es-ES" sz="2200" b="0" strike="noStrike" spc="-1" dirty="0">
                <a:solidFill>
                  <a:srgbClr val="000000"/>
                </a:solidFill>
                <a:latin typeface="Courier New"/>
              </a:rPr>
              <a:t>(</a:t>
            </a:r>
            <a:r>
              <a:rPr lang="es-ES" sz="2200" b="0" strike="noStrike" spc="-1" dirty="0" err="1">
                <a:solidFill>
                  <a:srgbClr val="000000"/>
                </a:solidFill>
                <a:latin typeface="Courier New"/>
              </a:rPr>
              <a:t>str</a:t>
            </a:r>
            <a:r>
              <a:rPr lang="es-ES" sz="2200" b="0" strike="noStrike" spc="-1" dirty="0">
                <a:solidFill>
                  <a:srgbClr val="000000"/>
                </a:solidFill>
                <a:latin typeface="Courier New"/>
              </a:rPr>
              <a:t>, n, car)</a:t>
            </a:r>
            <a:r>
              <a:rPr lang="es-ES" sz="22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s-ES" sz="2200" b="0" strike="noStrike" spc="-1" dirty="0" err="1">
                <a:solidFill>
                  <a:srgbClr val="000000"/>
                </a:solidFill>
                <a:latin typeface="Arial"/>
              </a:rPr>
              <a:t>legge</a:t>
            </a:r>
            <a:r>
              <a:rPr lang="es-ES" sz="22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s-ES" sz="2200" b="0" strike="noStrike" spc="-1" dirty="0" err="1">
                <a:solidFill>
                  <a:srgbClr val="000000"/>
                </a:solidFill>
                <a:latin typeface="Arial"/>
              </a:rPr>
              <a:t>tutti</a:t>
            </a:r>
            <a:r>
              <a:rPr lang="es-ES" sz="22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s-ES" sz="2200" b="0" strike="noStrike" spc="-1" dirty="0" err="1">
                <a:solidFill>
                  <a:srgbClr val="000000"/>
                </a:solidFill>
                <a:latin typeface="Arial"/>
              </a:rPr>
              <a:t>gli</a:t>
            </a:r>
            <a:r>
              <a:rPr lang="es-ES" sz="2200" b="0" strike="noStrike" spc="-1" dirty="0">
                <a:solidFill>
                  <a:srgbClr val="000000"/>
                </a:solidFill>
                <a:latin typeface="Arial"/>
              </a:rPr>
              <a:t> inputs fino </a:t>
            </a:r>
            <a:r>
              <a:rPr lang="es-ES" sz="2200" b="0" strike="noStrike" spc="-1" dirty="0" err="1">
                <a:solidFill>
                  <a:srgbClr val="000000"/>
                </a:solidFill>
                <a:latin typeface="Arial"/>
              </a:rPr>
              <a:t>alla</a:t>
            </a:r>
            <a:r>
              <a:rPr lang="es-ES" sz="2200" b="0" strike="noStrike" spc="-1" dirty="0">
                <a:solidFill>
                  <a:srgbClr val="000000"/>
                </a:solidFill>
                <a:latin typeface="Arial"/>
              </a:rPr>
              <a:t> prima </a:t>
            </a:r>
            <a:r>
              <a:rPr lang="es-ES" sz="2200" b="0" strike="noStrike" spc="-1" dirty="0" err="1">
                <a:solidFill>
                  <a:srgbClr val="000000"/>
                </a:solidFill>
                <a:latin typeface="Arial"/>
              </a:rPr>
              <a:t>occorrenza</a:t>
            </a:r>
            <a:r>
              <a:rPr lang="es-ES" sz="2200" b="0" strike="noStrike" spc="-1" dirty="0">
                <a:solidFill>
                  <a:srgbClr val="000000"/>
                </a:solidFill>
                <a:latin typeface="Arial"/>
              </a:rPr>
              <a:t> del </a:t>
            </a:r>
            <a:r>
              <a:rPr lang="es-ES" sz="2200" b="0" strike="noStrike" spc="-1" dirty="0" err="1">
                <a:solidFill>
                  <a:srgbClr val="000000"/>
                </a:solidFill>
                <a:latin typeface="Arial"/>
              </a:rPr>
              <a:t>carattere</a:t>
            </a:r>
            <a:r>
              <a:rPr lang="es-ES" sz="22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s-ES" sz="2200" b="0" strike="noStrike" spc="-1" dirty="0">
                <a:solidFill>
                  <a:srgbClr val="000000"/>
                </a:solidFill>
                <a:latin typeface="Courier New"/>
              </a:rPr>
              <a:t>car</a:t>
            </a:r>
            <a:r>
              <a:rPr lang="es-ES" sz="2200" b="0" strike="noStrike" spc="-1" dirty="0">
                <a:solidFill>
                  <a:srgbClr val="000000"/>
                </a:solidFill>
                <a:latin typeface="Arial"/>
              </a:rPr>
              <a:t> e </a:t>
            </a:r>
            <a:r>
              <a:rPr lang="es-ES" sz="2200" b="0" strike="noStrike" spc="-1" dirty="0" err="1">
                <a:solidFill>
                  <a:srgbClr val="000000"/>
                </a:solidFill>
                <a:latin typeface="Arial"/>
              </a:rPr>
              <a:t>li</a:t>
            </a:r>
            <a:r>
              <a:rPr lang="es-ES" sz="22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s-ES" sz="2200" b="0" strike="noStrike" spc="-1" dirty="0" err="1">
                <a:solidFill>
                  <a:srgbClr val="000000"/>
                </a:solidFill>
                <a:latin typeface="Arial"/>
              </a:rPr>
              <a:t>mette</a:t>
            </a:r>
            <a:r>
              <a:rPr lang="es-ES" sz="2200" b="0" strike="noStrike" spc="-1" dirty="0">
                <a:solidFill>
                  <a:srgbClr val="000000"/>
                </a:solidFill>
                <a:latin typeface="Arial"/>
              </a:rPr>
              <a:t> in </a:t>
            </a:r>
            <a:r>
              <a:rPr lang="es-ES" sz="2200" b="0" strike="noStrike" spc="-1" dirty="0" err="1">
                <a:solidFill>
                  <a:srgbClr val="000000"/>
                </a:solidFill>
                <a:latin typeface="Courier New"/>
              </a:rPr>
              <a:t>str</a:t>
            </a:r>
            <a:endParaRPr lang="it-IT" sz="2200" b="0" strike="noStrike" spc="-1" dirty="0">
              <a:latin typeface="Arial"/>
            </a:endParaRPr>
          </a:p>
          <a:p>
            <a:pPr marL="457200" lvl="1" indent="-216000">
              <a:buSzPct val="100000"/>
              <a:buBlip>
                <a:blip r:embed="rId3"/>
              </a:buBlip>
            </a:pPr>
            <a:r>
              <a:rPr lang="it-IT" sz="2200" b="0" strike="noStrike" spc="-1" dirty="0">
                <a:solidFill>
                  <a:srgbClr val="000000"/>
                </a:solidFill>
                <a:latin typeface="Arial"/>
              </a:rPr>
              <a:t>se </a:t>
            </a:r>
            <a:r>
              <a:rPr lang="it-IT" sz="2200" b="0" strike="noStrike" spc="-1" dirty="0">
                <a:solidFill>
                  <a:srgbClr val="000000"/>
                </a:solidFill>
                <a:latin typeface="Courier New"/>
              </a:rPr>
              <a:t>car</a:t>
            </a:r>
            <a:r>
              <a:rPr lang="it-IT" sz="2200" b="0" strike="noStrike" spc="-1" dirty="0">
                <a:solidFill>
                  <a:srgbClr val="000000"/>
                </a:solidFill>
                <a:latin typeface="Arial"/>
              </a:rPr>
              <a:t> è </a:t>
            </a:r>
            <a:r>
              <a:rPr lang="it-IT" sz="2200" b="0" strike="noStrike" spc="-1" dirty="0">
                <a:solidFill>
                  <a:srgbClr val="000000"/>
                </a:solidFill>
                <a:latin typeface="Courier New"/>
              </a:rPr>
              <a:t>'\n'</a:t>
            </a:r>
            <a:r>
              <a:rPr lang="it-IT" sz="2200" b="0" strike="noStrike" spc="-1" dirty="0">
                <a:solidFill>
                  <a:srgbClr val="000000"/>
                </a:solidFill>
                <a:latin typeface="Arial"/>
              </a:rPr>
              <a:t>, la chiamata è equivalente a</a:t>
            </a:r>
            <a:br>
              <a:rPr dirty="0"/>
            </a:br>
            <a:r>
              <a:rPr lang="it-IT" sz="2200" b="0" strike="noStrike" spc="-1" dirty="0" err="1">
                <a:solidFill>
                  <a:srgbClr val="000000"/>
                </a:solidFill>
                <a:latin typeface="Courier New"/>
              </a:rPr>
              <a:t>cin.getline</a:t>
            </a:r>
            <a:r>
              <a:rPr lang="it-IT" sz="2200" b="0" strike="noStrike" spc="-1" dirty="0">
                <a:solidFill>
                  <a:srgbClr val="000000"/>
                </a:solidFill>
                <a:latin typeface="Courier New"/>
              </a:rPr>
              <a:t>(</a:t>
            </a:r>
            <a:r>
              <a:rPr lang="it-IT" sz="2200" b="0" strike="noStrike" spc="-1" dirty="0" err="1">
                <a:solidFill>
                  <a:srgbClr val="000000"/>
                </a:solidFill>
                <a:latin typeface="Courier New"/>
              </a:rPr>
              <a:t>str</a:t>
            </a:r>
            <a:r>
              <a:rPr lang="it-IT" sz="2200" b="0" strike="noStrike" spc="-1" dirty="0">
                <a:solidFill>
                  <a:srgbClr val="000000"/>
                </a:solidFill>
                <a:latin typeface="Courier New"/>
              </a:rPr>
              <a:t>, n)</a:t>
            </a:r>
            <a:endParaRPr lang="it-IT" sz="2200" b="0" strike="noStrike" spc="-1" dirty="0">
              <a:latin typeface="Arial"/>
            </a:endParaRPr>
          </a:p>
          <a:p>
            <a:pPr marL="457200" lvl="1" indent="-216000">
              <a:buSzPct val="100000"/>
              <a:buBlip>
                <a:blip r:embed="rId3"/>
              </a:buBlip>
            </a:pPr>
            <a:r>
              <a:rPr lang="es-ES" sz="2200" b="0" strike="noStrike" spc="-1" dirty="0">
                <a:solidFill>
                  <a:srgbClr val="000000"/>
                </a:solidFill>
                <a:latin typeface="Courier New"/>
              </a:rPr>
              <a:t>car</a:t>
            </a:r>
            <a:r>
              <a:rPr lang="it-IT" sz="2200" b="0" strike="noStrike" spc="-1" dirty="0">
                <a:solidFill>
                  <a:srgbClr val="000000"/>
                </a:solidFill>
                <a:latin typeface="Arial"/>
              </a:rPr>
              <a:t> non viene inserito in </a:t>
            </a:r>
            <a:r>
              <a:rPr lang="es-ES" sz="2200" b="0" strike="noStrike" spc="-1" dirty="0" err="1">
                <a:solidFill>
                  <a:srgbClr val="000000"/>
                </a:solidFill>
                <a:latin typeface="Courier New"/>
              </a:rPr>
              <a:t>str</a:t>
            </a:r>
            <a:r>
              <a:rPr lang="it-IT" sz="2200" b="0" strike="noStrike" spc="-1" dirty="0">
                <a:solidFill>
                  <a:srgbClr val="000000"/>
                </a:solidFill>
                <a:latin typeface="Arial"/>
              </a:rPr>
              <a:t> ma viene estratto dal flusso</a:t>
            </a:r>
            <a:endParaRPr lang="it-IT" sz="2200" b="0" strike="noStrike" spc="-1" dirty="0">
              <a:latin typeface="Arial"/>
            </a:endParaRPr>
          </a:p>
        </p:txBody>
      </p:sp>
      <p:sp>
        <p:nvSpPr>
          <p:cNvPr id="122" name="CustomShape 5"/>
          <p:cNvSpPr/>
          <p:nvPr/>
        </p:nvSpPr>
        <p:spPr>
          <a:xfrm>
            <a:off x="3272760" y="2313720"/>
            <a:ext cx="2682360" cy="611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 marL="216000" indent="-216000" algn="ctr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800" b="0" strike="noStrike" spc="-1">
                <a:solidFill>
                  <a:srgbClr val="000000"/>
                </a:solidFill>
                <a:latin typeface="Arial"/>
              </a:rPr>
              <a:t> </a:t>
            </a:r>
            <a:r>
              <a:rPr lang="it-IT" sz="1600" b="0" strike="noStrike" spc="-1">
                <a:solidFill>
                  <a:srgbClr val="000000"/>
                </a:solidFill>
                <a:latin typeface="Arial"/>
              </a:rPr>
              <a:t>lunghezza massima della stringa</a:t>
            </a:r>
            <a:endParaRPr lang="it-IT" sz="1600" b="0" strike="noStrike" spc="-1">
              <a:latin typeface="Arial"/>
            </a:endParaRPr>
          </a:p>
        </p:txBody>
      </p:sp>
      <p:sp>
        <p:nvSpPr>
          <p:cNvPr id="123" name="CustomShape 6"/>
          <p:cNvSpPr/>
          <p:nvPr/>
        </p:nvSpPr>
        <p:spPr>
          <a:xfrm>
            <a:off x="6192000" y="2339640"/>
            <a:ext cx="2664000" cy="20408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600" b="0" strike="noStrike" spc="-1" dirty="0">
                <a:solidFill>
                  <a:srgbClr val="000000"/>
                </a:solidFill>
                <a:latin typeface="Arial"/>
              </a:rPr>
              <a:t>carattere successivo all’ultimo carattere della stringa (la funzione </a:t>
            </a:r>
            <a:r>
              <a:rPr lang="it-IT" sz="1600" b="0" strike="noStrike" spc="-1" dirty="0">
                <a:solidFill>
                  <a:srgbClr val="000000"/>
                </a:solidFill>
                <a:latin typeface="Courier New"/>
              </a:rPr>
              <a:t>getline()</a:t>
            </a:r>
            <a:r>
              <a:rPr lang="it-IT" sz="1600" b="0" strike="noStrike" spc="-1" dirty="0">
                <a:solidFill>
                  <a:srgbClr val="000000"/>
                </a:solidFill>
                <a:latin typeface="Arial"/>
              </a:rPr>
              <a:t> inserisce automaticamente il carattere nullo come ultimo carattere della stringa).  </a:t>
            </a:r>
            <a:endParaRPr lang="it-IT" sz="1600" b="0" strike="noStrike" spc="-1" dirty="0">
              <a:latin typeface="Arial"/>
            </a:endParaRPr>
          </a:p>
        </p:txBody>
      </p:sp>
      <p:sp>
        <p:nvSpPr>
          <p:cNvPr id="124" name="CustomShape 7"/>
          <p:cNvSpPr/>
          <p:nvPr/>
        </p:nvSpPr>
        <p:spPr>
          <a:xfrm>
            <a:off x="2088000" y="1934640"/>
            <a:ext cx="1107360" cy="297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008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5" name="CustomShape 8"/>
          <p:cNvSpPr/>
          <p:nvPr/>
        </p:nvSpPr>
        <p:spPr>
          <a:xfrm>
            <a:off x="6336000" y="1958400"/>
            <a:ext cx="1800000" cy="3124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6" name="CustomShape 9"/>
          <p:cNvSpPr/>
          <p:nvPr/>
        </p:nvSpPr>
        <p:spPr>
          <a:xfrm>
            <a:off x="3312000" y="1958040"/>
            <a:ext cx="2671560" cy="3128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" name="CustomShape 1">
            <a:extLst>
              <a:ext uri="{FF2B5EF4-FFF2-40B4-BE49-F238E27FC236}">
                <a16:creationId xmlns:a16="http://schemas.microsoft.com/office/drawing/2014/main" id="{54490C8E-73AD-4E1D-B41B-3386D8E5148A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cin.getline</a:t>
            </a:r>
            <a:r>
              <a:rPr lang="it-IT" sz="4000" spc="-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extShape 2"/>
          <p:cNvSpPr txBox="1"/>
          <p:nvPr/>
        </p:nvSpPr>
        <p:spPr>
          <a:xfrm>
            <a:off x="360000" y="1872000"/>
            <a:ext cx="6878160" cy="37494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it-IT" sz="2000" b="0" strike="noStrike" spc="-1" dirty="0">
                <a:solidFill>
                  <a:srgbClr val="008080"/>
                </a:solidFill>
                <a:latin typeface="Courier New"/>
              </a:rPr>
              <a:t>#include</a:t>
            </a:r>
            <a:r>
              <a:rPr lang="it-IT" sz="2000" b="0" strike="noStrike" spc="-1" dirty="0">
                <a:latin typeface="Courier New"/>
              </a:rPr>
              <a:t> </a:t>
            </a:r>
            <a:r>
              <a:rPr lang="it-IT" sz="2000" b="0" strike="noStrike" spc="-1" dirty="0">
                <a:solidFill>
                  <a:srgbClr val="FF3333"/>
                </a:solidFill>
                <a:latin typeface="Courier New"/>
              </a:rPr>
              <a:t>&lt;</a:t>
            </a:r>
            <a:r>
              <a:rPr lang="it-IT" sz="2000" b="0" strike="noStrike" spc="-1" dirty="0" err="1">
                <a:solidFill>
                  <a:srgbClr val="FF3333"/>
                </a:solidFill>
                <a:latin typeface="Courier New"/>
              </a:rPr>
              <a:t>iostream</a:t>
            </a:r>
            <a:r>
              <a:rPr lang="it-IT" sz="2000" b="0" strike="noStrike" spc="-1" dirty="0">
                <a:solidFill>
                  <a:srgbClr val="FF3333"/>
                </a:solidFill>
                <a:latin typeface="Courier New"/>
              </a:rPr>
              <a:t>&gt;</a:t>
            </a:r>
            <a:endParaRPr lang="it-IT" sz="2000" b="0" strike="noStrike" spc="-1" dirty="0">
              <a:latin typeface="Arial"/>
            </a:endParaRPr>
          </a:p>
          <a:p>
            <a:endParaRPr lang="it-IT" sz="2000" b="0" strike="noStrike" spc="-1" dirty="0">
              <a:latin typeface="Arial"/>
            </a:endParaRPr>
          </a:p>
          <a:p>
            <a:r>
              <a:rPr lang="it-IT" sz="2000" b="1" strike="noStrike" spc="-1" dirty="0" err="1">
                <a:solidFill>
                  <a:srgbClr val="000080"/>
                </a:solidFill>
                <a:latin typeface="Courier New"/>
              </a:rPr>
              <a:t>using</a:t>
            </a:r>
            <a:r>
              <a:rPr lang="it-IT" sz="2000" b="1" strike="noStrike" spc="-1" dirty="0">
                <a:solidFill>
                  <a:srgbClr val="000080"/>
                </a:solidFill>
                <a:latin typeface="Courier New"/>
              </a:rPr>
              <a:t> </a:t>
            </a:r>
            <a:r>
              <a:rPr lang="it-IT" sz="2000" b="1" strike="noStrike" spc="-1" dirty="0" err="1">
                <a:solidFill>
                  <a:srgbClr val="000080"/>
                </a:solidFill>
                <a:latin typeface="Courier New"/>
              </a:rPr>
              <a:t>namespace</a:t>
            </a:r>
            <a:r>
              <a:rPr lang="it-IT" sz="2000" b="0" strike="noStrike" spc="-1" dirty="0">
                <a:latin typeface="Courier New"/>
              </a:rPr>
              <a:t> </a:t>
            </a:r>
            <a:r>
              <a:rPr lang="it-IT" sz="2000" b="0" strike="noStrike" spc="-1" dirty="0" err="1">
                <a:latin typeface="Courier New"/>
              </a:rPr>
              <a:t>std</a:t>
            </a:r>
            <a:r>
              <a:rPr lang="it-IT" sz="2000" b="0" strike="noStrike" spc="-1" dirty="0">
                <a:latin typeface="Courier New"/>
              </a:rPr>
              <a:t>;</a:t>
            </a:r>
            <a:endParaRPr lang="it-IT" sz="2000" b="0" strike="noStrike" spc="-1" dirty="0">
              <a:latin typeface="Arial"/>
            </a:endParaRPr>
          </a:p>
          <a:p>
            <a:endParaRPr lang="it-IT" sz="2000" b="0" strike="noStrike" spc="-1" dirty="0">
              <a:latin typeface="Arial"/>
            </a:endParaRPr>
          </a:p>
          <a:p>
            <a:r>
              <a:rPr lang="it-IT" sz="2000" b="1" strike="noStrike" spc="-1" dirty="0" err="1">
                <a:solidFill>
                  <a:srgbClr val="000080"/>
                </a:solidFill>
                <a:latin typeface="Courier New"/>
              </a:rPr>
              <a:t>int</a:t>
            </a:r>
            <a:r>
              <a:rPr lang="it-IT" sz="2000" b="0" strike="noStrike" spc="-1" dirty="0">
                <a:latin typeface="Courier New"/>
              </a:rPr>
              <a:t> </a:t>
            </a:r>
            <a:r>
              <a:rPr lang="it-IT" sz="2000" b="0" strike="noStrike" spc="-1" dirty="0" err="1">
                <a:latin typeface="Courier New"/>
              </a:rPr>
              <a:t>main</a:t>
            </a:r>
            <a:r>
              <a:rPr lang="it-IT" sz="2000" b="0" strike="noStrike" spc="-1" dirty="0">
                <a:latin typeface="Courier New"/>
              </a:rPr>
              <a:t>()</a:t>
            </a:r>
            <a:endParaRPr lang="it-IT" sz="2000" b="0" strike="noStrike" spc="-1" dirty="0">
              <a:latin typeface="Arial"/>
            </a:endParaRPr>
          </a:p>
          <a:p>
            <a:r>
              <a:rPr lang="it-IT" sz="2000" b="0" strike="noStrike" spc="-1" dirty="0">
                <a:latin typeface="Courier New"/>
              </a:rPr>
              <a:t>{ </a:t>
            </a:r>
            <a:endParaRPr lang="it-IT" sz="2000" b="0" strike="noStrike" spc="-1" dirty="0">
              <a:latin typeface="Arial"/>
            </a:endParaRPr>
          </a:p>
          <a:p>
            <a:r>
              <a:rPr lang="it-IT" sz="2000" b="0" strike="noStrike" spc="-1" dirty="0">
                <a:latin typeface="Courier New"/>
              </a:rPr>
              <a:t>	</a:t>
            </a:r>
            <a:r>
              <a:rPr lang="it-IT" sz="2000" b="1" strike="noStrike" spc="-1" dirty="0" err="1">
                <a:solidFill>
                  <a:srgbClr val="000080"/>
                </a:solidFill>
                <a:latin typeface="Courier New"/>
              </a:rPr>
              <a:t>char</a:t>
            </a:r>
            <a:r>
              <a:rPr lang="it-IT" sz="2000" b="0" strike="noStrike" spc="-1" dirty="0">
                <a:latin typeface="Courier New"/>
              </a:rPr>
              <a:t> stringa[20];</a:t>
            </a:r>
            <a:endParaRPr lang="it-IT" sz="2000" b="0" strike="noStrike" spc="-1" dirty="0">
              <a:latin typeface="Arial"/>
            </a:endParaRPr>
          </a:p>
          <a:p>
            <a:r>
              <a:rPr lang="it-IT" sz="2000" b="0" strike="noStrike" spc="-1" dirty="0">
                <a:latin typeface="Courier New"/>
              </a:rPr>
              <a:t>	</a:t>
            </a:r>
            <a:r>
              <a:rPr lang="it-IT" sz="2000" b="0" strike="noStrike" spc="-1" dirty="0" err="1">
                <a:latin typeface="Courier New"/>
              </a:rPr>
              <a:t>cout</a:t>
            </a:r>
            <a:r>
              <a:rPr lang="it-IT" sz="2000" b="0" strike="noStrike" spc="-1" dirty="0">
                <a:latin typeface="Courier New"/>
              </a:rPr>
              <a:t> &lt;&lt; "</a:t>
            </a:r>
            <a:r>
              <a:rPr lang="it-IT" sz="2000" b="0" strike="noStrike" spc="-1" dirty="0" err="1">
                <a:latin typeface="Courier New"/>
              </a:rPr>
              <a:t>Please</a:t>
            </a:r>
            <a:r>
              <a:rPr lang="it-IT" sz="2000" b="0" strike="noStrike" spc="-1" dirty="0">
                <a:latin typeface="Courier New"/>
              </a:rPr>
              <a:t>, </a:t>
            </a:r>
            <a:r>
              <a:rPr lang="it-IT" sz="2000" b="0" strike="noStrike" spc="-1" dirty="0" err="1">
                <a:latin typeface="Courier New"/>
              </a:rPr>
              <a:t>enter</a:t>
            </a:r>
            <a:r>
              <a:rPr lang="it-IT" sz="2000" b="0" strike="noStrike" spc="-1" dirty="0">
                <a:latin typeface="Courier New"/>
              </a:rPr>
              <a:t> </a:t>
            </a:r>
            <a:r>
              <a:rPr lang="it-IT" sz="2000" b="0" strike="noStrike" spc="-1" dirty="0" err="1">
                <a:latin typeface="Courier New"/>
              </a:rPr>
              <a:t>your</a:t>
            </a:r>
            <a:r>
              <a:rPr lang="it-IT" sz="2000" b="0" strike="noStrike" spc="-1" dirty="0">
                <a:latin typeface="Courier New"/>
              </a:rPr>
              <a:t> full name: ";</a:t>
            </a:r>
            <a:endParaRPr lang="it-IT" sz="2000" b="0" strike="noStrike" spc="-1" dirty="0">
              <a:latin typeface="Arial"/>
            </a:endParaRPr>
          </a:p>
          <a:p>
            <a:r>
              <a:rPr lang="it-IT" sz="2000" b="0" strike="noStrike" spc="-1" dirty="0">
                <a:latin typeface="Courier New"/>
              </a:rPr>
              <a:t>	</a:t>
            </a:r>
            <a:r>
              <a:rPr lang="it-IT" sz="2000" b="0" strike="noStrike" spc="-1" dirty="0" err="1">
                <a:latin typeface="Courier New"/>
              </a:rPr>
              <a:t>cin.getline</a:t>
            </a:r>
            <a:r>
              <a:rPr lang="it-IT" sz="2000" b="0" strike="noStrike" spc="-1" dirty="0">
                <a:latin typeface="Courier New"/>
              </a:rPr>
              <a:t>(stringa, 9);</a:t>
            </a:r>
            <a:endParaRPr lang="it-IT" sz="2000" b="0" strike="noStrike" spc="-1" dirty="0">
              <a:latin typeface="Arial"/>
            </a:endParaRPr>
          </a:p>
          <a:p>
            <a:r>
              <a:rPr lang="it-IT" sz="2000" b="0" strike="noStrike" spc="-1" dirty="0">
                <a:latin typeface="Courier New"/>
              </a:rPr>
              <a:t>	</a:t>
            </a:r>
            <a:r>
              <a:rPr lang="it-IT" sz="2000" b="0" strike="noStrike" spc="-1" dirty="0" err="1">
                <a:latin typeface="Courier New"/>
              </a:rPr>
              <a:t>cout</a:t>
            </a:r>
            <a:r>
              <a:rPr lang="it-IT" sz="2000" b="0" strike="noStrike" spc="-1" dirty="0">
                <a:latin typeface="Courier New"/>
              </a:rPr>
              <a:t> &lt;&lt; "Hello, " &lt;&lt; stringa &lt;&lt; "!\n";</a:t>
            </a:r>
            <a:endParaRPr lang="it-IT" sz="2000" b="0" strike="noStrike" spc="-1" dirty="0">
              <a:latin typeface="Arial"/>
            </a:endParaRPr>
          </a:p>
          <a:p>
            <a:r>
              <a:rPr lang="it-IT" sz="2000" b="0" strike="noStrike" spc="-1" dirty="0">
                <a:latin typeface="Courier New"/>
              </a:rPr>
              <a:t>	</a:t>
            </a:r>
            <a:r>
              <a:rPr lang="it-IT" sz="2000" b="1" strike="noStrike" spc="-1" dirty="0" err="1">
                <a:solidFill>
                  <a:srgbClr val="000080"/>
                </a:solidFill>
                <a:latin typeface="Courier New"/>
              </a:rPr>
              <a:t>return</a:t>
            </a:r>
            <a:r>
              <a:rPr lang="it-IT" sz="2000" b="0" strike="noStrike" spc="-1" dirty="0">
                <a:latin typeface="Courier New"/>
              </a:rPr>
              <a:t> 0;</a:t>
            </a:r>
            <a:endParaRPr lang="it-IT" sz="2000" b="0" strike="noStrike" spc="-1" dirty="0">
              <a:latin typeface="Arial"/>
            </a:endParaRPr>
          </a:p>
          <a:p>
            <a:r>
              <a:rPr lang="it-IT" sz="2000" b="0" strike="noStrike" spc="-1" dirty="0">
                <a:latin typeface="Courier New"/>
              </a:rPr>
              <a:t>}</a:t>
            </a:r>
            <a:endParaRPr lang="it-IT" sz="2000" b="0" strike="noStrike" spc="-1" dirty="0">
              <a:latin typeface="Arial"/>
            </a:endParaRPr>
          </a:p>
        </p:txBody>
      </p:sp>
      <p:sp>
        <p:nvSpPr>
          <p:cNvPr id="5" name="CustomShape 1">
            <a:extLst>
              <a:ext uri="{FF2B5EF4-FFF2-40B4-BE49-F238E27FC236}">
                <a16:creationId xmlns:a16="http://schemas.microsoft.com/office/drawing/2014/main" id="{95088617-E28E-4D00-A39D-14607F38E49F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cin.getline</a:t>
            </a:r>
            <a:r>
              <a:rPr lang="it-IT" sz="4000" spc="-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extShape 2"/>
          <p:cNvSpPr txBox="1"/>
          <p:nvPr/>
        </p:nvSpPr>
        <p:spPr>
          <a:xfrm>
            <a:off x="360000" y="1917000"/>
            <a:ext cx="7389000" cy="38746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it-IT" sz="2200" b="0" strike="noStrike" spc="-1" dirty="0">
                <a:solidFill>
                  <a:srgbClr val="008080"/>
                </a:solidFill>
                <a:latin typeface="Courier New"/>
              </a:rPr>
              <a:t>#include</a:t>
            </a:r>
            <a:r>
              <a:rPr lang="it-IT" sz="2200" b="0" strike="noStrike" spc="-1" dirty="0">
                <a:latin typeface="Courier New"/>
              </a:rPr>
              <a:t> </a:t>
            </a:r>
            <a:r>
              <a:rPr lang="it-IT" sz="2200" b="0" strike="noStrike" spc="-1" dirty="0">
                <a:solidFill>
                  <a:srgbClr val="FF3333"/>
                </a:solidFill>
                <a:latin typeface="Courier New"/>
              </a:rPr>
              <a:t>&lt;</a:t>
            </a:r>
            <a:r>
              <a:rPr lang="it-IT" sz="2200" b="0" strike="noStrike" spc="-1" dirty="0" err="1">
                <a:solidFill>
                  <a:srgbClr val="FF3333"/>
                </a:solidFill>
                <a:latin typeface="Courier New"/>
              </a:rPr>
              <a:t>iostream</a:t>
            </a:r>
            <a:r>
              <a:rPr lang="it-IT" sz="2200" b="0" strike="noStrike" spc="-1" dirty="0">
                <a:solidFill>
                  <a:srgbClr val="FF3333"/>
                </a:solidFill>
                <a:latin typeface="Courier New"/>
              </a:rPr>
              <a:t>&gt;</a:t>
            </a:r>
            <a:endParaRPr lang="it-IT" sz="2200" b="0" strike="noStrike" spc="-1" dirty="0">
              <a:latin typeface="Arial"/>
            </a:endParaRPr>
          </a:p>
          <a:p>
            <a:endParaRPr lang="it-IT" sz="2200" b="0" strike="noStrike" spc="-1" dirty="0">
              <a:latin typeface="Arial"/>
            </a:endParaRPr>
          </a:p>
          <a:p>
            <a:r>
              <a:rPr lang="it-IT" sz="2200" b="1" strike="noStrike" spc="-1" dirty="0" err="1">
                <a:solidFill>
                  <a:srgbClr val="000080"/>
                </a:solidFill>
                <a:latin typeface="Courier New"/>
              </a:rPr>
              <a:t>using</a:t>
            </a:r>
            <a:r>
              <a:rPr lang="it-IT" sz="2200" b="1" strike="noStrike" spc="-1" dirty="0">
                <a:solidFill>
                  <a:srgbClr val="000080"/>
                </a:solidFill>
                <a:latin typeface="Courier New"/>
              </a:rPr>
              <a:t> </a:t>
            </a:r>
            <a:r>
              <a:rPr lang="it-IT" sz="2200" b="1" strike="noStrike" spc="-1" dirty="0" err="1">
                <a:solidFill>
                  <a:srgbClr val="000080"/>
                </a:solidFill>
                <a:latin typeface="Courier New"/>
              </a:rPr>
              <a:t>namespace</a:t>
            </a:r>
            <a:r>
              <a:rPr lang="it-IT" sz="2200" b="0" strike="noStrike" spc="-1" dirty="0">
                <a:latin typeface="Courier New"/>
              </a:rPr>
              <a:t> </a:t>
            </a:r>
            <a:r>
              <a:rPr lang="it-IT" sz="2200" b="0" strike="noStrike" spc="-1" dirty="0" err="1">
                <a:latin typeface="Courier New"/>
              </a:rPr>
              <a:t>std</a:t>
            </a:r>
            <a:r>
              <a:rPr lang="it-IT" sz="2200" b="0" strike="noStrike" spc="-1" dirty="0">
                <a:latin typeface="Courier New"/>
              </a:rPr>
              <a:t>;</a:t>
            </a:r>
            <a:endParaRPr lang="it-IT" sz="2200" b="0" strike="noStrike" spc="-1" dirty="0">
              <a:latin typeface="Arial"/>
            </a:endParaRPr>
          </a:p>
          <a:p>
            <a:endParaRPr lang="it-IT" sz="2200" b="0" strike="noStrike" spc="-1" dirty="0">
              <a:latin typeface="Arial"/>
            </a:endParaRPr>
          </a:p>
          <a:p>
            <a:r>
              <a:rPr lang="it-IT" sz="2200" b="1" strike="noStrike" spc="-1" dirty="0" err="1">
                <a:solidFill>
                  <a:srgbClr val="000080"/>
                </a:solidFill>
                <a:latin typeface="Courier New"/>
              </a:rPr>
              <a:t>int</a:t>
            </a:r>
            <a:r>
              <a:rPr lang="it-IT" sz="2200" b="0" strike="noStrike" spc="-1" dirty="0">
                <a:latin typeface="Courier New"/>
              </a:rPr>
              <a:t> </a:t>
            </a:r>
            <a:r>
              <a:rPr lang="it-IT" sz="2200" b="0" strike="noStrike" spc="-1" dirty="0" err="1">
                <a:latin typeface="Courier New"/>
              </a:rPr>
              <a:t>main</a:t>
            </a:r>
            <a:r>
              <a:rPr lang="it-IT" sz="2200" b="0" strike="noStrike" spc="-1" dirty="0">
                <a:latin typeface="Courier New"/>
              </a:rPr>
              <a:t>()</a:t>
            </a:r>
            <a:endParaRPr lang="it-IT" sz="2200" b="0" strike="noStrike" spc="-1" dirty="0">
              <a:latin typeface="Arial"/>
            </a:endParaRPr>
          </a:p>
          <a:p>
            <a:r>
              <a:rPr lang="it-IT" sz="2200" b="0" strike="noStrike" spc="-1" dirty="0">
                <a:latin typeface="Courier New"/>
              </a:rPr>
              <a:t>{ </a:t>
            </a:r>
            <a:endParaRPr lang="it-IT" sz="2200" b="0" strike="noStrike" spc="-1" dirty="0">
              <a:latin typeface="Arial"/>
            </a:endParaRPr>
          </a:p>
          <a:p>
            <a:r>
              <a:rPr lang="it-IT" sz="2200" b="0" strike="noStrike" spc="-1" dirty="0">
                <a:latin typeface="Courier New"/>
              </a:rPr>
              <a:t>  </a:t>
            </a:r>
            <a:r>
              <a:rPr lang="it-IT" sz="2200" b="1" strike="noStrike" spc="-1" dirty="0" err="1">
                <a:solidFill>
                  <a:srgbClr val="000080"/>
                </a:solidFill>
                <a:latin typeface="Courier New"/>
              </a:rPr>
              <a:t>string</a:t>
            </a:r>
            <a:r>
              <a:rPr lang="it-IT" sz="2200" b="0" strike="noStrike" spc="-1" dirty="0">
                <a:latin typeface="Courier New"/>
              </a:rPr>
              <a:t> name;</a:t>
            </a:r>
            <a:endParaRPr lang="it-IT" sz="2200" b="0" strike="noStrike" spc="-1" dirty="0">
              <a:latin typeface="Arial"/>
            </a:endParaRPr>
          </a:p>
          <a:p>
            <a:r>
              <a:rPr lang="it-IT" sz="2200" b="0" strike="noStrike" spc="-1" dirty="0">
                <a:latin typeface="Courier New"/>
              </a:rPr>
              <a:t>  </a:t>
            </a:r>
            <a:r>
              <a:rPr lang="it-IT" sz="2200" b="0" strike="noStrike" spc="-1" dirty="0" err="1">
                <a:latin typeface="Courier New"/>
              </a:rPr>
              <a:t>cout</a:t>
            </a:r>
            <a:r>
              <a:rPr lang="it-IT" sz="2200" b="0" strike="noStrike" spc="-1" dirty="0">
                <a:latin typeface="Courier New"/>
              </a:rPr>
              <a:t> &lt;&lt; "</a:t>
            </a:r>
            <a:r>
              <a:rPr lang="it-IT" sz="2200" b="0" strike="noStrike" spc="-1" dirty="0" err="1">
                <a:latin typeface="Courier New"/>
              </a:rPr>
              <a:t>Please</a:t>
            </a:r>
            <a:r>
              <a:rPr lang="it-IT" sz="2200" b="0" strike="noStrike" spc="-1" dirty="0">
                <a:latin typeface="Courier New"/>
              </a:rPr>
              <a:t>, </a:t>
            </a:r>
            <a:r>
              <a:rPr lang="it-IT" sz="2200" b="0" strike="noStrike" spc="-1" dirty="0" err="1">
                <a:latin typeface="Courier New"/>
              </a:rPr>
              <a:t>enter</a:t>
            </a:r>
            <a:r>
              <a:rPr lang="it-IT" sz="2200" b="0" strike="noStrike" spc="-1" dirty="0">
                <a:latin typeface="Courier New"/>
              </a:rPr>
              <a:t> </a:t>
            </a:r>
            <a:r>
              <a:rPr lang="it-IT" sz="2200" b="0" strike="noStrike" spc="-1" dirty="0" err="1">
                <a:latin typeface="Courier New"/>
              </a:rPr>
              <a:t>your</a:t>
            </a:r>
            <a:r>
              <a:rPr lang="it-IT" sz="2200" b="0" strike="noStrike" spc="-1" dirty="0">
                <a:latin typeface="Courier New"/>
              </a:rPr>
              <a:t> full name: ";</a:t>
            </a:r>
            <a:endParaRPr lang="it-IT" sz="2200" b="0" strike="noStrike" spc="-1" dirty="0">
              <a:latin typeface="Arial"/>
            </a:endParaRPr>
          </a:p>
          <a:p>
            <a:r>
              <a:rPr lang="it-IT" sz="2200" b="0" strike="noStrike" spc="-1" dirty="0">
                <a:latin typeface="Courier New"/>
              </a:rPr>
              <a:t>  getline (cin, name);</a:t>
            </a:r>
            <a:endParaRPr lang="it-IT" sz="2200" b="0" strike="noStrike" spc="-1" dirty="0">
              <a:latin typeface="Arial"/>
            </a:endParaRPr>
          </a:p>
          <a:p>
            <a:r>
              <a:rPr lang="it-IT" sz="2200" b="0" strike="noStrike" spc="-1" dirty="0">
                <a:latin typeface="Courier New"/>
              </a:rPr>
              <a:t>  </a:t>
            </a:r>
            <a:r>
              <a:rPr lang="it-IT" sz="2200" b="0" strike="noStrike" spc="-1" dirty="0" err="1">
                <a:latin typeface="Courier New"/>
              </a:rPr>
              <a:t>cout</a:t>
            </a:r>
            <a:r>
              <a:rPr lang="it-IT" sz="2200" b="0" strike="noStrike" spc="-1" dirty="0">
                <a:latin typeface="Courier New"/>
              </a:rPr>
              <a:t> &lt;&lt; "Hello, " &lt;&lt; name &lt;&lt; "!\n";</a:t>
            </a:r>
            <a:endParaRPr lang="it-IT" sz="2200" b="0" strike="noStrike" spc="-1" dirty="0">
              <a:latin typeface="Arial"/>
            </a:endParaRPr>
          </a:p>
          <a:p>
            <a:r>
              <a:rPr lang="it-IT" sz="2200" b="1" strike="noStrike" spc="-1" dirty="0">
                <a:solidFill>
                  <a:srgbClr val="000080"/>
                </a:solidFill>
                <a:latin typeface="Courier New"/>
              </a:rPr>
              <a:t>  </a:t>
            </a:r>
            <a:r>
              <a:rPr lang="it-IT" sz="2200" b="1" strike="noStrike" spc="-1" dirty="0" err="1">
                <a:solidFill>
                  <a:srgbClr val="000080"/>
                </a:solidFill>
                <a:latin typeface="Courier New"/>
              </a:rPr>
              <a:t>return</a:t>
            </a:r>
            <a:r>
              <a:rPr lang="it-IT" sz="2200" b="0" strike="noStrike" spc="-1" dirty="0">
                <a:latin typeface="Courier New"/>
              </a:rPr>
              <a:t> 0;</a:t>
            </a:r>
            <a:endParaRPr lang="it-IT" sz="2200" b="0" strike="noStrike" spc="-1" dirty="0">
              <a:latin typeface="Arial"/>
            </a:endParaRPr>
          </a:p>
          <a:p>
            <a:r>
              <a:rPr lang="it-IT" sz="2200" b="0" strike="noStrike" spc="-1" dirty="0">
                <a:latin typeface="Courier New"/>
              </a:rPr>
              <a:t>}</a:t>
            </a:r>
            <a:endParaRPr lang="it-IT" sz="2200" b="0" strike="noStrike" spc="-1" dirty="0">
              <a:latin typeface="Arial"/>
            </a:endParaRPr>
          </a:p>
        </p:txBody>
      </p:sp>
      <p:sp>
        <p:nvSpPr>
          <p:cNvPr id="4" name="CustomShape 1">
            <a:extLst>
              <a:ext uri="{FF2B5EF4-FFF2-40B4-BE49-F238E27FC236}">
                <a16:creationId xmlns:a16="http://schemas.microsoft.com/office/drawing/2014/main" id="{BF8645AD-A90D-441A-9BDA-AD915EE7C817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getline()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CustomShape 2"/>
          <p:cNvSpPr/>
          <p:nvPr/>
        </p:nvSpPr>
        <p:spPr>
          <a:xfrm>
            <a:off x="0" y="1168200"/>
            <a:ext cx="7777440" cy="7038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 marL="360000" indent="-360000">
              <a:buSzPct val="100000"/>
              <a:buBlip>
                <a:blip r:embed="rId2"/>
              </a:buBlip>
            </a:pPr>
            <a:r>
              <a:rPr lang="it-IT" sz="2000" b="0" strike="noStrike" spc="-1">
                <a:solidFill>
                  <a:srgbClr val="000000"/>
                </a:solidFill>
                <a:latin typeface="Arial"/>
              </a:rPr>
              <a:t> come tutti gli arrays, le stringhe possono essere passate alle funzioni fornendo il valore del puntatore al loro primo elemento </a:t>
            </a:r>
            <a:endParaRPr lang="it-IT" sz="2000" b="0" strike="noStrike" spc="-1">
              <a:latin typeface="Arial"/>
            </a:endParaRPr>
          </a:p>
        </p:txBody>
      </p:sp>
      <p:pic>
        <p:nvPicPr>
          <p:cNvPr id="133" name="Immagine 132"/>
          <p:cNvPicPr/>
          <p:nvPr/>
        </p:nvPicPr>
        <p:blipFill>
          <a:blip r:embed="rId3"/>
          <a:stretch/>
        </p:blipFill>
        <p:spPr>
          <a:xfrm>
            <a:off x="604800" y="1935720"/>
            <a:ext cx="6955200" cy="4516920"/>
          </a:xfrm>
          <a:prstGeom prst="rect">
            <a:avLst/>
          </a:prstGeom>
          <a:ln>
            <a:noFill/>
          </a:ln>
        </p:spPr>
      </p:pic>
      <p:sp>
        <p:nvSpPr>
          <p:cNvPr id="5" name="CustomShape 1">
            <a:extLst>
              <a:ext uri="{FF2B5EF4-FFF2-40B4-BE49-F238E27FC236}">
                <a16:creationId xmlns:a16="http://schemas.microsoft.com/office/drawing/2014/main" id="{EE679940-DE78-4036-8F69-F87163254A34}"/>
              </a:ext>
            </a:extLst>
          </p:cNvPr>
          <p:cNvSpPr/>
          <p:nvPr/>
        </p:nvSpPr>
        <p:spPr>
          <a:xfrm>
            <a:off x="324000" y="836613"/>
            <a:ext cx="741665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stringhe come argomenti a funzioni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CustomShape 2"/>
          <p:cNvSpPr/>
          <p:nvPr/>
        </p:nvSpPr>
        <p:spPr>
          <a:xfrm>
            <a:off x="180000" y="1496880"/>
            <a:ext cx="7777440" cy="4291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 marL="360000" indent="-360000">
              <a:buSzPct val="100000"/>
              <a:buBlip>
                <a:blip r:embed="rId2"/>
              </a:buBlip>
            </a:pPr>
            <a:r>
              <a:rPr lang="it-IT" sz="2200" b="0" strike="noStrike" spc="-1" dirty="0">
                <a:solidFill>
                  <a:srgbClr val="000000"/>
                </a:solidFill>
                <a:latin typeface="Arial"/>
              </a:rPr>
              <a:t>... ovvero:</a:t>
            </a:r>
            <a:endParaRPr lang="it-IT" sz="2200" b="0" strike="noStrike" spc="-1" dirty="0">
              <a:latin typeface="Arial"/>
            </a:endParaRPr>
          </a:p>
        </p:txBody>
      </p:sp>
      <p:pic>
        <p:nvPicPr>
          <p:cNvPr id="136" name="Immagine 135"/>
          <p:cNvPicPr/>
          <p:nvPr/>
        </p:nvPicPr>
        <p:blipFill>
          <a:blip r:embed="rId3"/>
          <a:stretch/>
        </p:blipFill>
        <p:spPr>
          <a:xfrm>
            <a:off x="761400" y="1926000"/>
            <a:ext cx="6942600" cy="4527000"/>
          </a:xfrm>
          <a:prstGeom prst="rect">
            <a:avLst/>
          </a:prstGeom>
          <a:ln>
            <a:noFill/>
          </a:ln>
        </p:spPr>
      </p:pic>
      <p:sp>
        <p:nvSpPr>
          <p:cNvPr id="137" name="CustomShape 3"/>
          <p:cNvSpPr/>
          <p:nvPr/>
        </p:nvSpPr>
        <p:spPr>
          <a:xfrm>
            <a:off x="2664000" y="5400000"/>
            <a:ext cx="843840" cy="285840"/>
          </a:xfrm>
          <a:custGeom>
            <a:avLst/>
            <a:gdLst/>
            <a:ahLst/>
            <a:cxnLst/>
            <a:rect l="0" t="0" r="r" b="b"/>
            <a:pathLst>
              <a:path w="2346" h="796">
                <a:moveTo>
                  <a:pt x="132" y="0"/>
                </a:moveTo>
                <a:lnTo>
                  <a:pt x="133" y="0"/>
                </a:lnTo>
                <a:cubicBezTo>
                  <a:pt x="109" y="0"/>
                  <a:pt x="86" y="6"/>
                  <a:pt x="66" y="18"/>
                </a:cubicBezTo>
                <a:cubicBezTo>
                  <a:pt x="46" y="29"/>
                  <a:pt x="29" y="46"/>
                  <a:pt x="18" y="66"/>
                </a:cubicBezTo>
                <a:cubicBezTo>
                  <a:pt x="6" y="86"/>
                  <a:pt x="0" y="109"/>
                  <a:pt x="0" y="133"/>
                </a:cubicBezTo>
                <a:lnTo>
                  <a:pt x="0" y="662"/>
                </a:lnTo>
                <a:lnTo>
                  <a:pt x="0" y="663"/>
                </a:lnTo>
                <a:cubicBezTo>
                  <a:pt x="0" y="686"/>
                  <a:pt x="6" y="709"/>
                  <a:pt x="18" y="729"/>
                </a:cubicBezTo>
                <a:cubicBezTo>
                  <a:pt x="29" y="749"/>
                  <a:pt x="46" y="766"/>
                  <a:pt x="66" y="777"/>
                </a:cubicBezTo>
                <a:cubicBezTo>
                  <a:pt x="86" y="789"/>
                  <a:pt x="109" y="795"/>
                  <a:pt x="133" y="795"/>
                </a:cubicBezTo>
                <a:lnTo>
                  <a:pt x="2212" y="795"/>
                </a:lnTo>
                <a:lnTo>
                  <a:pt x="2213" y="795"/>
                </a:lnTo>
                <a:cubicBezTo>
                  <a:pt x="2236" y="795"/>
                  <a:pt x="2259" y="789"/>
                  <a:pt x="2279" y="777"/>
                </a:cubicBezTo>
                <a:cubicBezTo>
                  <a:pt x="2299" y="766"/>
                  <a:pt x="2316" y="749"/>
                  <a:pt x="2327" y="729"/>
                </a:cubicBezTo>
                <a:cubicBezTo>
                  <a:pt x="2339" y="709"/>
                  <a:pt x="2345" y="686"/>
                  <a:pt x="2345" y="663"/>
                </a:cubicBezTo>
                <a:lnTo>
                  <a:pt x="2345" y="132"/>
                </a:lnTo>
                <a:lnTo>
                  <a:pt x="2345" y="133"/>
                </a:lnTo>
                <a:lnTo>
                  <a:pt x="2345" y="133"/>
                </a:lnTo>
                <a:cubicBezTo>
                  <a:pt x="2345" y="109"/>
                  <a:pt x="2339" y="86"/>
                  <a:pt x="2327" y="66"/>
                </a:cubicBezTo>
                <a:cubicBezTo>
                  <a:pt x="2316" y="46"/>
                  <a:pt x="2299" y="29"/>
                  <a:pt x="2279" y="18"/>
                </a:cubicBezTo>
                <a:cubicBezTo>
                  <a:pt x="2259" y="6"/>
                  <a:pt x="2236" y="0"/>
                  <a:pt x="2213" y="0"/>
                </a:cubicBezTo>
                <a:lnTo>
                  <a:pt x="132" y="0"/>
                </a:lnTo>
              </a:path>
            </a:pathLst>
          </a:custGeom>
          <a:solidFill>
            <a:srgbClr val="FF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" name="CustomShape 1">
            <a:extLst>
              <a:ext uri="{FF2B5EF4-FFF2-40B4-BE49-F238E27FC236}">
                <a16:creationId xmlns:a16="http://schemas.microsoft.com/office/drawing/2014/main" id="{2BB8C868-1B2B-429C-AC47-25027F7AB843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stringhe come argomenti a funzioni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CustomShape 2"/>
          <p:cNvSpPr/>
          <p:nvPr/>
        </p:nvSpPr>
        <p:spPr>
          <a:xfrm>
            <a:off x="0" y="1285200"/>
            <a:ext cx="7777440" cy="7038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 marL="360000" indent="-360000">
              <a:buSzPct val="100000"/>
              <a:buBlip>
                <a:blip r:embed="rId2"/>
              </a:buBlip>
            </a:pPr>
            <a:r>
              <a:rPr lang="it-IT" sz="2000" b="0" strike="noStrike" spc="-1" dirty="0">
                <a:solidFill>
                  <a:srgbClr val="000000"/>
                </a:solidFill>
                <a:latin typeface="Arial"/>
              </a:rPr>
              <a:t>come tutti gli arrays, le stringhe possono essere passate alle funzioni anche per riferimento   </a:t>
            </a:r>
            <a:endParaRPr lang="it-IT" sz="2000" b="0" strike="noStrike" spc="-1" dirty="0">
              <a:latin typeface="Arial"/>
            </a:endParaRPr>
          </a:p>
        </p:txBody>
      </p:sp>
      <p:pic>
        <p:nvPicPr>
          <p:cNvPr id="140" name="Immagine 139"/>
          <p:cNvPicPr/>
          <p:nvPr/>
        </p:nvPicPr>
        <p:blipFill>
          <a:blip r:embed="rId3"/>
          <a:stretch/>
        </p:blipFill>
        <p:spPr>
          <a:xfrm>
            <a:off x="1260000" y="2047680"/>
            <a:ext cx="6549840" cy="4405320"/>
          </a:xfrm>
          <a:prstGeom prst="rect">
            <a:avLst/>
          </a:prstGeom>
          <a:ln>
            <a:noFill/>
          </a:ln>
        </p:spPr>
      </p:pic>
      <p:sp>
        <p:nvSpPr>
          <p:cNvPr id="5" name="CustomShape 1">
            <a:extLst>
              <a:ext uri="{FF2B5EF4-FFF2-40B4-BE49-F238E27FC236}">
                <a16:creationId xmlns:a16="http://schemas.microsoft.com/office/drawing/2014/main" id="{0EB90021-AB7B-49A7-89CA-7263E7A12634}"/>
              </a:ext>
            </a:extLst>
          </p:cNvPr>
          <p:cNvSpPr/>
          <p:nvPr/>
        </p:nvSpPr>
        <p:spPr>
          <a:xfrm>
            <a:off x="612000" y="836613"/>
            <a:ext cx="712865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passaggio stringhe per riferimento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2" name="Table 2"/>
          <p:cNvGraphicFramePr/>
          <p:nvPr>
            <p:extLst>
              <p:ext uri="{D42A27DB-BD31-4B8C-83A1-F6EECF244321}">
                <p14:modId xmlns:p14="http://schemas.microsoft.com/office/powerpoint/2010/main" val="2846727294"/>
              </p:ext>
            </p:extLst>
          </p:nvPr>
        </p:nvGraphicFramePr>
        <p:xfrm>
          <a:off x="-6840" y="1035000"/>
          <a:ext cx="9114840" cy="5418000"/>
        </p:xfrm>
        <a:graphic>
          <a:graphicData uri="http://schemas.openxmlformats.org/drawingml/2006/table">
            <a:tbl>
              <a:tblPr/>
              <a:tblGrid>
                <a:gridCol w="1356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5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9000">
                <a:tc>
                  <a:txBody>
                    <a:bodyPr/>
                    <a:lstStyle/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it-IT" sz="1200" b="1" strike="noStrike" spc="-1">
                          <a:latin typeface="Courier New"/>
                          <a:ea typeface="Times New Roman"/>
                        </a:rPr>
                        <a:t>strcpy()</a:t>
                      </a:r>
                      <a:endParaRPr lang="it-IT" sz="1200" b="0" strike="noStrike" spc="-1">
                        <a:latin typeface="Times New Roman"/>
                      </a:endParaRPr>
                    </a:p>
                  </a:txBody>
                  <a:tcPr marL="90000" marR="90000">
                    <a:noFill/>
                  </a:tcPr>
                </a:tc>
                <a:tc>
                  <a:txBody>
                    <a:bodyPr/>
                    <a:lstStyle/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it-IT" sz="1200" b="1" strike="noStrike" spc="-1">
                          <a:latin typeface="Courier New"/>
                          <a:ea typeface="Times New Roman"/>
                        </a:rPr>
                        <a:t>char* strcpy(char* </a:t>
                      </a:r>
                      <a:r>
                        <a:rPr lang="it-IT" sz="1200" b="1" i="1" strike="noStrike" spc="-1">
                          <a:latin typeface="Courier New"/>
                          <a:ea typeface="Times New Roman"/>
                        </a:rPr>
                        <a:t>destinazione</a:t>
                      </a:r>
                      <a:r>
                        <a:rPr lang="it-IT" sz="1200" b="1" strike="noStrike" spc="-1">
                          <a:latin typeface="Courier New"/>
                          <a:ea typeface="Times New Roman"/>
                        </a:rPr>
                        <a:t>, const char* </a:t>
                      </a:r>
                      <a:r>
                        <a:rPr lang="it-IT" sz="1200" b="1" i="1" strike="noStrike" spc="-1">
                          <a:latin typeface="Courier New"/>
                          <a:ea typeface="Times New Roman"/>
                        </a:rPr>
                        <a:t>sorgente</a:t>
                      </a:r>
                      <a:r>
                        <a:rPr lang="it-IT" sz="1200" b="1" strike="noStrike" spc="-1">
                          <a:latin typeface="Courier New"/>
                          <a:ea typeface="Times New Roman"/>
                        </a:rPr>
                        <a:t>)</a:t>
                      </a:r>
                      <a:br/>
                      <a:r>
                        <a:rPr lang="it-IT" sz="1200" b="0" strike="noStrike" spc="-1">
                          <a:latin typeface="Courier New"/>
                          <a:ea typeface="Times New Roman"/>
                        </a:rPr>
                        <a:t>Copia la stringa </a:t>
                      </a:r>
                      <a:r>
                        <a:rPr lang="it-IT" sz="1200" b="0" i="1" strike="noStrike" spc="-1">
                          <a:latin typeface="Courier New"/>
                          <a:ea typeface="Times New Roman"/>
                        </a:rPr>
                        <a:t>sorgente</a:t>
                      </a:r>
                      <a:r>
                        <a:rPr lang="it-IT" sz="1200" b="0" strike="noStrike" spc="-1">
                          <a:latin typeface="Courier New"/>
                          <a:ea typeface="Times New Roman"/>
                        </a:rPr>
                        <a:t> nella stringa </a:t>
                      </a:r>
                      <a:r>
                        <a:rPr lang="it-IT" sz="1200" b="0" i="1" strike="noStrike" spc="-1">
                          <a:latin typeface="Courier New"/>
                          <a:ea typeface="Times New Roman"/>
                        </a:rPr>
                        <a:t>destinazione</a:t>
                      </a:r>
                      <a:r>
                        <a:rPr lang="it-IT" sz="1200" b="0" strike="noStrike" spc="-1">
                          <a:latin typeface="Courier New"/>
                          <a:ea typeface="Times New Roman"/>
                        </a:rPr>
                        <a:t>.</a:t>
                      </a:r>
                      <a:br/>
                      <a:r>
                        <a:rPr lang="it-IT" sz="1200" b="0" strike="noStrike" spc="-1">
                          <a:latin typeface="Courier New"/>
                          <a:ea typeface="Times New Roman"/>
                        </a:rPr>
                        <a:t>Restituisce </a:t>
                      </a:r>
                      <a:r>
                        <a:rPr lang="it-IT" sz="1200" b="0" i="1" strike="noStrike" spc="-1">
                          <a:latin typeface="Courier New"/>
                          <a:ea typeface="Times New Roman"/>
                        </a:rPr>
                        <a:t>destinazione</a:t>
                      </a:r>
                      <a:r>
                        <a:rPr lang="it-IT" sz="1200" b="0" strike="noStrike" spc="-1">
                          <a:latin typeface="Courier New"/>
                          <a:ea typeface="Times New Roman"/>
                        </a:rPr>
                        <a:t>.</a:t>
                      </a:r>
                      <a:endParaRPr lang="it-IT" sz="1200" b="0" strike="noStrike" spc="-1">
                        <a:latin typeface="Times New Roman"/>
                      </a:endParaRPr>
                    </a:p>
                  </a:txBody>
                  <a:tcPr marL="90000" marR="900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9000">
                <a:tc>
                  <a:txBody>
                    <a:bodyPr/>
                    <a:lstStyle/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it-IT" sz="1200" b="1" strike="noStrike" spc="-1">
                          <a:latin typeface="Courier New"/>
                          <a:ea typeface="Times New Roman"/>
                        </a:rPr>
                        <a:t>strncpy()</a:t>
                      </a:r>
                      <a:endParaRPr lang="it-IT" sz="1200" b="0" strike="noStrike" spc="-1">
                        <a:latin typeface="Times New Roman"/>
                      </a:endParaRPr>
                    </a:p>
                  </a:txBody>
                  <a:tcPr marL="90000" marR="90000">
                    <a:noFill/>
                  </a:tcPr>
                </a:tc>
                <a:tc>
                  <a:txBody>
                    <a:bodyPr/>
                    <a:lstStyle/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GB" sz="1200" b="1" strike="noStrike" spc="-1">
                          <a:latin typeface="Courier New"/>
                          <a:ea typeface="Times New Roman"/>
                        </a:rPr>
                        <a:t>char* strncpy(char* </a:t>
                      </a:r>
                      <a:r>
                        <a:rPr lang="en-GB" sz="1200" b="1" i="1" strike="noStrike" spc="-1">
                          <a:latin typeface="Courier New"/>
                          <a:ea typeface="Times New Roman"/>
                        </a:rPr>
                        <a:t>destinazione</a:t>
                      </a:r>
                      <a:r>
                        <a:rPr lang="en-GB" sz="1200" b="1" strike="noStrike" spc="-1">
                          <a:latin typeface="Courier New"/>
                          <a:ea typeface="Times New Roman"/>
                        </a:rPr>
                        <a:t>, const char* </a:t>
                      </a:r>
                      <a:r>
                        <a:rPr lang="en-GB" sz="1200" b="1" i="1" strike="noStrike" spc="-1">
                          <a:latin typeface="Courier New"/>
                          <a:ea typeface="Times New Roman"/>
                        </a:rPr>
                        <a:t>sorgente</a:t>
                      </a:r>
                      <a:r>
                        <a:rPr lang="en-GB" sz="1200" b="1" strike="noStrike" spc="-1">
                          <a:latin typeface="Courier New"/>
                          <a:ea typeface="Times New Roman"/>
                        </a:rPr>
                        <a:t>, size_t </a:t>
                      </a:r>
                      <a:r>
                        <a:rPr lang="en-GB" sz="1200" b="1" i="1" strike="noStrike" spc="-1">
                          <a:latin typeface="Courier New"/>
                          <a:ea typeface="Times New Roman"/>
                        </a:rPr>
                        <a:t>num</a:t>
                      </a:r>
                      <a:r>
                        <a:rPr lang="en-GB" sz="1200" b="1" strike="noStrike" spc="-1">
                          <a:latin typeface="Courier New"/>
                          <a:ea typeface="Times New Roman"/>
                        </a:rPr>
                        <a:t>)</a:t>
                      </a:r>
                      <a:r>
                        <a:rPr lang="en-GB" sz="1200" b="0" strike="noStrike" spc="-1">
                          <a:latin typeface="Courier New"/>
                          <a:ea typeface="Times New Roman"/>
                        </a:rPr>
                        <a:t> </a:t>
                      </a:r>
                      <a:r>
                        <a:rPr lang="it-IT" sz="1200" b="0" strike="noStrike" spc="-1">
                          <a:solidFill>
                            <a:srgbClr val="FFFFFF"/>
                          </a:solidFill>
                          <a:latin typeface="Courier New"/>
                          <a:ea typeface="Times New Roman"/>
                        </a:rPr>
                        <a:t> </a:t>
                      </a:r>
                      <a:r>
                        <a:rPr lang="it-IT" sz="1200" b="0" strike="noStrike" spc="-1">
                          <a:latin typeface="Courier New"/>
                          <a:ea typeface="Times New Roman"/>
                        </a:rPr>
                        <a:t>Copia </a:t>
                      </a:r>
                      <a:r>
                        <a:rPr lang="it-IT" sz="1200" b="0" i="1" strike="noStrike" spc="-1">
                          <a:latin typeface="Courier New"/>
                          <a:ea typeface="Times New Roman"/>
                        </a:rPr>
                        <a:t>num</a:t>
                      </a:r>
                      <a:r>
                        <a:rPr lang="it-IT" sz="1200" b="0" strike="noStrike" spc="-1">
                          <a:latin typeface="Courier New"/>
                          <a:ea typeface="Times New Roman"/>
                        </a:rPr>
                        <a:t> caratteri da </a:t>
                      </a:r>
                      <a:r>
                        <a:rPr lang="it-IT" sz="1200" b="0" i="1" strike="noStrike" spc="-1">
                          <a:latin typeface="Courier New"/>
                          <a:ea typeface="Times New Roman"/>
                        </a:rPr>
                        <a:t>sorgente</a:t>
                      </a:r>
                      <a:r>
                        <a:rPr lang="it-IT" sz="1200" b="0" strike="noStrike" spc="-1">
                          <a:latin typeface="Courier New"/>
                          <a:ea typeface="Times New Roman"/>
                        </a:rPr>
                        <a:t> a </a:t>
                      </a:r>
                      <a:r>
                        <a:rPr lang="it-IT" sz="1200" b="0" i="1" strike="noStrike" spc="-1">
                          <a:latin typeface="Courier New"/>
                          <a:ea typeface="Times New Roman"/>
                        </a:rPr>
                        <a:t>destinazione</a:t>
                      </a:r>
                      <a:r>
                        <a:rPr lang="it-IT" sz="1200" b="0" strike="noStrike" spc="-1">
                          <a:latin typeface="Courier New"/>
                          <a:ea typeface="Times New Roman"/>
                        </a:rPr>
                        <a:t>. Restituisce </a:t>
                      </a:r>
                      <a:r>
                        <a:rPr lang="it-IT" sz="1200" b="0" i="1" strike="noStrike" spc="-1">
                          <a:latin typeface="Courier New"/>
                          <a:ea typeface="Times New Roman"/>
                        </a:rPr>
                        <a:t>destinazione</a:t>
                      </a:r>
                      <a:r>
                        <a:rPr lang="it-IT" sz="1200" b="0" strike="noStrike" spc="-1">
                          <a:latin typeface="Courier New"/>
                          <a:ea typeface="Times New Roman"/>
                        </a:rPr>
                        <a:t> </a:t>
                      </a:r>
                      <a:endParaRPr lang="it-IT" sz="1200" b="0" strike="noStrike" spc="-1">
                        <a:latin typeface="Times New Roman"/>
                      </a:endParaRPr>
                    </a:p>
                  </a:txBody>
                  <a:tcPr marL="90000" marR="900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6480">
                <a:tc>
                  <a:txBody>
                    <a:bodyPr/>
                    <a:lstStyle/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it-IT" sz="1200" b="1" strike="noStrike" spc="-1">
                          <a:latin typeface="Courier New"/>
                          <a:ea typeface="Times New Roman"/>
                        </a:rPr>
                        <a:t>strlen()</a:t>
                      </a:r>
                      <a:endParaRPr lang="it-IT" sz="1200" b="0" strike="noStrike" spc="-1">
                        <a:latin typeface="Times New Roman"/>
                      </a:endParaRPr>
                    </a:p>
                  </a:txBody>
                  <a:tcPr marL="90000" marR="90000">
                    <a:noFill/>
                  </a:tcPr>
                </a:tc>
                <a:tc>
                  <a:txBody>
                    <a:bodyPr/>
                    <a:lstStyle/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GB" sz="1200" b="1" strike="noStrike" spc="-1">
                          <a:latin typeface="Courier New"/>
                          <a:ea typeface="Times New Roman"/>
                        </a:rPr>
                        <a:t>size_t strlen (const char* s)</a:t>
                      </a:r>
                      <a:r>
                        <a:rPr lang="it-IT" sz="1200" b="0" strike="noStrike" spc="-1">
                          <a:solidFill>
                            <a:srgbClr val="FFFFFF"/>
                          </a:solidFill>
                          <a:latin typeface="Courier New"/>
                          <a:ea typeface="Times New Roman"/>
                        </a:rPr>
                        <a:t> </a:t>
                      </a:r>
                      <a:r>
                        <a:rPr lang="it-IT" sz="1200" b="0" strike="noStrike" spc="-1">
                          <a:latin typeface="Courier New"/>
                          <a:ea typeface="Times New Roman"/>
                        </a:rPr>
                        <a:t>Restituisce la lunghezza della stringa s.</a:t>
                      </a:r>
                      <a:endParaRPr lang="it-IT" sz="1200" b="0" strike="noStrike" spc="-1">
                        <a:latin typeface="Times New Roman"/>
                      </a:endParaRPr>
                    </a:p>
                  </a:txBody>
                  <a:tcPr marL="90000" marR="900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9000">
                <a:tc>
                  <a:txBody>
                    <a:bodyPr/>
                    <a:lstStyle/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it-IT" sz="1200" b="1" strike="noStrike" spc="-1">
                          <a:latin typeface="Courier New"/>
                          <a:ea typeface="Times New Roman"/>
                        </a:rPr>
                        <a:t>strcat()</a:t>
                      </a:r>
                      <a:endParaRPr lang="it-IT" sz="1200" b="0" strike="noStrike" spc="-1">
                        <a:latin typeface="Times New Roman"/>
                      </a:endParaRPr>
                    </a:p>
                  </a:txBody>
                  <a:tcPr marL="90000" marR="90000">
                    <a:noFill/>
                  </a:tcPr>
                </a:tc>
                <a:tc>
                  <a:txBody>
                    <a:bodyPr/>
                    <a:lstStyle/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it-IT" sz="1200" b="1" strike="noStrike" spc="-1">
                          <a:latin typeface="Courier New"/>
                          <a:ea typeface="Times New Roman"/>
                        </a:rPr>
                        <a:t>char* strcat(char* destinazione, const char* sorgente)</a:t>
                      </a:r>
                      <a:r>
                        <a:rPr lang="it-IT" sz="1200" b="0" strike="noStrike" spc="-1">
                          <a:solidFill>
                            <a:srgbClr val="FFFFFF"/>
                          </a:solidFill>
                          <a:latin typeface="Courier New"/>
                          <a:ea typeface="Times New Roman"/>
                        </a:rPr>
                        <a:t> </a:t>
                      </a:r>
                      <a:r>
                        <a:rPr lang="it-IT" sz="1200" b="0" strike="noStrike" spc="-1">
                          <a:latin typeface="Courier New"/>
                          <a:ea typeface="Times New Roman"/>
                        </a:rPr>
                        <a:t>Aggiunge una copia della stringa </a:t>
                      </a:r>
                      <a:r>
                        <a:rPr lang="it-IT" sz="1200" b="0" i="1" strike="noStrike" spc="-1">
                          <a:latin typeface="Courier New"/>
                          <a:ea typeface="Times New Roman"/>
                        </a:rPr>
                        <a:t>sorgente</a:t>
                      </a:r>
                      <a:r>
                        <a:rPr lang="it-IT" sz="1200" b="0" strike="noStrike" spc="-1">
                          <a:latin typeface="Courier New"/>
                          <a:ea typeface="Times New Roman"/>
                        </a:rPr>
                        <a:t> alla fine di </a:t>
                      </a:r>
                      <a:r>
                        <a:rPr lang="it-IT" sz="1200" b="0" i="1" strike="noStrike" spc="-1">
                          <a:latin typeface="Courier New"/>
                          <a:ea typeface="Times New Roman"/>
                        </a:rPr>
                        <a:t>destinazione</a:t>
                      </a:r>
                      <a:r>
                        <a:rPr lang="it-IT" sz="1200" b="0" strike="noStrike" spc="-1">
                          <a:latin typeface="Courier New"/>
                          <a:ea typeface="Times New Roman"/>
                        </a:rPr>
                        <a:t>. Restituisce </a:t>
                      </a:r>
                      <a:r>
                        <a:rPr lang="it-IT" sz="1200" b="0" i="1" strike="noStrike" spc="-1">
                          <a:latin typeface="Courier New"/>
                          <a:ea typeface="Times New Roman"/>
                        </a:rPr>
                        <a:t>destinazione</a:t>
                      </a:r>
                      <a:r>
                        <a:rPr lang="it-IT" sz="1200" b="0" strike="noStrike" spc="-1">
                          <a:latin typeface="Courier New"/>
                          <a:ea typeface="Times New Roman"/>
                        </a:rPr>
                        <a:t>.</a:t>
                      </a:r>
                      <a:endParaRPr lang="it-IT" sz="1200" b="0" strike="noStrike" spc="-1">
                        <a:latin typeface="Times New Roman"/>
                      </a:endParaRPr>
                    </a:p>
                  </a:txBody>
                  <a:tcPr marL="90000" marR="900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1520">
                <a:tc>
                  <a:txBody>
                    <a:bodyPr/>
                    <a:lstStyle/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it-IT" sz="1200" b="1" strike="noStrike" spc="-1">
                          <a:latin typeface="Courier New"/>
                          <a:ea typeface="Times New Roman"/>
                        </a:rPr>
                        <a:t>strncat()</a:t>
                      </a:r>
                      <a:endParaRPr lang="it-IT" sz="1200" b="0" strike="noStrike" spc="-1">
                        <a:latin typeface="Times New Roman"/>
                      </a:endParaRPr>
                    </a:p>
                  </a:txBody>
                  <a:tcPr marL="90000" marR="90000">
                    <a:noFill/>
                  </a:tcPr>
                </a:tc>
                <a:tc>
                  <a:txBody>
                    <a:bodyPr/>
                    <a:lstStyle/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GB" sz="1200" b="1" strike="noStrike" spc="-1">
                          <a:latin typeface="Courier New"/>
                          <a:ea typeface="Times New Roman"/>
                        </a:rPr>
                        <a:t>char *strncat(char* s1, const char* s2, size_t n)</a:t>
                      </a:r>
                      <a:r>
                        <a:rPr lang="it-IT" sz="1200" b="0" strike="noStrike" spc="-1">
                          <a:solidFill>
                            <a:srgbClr val="FFFFFF"/>
                          </a:solidFill>
                          <a:latin typeface="Courier New"/>
                          <a:ea typeface="Times New Roman"/>
                        </a:rPr>
                        <a:t> </a:t>
                      </a:r>
                      <a:r>
                        <a:rPr lang="it-IT" sz="1200" b="0" strike="noStrike" spc="-1">
                          <a:latin typeface="Courier New"/>
                          <a:ea typeface="Times New Roman"/>
                        </a:rPr>
                        <a:t>Aggiunge i primi </a:t>
                      </a:r>
                      <a:r>
                        <a:rPr lang="it-IT" sz="1200" b="0" i="1" strike="noStrike" spc="-1">
                          <a:latin typeface="Courier New"/>
                          <a:ea typeface="Times New Roman"/>
                        </a:rPr>
                        <a:t>n</a:t>
                      </a:r>
                      <a:r>
                        <a:rPr lang="it-IT" sz="1200" b="0" strike="noStrike" spc="-1">
                          <a:latin typeface="Courier New"/>
                          <a:ea typeface="Times New Roman"/>
                        </a:rPr>
                        <a:t> caratteri di s2 a s1. Restituisce s1. Se n &gt;= strlen(s2), allora strncat(s1, s2, n) ha lo stesso effetto che strcat(s1, s2).</a:t>
                      </a:r>
                      <a:endParaRPr lang="it-IT" sz="1200" b="0" strike="noStrike" spc="-1">
                        <a:latin typeface="Times New Roman"/>
                      </a:endParaRPr>
                    </a:p>
                  </a:txBody>
                  <a:tcPr marL="90000" marR="900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9000">
                <a:tc>
                  <a:txBody>
                    <a:bodyPr/>
                    <a:lstStyle/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it-IT" sz="1200" b="1" strike="noStrike" spc="-1">
                          <a:latin typeface="Courier New"/>
                          <a:ea typeface="Times New Roman"/>
                        </a:rPr>
                        <a:t>strcmp()</a:t>
                      </a:r>
                      <a:endParaRPr lang="it-IT" sz="1200" b="0" strike="noStrike" spc="-1">
                        <a:latin typeface="Times New Roman"/>
                      </a:endParaRPr>
                    </a:p>
                  </a:txBody>
                  <a:tcPr marL="90000" marR="90000">
                    <a:noFill/>
                  </a:tcPr>
                </a:tc>
                <a:tc>
                  <a:txBody>
                    <a:bodyPr/>
                    <a:lstStyle/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GB" sz="1200" b="1" strike="noStrike" spc="-1">
                          <a:latin typeface="Courier New"/>
                          <a:ea typeface="Times New Roman"/>
                        </a:rPr>
                        <a:t>int strcmp(const char* s1, const char* s2)</a:t>
                      </a:r>
                      <a:r>
                        <a:rPr lang="it-IT" sz="1200" b="0" strike="noStrike" spc="-1">
                          <a:solidFill>
                            <a:srgbClr val="FFFFFF"/>
                          </a:solidFill>
                          <a:latin typeface="Courier New"/>
                          <a:ea typeface="Times New Roman"/>
                        </a:rPr>
                        <a:t> </a:t>
                      </a:r>
                      <a:r>
                        <a:rPr lang="it-IT" sz="1200" b="0" strike="noStrike" spc="-1">
                          <a:latin typeface="Courier New"/>
                          <a:ea typeface="Times New Roman"/>
                        </a:rPr>
                        <a:t>Confronta le stringa </a:t>
                      </a:r>
                      <a:r>
                        <a:rPr lang="it-IT" sz="1200" b="0" i="1" strike="noStrike" spc="-1">
                          <a:latin typeface="Courier New"/>
                          <a:ea typeface="Times New Roman"/>
                        </a:rPr>
                        <a:t>s1</a:t>
                      </a:r>
                      <a:r>
                        <a:rPr lang="it-IT" sz="1200" b="0" strike="noStrike" spc="-1">
                          <a:latin typeface="Courier New"/>
                          <a:ea typeface="Times New Roman"/>
                        </a:rPr>
                        <a:t> ed </a:t>
                      </a:r>
                      <a:r>
                        <a:rPr lang="it-IT" sz="1200" b="0" i="1" strike="noStrike" spc="-1">
                          <a:latin typeface="Courier New"/>
                          <a:ea typeface="Times New Roman"/>
                        </a:rPr>
                        <a:t>s2</a:t>
                      </a:r>
                      <a:r>
                        <a:rPr lang="it-IT" sz="1200" b="0" strike="noStrike" spc="-1">
                          <a:latin typeface="Courier New"/>
                          <a:ea typeface="Times New Roman"/>
                        </a:rPr>
                        <a:t> e restituisce:</a:t>
                      </a:r>
                      <a:r>
                        <a:rPr lang="it-IT" sz="1200" b="0" strike="noStrike" spc="-1">
                          <a:solidFill>
                            <a:srgbClr val="FFFFFF"/>
                          </a:solidFill>
                          <a:latin typeface="Courier New"/>
                          <a:ea typeface="Times New Roman"/>
                        </a:rPr>
                        <a:t> </a:t>
                      </a:r>
                      <a:r>
                        <a:rPr lang="it-IT" sz="1200" b="0" strike="noStrike" spc="-1">
                          <a:latin typeface="Courier New"/>
                          <a:ea typeface="Times New Roman"/>
                        </a:rPr>
                        <a:t>0 se s1 = s2</a:t>
                      </a:r>
                      <a:r>
                        <a:rPr lang="it-IT" sz="1200" b="0" strike="noStrike" spc="-1">
                          <a:solidFill>
                            <a:srgbClr val="FFFFFF"/>
                          </a:solidFill>
                          <a:latin typeface="Courier New"/>
                          <a:ea typeface="Times New Roman"/>
                        </a:rPr>
                        <a:t> </a:t>
                      </a:r>
                      <a:r>
                        <a:rPr lang="it-IT" sz="1200" b="0" strike="noStrike" spc="-1">
                          <a:latin typeface="Courier New"/>
                          <a:ea typeface="Times New Roman"/>
                        </a:rPr>
                        <a:t>&lt;0 se s1 &lt; s2</a:t>
                      </a:r>
                      <a:r>
                        <a:rPr lang="it-IT" sz="1200" b="0" strike="noStrike" spc="-1">
                          <a:solidFill>
                            <a:srgbClr val="FFFFFF"/>
                          </a:solidFill>
                          <a:latin typeface="Courier New"/>
                          <a:ea typeface="Times New Roman"/>
                        </a:rPr>
                        <a:t> </a:t>
                      </a:r>
                      <a:r>
                        <a:rPr lang="it-IT" sz="1200" b="0" strike="noStrike" spc="-1">
                          <a:latin typeface="Courier New"/>
                          <a:ea typeface="Times New Roman"/>
                        </a:rPr>
                        <a:t>&gt;0 se s1 &gt; s2</a:t>
                      </a:r>
                      <a:endParaRPr lang="it-IT" sz="1200" b="0" strike="noStrike" spc="-1">
                        <a:latin typeface="Times New Roman"/>
                      </a:endParaRPr>
                    </a:p>
                  </a:txBody>
                  <a:tcPr marL="90000" marR="900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6480">
                <a:tc>
                  <a:txBody>
                    <a:bodyPr/>
                    <a:lstStyle/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it-IT" sz="1200" b="1" strike="noStrike" spc="-1">
                          <a:solidFill>
                            <a:srgbClr val="000000"/>
                          </a:solidFill>
                          <a:latin typeface="Courier New"/>
                          <a:ea typeface="Times New Roman"/>
                        </a:rPr>
                        <a:t>stricmp</a:t>
                      </a:r>
                      <a:r>
                        <a:rPr lang="it-IT" sz="1200" b="1" strike="noStrike" spc="-1">
                          <a:latin typeface="Courier New"/>
                          <a:ea typeface="Times New Roman"/>
                        </a:rPr>
                        <a:t>()</a:t>
                      </a:r>
                      <a:endParaRPr lang="it-IT" sz="1200" b="0" strike="noStrike" spc="-1">
                        <a:latin typeface="Times New Roman"/>
                      </a:endParaRPr>
                    </a:p>
                  </a:txBody>
                  <a:tcPr marL="90000" marR="90000">
                    <a:noFill/>
                  </a:tcPr>
                </a:tc>
                <a:tc>
                  <a:txBody>
                    <a:bodyPr/>
                    <a:lstStyle/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GB" sz="1200" b="1" strike="noStrike" spc="-1">
                          <a:solidFill>
                            <a:srgbClr val="000000"/>
                          </a:solidFill>
                          <a:latin typeface="Courier New"/>
                          <a:ea typeface="Times New Roman"/>
                        </a:rPr>
                        <a:t>int stricmp(const char* s1, const char* s2)</a:t>
                      </a:r>
                      <a:r>
                        <a:rPr lang="it-IT" sz="1200" b="0" strike="noStrike" spc="-1">
                          <a:solidFill>
                            <a:srgbClr val="FFFFFF"/>
                          </a:solidFill>
                          <a:latin typeface="Courier New"/>
                          <a:ea typeface="Times New Roman"/>
                        </a:rPr>
                        <a:t> </a:t>
                      </a:r>
                      <a:r>
                        <a:rPr lang="it-IT" sz="1200" b="0" strike="noStrike" spc="-1">
                          <a:solidFill>
                            <a:srgbClr val="000000"/>
                          </a:solidFill>
                          <a:latin typeface="Courier New"/>
                          <a:ea typeface="Times New Roman"/>
                        </a:rPr>
                        <a:t>come strcmp() ma </a:t>
                      </a:r>
                      <a:r>
                        <a:rPr lang="it-IT" sz="1200" b="0" i="1" strike="noStrike" spc="-1">
                          <a:solidFill>
                            <a:srgbClr val="000000"/>
                          </a:solidFill>
                          <a:latin typeface="Courier New"/>
                          <a:ea typeface="Times New Roman"/>
                        </a:rPr>
                        <a:t>case insensitive</a:t>
                      </a:r>
                      <a:endParaRPr lang="it-IT" sz="1200" b="0" strike="noStrike" spc="-1">
                        <a:latin typeface="Times New Roman"/>
                      </a:endParaRPr>
                    </a:p>
                  </a:txBody>
                  <a:tcPr marL="90000" marR="900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9000">
                <a:tc>
                  <a:txBody>
                    <a:bodyPr/>
                    <a:lstStyle/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it-IT" sz="1200" b="1" strike="noStrike" spc="-1">
                          <a:latin typeface="Courier New"/>
                          <a:ea typeface="Times New Roman"/>
                        </a:rPr>
                        <a:t>strncmp()</a:t>
                      </a:r>
                      <a:endParaRPr lang="it-IT" sz="1200" b="0" strike="noStrike" spc="-1">
                        <a:latin typeface="Times New Roman"/>
                      </a:endParaRPr>
                    </a:p>
                  </a:txBody>
                  <a:tcPr marL="90000" marR="90000">
                    <a:noFill/>
                  </a:tcPr>
                </a:tc>
                <a:tc>
                  <a:txBody>
                    <a:bodyPr/>
                    <a:lstStyle/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GB" sz="1200" b="1" strike="noStrike" spc="-1">
                          <a:latin typeface="Courier New"/>
                          <a:ea typeface="Times New Roman"/>
                        </a:rPr>
                        <a:t>int strncmp(const char* s1, const char* s2, size_t n)</a:t>
                      </a:r>
                      <a:r>
                        <a:rPr lang="it-IT" sz="1200" b="0" strike="noStrike" spc="-1">
                          <a:solidFill>
                            <a:srgbClr val="FFFFFF"/>
                          </a:solidFill>
                          <a:latin typeface="Courier New"/>
                          <a:ea typeface="Times New Roman"/>
                        </a:rPr>
                        <a:t> </a:t>
                      </a:r>
                      <a:r>
                        <a:rPr lang="it-IT" sz="1200" b="0" strike="noStrike" spc="-1">
                          <a:solidFill>
                            <a:srgbClr val="000000"/>
                          </a:solidFill>
                          <a:latin typeface="Courier New"/>
                          <a:ea typeface="Times New Roman"/>
                        </a:rPr>
                        <a:t>come strcmp() ma solo sui primi </a:t>
                      </a:r>
                      <a:r>
                        <a:rPr lang="it-IT" sz="1200" b="0" i="1" strike="noStrike" spc="-1">
                          <a:latin typeface="Courier New"/>
                          <a:ea typeface="Times New Roman"/>
                        </a:rPr>
                        <a:t>n</a:t>
                      </a:r>
                      <a:r>
                        <a:rPr lang="it-IT" sz="1200" b="0" strike="noStrike" spc="-1">
                          <a:latin typeface="Courier New"/>
                          <a:ea typeface="Times New Roman"/>
                        </a:rPr>
                        <a:t> caratteri.</a:t>
                      </a:r>
                      <a:endParaRPr lang="it-IT" sz="1200" b="0" strike="noStrike" spc="-1">
                        <a:latin typeface="Times New Roman"/>
                      </a:endParaRPr>
                    </a:p>
                  </a:txBody>
                  <a:tcPr marL="90000" marR="900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9000">
                <a:tc>
                  <a:txBody>
                    <a:bodyPr/>
                    <a:lstStyle/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it-IT" sz="1200" b="1" strike="noStrike" spc="-1">
                          <a:latin typeface="Courier New"/>
                          <a:ea typeface="Times New Roman"/>
                        </a:rPr>
                        <a:t>strnicmp()</a:t>
                      </a:r>
                      <a:endParaRPr lang="it-IT" sz="1200" b="0" strike="noStrike" spc="-1">
                        <a:latin typeface="Times New Roman"/>
                      </a:endParaRPr>
                    </a:p>
                  </a:txBody>
                  <a:tcPr marL="90000" marR="90000">
                    <a:noFill/>
                  </a:tcPr>
                </a:tc>
                <a:tc>
                  <a:txBody>
                    <a:bodyPr/>
                    <a:lstStyle/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GB" sz="1200" b="1" strike="noStrike" spc="-1">
                          <a:latin typeface="Courier New"/>
                          <a:ea typeface="Times New Roman"/>
                        </a:rPr>
                        <a:t>int strncmp(const char* s1, const char* s2, size_t n)</a:t>
                      </a:r>
                      <a:r>
                        <a:rPr lang="it-IT" sz="1200" b="0" strike="noStrike" spc="-1">
                          <a:solidFill>
                            <a:srgbClr val="FFFFFF"/>
                          </a:solidFill>
                          <a:latin typeface="Courier New"/>
                          <a:ea typeface="Times New Roman"/>
                        </a:rPr>
                        <a:t> </a:t>
                      </a:r>
                      <a:r>
                        <a:rPr lang="it-IT" sz="1200" b="0" strike="noStrike" spc="-1">
                          <a:solidFill>
                            <a:srgbClr val="000000"/>
                          </a:solidFill>
                          <a:latin typeface="Courier New"/>
                          <a:ea typeface="Times New Roman"/>
                        </a:rPr>
                        <a:t>come strncmp()ma </a:t>
                      </a:r>
                      <a:r>
                        <a:rPr lang="it-IT" sz="1200" b="0" i="1" strike="noStrike" spc="-1">
                          <a:solidFill>
                            <a:srgbClr val="000000"/>
                          </a:solidFill>
                          <a:latin typeface="Courier New"/>
                          <a:ea typeface="Times New Roman"/>
                        </a:rPr>
                        <a:t>case insensitive</a:t>
                      </a:r>
                      <a:r>
                        <a:rPr lang="it-IT" sz="1200" b="0" strike="noStrike" spc="-1">
                          <a:latin typeface="Courier New"/>
                          <a:ea typeface="Times New Roman"/>
                        </a:rPr>
                        <a:t>.</a:t>
                      </a:r>
                      <a:endParaRPr lang="it-IT" sz="1200" b="0" strike="noStrike" spc="-1">
                        <a:latin typeface="Times New Roman"/>
                      </a:endParaRPr>
                    </a:p>
                  </a:txBody>
                  <a:tcPr marL="90000" marR="900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6480">
                <a:tc>
                  <a:txBody>
                    <a:bodyPr/>
                    <a:lstStyle/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it-IT" sz="1200" b="1" strike="noStrike" spc="-1">
                          <a:latin typeface="Courier New"/>
                          <a:ea typeface="Times New Roman"/>
                        </a:rPr>
                        <a:t>strrev()</a:t>
                      </a:r>
                      <a:endParaRPr lang="it-IT" sz="1200" b="0" strike="noStrike" spc="-1">
                        <a:latin typeface="Times New Roman"/>
                      </a:endParaRPr>
                    </a:p>
                  </a:txBody>
                  <a:tcPr marL="90000" marR="90000">
                    <a:noFill/>
                  </a:tcPr>
                </a:tc>
                <a:tc>
                  <a:txBody>
                    <a:bodyPr/>
                    <a:lstStyle/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it-IT" sz="1200" b="1" strike="noStrike" spc="-1">
                          <a:latin typeface="Courier New"/>
                          <a:ea typeface="Times New Roman"/>
                        </a:rPr>
                        <a:t>char* strrev(char* s)</a:t>
                      </a:r>
                      <a:r>
                        <a:rPr lang="it-IT" sz="1200" b="0" strike="noStrike" spc="-1">
                          <a:solidFill>
                            <a:srgbClr val="FFFFFF"/>
                          </a:solidFill>
                          <a:latin typeface="Courier New"/>
                          <a:ea typeface="Times New Roman"/>
                        </a:rPr>
                        <a:t> </a:t>
                      </a:r>
                      <a:r>
                        <a:rPr lang="it-IT" sz="1200" b="0" strike="noStrike" spc="-1">
                          <a:latin typeface="Courier New"/>
                          <a:ea typeface="Times New Roman"/>
                        </a:rPr>
                        <a:t>inverte la stringa passata come argomento.</a:t>
                      </a:r>
                      <a:endParaRPr lang="it-IT" sz="1200" b="0" strike="noStrike" spc="-1">
                        <a:latin typeface="Times New Roman"/>
                      </a:endParaRPr>
                    </a:p>
                  </a:txBody>
                  <a:tcPr marL="90000" marR="900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6480">
                <a:tc>
                  <a:txBody>
                    <a:bodyPr/>
                    <a:lstStyle/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it-IT" sz="1200" b="1" strike="noStrike" spc="-1">
                          <a:latin typeface="Courier New"/>
                          <a:ea typeface="Times New Roman"/>
                        </a:rPr>
                        <a:t>strupr()</a:t>
                      </a:r>
                      <a:endParaRPr lang="it-IT" sz="1200" b="0" strike="noStrike" spc="-1">
                        <a:latin typeface="Times New Roman"/>
                      </a:endParaRPr>
                    </a:p>
                  </a:txBody>
                  <a:tcPr marL="90000" marR="90000">
                    <a:noFill/>
                  </a:tcPr>
                </a:tc>
                <a:tc>
                  <a:txBody>
                    <a:bodyPr/>
                    <a:lstStyle/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it-IT" sz="1200" b="1" strike="noStrike" spc="-1">
                          <a:latin typeface="Courier New"/>
                          <a:ea typeface="Times New Roman"/>
                        </a:rPr>
                        <a:t>char* strupr(char* s)</a:t>
                      </a:r>
                      <a:r>
                        <a:rPr lang="it-IT" sz="1200" b="0" strike="noStrike" spc="-1">
                          <a:solidFill>
                            <a:srgbClr val="FFFFFF"/>
                          </a:solidFill>
                          <a:latin typeface="Courier New"/>
                          <a:ea typeface="Times New Roman"/>
                        </a:rPr>
                        <a:t> </a:t>
                      </a:r>
                      <a:r>
                        <a:rPr lang="it-IT" sz="1200" b="0" strike="noStrike" spc="-1">
                          <a:latin typeface="Courier New"/>
                          <a:ea typeface="Times New Roman"/>
                        </a:rPr>
                        <a:t>mette in maiuscolo la stringa passata come argomento.</a:t>
                      </a:r>
                      <a:endParaRPr lang="it-IT" sz="1200" b="0" strike="noStrike" spc="-1">
                        <a:latin typeface="Times New Roman"/>
                      </a:endParaRPr>
                    </a:p>
                  </a:txBody>
                  <a:tcPr marL="90000" marR="900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6480">
                <a:tc>
                  <a:txBody>
                    <a:bodyPr/>
                    <a:lstStyle/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it-IT" sz="1200" b="1" strike="noStrike" spc="-1">
                          <a:latin typeface="Courier New"/>
                          <a:ea typeface="Times New Roman"/>
                        </a:rPr>
                        <a:t>strlwr()</a:t>
                      </a:r>
                      <a:endParaRPr lang="it-IT" sz="1200" b="0" strike="noStrike" spc="-1">
                        <a:latin typeface="Times New Roman"/>
                      </a:endParaRPr>
                    </a:p>
                  </a:txBody>
                  <a:tcPr marL="90000" marR="90000">
                    <a:noFill/>
                  </a:tcPr>
                </a:tc>
                <a:tc>
                  <a:txBody>
                    <a:bodyPr/>
                    <a:lstStyle/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it-IT" sz="1200" b="1" strike="noStrike" spc="-1">
                          <a:latin typeface="Courier New"/>
                          <a:ea typeface="Times New Roman"/>
                        </a:rPr>
                        <a:t>char* strlwr(char* s)</a:t>
                      </a:r>
                      <a:r>
                        <a:rPr lang="it-IT" sz="1200" b="0" strike="noStrike" spc="-1">
                          <a:solidFill>
                            <a:srgbClr val="FFFFFF"/>
                          </a:solidFill>
                          <a:latin typeface="Courier New"/>
                          <a:ea typeface="Times New Roman"/>
                        </a:rPr>
                        <a:t> </a:t>
                      </a:r>
                      <a:r>
                        <a:rPr lang="it-IT" sz="1200" b="0" strike="noStrike" spc="-1">
                          <a:latin typeface="Courier New"/>
                          <a:ea typeface="Times New Roman"/>
                        </a:rPr>
                        <a:t>mette in minuscolo la stringa passata come argomento.</a:t>
                      </a:r>
                      <a:endParaRPr lang="it-IT" sz="1200" b="0" strike="noStrike" spc="-1">
                        <a:latin typeface="Times New Roman"/>
                      </a:endParaRPr>
                    </a:p>
                  </a:txBody>
                  <a:tcPr marL="90000" marR="900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59000">
                <a:tc>
                  <a:txBody>
                    <a:bodyPr/>
                    <a:lstStyle/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it-IT" sz="1200" b="1" strike="noStrike" spc="-1">
                          <a:latin typeface="Courier New"/>
                          <a:ea typeface="Times New Roman"/>
                        </a:rPr>
                        <a:t>strchr()</a:t>
                      </a:r>
                      <a:r>
                        <a:rPr lang="it-IT" sz="1200" b="0" strike="noStrike" spc="-1">
                          <a:latin typeface="Courier New"/>
                          <a:ea typeface="Times New Roman"/>
                        </a:rPr>
                        <a:t> </a:t>
                      </a:r>
                      <a:endParaRPr lang="it-IT" sz="1200" b="0" strike="noStrike" spc="-1">
                        <a:latin typeface="Times New Roman"/>
                      </a:endParaRPr>
                    </a:p>
                  </a:txBody>
                  <a:tcPr marL="90000" marR="90000">
                    <a:noFill/>
                  </a:tcPr>
                </a:tc>
                <a:tc>
                  <a:txBody>
                    <a:bodyPr/>
                    <a:lstStyle/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GB" sz="1200" b="1" strike="noStrike" spc="-1" dirty="0" err="1">
                          <a:latin typeface="Courier New"/>
                          <a:ea typeface="SimSun"/>
                        </a:rPr>
                        <a:t>const</a:t>
                      </a:r>
                      <a:r>
                        <a:rPr lang="en-GB" sz="1200" b="1" strike="noStrike" spc="-1" dirty="0">
                          <a:latin typeface="Courier New"/>
                          <a:ea typeface="SimSun"/>
                        </a:rPr>
                        <a:t> char* </a:t>
                      </a:r>
                      <a:r>
                        <a:rPr lang="en-GB" sz="1200" b="1" strike="noStrike" spc="-1" dirty="0" err="1">
                          <a:latin typeface="Courier New"/>
                          <a:ea typeface="SimSun"/>
                        </a:rPr>
                        <a:t>strchr</a:t>
                      </a:r>
                      <a:r>
                        <a:rPr lang="en-GB" sz="1200" b="1" strike="noStrike" spc="-1" dirty="0">
                          <a:latin typeface="Courier New"/>
                          <a:ea typeface="SimSun"/>
                        </a:rPr>
                        <a:t>(</a:t>
                      </a:r>
                      <a:r>
                        <a:rPr lang="en-GB" sz="1200" b="1" strike="noStrike" spc="-1" dirty="0" err="1">
                          <a:latin typeface="Courier New"/>
                          <a:ea typeface="SimSun"/>
                        </a:rPr>
                        <a:t>const</a:t>
                      </a:r>
                      <a:r>
                        <a:rPr lang="en-GB" sz="1200" b="1" strike="noStrike" spc="-1" dirty="0">
                          <a:latin typeface="Courier New"/>
                          <a:ea typeface="SimSun"/>
                        </a:rPr>
                        <a:t> char* str, int c)</a:t>
                      </a:r>
                      <a:r>
                        <a:rPr lang="it-IT" sz="1200" b="0" strike="noStrike" spc="-1" dirty="0">
                          <a:latin typeface="Courier New"/>
                          <a:ea typeface="Times New Roman"/>
                        </a:rPr>
                        <a:t>  Restituisce un puntatore alla prima occorrenza del carattere </a:t>
                      </a:r>
                      <a:r>
                        <a:rPr lang="it-IT" sz="1200" b="0" strike="noStrike" spc="-1" dirty="0">
                          <a:solidFill>
                            <a:srgbClr val="000000"/>
                          </a:solidFill>
                          <a:latin typeface="Courier New"/>
                          <a:ea typeface="Times New Roman"/>
                        </a:rPr>
                        <a:t>c</a:t>
                      </a:r>
                      <a:r>
                        <a:rPr lang="it-IT" sz="1200" b="0" strike="noStrike" spc="-1" dirty="0">
                          <a:latin typeface="Courier New"/>
                          <a:ea typeface="Times New Roman"/>
                        </a:rPr>
                        <a:t> in s. Restituisce NULL se c non è in s.</a:t>
                      </a:r>
                      <a:endParaRPr lang="it-IT" sz="1200" b="0" strike="noStrike" spc="-1" dirty="0">
                        <a:latin typeface="Times New Roman"/>
                      </a:endParaRPr>
                    </a:p>
                  </a:txBody>
                  <a:tcPr marL="90000" marR="900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" name="CustomShape 1">
            <a:extLst>
              <a:ext uri="{FF2B5EF4-FFF2-40B4-BE49-F238E27FC236}">
                <a16:creationId xmlns:a16="http://schemas.microsoft.com/office/drawing/2014/main" id="{F314269C-C5BE-425F-ABCE-3A3ADF1A56D6}"/>
              </a:ext>
            </a:extLst>
          </p:cNvPr>
          <p:cNvSpPr/>
          <p:nvPr/>
        </p:nvSpPr>
        <p:spPr>
          <a:xfrm>
            <a:off x="1403350" y="549200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 libreria &lt;</a:t>
            </a:r>
            <a:r>
              <a:rPr lang="it-IT" sz="4000" spc="-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cstring</a:t>
            </a: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4" name="Table 2"/>
          <p:cNvGraphicFramePr/>
          <p:nvPr>
            <p:extLst>
              <p:ext uri="{D42A27DB-BD31-4B8C-83A1-F6EECF244321}">
                <p14:modId xmlns:p14="http://schemas.microsoft.com/office/powerpoint/2010/main" val="2297266720"/>
              </p:ext>
            </p:extLst>
          </p:nvPr>
        </p:nvGraphicFramePr>
        <p:xfrm>
          <a:off x="0" y="1061760"/>
          <a:ext cx="9143640" cy="5391240"/>
        </p:xfrm>
        <a:graphic>
          <a:graphicData uri="http://schemas.openxmlformats.org/drawingml/2006/table">
            <a:tbl>
              <a:tblPr/>
              <a:tblGrid>
                <a:gridCol w="1424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19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3320">
                <a:tc>
                  <a:txBody>
                    <a:bodyPr/>
                    <a:lstStyle/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it-IT" sz="1400" b="1" strike="noStrike" spc="-1">
                          <a:latin typeface="Courier New"/>
                          <a:ea typeface="Times New Roman"/>
                        </a:rPr>
                        <a:t>strspn()</a:t>
                      </a:r>
                      <a:endParaRPr lang="it-IT" sz="1400" b="0" strike="noStrike" spc="-1">
                        <a:latin typeface="Times New Roman"/>
                      </a:endParaRPr>
                    </a:p>
                  </a:txBody>
                  <a:tcPr marL="90000" marR="90000">
                    <a:noFill/>
                  </a:tcPr>
                </a:tc>
                <a:tc>
                  <a:txBody>
                    <a:bodyPr/>
                    <a:lstStyle/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GB" sz="1400" b="1" strike="noStrike" spc="-1" dirty="0" err="1">
                          <a:latin typeface="Courier New"/>
                          <a:ea typeface="Times New Roman"/>
                        </a:rPr>
                        <a:t>size_t</a:t>
                      </a:r>
                      <a:r>
                        <a:rPr lang="en-GB" sz="1400" b="1" strike="noStrike" spc="-1" dirty="0">
                          <a:latin typeface="Courier New"/>
                          <a:ea typeface="Times New Roman"/>
                        </a:rPr>
                        <a:t> </a:t>
                      </a:r>
                      <a:r>
                        <a:rPr lang="en-GB" sz="1400" b="1" strike="noStrike" spc="-1" dirty="0" err="1">
                          <a:latin typeface="Courier New"/>
                          <a:ea typeface="Times New Roman"/>
                        </a:rPr>
                        <a:t>strspn</a:t>
                      </a:r>
                      <a:r>
                        <a:rPr lang="en-GB" sz="1400" b="1" strike="noStrike" spc="-1" dirty="0">
                          <a:latin typeface="Courier New"/>
                          <a:ea typeface="Times New Roman"/>
                        </a:rPr>
                        <a:t>(</a:t>
                      </a:r>
                      <a:r>
                        <a:rPr lang="en-GB" sz="1400" b="1" strike="noStrike" spc="-1" dirty="0" err="1">
                          <a:latin typeface="Courier New"/>
                          <a:ea typeface="Times New Roman"/>
                        </a:rPr>
                        <a:t>const</a:t>
                      </a:r>
                      <a:r>
                        <a:rPr lang="en-GB" sz="1400" b="1" strike="noStrike" spc="-1" dirty="0">
                          <a:latin typeface="Courier New"/>
                          <a:ea typeface="Times New Roman"/>
                        </a:rPr>
                        <a:t> char* s1, </a:t>
                      </a:r>
                      <a:r>
                        <a:rPr lang="en-GB" sz="1400" b="1" strike="noStrike" spc="-1" dirty="0" err="1">
                          <a:latin typeface="Courier New"/>
                          <a:ea typeface="Times New Roman"/>
                        </a:rPr>
                        <a:t>const</a:t>
                      </a:r>
                      <a:r>
                        <a:rPr lang="en-GB" sz="1400" b="1" strike="noStrike" spc="-1" dirty="0">
                          <a:latin typeface="Courier New"/>
                          <a:ea typeface="Times New Roman"/>
                        </a:rPr>
                        <a:t> char* s2)</a:t>
                      </a:r>
                      <a:endParaRPr lang="it-IT" sz="1400" b="0" strike="noStrike" spc="-1" dirty="0">
                        <a:latin typeface="Times New Roman"/>
                      </a:endParaRP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it-IT" sz="1400" b="0" strike="noStrike" spc="-1" dirty="0">
                          <a:latin typeface="Courier New"/>
                          <a:ea typeface="Times New Roman"/>
                        </a:rPr>
                        <a:t>Restituisce la lunghezza della sottostringa più lunga di</a:t>
                      </a:r>
                      <a:br>
                        <a:rPr dirty="0"/>
                      </a:br>
                      <a:r>
                        <a:rPr lang="it-IT" sz="1400" b="0" strike="noStrike" spc="-1" dirty="0">
                          <a:latin typeface="Courier New"/>
                          <a:ea typeface="Times New Roman"/>
                        </a:rPr>
                        <a:t>s1 che comincia con s1[0] e contiene unicamente caratteri</a:t>
                      </a:r>
                      <a:br>
                        <a:rPr dirty="0"/>
                      </a:br>
                      <a:r>
                        <a:rPr lang="it-IT" sz="1400" b="0" strike="noStrike" spc="-1" dirty="0">
                          <a:latin typeface="Courier New"/>
                          <a:ea typeface="Times New Roman"/>
                        </a:rPr>
                        <a:t>presenti in s2</a:t>
                      </a:r>
                      <a:endParaRPr lang="it-IT" sz="1400" b="0" strike="noStrike" spc="-1" dirty="0">
                        <a:latin typeface="Times New Roman"/>
                      </a:endParaRPr>
                    </a:p>
                  </a:txBody>
                  <a:tcPr marL="90000" marR="900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640">
                <a:tc>
                  <a:txBody>
                    <a:bodyPr/>
                    <a:lstStyle/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it-IT" sz="1400" b="1" strike="noStrike" spc="-1">
                          <a:latin typeface="Courier New"/>
                          <a:ea typeface="Times New Roman"/>
                        </a:rPr>
                        <a:t>strstr()</a:t>
                      </a:r>
                      <a:endParaRPr lang="it-IT" sz="1400" b="0" strike="noStrike" spc="-1">
                        <a:latin typeface="Times New Roman"/>
                      </a:endParaRPr>
                    </a:p>
                  </a:txBody>
                  <a:tcPr marL="90000" marR="90000">
                    <a:noFill/>
                  </a:tcPr>
                </a:tc>
                <a:tc>
                  <a:txBody>
                    <a:bodyPr/>
                    <a:lstStyle/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GB" sz="1400" b="1" strike="noStrike" spc="-1">
                          <a:latin typeface="Courier New"/>
                          <a:ea typeface="Times New Roman"/>
                        </a:rPr>
                        <a:t>const char* strstr(const char* s1, const char* s2)</a:t>
                      </a:r>
                      <a:r>
                        <a:rPr lang="it-IT" sz="1400" b="0" strike="noStrike" spc="-1">
                          <a:solidFill>
                            <a:srgbClr val="FFFFFF"/>
                          </a:solidFill>
                          <a:latin typeface="Courier New"/>
                          <a:ea typeface="Times New Roman"/>
                        </a:rPr>
                        <a:t> </a:t>
                      </a:r>
                      <a:r>
                        <a:rPr lang="it-IT" sz="1400" b="0" strike="noStrike" spc="-1">
                          <a:latin typeface="Courier New"/>
                          <a:ea typeface="Times New Roman"/>
                        </a:rPr>
                        <a:t>Cerca la stringa </a:t>
                      </a:r>
                      <a:r>
                        <a:rPr lang="it-IT" sz="1400" b="0" i="1" strike="noStrike" spc="-1">
                          <a:latin typeface="Courier New"/>
                          <a:ea typeface="Times New Roman"/>
                        </a:rPr>
                        <a:t>s2</a:t>
                      </a:r>
                      <a:r>
                        <a:rPr lang="it-IT" sz="1400" b="0" strike="noStrike" spc="-1">
                          <a:latin typeface="Courier New"/>
                          <a:ea typeface="Times New Roman"/>
                        </a:rPr>
                        <a:t> in </a:t>
                      </a:r>
                      <a:r>
                        <a:rPr lang="it-IT" sz="1400" b="0" i="1" strike="noStrike" spc="-1">
                          <a:latin typeface="Courier New"/>
                          <a:ea typeface="Times New Roman"/>
                        </a:rPr>
                        <a:t>s1</a:t>
                      </a:r>
                      <a:r>
                        <a:rPr lang="it-IT" sz="1400" b="0" strike="noStrike" spc="-1">
                          <a:latin typeface="Courier New"/>
                          <a:ea typeface="Times New Roman"/>
                        </a:rPr>
                        <a:t> e restituisce un puntatore al carattere dove comincia </a:t>
                      </a:r>
                      <a:r>
                        <a:rPr lang="it-IT" sz="1400" b="0" i="1" strike="noStrike" spc="-1">
                          <a:latin typeface="Courier New"/>
                          <a:ea typeface="Times New Roman"/>
                        </a:rPr>
                        <a:t>s2</a:t>
                      </a:r>
                      <a:endParaRPr lang="it-IT" sz="1400" b="0" strike="noStrike" spc="-1">
                        <a:latin typeface="Times New Roman"/>
                      </a:endParaRPr>
                    </a:p>
                  </a:txBody>
                  <a:tcPr marL="90000" marR="900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3320">
                <a:tc>
                  <a:txBody>
                    <a:bodyPr/>
                    <a:lstStyle/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it-IT" sz="1400" b="1" strike="noStrike" spc="-1">
                          <a:latin typeface="Courier New"/>
                          <a:ea typeface="Times New Roman"/>
                        </a:rPr>
                        <a:t>strcspn()</a:t>
                      </a:r>
                      <a:endParaRPr lang="it-IT" sz="1400" b="0" strike="noStrike" spc="-1">
                        <a:latin typeface="Times New Roman"/>
                      </a:endParaRPr>
                    </a:p>
                  </a:txBody>
                  <a:tcPr marL="90000" marR="90000">
                    <a:noFill/>
                  </a:tcPr>
                </a:tc>
                <a:tc>
                  <a:txBody>
                    <a:bodyPr/>
                    <a:lstStyle/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GB" sz="1400" b="1" strike="noStrike" spc="-1">
                          <a:latin typeface="Courier New"/>
                          <a:ea typeface="Times New Roman"/>
                        </a:rPr>
                        <a:t>size_t strcspn(const char* s1, const char* s2)</a:t>
                      </a:r>
                      <a:r>
                        <a:rPr lang="it-IT" sz="1400" b="0" strike="noStrike" spc="-1">
                          <a:solidFill>
                            <a:srgbClr val="FFFFFF"/>
                          </a:solidFill>
                          <a:latin typeface="Courier New"/>
                          <a:ea typeface="Times New Roman"/>
                        </a:rPr>
                        <a:t> </a:t>
                      </a:r>
                      <a:r>
                        <a:rPr lang="it-IT" sz="1400" b="0" strike="noStrike" spc="-1">
                          <a:latin typeface="Courier New"/>
                          <a:ea typeface="Times New Roman"/>
                        </a:rPr>
                        <a:t>Restituisce la lunghezza della sottostringa più lunga di s1 che comincia con s1[0] e non contiene alcuno dei caratteri presenti in s2</a:t>
                      </a:r>
                      <a:endParaRPr lang="it-IT" sz="1400" b="0" strike="noStrike" spc="-1">
                        <a:latin typeface="Times New Roman"/>
                      </a:endParaRPr>
                    </a:p>
                  </a:txBody>
                  <a:tcPr marL="90000" marR="900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3320">
                <a:tc>
                  <a:txBody>
                    <a:bodyPr/>
                    <a:lstStyle/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it-IT" sz="1400" b="1" strike="noStrike" spc="-1">
                          <a:latin typeface="Courier New"/>
                          <a:ea typeface="Times New Roman"/>
                        </a:rPr>
                        <a:t>strpbrk()</a:t>
                      </a:r>
                      <a:endParaRPr lang="it-IT" sz="1400" b="0" strike="noStrike" spc="-1">
                        <a:latin typeface="Times New Roman"/>
                      </a:endParaRPr>
                    </a:p>
                  </a:txBody>
                  <a:tcPr marL="90000" marR="90000">
                    <a:noFill/>
                  </a:tcPr>
                </a:tc>
                <a:tc>
                  <a:txBody>
                    <a:bodyPr/>
                    <a:lstStyle/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GB" sz="1400" b="1" strike="noStrike" spc="-1">
                          <a:latin typeface="Courier New"/>
                          <a:ea typeface="Times New Roman"/>
                        </a:rPr>
                        <a:t>const char *strpbrk(const char* s1, cont char* s2)</a:t>
                      </a:r>
                      <a:r>
                        <a:rPr lang="it-IT" sz="1400" b="0" strike="noStrike" spc="-1">
                          <a:solidFill>
                            <a:srgbClr val="FFFFFF"/>
                          </a:solidFill>
                          <a:latin typeface="Courier New"/>
                          <a:ea typeface="Times New Roman"/>
                        </a:rPr>
                        <a:t> </a:t>
                      </a:r>
                      <a:r>
                        <a:rPr lang="it-IT" sz="1400" b="0" strike="noStrike" spc="-1">
                          <a:latin typeface="Courier New"/>
                          <a:ea typeface="Times New Roman"/>
                        </a:rPr>
                        <a:t>Restituisce l’indirizzo della prima occorrenza in s1 di qualunque dei caratteri di s2. Restituisce NULL se nessuno dei caratteri di s2 appare in s1</a:t>
                      </a:r>
                      <a:endParaRPr lang="it-IT" sz="1400" b="0" strike="noStrike" spc="-1">
                        <a:latin typeface="Times New Roman"/>
                      </a:endParaRPr>
                    </a:p>
                  </a:txBody>
                  <a:tcPr marL="90000" marR="900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200">
                <a:tc>
                  <a:txBody>
                    <a:bodyPr/>
                    <a:lstStyle/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it-IT" sz="1400" b="1" strike="noStrike" spc="-1">
                          <a:latin typeface="Courier New"/>
                          <a:ea typeface="Times New Roman"/>
                        </a:rPr>
                        <a:t>memcpy()</a:t>
                      </a:r>
                      <a:endParaRPr lang="it-IT" sz="1400" b="0" strike="noStrike" spc="-1">
                        <a:latin typeface="Times New Roman"/>
                      </a:endParaRPr>
                    </a:p>
                  </a:txBody>
                  <a:tcPr marL="90000" marR="90000">
                    <a:noFill/>
                  </a:tcPr>
                </a:tc>
                <a:tc>
                  <a:txBody>
                    <a:bodyPr/>
                    <a:lstStyle/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GB" sz="1400" b="1" strike="noStrike" spc="-1">
                          <a:latin typeface="Courier New"/>
                          <a:ea typeface="Times New Roman"/>
                        </a:rPr>
                        <a:t>void* memcpy(void* s1, const void* s2, size_t n)</a:t>
                      </a:r>
                      <a:r>
                        <a:rPr lang="it-IT" sz="1400" b="0" strike="noStrike" spc="-1">
                          <a:solidFill>
                            <a:srgbClr val="FFFFFF"/>
                          </a:solidFill>
                          <a:latin typeface="Courier New"/>
                          <a:ea typeface="Times New Roman"/>
                        </a:rPr>
                        <a:t> </a:t>
                      </a:r>
                      <a:r>
                        <a:rPr lang="it-IT" sz="1400" b="0" strike="noStrike" spc="-1">
                          <a:latin typeface="Courier New"/>
                          <a:ea typeface="Times New Roman"/>
                        </a:rPr>
                        <a:t>Rimpiazza i primi </a:t>
                      </a:r>
                      <a:r>
                        <a:rPr lang="it-IT" sz="1400" b="0" i="1" strike="noStrike" spc="-1">
                          <a:latin typeface="Courier New"/>
                          <a:ea typeface="Times New Roman"/>
                        </a:rPr>
                        <a:t>n</a:t>
                      </a:r>
                      <a:r>
                        <a:rPr lang="it-IT" sz="1400" b="0" strike="noStrike" spc="-1">
                          <a:latin typeface="Courier New"/>
                          <a:ea typeface="Times New Roman"/>
                        </a:rPr>
                        <a:t> bytes di *s1 con i primi </a:t>
                      </a:r>
                      <a:r>
                        <a:rPr lang="it-IT" sz="1400" b="0" i="1" strike="noStrike" spc="-1">
                          <a:latin typeface="Courier New"/>
                          <a:ea typeface="Times New Roman"/>
                        </a:rPr>
                        <a:t>n</a:t>
                      </a:r>
                      <a:r>
                        <a:rPr lang="it-IT" sz="1400" b="0" strike="noStrike" spc="-1">
                          <a:latin typeface="Courier New"/>
                          <a:ea typeface="Times New Roman"/>
                        </a:rPr>
                        <a:t> bytes di *s2. Restituisce s1</a:t>
                      </a:r>
                      <a:endParaRPr lang="it-IT" sz="1400" b="0" strike="noStrike" spc="-1">
                        <a:latin typeface="Times New Roman"/>
                      </a:endParaRPr>
                    </a:p>
                  </a:txBody>
                  <a:tcPr marL="90000" marR="900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0200">
                <a:tc>
                  <a:txBody>
                    <a:bodyPr/>
                    <a:lstStyle/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it-IT" sz="1400" b="1" strike="noStrike" spc="-1">
                          <a:solidFill>
                            <a:srgbClr val="000000"/>
                          </a:solidFill>
                          <a:latin typeface="Courier New"/>
                          <a:ea typeface="Times New Roman"/>
                        </a:rPr>
                        <a:t>strnset</a:t>
                      </a:r>
                      <a:r>
                        <a:rPr lang="it-IT" sz="1400" b="1" strike="noStrike" spc="-1">
                          <a:latin typeface="Courier New"/>
                          <a:ea typeface="Times New Roman"/>
                        </a:rPr>
                        <a:t>()</a:t>
                      </a:r>
                      <a:endParaRPr lang="it-IT" sz="1400" b="0" strike="noStrike" spc="-1">
                        <a:latin typeface="Times New Roman"/>
                      </a:endParaRPr>
                    </a:p>
                  </a:txBody>
                  <a:tcPr marL="90000" marR="90000">
                    <a:noFill/>
                  </a:tcPr>
                </a:tc>
                <a:tc>
                  <a:txBody>
                    <a:bodyPr/>
                    <a:lstStyle/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GB" sz="1400" b="1" strike="noStrike" spc="-1">
                          <a:solidFill>
                            <a:srgbClr val="000000"/>
                          </a:solidFill>
                          <a:latin typeface="Courier New"/>
                          <a:ea typeface="Times New Roman"/>
                        </a:rPr>
                        <a:t>char* strnset(char* s, int ch, size_t n)</a:t>
                      </a:r>
                      <a:r>
                        <a:rPr lang="it-IT" sz="1400" b="0" strike="noStrike" spc="-1">
                          <a:solidFill>
                            <a:srgbClr val="FFFFFF"/>
                          </a:solidFill>
                          <a:latin typeface="Courier New"/>
                          <a:ea typeface="Times New Roman"/>
                        </a:rPr>
                        <a:t> </a:t>
                      </a:r>
                      <a:r>
                        <a:rPr lang="it-IT" sz="1400" b="0" strike="noStrike" spc="-1">
                          <a:solidFill>
                            <a:srgbClr val="000000"/>
                          </a:solidFill>
                          <a:latin typeface="Courier New"/>
                          <a:ea typeface="Times New Roman"/>
                        </a:rPr>
                        <a:t>Utilizza strcmp() su una stringa esistente per fissare </a:t>
                      </a:r>
                      <a:r>
                        <a:rPr lang="it-IT" sz="1400" b="0" i="1" strike="noStrike" spc="-1">
                          <a:solidFill>
                            <a:srgbClr val="000000"/>
                          </a:solidFill>
                          <a:latin typeface="Courier New"/>
                          <a:ea typeface="Times New Roman"/>
                        </a:rPr>
                        <a:t>n</a:t>
                      </a:r>
                      <a:r>
                        <a:rPr lang="it-IT" sz="1400" b="0" strike="noStrike" spc="-1">
                          <a:solidFill>
                            <a:srgbClr val="000000"/>
                          </a:solidFill>
                          <a:latin typeface="Courier New"/>
                          <a:ea typeface="Times New Roman"/>
                        </a:rPr>
                        <a:t> bytes della stringa al carattere </a:t>
                      </a:r>
                      <a:r>
                        <a:rPr lang="it-IT" sz="1400" b="0" i="1" strike="noStrike" spc="-1">
                          <a:solidFill>
                            <a:srgbClr val="000000"/>
                          </a:solidFill>
                          <a:latin typeface="Courier New"/>
                          <a:ea typeface="Times New Roman"/>
                        </a:rPr>
                        <a:t>ch</a:t>
                      </a:r>
                      <a:endParaRPr lang="it-IT" sz="1400" b="0" strike="noStrike" spc="-1">
                        <a:latin typeface="Times New Roman"/>
                      </a:endParaRPr>
                    </a:p>
                  </a:txBody>
                  <a:tcPr marL="90000" marR="900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72680">
                <a:tc>
                  <a:txBody>
                    <a:bodyPr/>
                    <a:lstStyle/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it-IT" sz="1400" b="1" strike="noStrike" spc="-1">
                          <a:latin typeface="Courier New"/>
                          <a:ea typeface="Times New Roman"/>
                        </a:rPr>
                        <a:t>strtok()</a:t>
                      </a:r>
                      <a:endParaRPr lang="it-IT" sz="1400" b="0" strike="noStrike" spc="-1">
                        <a:latin typeface="Times New Roman"/>
                      </a:endParaRPr>
                    </a:p>
                  </a:txBody>
                  <a:tcPr marL="90000" marR="90000">
                    <a:noFill/>
                  </a:tcPr>
                </a:tc>
                <a:tc>
                  <a:txBody>
                    <a:bodyPr/>
                    <a:lstStyle/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GB" sz="1400" b="1" strike="noStrike" spc="-1" dirty="0">
                          <a:latin typeface="Courier New"/>
                          <a:ea typeface="Times New Roman"/>
                        </a:rPr>
                        <a:t>char* </a:t>
                      </a:r>
                      <a:r>
                        <a:rPr lang="en-GB" sz="1400" b="1" strike="noStrike" spc="-1" dirty="0" err="1">
                          <a:latin typeface="Courier New"/>
                          <a:ea typeface="Times New Roman"/>
                        </a:rPr>
                        <a:t>strtok</a:t>
                      </a:r>
                      <a:r>
                        <a:rPr lang="en-GB" sz="1400" b="1" strike="noStrike" spc="-1" dirty="0">
                          <a:latin typeface="Courier New"/>
                          <a:ea typeface="Times New Roman"/>
                        </a:rPr>
                        <a:t>(char* s1, </a:t>
                      </a:r>
                      <a:r>
                        <a:rPr lang="en-GB" sz="1400" b="1" strike="noStrike" spc="-1" dirty="0" err="1">
                          <a:latin typeface="Courier New"/>
                          <a:ea typeface="Times New Roman"/>
                        </a:rPr>
                        <a:t>const</a:t>
                      </a:r>
                      <a:r>
                        <a:rPr lang="en-GB" sz="1400" b="1" strike="noStrike" spc="-1" dirty="0">
                          <a:latin typeface="Courier New"/>
                          <a:ea typeface="Times New Roman"/>
                        </a:rPr>
                        <a:t> char* s2)</a:t>
                      </a:r>
                      <a:r>
                        <a:rPr lang="it-IT" sz="1400" b="0" strike="noStrike" spc="-1" dirty="0">
                          <a:solidFill>
                            <a:srgbClr val="FFFFFF"/>
                          </a:solidFill>
                          <a:latin typeface="Courier New"/>
                          <a:ea typeface="Times New Roman"/>
                        </a:rPr>
                        <a:t> </a:t>
                      </a:r>
                      <a:r>
                        <a:rPr lang="it-IT" sz="1400" b="0" strike="noStrike" spc="-1" dirty="0">
                          <a:latin typeface="Courier New"/>
                          <a:ea typeface="Times New Roman"/>
                        </a:rPr>
                        <a:t>Divide la stringa s1 in sottostringhe delimitate dai caratteri presenti nella stringa s2. Dopo la chiamata iniziale </a:t>
                      </a:r>
                      <a:r>
                        <a:rPr lang="it-IT" sz="1400" b="0" strike="noStrike" spc="-1" dirty="0" err="1">
                          <a:latin typeface="Courier New"/>
                          <a:ea typeface="Times New Roman"/>
                        </a:rPr>
                        <a:t>strtok</a:t>
                      </a:r>
                      <a:r>
                        <a:rPr lang="it-IT" sz="1400" b="0" strike="noStrike" spc="-1" dirty="0">
                          <a:latin typeface="Courier New"/>
                          <a:ea typeface="Times New Roman"/>
                        </a:rPr>
                        <a:t>(s1, s2), ogni chiamata successiva a </a:t>
                      </a:r>
                      <a:r>
                        <a:rPr lang="it-IT" sz="1400" b="0" strike="noStrike" spc="-1" dirty="0" err="1">
                          <a:latin typeface="Courier New"/>
                          <a:ea typeface="Times New Roman"/>
                        </a:rPr>
                        <a:t>strtok</a:t>
                      </a:r>
                      <a:r>
                        <a:rPr lang="it-IT" sz="1400" b="0" strike="noStrike" spc="-1" dirty="0">
                          <a:latin typeface="Courier New"/>
                          <a:ea typeface="Times New Roman"/>
                        </a:rPr>
                        <a:t>(NULL, s2) restituisce un puntatore alla successiva sottostringa in s1. Queste chiamate cambiano la stringa s1, rimpiazzando ogni separatore con il carattere NULL ('\0')</a:t>
                      </a:r>
                      <a:endParaRPr lang="it-IT" sz="1400" b="0" strike="noStrike" spc="-1" dirty="0">
                        <a:latin typeface="Times New Roman"/>
                      </a:endParaRPr>
                    </a:p>
                  </a:txBody>
                  <a:tcPr marL="90000" marR="900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CustomShape 1">
            <a:extLst>
              <a:ext uri="{FF2B5EF4-FFF2-40B4-BE49-F238E27FC236}">
                <a16:creationId xmlns:a16="http://schemas.microsoft.com/office/drawing/2014/main" id="{F57FCF81-CEA0-4A28-BA9A-FB3CE336F2D7}"/>
              </a:ext>
            </a:extLst>
          </p:cNvPr>
          <p:cNvSpPr/>
          <p:nvPr/>
        </p:nvSpPr>
        <p:spPr>
          <a:xfrm>
            <a:off x="1403350" y="549200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 libreria &lt;</a:t>
            </a:r>
            <a:r>
              <a:rPr lang="it-IT" sz="4000" spc="-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cstring</a:t>
            </a: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9CE4ACF4375A4C8C0602FFE49177BE" ma:contentTypeVersion="6" ma:contentTypeDescription="Create a new document." ma:contentTypeScope="" ma:versionID="82a94c78be15446697ccc96dbbd817c7">
  <xsd:schema xmlns:xsd="http://www.w3.org/2001/XMLSchema" xmlns:xs="http://www.w3.org/2001/XMLSchema" xmlns:p="http://schemas.microsoft.com/office/2006/metadata/properties" xmlns:ns2="9f742c12-864c-4ce5-b6f6-1feb9fbefa8b" xmlns:ns3="368b7124-ee9b-43bd-a59a-62348eb2d076" targetNamespace="http://schemas.microsoft.com/office/2006/metadata/properties" ma:root="true" ma:fieldsID="3d066933c85ad0744444035c00985e91" ns2:_="" ns3:_="">
    <xsd:import namespace="9f742c12-864c-4ce5-b6f6-1feb9fbefa8b"/>
    <xsd:import namespace="368b7124-ee9b-43bd-a59a-62348eb2d0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742c12-864c-4ce5-b6f6-1feb9fbefa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8b7124-ee9b-43bd-a59a-62348eb2d076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695CF34-1925-4B64-B4CB-C07B1D3A132E}"/>
</file>

<file path=customXml/itemProps2.xml><?xml version="1.0" encoding="utf-8"?>
<ds:datastoreItem xmlns:ds="http://schemas.openxmlformats.org/officeDocument/2006/customXml" ds:itemID="{1FFB6B7F-2510-4AC1-B4A5-B54423895AAC}"/>
</file>

<file path=customXml/itemProps3.xml><?xml version="1.0" encoding="utf-8"?>
<ds:datastoreItem xmlns:ds="http://schemas.openxmlformats.org/officeDocument/2006/customXml" ds:itemID="{EA22CD96-88B1-4E7F-9B08-55CFFCB84FDE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1493</Words>
  <Application>Microsoft Office PowerPoint</Application>
  <PresentationFormat>Presentazione su schermo (4:3)</PresentationFormat>
  <Paragraphs>130</Paragraphs>
  <Slides>13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13</vt:i4>
      </vt:variant>
    </vt:vector>
  </HeadingPairs>
  <TitlesOfParts>
    <vt:vector size="20" baseType="lpstr">
      <vt:lpstr>Arial</vt:lpstr>
      <vt:lpstr>Calibri</vt:lpstr>
      <vt:lpstr>Courier New</vt:lpstr>
      <vt:lpstr>Tahoma</vt:lpstr>
      <vt:lpstr>Times New Roman</vt:lpstr>
      <vt:lpstr>Wingdings</vt:lpstr>
      <vt:lpstr>1_Office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ucl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Tecnica industriale e commerciale Market-driven Management Professore J.J. Lambin</dc:title>
  <dc:subject/>
  <dc:creator>lambin</dc:creator>
  <dc:description/>
  <cp:lastModifiedBy>Massimo Orazio Spata</cp:lastModifiedBy>
  <cp:revision>320</cp:revision>
  <cp:lastPrinted>1999-03-05T00:48:02Z</cp:lastPrinted>
  <dcterms:created xsi:type="dcterms:W3CDTF">1999-01-19T02:07:12Z</dcterms:created>
  <dcterms:modified xsi:type="dcterms:W3CDTF">2023-02-01T10:10:47Z</dcterms:modified>
  <dc:language>it-IT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ucl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1</vt:i4>
  </property>
  <property fmtid="{D5CDD505-2E9C-101B-9397-08002B2CF9AE}" pid="9" name="PresentationFormat">
    <vt:lpwstr>Presentazione su schermo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2</vt:i4>
  </property>
  <property fmtid="{D5CDD505-2E9C-101B-9397-08002B2CF9AE}" pid="13" name="ContentTypeId">
    <vt:lpwstr>0x010100CD9CE4ACF4375A4C8C0602FFE49177BE</vt:lpwstr>
  </property>
</Properties>
</file>